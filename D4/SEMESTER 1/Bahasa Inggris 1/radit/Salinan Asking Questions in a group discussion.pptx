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C4D84-66F9-4BD8-A337-E7C48AF0945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5BCC3-AA90-4DE7-BB24-624E820A375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Encourage them to speak up!</a:t>
            </a:r>
            <a:endParaRPr lang="en-US" dirty="0" smtClean="0"/>
          </a:p>
          <a:p>
            <a:r>
              <a:rPr lang="en-US" dirty="0" smtClean="0"/>
              <a:t>Evaluate them, Assess them, etc.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5BCC3-AA90-4DE7-BB24-624E820A375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CC76-A36A-426C-AAC7-398FEDF54AD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5E2D-BF8E-4D49-AAA6-3E13ACFA3911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CC76-A36A-426C-AAC7-398FEDF54AD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5E2D-BF8E-4D49-AAA6-3E13ACFA3911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CC76-A36A-426C-AAC7-398FEDF54AD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5E2D-BF8E-4D49-AAA6-3E13ACFA391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CC76-A36A-426C-AAC7-398FEDF54AD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5E2D-BF8E-4D49-AAA6-3E13ACFA391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CC76-A36A-426C-AAC7-398FEDF54AD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5E2D-BF8E-4D49-AAA6-3E13ACFA391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CC76-A36A-426C-AAC7-398FEDF54AD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5E2D-BF8E-4D49-AAA6-3E13ACFA391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CC76-A36A-426C-AAC7-398FEDF54AD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5E2D-BF8E-4D49-AAA6-3E13ACFA391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CC76-A36A-426C-AAC7-398FEDF54AD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5E2D-BF8E-4D49-AAA6-3E13ACFA391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CC76-A36A-426C-AAC7-398FEDF54AD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5E2D-BF8E-4D49-AAA6-3E13ACFA391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CC76-A36A-426C-AAC7-398FEDF54AD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5E2D-BF8E-4D49-AAA6-3E13ACFA391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CC76-A36A-426C-AAC7-398FEDF54AD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5E2D-BF8E-4D49-AAA6-3E13ACFA391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7CC76-A36A-426C-AAC7-398FEDF54AD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B5E2D-BF8E-4D49-AAA6-3E13ACFA391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04800"/>
            <a:ext cx="7924800" cy="44958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Asking Questions??</a:t>
            </a:r>
            <a:br>
              <a:rPr lang="en-US" dirty="0" smtClean="0"/>
            </a:br>
            <a:r>
              <a:rPr lang="en-US" dirty="0" smtClean="0"/>
              <a:t>Objectives: </a:t>
            </a:r>
            <a:br>
              <a:rPr lang="en-US" dirty="0" smtClean="0"/>
            </a:br>
            <a:r>
              <a:rPr lang="en-US" dirty="0" smtClean="0"/>
              <a:t>1. be able to ask questions: likes and dislikes.</a:t>
            </a:r>
            <a:br>
              <a:rPr lang="en-US" dirty="0" smtClean="0"/>
            </a:br>
            <a:r>
              <a:rPr lang="en-US" dirty="0" smtClean="0"/>
              <a:t>2. respond and evaluate the questions.</a:t>
            </a:r>
            <a:br>
              <a:rPr lang="en-US" dirty="0" smtClean="0"/>
            </a:br>
            <a:r>
              <a:rPr lang="en-US" dirty="0" smtClean="0"/>
              <a:t>3. Agree or disagree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876800"/>
            <a:ext cx="6400800" cy="1752600"/>
          </a:xfrm>
        </p:spPr>
        <p:txBody>
          <a:bodyPr/>
          <a:lstStyle/>
          <a:p>
            <a:r>
              <a:rPr lang="en-US" dirty="0" smtClean="0"/>
              <a:t>Mr. Yazid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ask questions.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Forming a good question is </a:t>
            </a:r>
            <a:r>
              <a:rPr lang="en-US" dirty="0" smtClean="0">
                <a:solidFill>
                  <a:srgbClr val="FF0000"/>
                </a:solidFill>
              </a:rPr>
              <a:t>central of speaking </a:t>
            </a:r>
            <a:r>
              <a:rPr lang="en-US" dirty="0" smtClean="0"/>
              <a:t>activities.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How </a:t>
            </a:r>
            <a:r>
              <a:rPr lang="en-US" dirty="0" smtClean="0">
                <a:solidFill>
                  <a:srgbClr val="FF0000"/>
                </a:solidFill>
              </a:rPr>
              <a:t>the ideas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creative speaking </a:t>
            </a:r>
            <a:r>
              <a:rPr lang="en-US" dirty="0" smtClean="0"/>
              <a:t>is needed.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FF0000"/>
                </a:solidFill>
              </a:rPr>
              <a:t>Critical thinking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evaluation</a:t>
            </a:r>
            <a:r>
              <a:rPr lang="en-US" dirty="0" smtClean="0"/>
              <a:t> are must in questioning.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Interviewing, surveying, questioning are familiar </a:t>
            </a:r>
            <a:r>
              <a:rPr lang="en-US" dirty="0" smtClean="0">
                <a:solidFill>
                  <a:srgbClr val="FF0000"/>
                </a:solidFill>
              </a:rPr>
              <a:t>speaking activities</a:t>
            </a:r>
            <a:r>
              <a:rPr lang="en-US" dirty="0" smtClean="0"/>
              <a:t>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FF0000"/>
                </a:solidFill>
              </a:rPr>
              <a:t>Question manner </a:t>
            </a:r>
            <a:r>
              <a:rPr lang="en-US" dirty="0" smtClean="0"/>
              <a:t>(how to start, clarify, interrupt, apology, etc.) should be proper.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In </a:t>
            </a:r>
            <a:r>
              <a:rPr lang="en-US" dirty="0" smtClean="0">
                <a:solidFill>
                  <a:srgbClr val="FF0000"/>
                </a:solidFill>
              </a:rPr>
              <a:t>communicative speaking</a:t>
            </a:r>
            <a:r>
              <a:rPr lang="en-US" dirty="0" smtClean="0"/>
              <a:t>, question is must. 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Topic 1:</a:t>
            </a:r>
            <a:br>
              <a:rPr lang="en-US" dirty="0" smtClean="0"/>
            </a:br>
            <a:r>
              <a:rPr lang="en-US" dirty="0" smtClean="0"/>
              <a:t>Living in a</a:t>
            </a:r>
            <a:r>
              <a:rPr lang="en-ID" altLang="en-US" dirty="0" smtClean="0"/>
              <a:t> big</a:t>
            </a:r>
            <a:r>
              <a:rPr lang="en-US" dirty="0" smtClean="0"/>
              <a:t> city or rural area.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- Ask at least 5 questions about the topic.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Then answer those questions.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After that ask your team member about those questions.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Evaluate your questions and answers among your members.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Finally, compare and state the result of your team data.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Topic 2:</a:t>
            </a:r>
            <a:br>
              <a:rPr lang="en-US" dirty="0" smtClean="0"/>
            </a:br>
            <a:r>
              <a:rPr lang="en-US" dirty="0" smtClean="0"/>
              <a:t>Studying in Polytechnic or University.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- Ask at least 5 questions about the topic.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Then answer those questions.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After that ask your team member about those questions.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Evaluate your questions and answers among your members.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Finally, compare and state the result of your team data.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Topic 3:</a:t>
            </a:r>
            <a:br>
              <a:rPr lang="en-US" dirty="0" smtClean="0"/>
            </a:br>
            <a:r>
              <a:rPr lang="en-US" dirty="0" smtClean="0"/>
              <a:t>Using </a:t>
            </a:r>
            <a:r>
              <a:rPr lang="en-ID" altLang="en-US" dirty="0" smtClean="0"/>
              <a:t>TikTok</a:t>
            </a:r>
            <a:r>
              <a:rPr lang="en-US" dirty="0" smtClean="0"/>
              <a:t> </a:t>
            </a:r>
            <a:r>
              <a:rPr lang="en-US" dirty="0" smtClean="0"/>
              <a:t>or </a:t>
            </a:r>
            <a:r>
              <a:rPr lang="en-US" dirty="0" err="1" smtClean="0"/>
              <a:t>Instagram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- Ask at least 5 questions about the topic.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Then answer those questions.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After that ask your team member about those questions.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Evaluate your questions and answers among your members.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Finally, compare and state the result of your team data.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600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 4:</a:t>
            </a:r>
            <a:br>
              <a:rPr lang="en-US" dirty="0" smtClean="0"/>
            </a:br>
            <a:r>
              <a:rPr lang="en-US" dirty="0" smtClean="0"/>
              <a:t>Continuing your education or working after graduates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- Ask at least 5 questions about the topic.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Then answer those questions.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After that ask your team member about those questions.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Evaluate your questions and answers among your members.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Finally, compare and state the result of your team data.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341438"/>
          </a:xfrm>
        </p:spPr>
        <p:txBody>
          <a:bodyPr>
            <a:normAutofit fontScale="90000"/>
          </a:bodyPr>
          <a:lstStyle/>
          <a:p>
            <a:br>
              <a:rPr lang="en-US" dirty="0" smtClean="0"/>
            </a:br>
            <a:r>
              <a:rPr lang="en-US" dirty="0" smtClean="0"/>
              <a:t>Topic 5: </a:t>
            </a:r>
            <a:br>
              <a:rPr lang="en-US" dirty="0" smtClean="0"/>
            </a:br>
            <a:r>
              <a:rPr lang="en-US" dirty="0" smtClean="0"/>
              <a:t>Working in Indonesia or going abroad.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- Ask at least 5 questions about the topic.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Then answer those questions.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After that ask your team member about those questions.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Evaluate your questions and answers among your members.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Finally, compare and state the result of your team data.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524000"/>
          </a:xfrm>
        </p:spPr>
        <p:txBody>
          <a:bodyPr>
            <a:normAutofit fontScale="90000"/>
          </a:bodyPr>
          <a:lstStyle/>
          <a:p>
            <a:br>
              <a:rPr lang="en-US" dirty="0" smtClean="0"/>
            </a:br>
            <a:r>
              <a:rPr lang="en-US" dirty="0" smtClean="0"/>
              <a:t>Topic 6:</a:t>
            </a:r>
            <a:br>
              <a:rPr lang="en-US" dirty="0" smtClean="0"/>
            </a:br>
            <a:r>
              <a:rPr lang="en-US" dirty="0" smtClean="0"/>
              <a:t>Professional worker or being an entrepreneur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8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- Ask at least 5 questions about the topic.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Then answer those questions.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After that ask your team member about those questions.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Evaluate your questions and answers among your members. </a:t>
            </a: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Finally, compare and state the result of your team data.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Topics Summary 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28600" y="1676400"/>
          <a:ext cx="8610602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086"/>
                <a:gridCol w="1407396"/>
                <a:gridCol w="1241168"/>
                <a:gridCol w="1163595"/>
                <a:gridCol w="1318741"/>
                <a:gridCol w="1213155"/>
                <a:gridCol w="1036461"/>
              </a:tblGrid>
              <a:tr h="762000">
                <a:tc>
                  <a:txBody>
                    <a:bodyPr/>
                    <a:lstStyle/>
                    <a:p>
                      <a:r>
                        <a:rPr lang="en-US" dirty="0" smtClean="0"/>
                        <a:t>Topic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Topic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Topic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Topic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Topic 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Topic 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Your</a:t>
                      </a:r>
                      <a:r>
                        <a:rPr lang="en-US" baseline="0" dirty="0" smtClean="0"/>
                        <a:t> own topic</a:t>
                      </a:r>
                      <a:endParaRPr lang="en-US" dirty="0"/>
                    </a:p>
                  </a:txBody>
                  <a:tcPr/>
                </a:tc>
              </a:tr>
              <a:tr h="167640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Living in a</a:t>
                      </a:r>
                      <a:r>
                        <a:rPr lang="en-ID" altLang="en-US" sz="1400" dirty="0" smtClean="0"/>
                        <a:t> big</a:t>
                      </a:r>
                      <a:r>
                        <a:rPr lang="en-US" sz="1400" dirty="0" smtClean="0"/>
                        <a:t> city or rural</a:t>
                      </a:r>
                      <a:r>
                        <a:rPr lang="en-US" sz="1400" baseline="0" dirty="0" smtClean="0"/>
                        <a:t> area</a:t>
                      </a:r>
                      <a:r>
                        <a:rPr lang="en-ID" altLang="en-US" sz="1400" baseline="0" dirty="0" smtClean="0"/>
                        <a:t>.</a:t>
                      </a:r>
                      <a:endParaRPr lang="en-ID" altLang="en-US" sz="1400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Studying in a polytechnic or university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Using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ID" altLang="en-US" sz="1400" baseline="0" dirty="0" smtClean="0"/>
                        <a:t>TikTok</a:t>
                      </a:r>
                      <a:r>
                        <a:rPr lang="en-US" sz="1400" baseline="0" dirty="0" smtClean="0"/>
                        <a:t> or  </a:t>
                      </a:r>
                      <a:r>
                        <a:rPr lang="en-US" sz="1400" baseline="0" dirty="0" err="1" smtClean="0"/>
                        <a:t>Instagram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baseline="0" dirty="0" smtClean="0"/>
                        <a:t>for social media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Continuing your education or working after graduates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Working in Indonesia or going abroad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Professional worker or being an</a:t>
                      </a:r>
                      <a:r>
                        <a:rPr lang="en-US" sz="1400" baseline="0" dirty="0" smtClean="0"/>
                        <a:t> entrepreneur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“ any topic that you are delighted</a:t>
                      </a:r>
                      <a:r>
                        <a:rPr lang="en-US" sz="1400" baseline="0" dirty="0" smtClean="0"/>
                        <a:t> at</a:t>
                      </a:r>
                      <a:r>
                        <a:rPr lang="en-US" sz="1400" dirty="0" smtClean="0"/>
                        <a:t>”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RESOURCE_PATHS_HASH_PRESENTER" val="9f2f141cfa7ff9b1165ff643af6cac0af5b2cc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2642</Words>
  <Application>WPS Presentation</Application>
  <PresentationFormat>On-screen Show (4:3)</PresentationFormat>
  <Paragraphs>96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Asking Questions?? Objectives:  1. be able to ask questions: likes and dislikes. 2. respond and evaluate the questions. 3. Agree or disagree  </vt:lpstr>
      <vt:lpstr>How to ask questions.</vt:lpstr>
      <vt:lpstr>Topic 1: Living in a city or rural areas.</vt:lpstr>
      <vt:lpstr>Topic 2: Studying in Polytechnic or University.</vt:lpstr>
      <vt:lpstr>Topic 3: Using Line or Instagram</vt:lpstr>
      <vt:lpstr>Topic 4: Continuing your education or working after graduates</vt:lpstr>
      <vt:lpstr> Topic 5:  Working in Indonesia or going abroad. </vt:lpstr>
      <vt:lpstr> Topic 6: Professional worker or being an entrepreneur  </vt:lpstr>
      <vt:lpstr>Topics Summary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Asking Questions??</dc:title>
  <dc:creator>endang</dc:creator>
  <cp:lastModifiedBy>zdssk</cp:lastModifiedBy>
  <cp:revision>16</cp:revision>
  <dcterms:created xsi:type="dcterms:W3CDTF">2015-10-31T02:39:00Z</dcterms:created>
  <dcterms:modified xsi:type="dcterms:W3CDTF">2023-09-05T23:50:12Z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E4DC3555AAD9460F888D60B52BECF3E8_12</vt:lpwstr>
  </property>
  <property fmtid="{D5CDD505-2E9C-101B-9397-08002B2CF9AE}" pid="3" name="KSOProductBuildVer">
    <vt:lpwstr>1033-12.2.0.13201</vt:lpwstr>
  </property>
</Properties>
</file>