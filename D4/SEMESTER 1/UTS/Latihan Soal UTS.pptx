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7575-5947-D59B-4961-C485426E4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4A41F-E4C5-43BE-A9FC-10EE913D8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5458A-3F67-2AAD-EBDF-96660A87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00687-3442-C287-33F1-A211F15D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6EE58-C1F6-5452-3620-6C9C5C28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57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6DAC-22EF-416E-1ACC-F28C9B0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A61BA-E669-CB20-6003-3A10A5F10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DE23-341A-5370-592A-F7DB3795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A3A7-937D-A350-4E66-D940BAAE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5D845-881B-C1BB-6646-98864418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859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5E38-705B-4F05-D37A-A22B6739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85E66-7917-41F5-4077-07D9B2855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3793-0BBA-6B69-1AD2-D32B6DC8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3564A-4F07-F1D2-8925-8A21FFF4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0511-301B-F1E8-9020-3D8C591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856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A3EE-D2F5-6C88-0165-A0C8253B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6BE2-D89D-AA2C-555D-B8EE94BBE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19B95-D499-DFE0-942C-CD073B09D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C3291-5F56-9B51-C1EF-2C020787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6EEDA-3B50-096C-F83F-1746DABE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2DE92-7A9A-6FDD-AD0A-1F935589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185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5238-88E5-2F2D-D290-DF6603B4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6D61E-BD73-62B6-442E-6054B5142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BF8C8-E8C4-7CEA-62AE-FD098663E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46B9E-3FE5-6B79-CE4B-8FCCEA84C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46E98-38DA-2010-315C-E5AA31367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00370-1C21-F39A-F087-3486BB29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65D1B-92DC-C71F-9316-CE09F297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E2DDA-05A8-6024-2E8F-509E1767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537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D520-0D34-A99C-9F70-1DD894F7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9AF3C-35DD-E077-ABB0-511B5EE2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36B96-AAFE-C66F-9355-C4DB18FE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0A6FE-F733-B2AA-8939-7A63B35F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319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26225-7404-A7DC-9E3E-7C476793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A79EC-E80C-A3AD-A0DE-8DD7A08C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735A3-D37F-1649-30E4-B37E2DC9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293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B056-0EA3-264B-E5BF-2ECF725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92F83-97D4-F582-819B-5A9D34B27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8682B-8CBB-A0D1-53D2-2579D5F44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79262-91C7-BCA0-E091-0F742C0B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27BD6-EBE2-AD3B-A60D-692FE355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5029D-B4E8-BD32-737D-3962F784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31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661F-F7D0-3237-D0F8-078AB6D2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80D62-F2FA-EE0D-63B5-0E5A5DB8F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AF51-AB5A-19CC-E897-1E31D6F76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EAC16-4BD3-1DE8-C362-D58690D2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F6C8F-4B5D-0A59-04B7-530B98C7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E287D-4C0D-49B3-530C-4307CE64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921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110C-EB29-E574-FD38-A7DFCEEC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C6343-7772-0EA4-4395-8E5BB308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F22CB-207C-DB05-5053-DB0F9701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E6388-31C5-8931-C4A2-DF66F8F4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36D74-64C5-8651-41E0-618A91FF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80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5CCD0-924A-6BF6-F6C1-88C8D3F73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664A8-402E-EB6E-838E-64BBBCA4F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9F12F-404A-6122-8F78-A42620E2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CCBA5-9CA1-3C72-2A62-DD2F12E0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A0D9-7CE1-5A6F-97B9-4F8BF65F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699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5CFAB-63F5-E313-856F-4B1F8EE6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F603E-99D9-9E07-6CC6-94BC7369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D5026-4348-93BE-93E4-9875E3964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ABC20-1932-492F-84B5-3EB9E38E33A4}" type="datetimeFigureOut">
              <a:rPr lang="en-ID" smtClean="0"/>
              <a:t>02/10/2023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D1F1-79A7-6E50-DA73-5CA35DA97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3337E-9834-CBA7-1BA2-42B08D187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A32A0-546E-431D-9E71-0EF9C823E3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398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8809-6E93-B8C2-CFA7-7D2AF1B2C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r>
              <a:rPr lang="en-US" dirty="0" err="1"/>
              <a:t>Soal</a:t>
            </a:r>
            <a:r>
              <a:rPr lang="en-US" dirty="0"/>
              <a:t> UTS</a:t>
            </a:r>
            <a:br>
              <a:rPr lang="en-US" dirty="0"/>
            </a:br>
            <a:r>
              <a:rPr lang="en-US" sz="4400" dirty="0" err="1"/>
              <a:t>Pengukuran</a:t>
            </a:r>
            <a:r>
              <a:rPr lang="en-US" sz="4400" dirty="0"/>
              <a:t> dan Alat </a:t>
            </a:r>
            <a:r>
              <a:rPr lang="en-US" sz="4400" dirty="0" err="1"/>
              <a:t>Ukur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6EAAD-A87A-6590-C3E7-940ADAA379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D4 Teknik Telekomunikasi</a:t>
            </a:r>
          </a:p>
          <a:p>
            <a:r>
              <a:rPr lang="en-US" dirty="0" err="1"/>
              <a:t>Jurusan</a:t>
            </a:r>
            <a:r>
              <a:rPr lang="en-US" dirty="0"/>
              <a:t> Teknik </a:t>
            </a:r>
            <a:r>
              <a:rPr lang="en-US" dirty="0" err="1"/>
              <a:t>Elektro</a:t>
            </a:r>
            <a:endParaRPr lang="en-US" dirty="0"/>
          </a:p>
          <a:p>
            <a:r>
              <a:rPr lang="en-US" dirty="0" err="1"/>
              <a:t>Politeknik</a:t>
            </a:r>
            <a:r>
              <a:rPr lang="en-US" dirty="0"/>
              <a:t> Negeri Bandung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2070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48B4-56E5-AAAC-D8CF-B8F4D82B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672" y="1558206"/>
            <a:ext cx="744459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Berapakah</a:t>
            </a:r>
            <a:r>
              <a:rPr lang="en-US" dirty="0"/>
              <a:t> nominal True Value dan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toleransi</a:t>
            </a:r>
            <a:r>
              <a:rPr lang="en-US" dirty="0"/>
              <a:t> pada Resistor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87F2A-2DF8-338A-4E3B-8E6DE83E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77" y="2864695"/>
            <a:ext cx="5431446" cy="243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9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9D98-342A-5E5F-A5EE-9A6C10BA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108" y="1063625"/>
            <a:ext cx="7254817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2. </a:t>
            </a:r>
            <a:r>
              <a:rPr lang="en-ID" dirty="0" err="1"/>
              <a:t>Didapatkan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arus</a:t>
            </a:r>
            <a:r>
              <a:rPr lang="en-ID" dirty="0"/>
              <a:t> yang </a:t>
            </a:r>
            <a:r>
              <a:rPr lang="en-ID" dirty="0" err="1"/>
              <a:t>terukur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amperemeter digital </a:t>
            </a:r>
            <a:r>
              <a:rPr lang="en-ID" dirty="0" err="1"/>
              <a:t>yaitu</a:t>
            </a:r>
            <a:r>
              <a:rPr lang="en-ID" dirty="0"/>
              <a:t> 0.01 mA, </a:t>
            </a:r>
            <a:r>
              <a:rPr lang="en-ID" dirty="0" err="1"/>
              <a:t>Berapakah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arus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satuan</a:t>
            </a:r>
            <a:r>
              <a:rPr lang="en-ID" dirty="0"/>
              <a:t> µA? </a:t>
            </a:r>
          </a:p>
        </p:txBody>
      </p:sp>
    </p:spTree>
    <p:extLst>
      <p:ext uri="{BB962C8B-B14F-4D97-AF65-F5344CB8AC3E}">
        <p14:creationId xmlns:p14="http://schemas.microsoft.com/office/powerpoint/2010/main" val="277689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11EB92-B68A-C1F8-3BCE-7D0CCA0E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88" y="2512911"/>
            <a:ext cx="5164758" cy="42265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47A9-2DF6-1953-C5D1-8957BEBB9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134" y="778879"/>
            <a:ext cx="7770962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3.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pada R</a:t>
            </a:r>
            <a:r>
              <a:rPr lang="en-US" sz="2400" dirty="0"/>
              <a:t>2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terukur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Rv</a:t>
            </a:r>
            <a:r>
              <a:rPr lang="en-US" dirty="0"/>
              <a:t> = 150 </a:t>
            </a:r>
            <a:r>
              <a:rPr lang="el-GR" dirty="0"/>
              <a:t>ꭥ</a:t>
            </a:r>
            <a:r>
              <a:rPr lang="en-US" dirty="0"/>
              <a:t>. Serta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persentase</a:t>
            </a:r>
            <a:r>
              <a:rPr lang="en-US" dirty="0"/>
              <a:t> </a:t>
            </a:r>
            <a:r>
              <a:rPr lang="en-US" dirty="0" err="1"/>
              <a:t>errornya</a:t>
            </a:r>
            <a:r>
              <a:rPr lang="en-US" dirty="0"/>
              <a:t>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320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3209-C438-F202-5944-338843980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02" y="561440"/>
            <a:ext cx="6175075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4.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Amperemeter Analog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penunjukan</a:t>
            </a:r>
            <a:r>
              <a:rPr lang="en-US" dirty="0"/>
              <a:t> </a:t>
            </a:r>
            <a:r>
              <a:rPr lang="en-US" dirty="0" err="1"/>
              <a:t>jarum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terukur</a:t>
            </a:r>
            <a:r>
              <a:rPr lang="en-US" dirty="0"/>
              <a:t>?</a:t>
            </a:r>
            <a:endParaRPr lang="en-ID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55BFFF8-5F40-9977-A82D-37FD427110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100" y="3429000"/>
            <a:ext cx="7581767" cy="327857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8780CA-14CB-CAE3-41D0-8EA94FEC06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3713" y="561440"/>
            <a:ext cx="3840193" cy="30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3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E631-8A5C-75DF-3D9F-63D78FEE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875" y="1891783"/>
            <a:ext cx="6578599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5. </a:t>
            </a:r>
            <a:r>
              <a:rPr lang="en-ID" sz="2800" dirty="0" err="1"/>
              <a:t>Berapakah</a:t>
            </a:r>
            <a:r>
              <a:rPr lang="en-ID" sz="2800" dirty="0"/>
              <a:t> </a:t>
            </a:r>
            <a:r>
              <a:rPr lang="en-ID" sz="2800" dirty="0" err="1"/>
              <a:t>nilai</a:t>
            </a:r>
            <a:r>
              <a:rPr lang="en-ID" sz="2800" dirty="0"/>
              <a:t> </a:t>
            </a:r>
            <a:r>
              <a:rPr lang="en-ID" sz="2800" dirty="0" err="1"/>
              <a:t>arus</a:t>
            </a:r>
            <a:r>
              <a:rPr lang="en-ID" sz="2800" dirty="0"/>
              <a:t> </a:t>
            </a:r>
            <a:r>
              <a:rPr lang="en-ID" sz="2800" dirty="0" err="1"/>
              <a:t>secara</a:t>
            </a:r>
            <a:r>
              <a:rPr lang="en-ID" sz="2800" dirty="0"/>
              <a:t> </a:t>
            </a:r>
            <a:r>
              <a:rPr lang="en-ID" sz="2800" dirty="0" err="1"/>
              <a:t>teori</a:t>
            </a:r>
            <a:r>
              <a:rPr lang="en-ID" sz="2800" dirty="0"/>
              <a:t> dan </a:t>
            </a:r>
            <a:r>
              <a:rPr lang="en-ID" sz="2800" dirty="0" err="1"/>
              <a:t>arus</a:t>
            </a:r>
            <a:r>
              <a:rPr lang="en-ID" sz="2800" dirty="0"/>
              <a:t> </a:t>
            </a:r>
            <a:r>
              <a:rPr lang="en-ID" sz="2800" dirty="0" err="1"/>
              <a:t>terukur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</a:t>
            </a:r>
            <a:r>
              <a:rPr lang="en-ID" sz="2800" dirty="0" err="1"/>
              <a:t>rangkaian</a:t>
            </a:r>
            <a:r>
              <a:rPr lang="en-ID" sz="2800" dirty="0"/>
              <a:t> </a:t>
            </a:r>
            <a:r>
              <a:rPr lang="en-ID" sz="2800" dirty="0" err="1"/>
              <a:t>seperti</a:t>
            </a:r>
            <a:r>
              <a:rPr lang="en-ID" sz="2800" dirty="0"/>
              <a:t> pada Gambar </a:t>
            </a:r>
            <a:r>
              <a:rPr lang="en-ID" sz="2800" dirty="0" err="1"/>
              <a:t>disamping</a:t>
            </a:r>
            <a:r>
              <a:rPr lang="en-ID" sz="2800" dirty="0"/>
              <a:t>, </a:t>
            </a:r>
            <a:r>
              <a:rPr lang="en-ID" sz="2800" dirty="0" err="1"/>
              <a:t>apabila</a:t>
            </a:r>
            <a:r>
              <a:rPr lang="en-ID" sz="2800" dirty="0"/>
              <a:t> </a:t>
            </a:r>
            <a:r>
              <a:rPr lang="en-ID" sz="2800" dirty="0" err="1"/>
              <a:t>digunakan</a:t>
            </a:r>
            <a:r>
              <a:rPr lang="en-ID" sz="2800" dirty="0"/>
              <a:t> Amperemeter Analog yang </a:t>
            </a:r>
            <a:r>
              <a:rPr lang="en-ID" sz="2800" dirty="0" err="1"/>
              <a:t>memiliki</a:t>
            </a:r>
            <a:r>
              <a:rPr lang="en-ID" sz="2800" dirty="0"/>
              <a:t> </a:t>
            </a:r>
            <a:r>
              <a:rPr lang="en-ID" sz="2800" dirty="0" err="1"/>
              <a:t>Rsh</a:t>
            </a:r>
            <a:r>
              <a:rPr lang="en-ID" sz="2800" dirty="0"/>
              <a:t> = 10</a:t>
            </a:r>
            <a:r>
              <a:rPr lang="el-GR" sz="2800" dirty="0"/>
              <a:t>Ω </a:t>
            </a:r>
            <a:r>
              <a:rPr lang="en-ID" sz="2800" dirty="0"/>
              <a:t>dan          Rm = 4,7 </a:t>
            </a:r>
            <a:r>
              <a:rPr lang="el-GR" sz="2800" dirty="0"/>
              <a:t>Ω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mengukur</a:t>
            </a:r>
            <a:r>
              <a:rPr lang="en-ID" sz="2800" dirty="0"/>
              <a:t> </a:t>
            </a:r>
            <a:r>
              <a:rPr lang="en-ID" sz="2800" dirty="0" err="1"/>
              <a:t>arus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        Vs = 1,5V dan R</a:t>
            </a:r>
            <a:r>
              <a:rPr lang="en-ID" sz="1800" dirty="0"/>
              <a:t>1</a:t>
            </a:r>
            <a:r>
              <a:rPr lang="en-ID" sz="2800" dirty="0"/>
              <a:t> = 100 </a:t>
            </a:r>
            <a:r>
              <a:rPr lang="el-GR" sz="2800" dirty="0"/>
              <a:t>Ω, </a:t>
            </a:r>
            <a:r>
              <a:rPr lang="en-ID" sz="2800" dirty="0" err="1"/>
              <a:t>serta</a:t>
            </a:r>
            <a:r>
              <a:rPr lang="en-ID" sz="2800" dirty="0"/>
              <a:t> </a:t>
            </a:r>
            <a:r>
              <a:rPr lang="en-ID" sz="2800" dirty="0" err="1"/>
              <a:t>berapa</a:t>
            </a:r>
            <a:r>
              <a:rPr lang="en-ID" sz="2800" dirty="0"/>
              <a:t> </a:t>
            </a:r>
            <a:r>
              <a:rPr lang="en-ID" sz="2800" dirty="0" err="1"/>
              <a:t>persentase</a:t>
            </a:r>
            <a:r>
              <a:rPr lang="en-ID" sz="2800" dirty="0"/>
              <a:t> </a:t>
            </a:r>
            <a:r>
              <a:rPr lang="en-ID" sz="2800" dirty="0" err="1"/>
              <a:t>errornya</a:t>
            </a:r>
            <a:r>
              <a:rPr lang="en-ID" sz="2800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11D889-49A3-5D23-BE09-6470D2439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272" y="4408098"/>
            <a:ext cx="3842709" cy="2114268"/>
          </a:xfrm>
        </p:spPr>
      </p:pic>
    </p:spTree>
    <p:extLst>
      <p:ext uri="{BB962C8B-B14F-4D97-AF65-F5344CB8AC3E}">
        <p14:creationId xmlns:p14="http://schemas.microsoft.com/office/powerpoint/2010/main" val="318610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AAFB5-7606-FC9C-E628-74B8EE960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4460" y="255163"/>
            <a:ext cx="724618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6. </a:t>
            </a:r>
            <a:r>
              <a:rPr lang="en-US" sz="2400" dirty="0" err="1"/>
              <a:t>Berapakah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Rc</a:t>
            </a:r>
            <a:r>
              <a:rPr lang="en-US" sz="2400" dirty="0"/>
              <a:t> dan Rd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dibuat</a:t>
            </a:r>
            <a:r>
              <a:rPr lang="en-US" sz="2400" dirty="0"/>
              <a:t> amperemeter </a:t>
            </a:r>
            <a:r>
              <a:rPr lang="en-US" sz="2400" dirty="0" err="1"/>
              <a:t>sederhana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pada </a:t>
            </a:r>
            <a:r>
              <a:rPr lang="en-US" sz="2400" dirty="0" err="1"/>
              <a:t>gambar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defleksi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 </a:t>
            </a:r>
            <a:r>
              <a:rPr lang="en-US" sz="2400" dirty="0" err="1"/>
              <a:t>sebesar</a:t>
            </a:r>
            <a:r>
              <a:rPr lang="en-US" sz="2400" dirty="0"/>
              <a:t> 2.5mA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hambatan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galvanometer </a:t>
            </a:r>
            <a:r>
              <a:rPr lang="en-US" sz="2400" dirty="0" err="1"/>
              <a:t>sebesar</a:t>
            </a:r>
            <a:r>
              <a:rPr lang="en-US" sz="2400" dirty="0"/>
              <a:t> 10 Ohm. </a:t>
            </a:r>
            <a:r>
              <a:rPr lang="en-US" sz="2400" dirty="0" err="1"/>
              <a:t>Rc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mengukur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batas </a:t>
            </a:r>
            <a:r>
              <a:rPr lang="en-US" sz="2400" dirty="0" err="1"/>
              <a:t>ukur</a:t>
            </a:r>
            <a:r>
              <a:rPr lang="en-US" sz="2400" dirty="0"/>
              <a:t> 15mA, </a:t>
            </a:r>
            <a:r>
              <a:rPr lang="en-US" sz="2400" dirty="0" err="1"/>
              <a:t>serta</a:t>
            </a:r>
            <a:r>
              <a:rPr lang="en-US" sz="2400" dirty="0"/>
              <a:t> Rd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mengukur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batas </a:t>
            </a:r>
            <a:r>
              <a:rPr lang="en-US" sz="2400" dirty="0" err="1"/>
              <a:t>ukur</a:t>
            </a:r>
            <a:r>
              <a:rPr lang="en-US" sz="2400" dirty="0"/>
              <a:t> 5mA.</a:t>
            </a:r>
            <a:endParaRPr lang="en-ID" sz="2400" dirty="0"/>
          </a:p>
        </p:txBody>
      </p:sp>
      <p:pic>
        <p:nvPicPr>
          <p:cNvPr id="4" name="object 11">
            <a:extLst>
              <a:ext uri="{FF2B5EF4-FFF2-40B4-BE49-F238E27FC236}">
                <a16:creationId xmlns:a16="http://schemas.microsoft.com/office/drawing/2014/main" id="{B2BE80C3-6E15-D897-B539-07D6259C1F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7824" y="3907766"/>
            <a:ext cx="6038809" cy="245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5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BA7E-E74A-4C02-83D3-F63FCFCCF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648" y="324629"/>
            <a:ext cx="655463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7. </a:t>
            </a:r>
            <a:r>
              <a:rPr lang="en-ID" sz="2400" dirty="0" err="1"/>
              <a:t>Didapatkan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pengukuran</a:t>
            </a:r>
            <a:r>
              <a:rPr lang="en-ID" sz="2400" dirty="0"/>
              <a:t> </a:t>
            </a:r>
            <a:r>
              <a:rPr lang="en-ID" sz="2400" dirty="0" err="1"/>
              <a:t>hambatan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Ohmmeter Analog </a:t>
            </a:r>
            <a:r>
              <a:rPr lang="en-ID" sz="2400" dirty="0" err="1"/>
              <a:t>seperti</a:t>
            </a:r>
            <a:r>
              <a:rPr lang="en-ID" sz="2400" dirty="0"/>
              <a:t> pada Gambar </a:t>
            </a:r>
            <a:r>
              <a:rPr lang="en-ID" sz="2400" dirty="0" err="1"/>
              <a:t>dengan</a:t>
            </a:r>
            <a:r>
              <a:rPr lang="en-ID" sz="2400" dirty="0"/>
              <a:t> batas </a:t>
            </a:r>
            <a:r>
              <a:rPr lang="en-ID" sz="2400" dirty="0" err="1"/>
              <a:t>ukur</a:t>
            </a:r>
            <a:r>
              <a:rPr lang="en-ID" sz="2400" dirty="0"/>
              <a:t> </a:t>
            </a:r>
            <a:r>
              <a:rPr lang="en-ID" sz="2400" dirty="0" err="1"/>
              <a:t>pengali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10, </a:t>
            </a:r>
            <a:r>
              <a:rPr lang="en-ID" sz="2400" dirty="0" err="1"/>
              <a:t>berapakah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hambatan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k</a:t>
            </a:r>
            <a:r>
              <a:rPr lang="el-GR" sz="2400" dirty="0"/>
              <a:t>Ω? 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BC853-64D0-4FB2-EECE-37EE65F4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256" y="2809725"/>
            <a:ext cx="7333421" cy="281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0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236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Latihan Soal UTS Pengukuran dan Alat Ukur</vt:lpstr>
      <vt:lpstr>PowerPoint Presentation</vt:lpstr>
      <vt:lpstr>PowerPoint Presentation</vt:lpstr>
      <vt:lpstr>PowerPoint Presentation</vt:lpstr>
      <vt:lpstr>PowerPoint Presentation</vt:lpstr>
      <vt:lpstr>5. Berapakah nilai arus secara teori dan arus terukur dari rangkaian seperti pada Gambar disamping, apabila digunakan Amperemeter Analog yang memiliki Rsh = 10Ω dan          Rm = 4,7 Ω untuk mengukur arus dengan         Vs = 1,5V dan R1 = 100 Ω, serta berapa persentase errornya?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Latihan Soal UTS Pengukuran dan Alat Ukur</dc:title>
  <dc:creator>Rifa Hanifatunnisa</dc:creator>
  <cp:lastModifiedBy>Rifa Hanifatunnisa</cp:lastModifiedBy>
  <cp:revision>3</cp:revision>
  <dcterms:created xsi:type="dcterms:W3CDTF">2023-10-01T12:51:57Z</dcterms:created>
  <dcterms:modified xsi:type="dcterms:W3CDTF">2023-10-02T04:55:59Z</dcterms:modified>
</cp:coreProperties>
</file>