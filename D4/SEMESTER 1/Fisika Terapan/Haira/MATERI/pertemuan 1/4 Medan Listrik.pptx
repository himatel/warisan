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1" r:id="rId5"/>
    <p:sldId id="262" r:id="rId6"/>
    <p:sldId id="260" r:id="rId7"/>
    <p:sldId id="259" r:id="rId8"/>
  </p:sldIdLst>
  <p:sldSz cx="12192000" cy="6858000"/>
  <p:notesSz cx="6858000" cy="9144000"/>
  <p:defaultTextStyle>
    <a:defPPr>
      <a:defRPr lang="id-ID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71" autoAdjust="0"/>
    <p:restoredTop sz="94660"/>
  </p:normalViewPr>
  <p:slideViewPr>
    <p:cSldViewPr snapToGrid="0">
      <p:cViewPr varScale="1">
        <p:scale>
          <a:sx n="40" d="100"/>
          <a:sy n="40" d="100"/>
        </p:scale>
        <p:origin x="58" y="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id-ID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EEE237-D950-4700-B2C3-B61DB07D6816}" type="datetimeFigureOut">
              <a:rPr lang="id-ID" smtClean="0"/>
              <a:t>01/10/2020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C41E3-D721-409B-B0C3-9C839AC0CD8C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40416785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EEE237-D950-4700-B2C3-B61DB07D6816}" type="datetimeFigureOut">
              <a:rPr lang="id-ID" smtClean="0"/>
              <a:t>01/10/2020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C41E3-D721-409B-B0C3-9C839AC0CD8C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5916296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EEE237-D950-4700-B2C3-B61DB07D6816}" type="datetimeFigureOut">
              <a:rPr lang="id-ID" smtClean="0"/>
              <a:t>01/10/2020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C41E3-D721-409B-B0C3-9C839AC0CD8C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5160179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EEE237-D950-4700-B2C3-B61DB07D6816}" type="datetimeFigureOut">
              <a:rPr lang="id-ID" smtClean="0"/>
              <a:t>01/10/2020</a:t>
            </a:fld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C41E3-D721-409B-B0C3-9C839AC0CD8C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0137037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EEE237-D950-4700-B2C3-B61DB07D6816}" type="datetimeFigureOut">
              <a:rPr lang="id-ID" smtClean="0"/>
              <a:t>01/10/2020</a:t>
            </a:fld>
            <a:endParaRPr lang="id-ID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C41E3-D721-409B-B0C3-9C839AC0CD8C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1468131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EEE237-D950-4700-B2C3-B61DB07D6816}" type="datetimeFigureOut">
              <a:rPr lang="id-ID" smtClean="0"/>
              <a:t>01/10/2020</a:t>
            </a:fld>
            <a:endParaRPr lang="id-ID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C41E3-D721-409B-B0C3-9C839AC0CD8C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939778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EEE237-D950-4700-B2C3-B61DB07D6816}" type="datetimeFigureOut">
              <a:rPr lang="id-ID" smtClean="0"/>
              <a:t>01/10/2020</a:t>
            </a:fld>
            <a:endParaRPr lang="id-ID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C41E3-D721-409B-B0C3-9C839AC0CD8C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1612436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EEE237-D950-4700-B2C3-B61DB07D6816}" type="datetimeFigureOut">
              <a:rPr lang="id-ID" smtClean="0"/>
              <a:t>01/10/2020</a:t>
            </a:fld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C41E3-D721-409B-B0C3-9C839AC0CD8C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5980232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d-ID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EEE237-D950-4700-B2C3-B61DB07D6816}" type="datetimeFigureOut">
              <a:rPr lang="id-ID" smtClean="0"/>
              <a:t>01/10/2020</a:t>
            </a:fld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C41E3-D721-409B-B0C3-9C839AC0CD8C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4776860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EEE237-D950-4700-B2C3-B61DB07D6816}" type="datetimeFigureOut">
              <a:rPr lang="id-ID" smtClean="0"/>
              <a:t>01/10/2020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C41E3-D721-409B-B0C3-9C839AC0CD8C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7883561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EEE237-D950-4700-B2C3-B61DB07D6816}" type="datetimeFigureOut">
              <a:rPr lang="id-ID" smtClean="0"/>
              <a:t>01/10/2020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C41E3-D721-409B-B0C3-9C839AC0CD8C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40778876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EEE237-D950-4700-B2C3-B61DB07D6816}" type="datetimeFigureOut">
              <a:rPr lang="id-ID" smtClean="0"/>
              <a:t>01/10/2020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1C41E3-D721-409B-B0C3-9C839AC0CD8C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6310583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d-ID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627063"/>
            <a:ext cx="9144000" cy="973137"/>
          </a:xfrm>
        </p:spPr>
        <p:txBody>
          <a:bodyPr/>
          <a:lstStyle/>
          <a:p>
            <a:r>
              <a:rPr lang="id-ID" dirty="0" smtClean="0">
                <a:latin typeface="Arial Black" panose="020B0A04020102020204" pitchFamily="34" charset="0"/>
              </a:rPr>
              <a:t>Medan Listrik</a:t>
            </a:r>
            <a:endParaRPr lang="id-ID" dirty="0">
              <a:latin typeface="Arial Black" panose="020B0A04020102020204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1600200"/>
            <a:ext cx="9144000" cy="4629150"/>
          </a:xfrm>
        </p:spPr>
        <p:txBody>
          <a:bodyPr>
            <a:norm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id-ID" sz="2800" dirty="0" smtClean="0">
                <a:latin typeface="Arial Black" panose="020B0A04020102020204" pitchFamily="34" charset="0"/>
              </a:rPr>
              <a:t>Pengertian, Penentuan Medan Listrik dari berbagai sumber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id-ID" sz="2800" dirty="0" smtClean="0">
                <a:latin typeface="Arial Black" panose="020B0A04020102020204" pitchFamily="34" charset="0"/>
              </a:rPr>
              <a:t>Gaya listrik, contoh : Tabung Sinar Katoda, aplikasi lain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id-ID" sz="2800" dirty="0" smtClean="0">
                <a:latin typeface="Arial Black" panose="020B0A04020102020204" pitchFamily="34" charset="0"/>
              </a:rPr>
              <a:t>Potensial dan Energi Potensial Listrik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id-ID" sz="2800" dirty="0" smtClean="0">
                <a:latin typeface="Arial Black" panose="020B0A04020102020204" pitchFamily="34" charset="0"/>
              </a:rPr>
              <a:t>Perlindungan Listrik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id-ID" sz="2800" dirty="0" smtClean="0">
                <a:latin typeface="Arial Black" panose="020B0A04020102020204" pitchFamily="34" charset="0"/>
              </a:rPr>
              <a:t>Sifat Listrik Bahan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id-ID" sz="2800" dirty="0" smtClean="0">
                <a:latin typeface="Arial Black" panose="020B0A04020102020204" pitchFamily="34" charset="0"/>
              </a:rPr>
              <a:t>Kapasitor</a:t>
            </a:r>
            <a:endParaRPr lang="id-ID" sz="2800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6102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1050" y="0"/>
            <a:ext cx="107442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4650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3450" y="828674"/>
            <a:ext cx="10363200" cy="5629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59677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5500" y="285750"/>
            <a:ext cx="8134350" cy="6076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14329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33834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857250"/>
            <a:ext cx="9677400" cy="571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97790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5900" y="495300"/>
            <a:ext cx="9448800" cy="6191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1423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32</Words>
  <Application>Microsoft Office PowerPoint</Application>
  <PresentationFormat>Widescreen</PresentationFormat>
  <Paragraphs>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Arial Black</vt:lpstr>
      <vt:lpstr>Calibri</vt:lpstr>
      <vt:lpstr>Calibri Light</vt:lpstr>
      <vt:lpstr>Office Theme</vt:lpstr>
      <vt:lpstr>Medan Listrik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Medan Listrik</dc:title>
  <dc:creator>Sardjito</dc:creator>
  <cp:lastModifiedBy>Sardjito</cp:lastModifiedBy>
  <cp:revision>3</cp:revision>
  <dcterms:created xsi:type="dcterms:W3CDTF">2020-10-01T16:06:47Z</dcterms:created>
  <dcterms:modified xsi:type="dcterms:W3CDTF">2020-10-01T16:29:16Z</dcterms:modified>
</cp:coreProperties>
</file>