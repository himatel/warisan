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94DF-9997-4BE7-9D46-538D5DA4063B}" type="datetimeFigureOut">
              <a:rPr lang="id-ID" smtClean="0"/>
              <a:t>13/09/2021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CD262-69EE-4B61-BCF8-C4D5C94883E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340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94DF-9997-4BE7-9D46-538D5DA4063B}" type="datetimeFigureOut">
              <a:rPr lang="id-ID" smtClean="0"/>
              <a:t>13/09/2021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CD262-69EE-4B61-BCF8-C4D5C94883E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0853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94DF-9997-4BE7-9D46-538D5DA4063B}" type="datetimeFigureOut">
              <a:rPr lang="id-ID" smtClean="0"/>
              <a:t>13/09/2021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CD262-69EE-4B61-BCF8-C4D5C94883E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8982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94DF-9997-4BE7-9D46-538D5DA4063B}" type="datetimeFigureOut">
              <a:rPr lang="id-ID" smtClean="0"/>
              <a:t>13/09/2021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CD262-69EE-4B61-BCF8-C4D5C94883E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35977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94DF-9997-4BE7-9D46-538D5DA4063B}" type="datetimeFigureOut">
              <a:rPr lang="id-ID" smtClean="0"/>
              <a:t>13/09/2021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CD262-69EE-4B61-BCF8-C4D5C94883E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92680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94DF-9997-4BE7-9D46-538D5DA4063B}" type="datetimeFigureOut">
              <a:rPr lang="id-ID" smtClean="0"/>
              <a:t>13/09/2021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CD262-69EE-4B61-BCF8-C4D5C94883E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2035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94DF-9997-4BE7-9D46-538D5DA4063B}" type="datetimeFigureOut">
              <a:rPr lang="id-ID" smtClean="0"/>
              <a:t>13/09/2021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CD262-69EE-4B61-BCF8-C4D5C94883E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88081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94DF-9997-4BE7-9D46-538D5DA4063B}" type="datetimeFigureOut">
              <a:rPr lang="id-ID" smtClean="0"/>
              <a:t>13/09/2021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CD262-69EE-4B61-BCF8-C4D5C94883E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92912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94DF-9997-4BE7-9D46-538D5DA4063B}" type="datetimeFigureOut">
              <a:rPr lang="id-ID" smtClean="0"/>
              <a:t>13/09/2021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CD262-69EE-4B61-BCF8-C4D5C94883E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46616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94DF-9997-4BE7-9D46-538D5DA4063B}" type="datetimeFigureOut">
              <a:rPr lang="id-ID" smtClean="0"/>
              <a:t>13/09/2021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CD262-69EE-4B61-BCF8-C4D5C94883E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84986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D94DF-9997-4BE7-9D46-538D5DA4063B}" type="datetimeFigureOut">
              <a:rPr lang="id-ID" smtClean="0"/>
              <a:t>13/09/2021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CD262-69EE-4B61-BCF8-C4D5C94883E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57489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D94DF-9997-4BE7-9D46-538D5DA4063B}" type="datetimeFigureOut">
              <a:rPr lang="id-ID" smtClean="0"/>
              <a:t>13/09/2021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CD262-69EE-4B61-BCF8-C4D5C94883E0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11650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07963"/>
            <a:ext cx="9144000" cy="1028654"/>
          </a:xfrm>
        </p:spPr>
        <p:txBody>
          <a:bodyPr/>
          <a:lstStyle/>
          <a:p>
            <a:r>
              <a:rPr lang="id-ID" b="1" dirty="0" smtClean="0">
                <a:latin typeface="Arial Black" panose="020B0A04020102020204" pitchFamily="34" charset="0"/>
              </a:rPr>
              <a:t>Persamaan Maxwell</a:t>
            </a:r>
            <a:endParaRPr lang="id-ID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236617"/>
            <a:ext cx="9144000" cy="5068389"/>
          </a:xfrm>
        </p:spPr>
        <p:txBody>
          <a:bodyPr/>
          <a:lstStyle/>
          <a:p>
            <a:endParaRPr lang="id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434" y="1236617"/>
            <a:ext cx="8290560" cy="540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432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0864"/>
          </a:xfrm>
        </p:spPr>
        <p:txBody>
          <a:bodyPr>
            <a:normAutofit/>
          </a:bodyPr>
          <a:lstStyle/>
          <a:p>
            <a:pPr algn="ctr"/>
            <a:r>
              <a:rPr lang="id-ID" sz="4000" b="1" dirty="0" smtClean="0">
                <a:latin typeface="Arial Black" panose="020B0A04020102020204" pitchFamily="34" charset="0"/>
              </a:rPr>
              <a:t>Pengertian fisis Persamaan Maxwell</a:t>
            </a:r>
            <a:endParaRPr lang="id-ID" sz="4000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05990"/>
            <a:ext cx="10515600" cy="5617027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id-ID" dirty="0" smtClean="0"/>
              <a:t>Medan listrik muncul jika ada muatan listrik</a:t>
            </a:r>
          </a:p>
          <a:p>
            <a:pPr marL="514350" indent="-514350">
              <a:buAutoNum type="arabicPeriod"/>
            </a:pPr>
            <a:r>
              <a:rPr lang="id-ID" dirty="0" smtClean="0"/>
              <a:t> Tidak ada monopol magnet</a:t>
            </a:r>
          </a:p>
          <a:p>
            <a:pPr marL="514350" indent="-514350">
              <a:buAutoNum type="arabicPeriod"/>
            </a:pPr>
            <a:r>
              <a:rPr lang="id-ID" dirty="0" smtClean="0"/>
              <a:t>Medan listrik muncul jka ada medan magnet yang berubah terhadap waktu</a:t>
            </a:r>
          </a:p>
          <a:p>
            <a:pPr marL="514350" indent="-514350">
              <a:buAutoNum type="arabicPeriod"/>
            </a:pPr>
            <a:r>
              <a:rPr lang="id-ID" dirty="0" smtClean="0"/>
              <a:t>Medan magnet muncul jika ada </a:t>
            </a:r>
            <a:r>
              <a:rPr lang="id-ID" smtClean="0"/>
              <a:t>arus </a:t>
            </a:r>
            <a:r>
              <a:rPr lang="id-ID" smtClean="0"/>
              <a:t>listrik</a:t>
            </a:r>
            <a:r>
              <a:rPr lang="id-ID" dirty="0" smtClean="0"/>
              <a:t>, atau jika ada medan listrik yang berubah terhadap waktu</a:t>
            </a:r>
          </a:p>
          <a:p>
            <a:pPr marL="0" indent="0">
              <a:buNone/>
            </a:pPr>
            <a:endParaRPr lang="id-ID" dirty="0"/>
          </a:p>
          <a:p>
            <a:pPr marL="0" indent="0">
              <a:buNone/>
            </a:pPr>
            <a:r>
              <a:rPr lang="id-ID" sz="3600" dirty="0" smtClean="0">
                <a:latin typeface="Arial Black" panose="020B0A04020102020204" pitchFamily="34" charset="0"/>
              </a:rPr>
              <a:t>Pengertian Medan :</a:t>
            </a:r>
          </a:p>
          <a:p>
            <a:pPr marL="457200" indent="-457200">
              <a:buAutoNum type="arabicPeriod"/>
            </a:pPr>
            <a:r>
              <a:rPr lang="id-ID" dirty="0" smtClean="0"/>
              <a:t>Daerah, ruangan</a:t>
            </a:r>
          </a:p>
          <a:p>
            <a:pPr marL="457200" indent="-457200">
              <a:buAutoNum type="arabicPeriod"/>
            </a:pPr>
            <a:r>
              <a:rPr lang="id-ID" dirty="0" smtClean="0"/>
              <a:t>Mempunyai sumber tertentu</a:t>
            </a:r>
          </a:p>
          <a:p>
            <a:pPr marL="457200" indent="-457200">
              <a:buAutoNum type="arabicPeriod"/>
            </a:pPr>
            <a:r>
              <a:rPr lang="id-ID" dirty="0" smtClean="0"/>
              <a:t>Mempunyai sifat atau karakteristik tertentu</a:t>
            </a:r>
          </a:p>
          <a:p>
            <a:pPr marL="457200" indent="-457200">
              <a:buAutoNum type="arabicPeriod"/>
            </a:pPr>
            <a:endParaRPr lang="id-ID" sz="2400" dirty="0"/>
          </a:p>
        </p:txBody>
      </p:sp>
    </p:spTree>
    <p:extLst>
      <p:ext uri="{BB962C8B-B14F-4D97-AF65-F5344CB8AC3E}">
        <p14:creationId xmlns:p14="http://schemas.microsoft.com/office/powerpoint/2010/main" val="298060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60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Office Theme</vt:lpstr>
      <vt:lpstr>Persamaan Maxwell</vt:lpstr>
      <vt:lpstr>Pengertian fisis Persamaan Maxwell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Persamaan Maxwell</dc:title>
  <dc:creator>Sardjito</dc:creator>
  <cp:lastModifiedBy>Sardjito</cp:lastModifiedBy>
  <cp:revision>3</cp:revision>
  <dcterms:created xsi:type="dcterms:W3CDTF">2020-09-26T18:58:29Z</dcterms:created>
  <dcterms:modified xsi:type="dcterms:W3CDTF">2021-09-13T15:14:10Z</dcterms:modified>
</cp:coreProperties>
</file>