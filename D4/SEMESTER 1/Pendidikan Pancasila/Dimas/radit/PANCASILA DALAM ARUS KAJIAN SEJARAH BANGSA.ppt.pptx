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86" r:id="rId3"/>
    <p:sldId id="287" r:id="rId4"/>
    <p:sldId id="288" r:id="rId5"/>
    <p:sldId id="289" r:id="rId6"/>
    <p:sldId id="290" r:id="rId7"/>
    <p:sldId id="291" r:id="rId8"/>
    <p:sldId id="292" r:id="rId9"/>
    <p:sldId id="293" r:id="rId10"/>
    <p:sldId id="294" r:id="rId11"/>
    <p:sldId id="295" r:id="rId12"/>
    <p:sldId id="296" r:id="rId13"/>
    <p:sldId id="297" r:id="rId14"/>
    <p:sldId id="298" r:id="rId15"/>
    <p:sldId id="299" r:id="rId16"/>
    <p:sldId id="300" r:id="rId17"/>
    <p:sldId id="284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11290-A39C-4110-9CB1-10046CA9F7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9C80A4-8468-4700-855E-44656EFF2A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B6615E-2847-4055-B6DA-97C0E3166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B4D65-0068-4B9E-AF90-FD242759C768}" type="datetimeFigureOut">
              <a:rPr lang="en-ID" smtClean="0"/>
              <a:t>21/09/2025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08F129-2151-4642-8EF5-BC7A0A933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75461C-3C11-4715-AD8A-9E7A7246D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848FA-E974-4620-B0F1-A1FB998D5EE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663550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B1C82-60CA-4095-8C66-A787C578DC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B10C20-C667-4B4F-8328-8BC4E167DC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F871F6-0E30-4276-AD9D-9AD287D957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B4D65-0068-4B9E-AF90-FD242759C768}" type="datetimeFigureOut">
              <a:rPr lang="en-ID" smtClean="0"/>
              <a:t>21/09/2025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53FDCD-A544-4399-A58C-5D5B78C42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765EFE-3DF3-4430-B144-6BE56B91D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848FA-E974-4620-B0F1-A1FB998D5EE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2222454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46F75-921E-4D09-A4F5-508596C667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FE3228-784F-48B1-8657-97A0213B04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E79E08-8D8A-43ED-8FD2-D9AB9FD93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B4D65-0068-4B9E-AF90-FD242759C768}" type="datetimeFigureOut">
              <a:rPr lang="en-ID" smtClean="0"/>
              <a:t>21/09/2025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18C3EA-9DF6-47B8-AF44-5773ABF1E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296C12-88C1-4E97-B049-F0527946B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848FA-E974-4620-B0F1-A1FB998D5EE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906929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1ED86-79DF-4388-A520-472DA4BB4A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8FA8D7-19E1-4047-A1B6-43FA7093FB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0EAF17-299D-4A57-8E2B-A5792A63E9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4A86E3-FB47-441D-B3A8-D69178BFF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B4D65-0068-4B9E-AF90-FD242759C768}" type="datetimeFigureOut">
              <a:rPr lang="en-ID" smtClean="0"/>
              <a:t>21/09/2025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74AC76-3F01-4B00-B6C1-1FAFB464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3E3FE6-0F71-4960-8969-A7D516401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848FA-E974-4620-B0F1-A1FB998D5EE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0747139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8A7CE-B8E4-437A-8EC2-7A284CAEC1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3C835E-EE86-409C-AF89-1A2047FF27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491ACA-7B83-4D02-B1BF-F5FE51D482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D60BF5-D148-4D06-8EFB-A8544BE399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EF1B07E-963D-4D78-A4AA-E8A4131997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86F3150-25B8-411D-9C9D-A853F71790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B4D65-0068-4B9E-AF90-FD242759C768}" type="datetimeFigureOut">
              <a:rPr lang="en-ID" smtClean="0"/>
              <a:t>21/09/2025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D44051C-D06E-4C48-BC0E-BA15344F2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F838A02-15A0-469F-8B6B-D667796A9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848FA-E974-4620-B0F1-A1FB998D5EE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695160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2C724-42B0-42C0-B853-D4C5B9D42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B36395-0D61-4565-9930-CBE20E3E6A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B4D65-0068-4B9E-AF90-FD242759C768}" type="datetimeFigureOut">
              <a:rPr lang="en-ID" smtClean="0"/>
              <a:t>21/09/2025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B19F6C-56FD-49DD-B00C-1CB23DB17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E2280C-E545-409E-A6E2-B0BB41356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848FA-E974-4620-B0F1-A1FB998D5EE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6334829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0B9929-3FAB-4CE4-98AC-C3B35DE5A9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B4D65-0068-4B9E-AF90-FD242759C768}" type="datetimeFigureOut">
              <a:rPr lang="en-ID" smtClean="0"/>
              <a:t>21/09/2025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A57FB1-89F4-4081-9CA0-D93A2DC2D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B12CDB-222C-4933-9C80-962304128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848FA-E974-4620-B0F1-A1FB998D5EE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088481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62D82-8651-487B-89AF-1722E403C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4249C9-D334-4679-976F-0CA882427E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0AAF03-029C-45CC-A785-7F785C8AE5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A8B932-7987-48E3-9B2D-17F24CE8A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B4D65-0068-4B9E-AF90-FD242759C768}" type="datetimeFigureOut">
              <a:rPr lang="en-ID" smtClean="0"/>
              <a:t>21/09/2025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7C4293-A39F-4CAF-9EBF-9B2DC741E7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1E8E17-BF51-4AEC-A7DB-1AAD9CF67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848FA-E974-4620-B0F1-A1FB998D5EE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443211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939DC-4FC7-4642-95D4-DD6658086C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DA6312-A7B9-4021-B07F-D5C4058ADA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9F0461-877E-448D-96DC-1B23B36603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C64754-DCA7-471B-8A41-EFA09965A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B4D65-0068-4B9E-AF90-FD242759C768}" type="datetimeFigureOut">
              <a:rPr lang="en-ID" smtClean="0"/>
              <a:t>21/09/2025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DA3E43-5232-4430-8343-C8AC60F722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8DA694-57EF-4C30-8CEE-7920CD53D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848FA-E974-4620-B0F1-A1FB998D5EE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9828346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5083CA-2D72-4468-AEA6-3A4A3EB5F3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814D6A-3900-4394-8749-3991EC0E08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55E9CB-1A9E-4563-B575-559725805A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B4D65-0068-4B9E-AF90-FD242759C768}" type="datetimeFigureOut">
              <a:rPr lang="en-ID" smtClean="0"/>
              <a:t>21/09/2025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F2EA75-8F3C-4EBB-B844-2AC2F42EBC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308CDC-253E-4A4C-B08C-69F623EF4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848FA-E974-4620-B0F1-A1FB998D5EE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7690074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F8BF2C-8CCA-4F08-BDDE-40F768F344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2E012C-C025-4FF5-92A5-8BA8E51720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A22564-94B8-4F2F-8935-768C12F22A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B4D65-0068-4B9E-AF90-FD242759C768}" type="datetimeFigureOut">
              <a:rPr lang="en-ID" smtClean="0"/>
              <a:t>21/09/2025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D464BF-7292-43AC-8F2D-6C72B2149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026900-89EB-4DC4-8A6A-96FBBE542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848FA-E974-4620-B0F1-A1FB998D5EE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7807543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CA8E46-2072-4B86-B3FA-A355049F0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6E6B1D-1EEB-4C86-9D19-874FC6588E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73B8BC-88F2-4A80-9C8E-9A481E67FB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6B4D65-0068-4B9E-AF90-FD242759C768}" type="datetimeFigureOut">
              <a:rPr lang="en-ID" smtClean="0"/>
              <a:t>21/09/2025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756C82-9792-4AB1-BB52-E07C23683D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245B39-AADA-4E76-A913-89527D0D58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0848FA-E974-4620-B0F1-A1FB998D5EE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9262363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jpeg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jpeg"/><Relationship Id="rId5" Type="http://schemas.openxmlformats.org/officeDocument/2006/relationships/image" Target="../media/image13.jpe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jpeg"/><Relationship Id="rId5" Type="http://schemas.openxmlformats.org/officeDocument/2006/relationships/image" Target="../media/image16.jpeg"/><Relationship Id="rId4" Type="http://schemas.openxmlformats.org/officeDocument/2006/relationships/image" Target="../media/image15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2.png"/><Relationship Id="rId7" Type="http://schemas.openxmlformats.org/officeDocument/2006/relationships/image" Target="../media/image20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jpeg"/><Relationship Id="rId5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22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jpeg"/><Relationship Id="rId3" Type="http://schemas.openxmlformats.org/officeDocument/2006/relationships/image" Target="../media/image2.png"/><Relationship Id="rId7" Type="http://schemas.openxmlformats.org/officeDocument/2006/relationships/image" Target="../media/image25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3.png"/><Relationship Id="rId9" Type="http://schemas.openxmlformats.org/officeDocument/2006/relationships/image" Target="../media/image7.jpe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.png"/><Relationship Id="rId7" Type="http://schemas.openxmlformats.org/officeDocument/2006/relationships/image" Target="../media/image2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jpeg"/><Relationship Id="rId5" Type="http://schemas.openxmlformats.org/officeDocument/2006/relationships/image" Target="../media/image27.jpeg"/><Relationship Id="rId4" Type="http://schemas.openxmlformats.org/officeDocument/2006/relationships/image" Target="../media/image3.png"/><Relationship Id="rId9" Type="http://schemas.openxmlformats.org/officeDocument/2006/relationships/image" Target="../media/image31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32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2.png"/><Relationship Id="rId7" Type="http://schemas.openxmlformats.org/officeDocument/2006/relationships/image" Target="../media/image34.png"/><Relationship Id="rId12" Type="http://schemas.openxmlformats.org/officeDocument/2006/relationships/image" Target="../media/image3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11" Type="http://schemas.openxmlformats.org/officeDocument/2006/relationships/image" Target="../media/image38.png"/><Relationship Id="rId5" Type="http://schemas.openxmlformats.org/officeDocument/2006/relationships/image" Target="../media/image23.png"/><Relationship Id="rId10" Type="http://schemas.openxmlformats.org/officeDocument/2006/relationships/image" Target="../media/image37.png"/><Relationship Id="rId4" Type="http://schemas.openxmlformats.org/officeDocument/2006/relationships/image" Target="../media/image3.png"/><Relationship Id="rId9" Type="http://schemas.openxmlformats.org/officeDocument/2006/relationships/image" Target="../media/image36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2.png"/><Relationship Id="rId7" Type="http://schemas.openxmlformats.org/officeDocument/2006/relationships/image" Target="../media/image41.png"/><Relationship Id="rId12" Type="http://schemas.openxmlformats.org/officeDocument/2006/relationships/image" Target="../media/image4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11" Type="http://schemas.openxmlformats.org/officeDocument/2006/relationships/image" Target="../media/image45.png"/><Relationship Id="rId5" Type="http://schemas.openxmlformats.org/officeDocument/2006/relationships/image" Target="../media/image39.png"/><Relationship Id="rId10" Type="http://schemas.openxmlformats.org/officeDocument/2006/relationships/image" Target="../media/image44.png"/><Relationship Id="rId4" Type="http://schemas.openxmlformats.org/officeDocument/2006/relationships/image" Target="../media/image3.png"/><Relationship Id="rId9" Type="http://schemas.openxmlformats.org/officeDocument/2006/relationships/image" Target="../media/image43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417576"/>
            <a:ext cx="5412105" cy="149860"/>
          </a:xfrm>
          <a:custGeom>
            <a:avLst/>
            <a:gdLst/>
            <a:ahLst/>
            <a:cxnLst/>
            <a:rect l="l" t="t" r="r" b="b"/>
            <a:pathLst>
              <a:path w="5412105" h="149859">
                <a:moveTo>
                  <a:pt x="0" y="149351"/>
                </a:moveTo>
                <a:lnTo>
                  <a:pt x="5411724" y="149351"/>
                </a:lnTo>
                <a:lnTo>
                  <a:pt x="5411724" y="0"/>
                </a:lnTo>
                <a:lnTo>
                  <a:pt x="0" y="0"/>
                </a:lnTo>
                <a:lnTo>
                  <a:pt x="0" y="149351"/>
                </a:lnTo>
                <a:close/>
              </a:path>
            </a:pathLst>
          </a:custGeom>
          <a:solidFill>
            <a:srgbClr val="20416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780276" y="417576"/>
            <a:ext cx="5412105" cy="149860"/>
          </a:xfrm>
          <a:custGeom>
            <a:avLst/>
            <a:gdLst/>
            <a:ahLst/>
            <a:cxnLst/>
            <a:rect l="l" t="t" r="r" b="b"/>
            <a:pathLst>
              <a:path w="5412105" h="149859">
                <a:moveTo>
                  <a:pt x="0" y="149351"/>
                </a:moveTo>
                <a:lnTo>
                  <a:pt x="5411724" y="149351"/>
                </a:lnTo>
                <a:lnTo>
                  <a:pt x="5411724" y="0"/>
                </a:lnTo>
                <a:lnTo>
                  <a:pt x="0" y="0"/>
                </a:lnTo>
                <a:lnTo>
                  <a:pt x="0" y="149351"/>
                </a:lnTo>
                <a:close/>
              </a:path>
            </a:pathLst>
          </a:custGeom>
          <a:solidFill>
            <a:srgbClr val="20416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556259"/>
            <a:ext cx="5412105" cy="93345"/>
          </a:xfrm>
          <a:custGeom>
            <a:avLst/>
            <a:gdLst/>
            <a:ahLst/>
            <a:cxnLst/>
            <a:rect l="l" t="t" r="r" b="b"/>
            <a:pathLst>
              <a:path w="5412105" h="93345">
                <a:moveTo>
                  <a:pt x="0" y="92963"/>
                </a:moveTo>
                <a:lnTo>
                  <a:pt x="5411724" y="92963"/>
                </a:lnTo>
                <a:lnTo>
                  <a:pt x="5411724" y="0"/>
                </a:lnTo>
                <a:lnTo>
                  <a:pt x="0" y="0"/>
                </a:lnTo>
                <a:lnTo>
                  <a:pt x="0" y="92963"/>
                </a:lnTo>
                <a:close/>
              </a:path>
            </a:pathLst>
          </a:custGeom>
          <a:solidFill>
            <a:srgbClr val="BCD6ED">
              <a:alpha val="4196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780276" y="556259"/>
            <a:ext cx="5412105" cy="93345"/>
          </a:xfrm>
          <a:custGeom>
            <a:avLst/>
            <a:gdLst/>
            <a:ahLst/>
            <a:cxnLst/>
            <a:rect l="l" t="t" r="r" b="b"/>
            <a:pathLst>
              <a:path w="5412105" h="93345">
                <a:moveTo>
                  <a:pt x="0" y="92963"/>
                </a:moveTo>
                <a:lnTo>
                  <a:pt x="5411724" y="92963"/>
                </a:lnTo>
                <a:lnTo>
                  <a:pt x="5411724" y="0"/>
                </a:lnTo>
                <a:lnTo>
                  <a:pt x="0" y="0"/>
                </a:lnTo>
                <a:lnTo>
                  <a:pt x="0" y="92963"/>
                </a:lnTo>
                <a:close/>
              </a:path>
            </a:pathLst>
          </a:custGeom>
          <a:solidFill>
            <a:srgbClr val="BCD6ED">
              <a:alpha val="4196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80888" y="134112"/>
            <a:ext cx="1030223" cy="91592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523999" y="1188719"/>
            <a:ext cx="9144000" cy="660400"/>
          </a:xfrm>
          <a:prstGeom prst="rect">
            <a:avLst/>
          </a:prstGeom>
          <a:ln w="12192">
            <a:solidFill>
              <a:srgbClr val="41709C"/>
            </a:solidFill>
          </a:ln>
        </p:spPr>
        <p:txBody>
          <a:bodyPr vert="horz" wrap="square" lIns="0" tIns="291465" rIns="0" bIns="0" rtlCol="0">
            <a:spAutoFit/>
          </a:bodyPr>
          <a:lstStyle/>
          <a:p>
            <a:pPr marL="90170" algn="ctr">
              <a:lnSpc>
                <a:spcPct val="100000"/>
              </a:lnSpc>
              <a:spcBef>
                <a:spcPts val="2295"/>
              </a:spcBef>
            </a:pPr>
            <a:r>
              <a:rPr sz="2400" b="1" spc="-10" dirty="0">
                <a:solidFill>
                  <a:srgbClr val="1F487C"/>
                </a:solidFill>
                <a:latin typeface="Tahoma" panose="020B0604030504040204"/>
                <a:cs typeface="Tahoma" panose="020B0604030504040204"/>
              </a:rPr>
              <a:t>PANCASILA</a:t>
            </a:r>
            <a:r>
              <a:rPr lang="en-US" sz="2400" b="1" spc="-10" dirty="0">
                <a:solidFill>
                  <a:srgbClr val="1F487C"/>
                </a:solidFill>
                <a:latin typeface="Tahoma" panose="020B0604030504040204"/>
                <a:cs typeface="Tahoma" panose="020B0604030504040204"/>
              </a:rPr>
              <a:t> DALAM KAJIAN SEJARAH BANGSA</a:t>
            </a:r>
            <a:endParaRPr sz="2000" dirty="0">
              <a:latin typeface="Tahoma" panose="020B0604030504040204"/>
              <a:cs typeface="Tahoma" panose="020B060403050404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Content Placeholder 2"/>
          <p:cNvSpPr>
            <a:spLocks noGrp="1"/>
          </p:cNvSpPr>
          <p:nvPr/>
        </p:nvSpPr>
        <p:spPr bwMode="auto">
          <a:xfrm>
            <a:off x="1016000" y="523875"/>
            <a:ext cx="10821670" cy="5800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0680" indent="-360680" eaLnBrk="1" fontAlgn="auto" hangingPunct="1">
              <a:spcAft>
                <a:spcPts val="0"/>
              </a:spcAft>
              <a:buClr>
                <a:schemeClr val="tx1">
                  <a:shade val="95000"/>
                </a:schemeClr>
              </a:buClr>
              <a:buFont typeface="Wingdings" panose="05000000000000000000" pitchFamily="2" charset="2"/>
              <a:buChar char="Ø"/>
              <a:defRPr/>
            </a:pPr>
            <a:r>
              <a:rPr lang="id-ID" sz="2400" dirty="0">
                <a:latin typeface="Tahoma" panose="020B0604030504040204" charset="0"/>
                <a:ea typeface="Verdana" panose="020B0604030504040204" pitchFamily="34" charset="0"/>
                <a:cs typeface="Tahoma" panose="020B0604030504040204" charset="0"/>
              </a:rPr>
              <a:t>“jangan sekali-kali meninggalkan sejarah”.</a:t>
            </a:r>
            <a:r>
              <a:rPr lang="en-US" sz="2400" dirty="0">
                <a:latin typeface="Tahoma" panose="020B0604030504040204" charset="0"/>
                <a:ea typeface="Verdana" panose="020B0604030504040204" pitchFamily="34" charset="0"/>
                <a:cs typeface="Tahoma" panose="020B0604030504040204" charset="0"/>
              </a:rPr>
              <a:t> (</a:t>
            </a:r>
            <a:r>
              <a:rPr lang="id-ID" sz="2400" dirty="0">
                <a:latin typeface="Tahoma" panose="020B0604030504040204" charset="0"/>
                <a:ea typeface="Verdana" panose="020B0604030504040204" pitchFamily="34" charset="0"/>
                <a:cs typeface="Tahoma" panose="020B0604030504040204" charset="0"/>
              </a:rPr>
              <a:t>Soekarno</a:t>
            </a:r>
            <a:r>
              <a:rPr lang="en-US" sz="2400" dirty="0">
                <a:latin typeface="Tahoma" panose="020B0604030504040204" charset="0"/>
                <a:ea typeface="Verdana" panose="020B0604030504040204" pitchFamily="34" charset="0"/>
                <a:cs typeface="Tahoma" panose="020B0604030504040204" charset="0"/>
              </a:rPr>
              <a:t>)</a:t>
            </a:r>
          </a:p>
          <a:p>
            <a:pPr marL="360680" indent="-360680" eaLnBrk="1" fontAlgn="auto" hangingPunct="1">
              <a:spcAft>
                <a:spcPts val="0"/>
              </a:spcAft>
              <a:buClr>
                <a:schemeClr val="tx1">
                  <a:shade val="95000"/>
                </a:schemeClr>
              </a:buClr>
              <a:buFont typeface="Wingdings" panose="05000000000000000000" pitchFamily="2" charset="2"/>
              <a:buChar char="Ø"/>
              <a:defRPr/>
            </a:pPr>
            <a:r>
              <a:rPr lang="id-ID" sz="2400" dirty="0">
                <a:latin typeface="Tahoma" panose="020B0604030504040204" charset="0"/>
                <a:ea typeface="Verdana" panose="020B0604030504040204" pitchFamily="34" charset="0"/>
                <a:cs typeface="Tahoma" panose="020B0604030504040204" charset="0"/>
              </a:rPr>
              <a:t>“</a:t>
            </a:r>
            <a:r>
              <a:rPr lang="id-ID" sz="2400" i="1" dirty="0">
                <a:latin typeface="Tahoma" panose="020B0604030504040204" charset="0"/>
                <a:ea typeface="Verdana" panose="020B0604030504040204" pitchFamily="34" charset="0"/>
                <a:cs typeface="Tahoma" panose="020B0604030504040204" charset="0"/>
              </a:rPr>
              <a:t>Historia Vitae Magistra</a:t>
            </a:r>
            <a:r>
              <a:rPr lang="id-ID" sz="2400" dirty="0">
                <a:latin typeface="Tahoma" panose="020B0604030504040204" charset="0"/>
                <a:ea typeface="Verdana" panose="020B0604030504040204" pitchFamily="34" charset="0"/>
                <a:cs typeface="Tahoma" panose="020B0604030504040204" charset="0"/>
              </a:rPr>
              <a:t>”,  “sejarah </a:t>
            </a:r>
            <a:r>
              <a:rPr lang="en-US" sz="2400" dirty="0" err="1">
                <a:latin typeface="Tahoma" panose="020B0604030504040204" charset="0"/>
                <a:ea typeface="Verdana" panose="020B0604030504040204" pitchFamily="34" charset="0"/>
                <a:cs typeface="Tahoma" panose="020B0604030504040204" charset="0"/>
              </a:rPr>
              <a:t>adalah</a:t>
            </a:r>
            <a:r>
              <a:rPr lang="id-ID" sz="2400" dirty="0">
                <a:latin typeface="Tahoma" panose="020B0604030504040204" charset="0"/>
                <a:ea typeface="Verdana" panose="020B0604030504040204" pitchFamily="34" charset="0"/>
                <a:cs typeface="Tahoma" panose="020B0604030504040204" charset="0"/>
              </a:rPr>
              <a:t> guru kehidupan”</a:t>
            </a:r>
            <a:r>
              <a:rPr lang="en-US" altLang="id-ID" sz="2400" dirty="0">
                <a:latin typeface="Tahoma" panose="020B0604030504040204" charset="0"/>
                <a:ea typeface="Verdana" panose="020B0604030504040204" pitchFamily="34" charset="0"/>
                <a:cs typeface="Tahoma" panose="020B0604030504040204" charset="0"/>
              </a:rPr>
              <a:t> </a:t>
            </a:r>
            <a:r>
              <a:rPr lang="en-US" sz="2400" dirty="0">
                <a:latin typeface="Tahoma" panose="020B0604030504040204" charset="0"/>
                <a:ea typeface="Verdana" panose="020B0604030504040204" pitchFamily="34" charset="0"/>
                <a:cs typeface="Tahoma" panose="020B0604030504040204" charset="0"/>
                <a:sym typeface="+mn-ea"/>
              </a:rPr>
              <a:t>(</a:t>
            </a:r>
            <a:r>
              <a:rPr lang="id-ID" sz="2400" dirty="0">
                <a:latin typeface="Tahoma" panose="020B0604030504040204" charset="0"/>
                <a:ea typeface="Verdana" panose="020B0604030504040204" pitchFamily="34" charset="0"/>
                <a:cs typeface="Tahoma" panose="020B0604030504040204" charset="0"/>
                <a:sym typeface="+mn-ea"/>
              </a:rPr>
              <a:t>Cicero </a:t>
            </a:r>
            <a:r>
              <a:rPr lang="en-US" sz="2400" dirty="0">
                <a:latin typeface="Tahoma" panose="020B0604030504040204" charset="0"/>
                <a:ea typeface="Verdana" panose="020B0604030504040204" pitchFamily="34" charset="0"/>
                <a:cs typeface="Tahoma" panose="020B0604030504040204" charset="0"/>
                <a:sym typeface="+mn-ea"/>
              </a:rPr>
              <a:t>; </a:t>
            </a:r>
            <a:r>
              <a:rPr lang="id-ID" sz="2400" dirty="0">
                <a:latin typeface="Tahoma" panose="020B0604030504040204" charset="0"/>
                <a:ea typeface="Verdana" panose="020B0604030504040204" pitchFamily="34" charset="0"/>
                <a:cs typeface="Tahoma" panose="020B0604030504040204" charset="0"/>
                <a:sym typeface="+mn-ea"/>
              </a:rPr>
              <a:t>filsuf Yunani</a:t>
            </a:r>
            <a:r>
              <a:rPr lang="en-US" sz="2400" dirty="0">
                <a:latin typeface="Tahoma" panose="020B0604030504040204" charset="0"/>
                <a:ea typeface="Verdana" panose="020B0604030504040204" pitchFamily="34" charset="0"/>
                <a:cs typeface="Tahoma" panose="020B0604030504040204" charset="0"/>
                <a:sym typeface="+mn-ea"/>
              </a:rPr>
              <a:t>)</a:t>
            </a:r>
            <a:endParaRPr lang="id-ID" sz="2400" dirty="0">
              <a:latin typeface="Tahoma" panose="020B0604030504040204" charset="0"/>
              <a:ea typeface="Verdana" panose="020B0604030504040204" pitchFamily="34" charset="0"/>
              <a:cs typeface="Tahoma" panose="020B0604030504040204" charset="0"/>
            </a:endParaRPr>
          </a:p>
          <a:p>
            <a:pPr marL="0" indent="0" eaLnBrk="1" fontAlgn="auto" hangingPunct="1">
              <a:spcAft>
                <a:spcPts val="0"/>
              </a:spcAft>
              <a:buClr>
                <a:schemeClr val="tx1">
                  <a:shade val="95000"/>
                </a:schemeClr>
              </a:buClr>
              <a:buFont typeface="Wingdings" panose="05000000000000000000" pitchFamily="2" charset="2"/>
              <a:buNone/>
              <a:defRPr/>
            </a:pPr>
            <a:endParaRPr lang="en-US" sz="2400" dirty="0">
              <a:latin typeface="Tahoma" panose="020B0604030504040204" charset="0"/>
              <a:ea typeface="Verdana" panose="020B0604030504040204" pitchFamily="34" charset="0"/>
              <a:cs typeface="Tahoma" panose="020B0604030504040204" charset="0"/>
            </a:endParaRPr>
          </a:p>
          <a:p>
            <a:pPr marL="360680" indent="-360680" eaLnBrk="1" fontAlgn="auto" hangingPunct="1">
              <a:spcAft>
                <a:spcPts val="0"/>
              </a:spcAft>
              <a:buClr>
                <a:schemeClr val="tx1">
                  <a:shade val="95000"/>
                </a:schemeClr>
              </a:buClr>
              <a:buFont typeface="Wingdings" panose="05000000000000000000" pitchFamily="2" charset="2"/>
              <a:buChar char="Ø"/>
              <a:defRPr/>
            </a:pPr>
            <a:r>
              <a:rPr lang="id-ID" sz="2400" dirty="0">
                <a:latin typeface="Tahoma" panose="020B0604030504040204" charset="0"/>
                <a:ea typeface="Verdana" panose="020B0604030504040204" pitchFamily="34" charset="0"/>
                <a:cs typeface="Tahoma" panose="020B0604030504040204" charset="0"/>
              </a:rPr>
              <a:t>“</a:t>
            </a:r>
            <a:r>
              <a:rPr lang="id-ID" sz="2400" i="1" dirty="0">
                <a:latin typeface="Tahoma" panose="020B0604030504040204" charset="0"/>
                <a:ea typeface="Verdana" panose="020B0604030504040204" pitchFamily="34" charset="0"/>
                <a:cs typeface="Tahoma" panose="020B0604030504040204" charset="0"/>
              </a:rPr>
              <a:t>No nation can achieve greatness unless it believes</a:t>
            </a:r>
            <a:r>
              <a:rPr lang="id-ID" sz="2400" dirty="0">
                <a:latin typeface="Tahoma" panose="020B0604030504040204" charset="0"/>
                <a:ea typeface="Verdana" panose="020B0604030504040204" pitchFamily="34" charset="0"/>
                <a:cs typeface="Tahoma" panose="020B0604030504040204" charset="0"/>
              </a:rPr>
              <a:t> </a:t>
            </a:r>
            <a:r>
              <a:rPr lang="id-ID" sz="2400" i="1" dirty="0">
                <a:latin typeface="Tahoma" panose="020B0604030504040204" charset="0"/>
                <a:ea typeface="Verdana" panose="020B0604030504040204" pitchFamily="34" charset="0"/>
                <a:cs typeface="Tahoma" panose="020B0604030504040204" charset="0"/>
              </a:rPr>
              <a:t>in something, and unless that something has moral</a:t>
            </a:r>
            <a:r>
              <a:rPr lang="id-ID" sz="2400" dirty="0">
                <a:latin typeface="Tahoma" panose="020B0604030504040204" charset="0"/>
                <a:ea typeface="Verdana" panose="020B0604030504040204" pitchFamily="34" charset="0"/>
                <a:cs typeface="Tahoma" panose="020B0604030504040204" charset="0"/>
              </a:rPr>
              <a:t> </a:t>
            </a:r>
            <a:r>
              <a:rPr lang="id-ID" sz="2400" i="1" dirty="0">
                <a:latin typeface="Tahoma" panose="020B0604030504040204" charset="0"/>
                <a:ea typeface="Verdana" panose="020B0604030504040204" pitchFamily="34" charset="0"/>
                <a:cs typeface="Tahoma" panose="020B0604030504040204" charset="0"/>
              </a:rPr>
              <a:t>dimensions to sustain a great civilization</a:t>
            </a:r>
            <a:r>
              <a:rPr lang="id-ID" sz="2400" dirty="0">
                <a:latin typeface="Tahoma" panose="020B0604030504040204" charset="0"/>
                <a:ea typeface="Verdana" panose="020B0604030504040204" pitchFamily="34" charset="0"/>
                <a:cs typeface="Tahoma" panose="020B0604030504040204" charset="0"/>
              </a:rPr>
              <a:t>” (tidak ada bangsa yang dapat mencapai kebesaran kecuali jika bangsa itu mempercayai sesuatu, dan sesuatu yang dipercayainya itu memiliki dimensi-dimensi moral guna menopang peradaban besar) </a:t>
            </a:r>
            <a:endParaRPr lang="en-US" sz="2400" dirty="0">
              <a:latin typeface="Tahoma" panose="020B0604030504040204" charset="0"/>
              <a:ea typeface="Verdana" panose="020B0604030504040204" pitchFamily="34" charset="0"/>
              <a:cs typeface="Tahoma" panose="020B0604030504040204" charset="0"/>
            </a:endParaRPr>
          </a:p>
          <a:p>
            <a:pPr marL="360680" indent="0" eaLnBrk="1" fontAlgn="auto" hangingPunct="1">
              <a:spcAft>
                <a:spcPts val="0"/>
              </a:spcAft>
              <a:buClr>
                <a:schemeClr val="tx1">
                  <a:shade val="95000"/>
                </a:schemeClr>
              </a:buClr>
              <a:buFont typeface="Arial" panose="020B0604020202020204" pitchFamily="34" charset="0"/>
              <a:buNone/>
              <a:defRPr/>
            </a:pPr>
            <a:r>
              <a:rPr lang="en-US" sz="2400" dirty="0">
                <a:latin typeface="Tahoma" panose="020B0604030504040204" charset="0"/>
                <a:ea typeface="Verdana" panose="020B0604030504040204" pitchFamily="34" charset="0"/>
                <a:cs typeface="Tahoma" panose="020B0604030504040204" charset="0"/>
              </a:rPr>
              <a:t>(</a:t>
            </a:r>
            <a:r>
              <a:rPr lang="id-ID" sz="2400" dirty="0">
                <a:latin typeface="Tahoma" panose="020B0604030504040204" charset="0"/>
                <a:ea typeface="Verdana" panose="020B0604030504040204" pitchFamily="34" charset="0"/>
                <a:cs typeface="Tahoma" panose="020B0604030504040204" charset="0"/>
              </a:rPr>
              <a:t>John Gardner</a:t>
            </a:r>
            <a:r>
              <a:rPr lang="en-US" sz="2400" dirty="0">
                <a:latin typeface="Tahoma" panose="020B0604030504040204" charset="0"/>
                <a:ea typeface="Verdana" panose="020B0604030504040204" pitchFamily="34" charset="0"/>
                <a:cs typeface="Tahoma" panose="020B0604030504040204" charset="0"/>
              </a:rPr>
              <a:t>; </a:t>
            </a:r>
            <a:r>
              <a:rPr lang="id-ID" sz="2400" dirty="0">
                <a:latin typeface="Tahoma" panose="020B0604030504040204" charset="0"/>
                <a:ea typeface="Verdana" panose="020B0604030504040204" pitchFamily="34" charset="0"/>
                <a:cs typeface="Tahoma" panose="020B0604030504040204" charset="0"/>
              </a:rPr>
              <a:t>cendekiawan-politisi A</a:t>
            </a:r>
            <a:r>
              <a:rPr lang="en-US" sz="2400" dirty="0">
                <a:latin typeface="Tahoma" panose="020B0604030504040204" charset="0"/>
                <a:ea typeface="Verdana" panose="020B0604030504040204" pitchFamily="34" charset="0"/>
                <a:cs typeface="Tahoma" panose="020B0604030504040204" charset="0"/>
              </a:rPr>
              <a:t>.S.)</a:t>
            </a:r>
            <a:r>
              <a:rPr lang="id-ID" sz="2400" dirty="0">
                <a:latin typeface="Tahoma" panose="020B0604030504040204" charset="0"/>
                <a:ea typeface="Verdana" panose="020B0604030504040204" pitchFamily="34" charset="0"/>
                <a:cs typeface="Tahoma" panose="020B0604030504040204" charset="0"/>
              </a:rPr>
              <a:t> </a:t>
            </a:r>
          </a:p>
          <a:p>
            <a:pPr marL="360680" indent="0" eaLnBrk="1" fontAlgn="auto" hangingPunct="1">
              <a:spcAft>
                <a:spcPts val="0"/>
              </a:spcAft>
              <a:buClr>
                <a:schemeClr val="tx1">
                  <a:shade val="95000"/>
                </a:schemeClr>
              </a:buClr>
              <a:buFont typeface="Arial" panose="020B0604020202020204" pitchFamily="34" charset="0"/>
              <a:buNone/>
              <a:defRPr/>
            </a:pPr>
            <a:endParaRPr lang="en-US" sz="2400" dirty="0">
              <a:latin typeface="Tahoma" panose="020B0604030504040204" charset="0"/>
              <a:ea typeface="Verdana" panose="020B0604030504040204" pitchFamily="34" charset="0"/>
              <a:cs typeface="Tahoma" panose="020B0604030504040204" charset="0"/>
            </a:endParaRPr>
          </a:p>
          <a:p>
            <a:pPr marL="360680" indent="-360680" eaLnBrk="1" fontAlgn="auto" hangingPunct="1">
              <a:spcAft>
                <a:spcPts val="0"/>
              </a:spcAft>
              <a:buClr>
                <a:schemeClr val="tx1">
                  <a:shade val="95000"/>
                </a:schemeClr>
              </a:buClr>
              <a:buFont typeface="Wingdings" panose="05000000000000000000" pitchFamily="2" charset="2"/>
              <a:buChar char="Ø"/>
              <a:defRPr/>
            </a:pPr>
            <a:r>
              <a:rPr lang="id-ID" sz="2400" dirty="0">
                <a:latin typeface="Tahoma" panose="020B0604030504040204" charset="0"/>
                <a:ea typeface="Verdana" panose="020B0604030504040204" pitchFamily="34" charset="0"/>
                <a:cs typeface="Tahoma" panose="020B0604030504040204" charset="0"/>
              </a:rPr>
              <a:t>Sejak Pancasila digali kembali dan dilahirkan kembali menjadi Dasar dan Ideologi Negara, maka ia membangunkan dan membangkitkan identitas yang </a:t>
            </a:r>
            <a:r>
              <a:rPr lang="id-ID" sz="2400" i="1" dirty="0">
                <a:latin typeface="Tahoma" panose="020B0604030504040204" charset="0"/>
                <a:ea typeface="Verdana" panose="020B0604030504040204" pitchFamily="34" charset="0"/>
                <a:cs typeface="Tahoma" panose="020B0604030504040204" charset="0"/>
              </a:rPr>
              <a:t>dormant</a:t>
            </a:r>
            <a:r>
              <a:rPr lang="id-ID" sz="2400" dirty="0">
                <a:latin typeface="Tahoma" panose="020B0604030504040204" charset="0"/>
                <a:ea typeface="Verdana" panose="020B0604030504040204" pitchFamily="34" charset="0"/>
                <a:cs typeface="Tahoma" panose="020B0604030504040204" charset="0"/>
              </a:rPr>
              <a:t>, yang “tertidur” dan yang “terbius” selama kolonialisme” (Abdulgani, 1979: 22).</a:t>
            </a:r>
          </a:p>
          <a:p>
            <a:pPr marL="449580" indent="0" eaLnBrk="1" fontAlgn="auto" hangingPunct="1">
              <a:spcAft>
                <a:spcPts val="0"/>
              </a:spcAft>
              <a:buClr>
                <a:schemeClr val="tx1">
                  <a:shade val="95000"/>
                </a:schemeClr>
              </a:buClr>
              <a:buFont typeface="Arial" panose="020B0604020202020204" pitchFamily="34" charset="0"/>
              <a:buNone/>
              <a:defRPr/>
            </a:pPr>
            <a:endParaRPr lang="en-US" sz="2400" dirty="0">
              <a:latin typeface="Tahoma" panose="020B0604030504040204" charset="0"/>
              <a:cs typeface="Tahoma" panose="020B0604030504040204" charset="0"/>
            </a:endParaRPr>
          </a:p>
          <a:p>
            <a:pPr marL="449580" indent="0" eaLnBrk="1" fontAlgn="auto" hangingPunct="1">
              <a:spcAft>
                <a:spcPts val="0"/>
              </a:spcAft>
              <a:buClr>
                <a:schemeClr val="tx1">
                  <a:shade val="95000"/>
                </a:schemeClr>
              </a:buClr>
              <a:buFont typeface="Arial" panose="020B0604020202020204" pitchFamily="34" charset="0"/>
              <a:buNone/>
              <a:defRPr/>
            </a:pPr>
            <a:endParaRPr lang="en-US" sz="2400" dirty="0">
              <a:latin typeface="CALI" charset="0"/>
              <a:cs typeface="CALI" charset="0"/>
            </a:endParaRPr>
          </a:p>
          <a:p>
            <a:pPr marL="449580" indent="0" eaLnBrk="1" fontAlgn="auto" hangingPunct="1">
              <a:spcAft>
                <a:spcPts val="0"/>
              </a:spcAft>
              <a:buClr>
                <a:schemeClr val="tx1">
                  <a:shade val="95000"/>
                </a:schemeClr>
              </a:buClr>
              <a:buFont typeface="Arial" panose="020B0604020202020204" pitchFamily="34" charset="0"/>
              <a:buNone/>
              <a:defRPr/>
            </a:pPr>
            <a:endParaRPr lang="en-US" sz="2400" dirty="0">
              <a:latin typeface="CALI" charset="0"/>
              <a:cs typeface="CALI" charset="0"/>
            </a:endParaRPr>
          </a:p>
          <a:p>
            <a:pPr marL="449580" indent="0" eaLnBrk="1" fontAlgn="auto" hangingPunct="1">
              <a:spcAft>
                <a:spcPts val="0"/>
              </a:spcAft>
              <a:buClr>
                <a:schemeClr val="tx1">
                  <a:shade val="95000"/>
                </a:schemeClr>
              </a:buClr>
              <a:buFont typeface="Arial" panose="020B0604020202020204" pitchFamily="34" charset="0"/>
              <a:buNone/>
              <a:defRPr/>
            </a:pPr>
            <a:endParaRPr lang="en-US" sz="2400" dirty="0">
              <a:latin typeface="CALI" charset="0"/>
              <a:cs typeface="CALI" charset="0"/>
            </a:endParaRPr>
          </a:p>
          <a:p>
            <a:pPr marL="449580" indent="0" eaLnBrk="1" fontAlgn="auto" hangingPunct="1">
              <a:spcAft>
                <a:spcPts val="0"/>
              </a:spcAft>
              <a:buClr>
                <a:schemeClr val="tx1">
                  <a:shade val="95000"/>
                </a:schemeClr>
              </a:buClr>
              <a:buFont typeface="Arial" panose="020B0604020202020204" pitchFamily="34" charset="0"/>
              <a:buNone/>
              <a:defRPr/>
            </a:pPr>
            <a:endParaRPr lang="en-US" sz="2400" dirty="0">
              <a:latin typeface="CALI" charset="0"/>
              <a:cs typeface="CALI" charset="0"/>
            </a:endParaRPr>
          </a:p>
          <a:p>
            <a:pPr marL="449580" indent="-449580" eaLnBrk="1" fontAlgn="auto" hangingPunct="1">
              <a:spcAft>
                <a:spcPts val="0"/>
              </a:spcAft>
              <a:buClr>
                <a:schemeClr val="tx1">
                  <a:shade val="95000"/>
                </a:schemeClr>
              </a:buClr>
              <a:buFont typeface="Wingdings" panose="05000000000000000000" pitchFamily="2" charset="2"/>
              <a:buChar char="Ø"/>
              <a:defRPr/>
            </a:pPr>
            <a:endParaRPr lang="id-ID" sz="2400" dirty="0">
              <a:latin typeface="CALI" charset="0"/>
              <a:cs typeface="CALI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94360" y="850265"/>
            <a:ext cx="10839450" cy="5561965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b="0" i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Dalam</a:t>
            </a:r>
            <a:r>
              <a:rPr sz="2400" b="0" i="0" spc="-4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400" b="0" i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perjalanan</a:t>
            </a:r>
            <a:r>
              <a:rPr sz="2400" b="0" i="0" spc="-4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400" b="0" i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sejarah</a:t>
            </a:r>
            <a:r>
              <a:rPr sz="2400" b="0" i="0" spc="-5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400" b="0" i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bangsa</a:t>
            </a:r>
            <a:r>
              <a:rPr sz="2400" b="0" i="0" spc="-4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400" b="0" i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Indonesia,</a:t>
            </a:r>
            <a:r>
              <a:rPr sz="2400" b="0" i="0" spc="-3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400" b="0" i="0" spc="-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sesungguhnya</a:t>
            </a:r>
            <a:r>
              <a:rPr sz="2400" b="0" i="0" spc="-3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400" b="0" i="0" spc="-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nilai-</a:t>
            </a:r>
            <a:r>
              <a:rPr sz="2400" b="0" i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nilai</a:t>
            </a:r>
            <a:r>
              <a:rPr sz="2400" b="0" i="0" spc="-1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400" b="0" i="0" spc="-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Pancasila</a:t>
            </a:r>
            <a:r>
              <a:rPr sz="2400" b="0" i="0" spc="-4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400" b="0" i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sebagai</a:t>
            </a:r>
            <a:r>
              <a:rPr sz="2400" b="0" i="0" spc="-4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400" b="0" i="0" spc="-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pandangan</a:t>
            </a:r>
            <a:r>
              <a:rPr sz="2400" b="0" i="0" spc="-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400" b="0" i="0" spc="-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hidup </a:t>
            </a:r>
            <a:r>
              <a:rPr sz="2400" b="0" i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bangsa</a:t>
            </a:r>
            <a:r>
              <a:rPr sz="2400" b="0" i="0" spc="-5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400" b="0" i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sudah</a:t>
            </a:r>
            <a:r>
              <a:rPr sz="2400" b="0" i="0" spc="-4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400" b="0" i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terwujud</a:t>
            </a:r>
            <a:r>
              <a:rPr sz="2400" b="0" i="0" spc="-3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400" b="0" i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dalam</a:t>
            </a:r>
            <a:r>
              <a:rPr sz="2400" b="0" i="0" spc="-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400" b="0" i="0" spc="-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kehidupan</a:t>
            </a:r>
            <a:r>
              <a:rPr sz="2400" b="0" i="0" spc="-3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400" b="0" i="0" spc="-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bermasyarakat</a:t>
            </a:r>
            <a:r>
              <a:rPr sz="2400" b="0" i="0" spc="-8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400" b="0" i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sejak</a:t>
            </a:r>
            <a:r>
              <a:rPr sz="2400" b="0" i="0" spc="-6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400" b="0" i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sebelum</a:t>
            </a:r>
            <a:r>
              <a:rPr sz="2400" b="0" i="0" spc="-4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400" b="0" i="0" spc="-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Pancasila</a:t>
            </a:r>
            <a:r>
              <a:rPr sz="2400" b="0" i="0" spc="-5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400" b="0" i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sebagai</a:t>
            </a:r>
            <a:r>
              <a:rPr sz="2400" b="0" i="0" spc="-5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400" b="0" i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dasar</a:t>
            </a:r>
            <a:r>
              <a:rPr sz="2400" b="0" i="0" spc="-4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400" b="0" i="0" spc="-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negara dirumuskan</a:t>
            </a:r>
            <a:r>
              <a:rPr sz="2400" b="0" i="0" spc="-3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400" b="0" i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dalam</a:t>
            </a:r>
            <a:r>
              <a:rPr sz="2400" b="0" i="0" spc="-4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400" b="0" i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satu</a:t>
            </a:r>
            <a:r>
              <a:rPr sz="2400" b="0" i="0" spc="-6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400" b="0" i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sistem</a:t>
            </a:r>
            <a:r>
              <a:rPr sz="2400" b="0" i="0" spc="-4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400" b="0" i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nilai.</a:t>
            </a:r>
            <a:r>
              <a:rPr sz="2400" b="0" i="0" spc="-4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400" b="0" i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Sejak</a:t>
            </a:r>
            <a:r>
              <a:rPr sz="2400" b="0" i="0" spc="-4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400" b="0" i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zaman</a:t>
            </a:r>
            <a:r>
              <a:rPr sz="2400" b="0" i="0" spc="-5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400" b="0" i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dahulu,</a:t>
            </a:r>
            <a:r>
              <a:rPr sz="2400" b="0" i="0" spc="-4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400" b="0" i="0" spc="-2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wilayah-</a:t>
            </a:r>
            <a:r>
              <a:rPr sz="2400" b="0" i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wilayah</a:t>
            </a:r>
            <a:r>
              <a:rPr sz="2400" b="0" i="0" spc="-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400" b="0" i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</a:t>
            </a:r>
            <a:r>
              <a:rPr sz="2400" b="0" i="0" spc="-4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400" b="0" i="0" spc="-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nusantara</a:t>
            </a:r>
            <a:r>
              <a:rPr sz="2400" b="0" i="0" spc="-5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400" b="0" i="0" spc="-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ini</a:t>
            </a:r>
            <a:endParaRPr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2700" marR="2526665">
              <a:lnSpc>
                <a:spcPct val="100000"/>
              </a:lnSpc>
            </a:pPr>
            <a:r>
              <a:rPr sz="2400" b="0" i="0" spc="-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mempunyai</a:t>
            </a:r>
            <a:r>
              <a:rPr sz="2400" b="0" i="0" spc="-4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400" b="0" i="0" spc="-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beberapa</a:t>
            </a:r>
            <a:r>
              <a:rPr sz="2400" b="0" i="0" spc="-3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400" b="0" i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nilai</a:t>
            </a:r>
            <a:r>
              <a:rPr sz="2400" b="0" i="0" spc="-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400" b="0" i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yang</a:t>
            </a:r>
            <a:r>
              <a:rPr sz="2400" b="0" i="0" spc="-4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400" b="0" i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dipegang</a:t>
            </a:r>
            <a:r>
              <a:rPr sz="2400" b="0" i="0" spc="-3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400" b="0" i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teguh</a:t>
            </a:r>
            <a:r>
              <a:rPr sz="2400" b="0" i="0" spc="-1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400" b="0" i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oleh</a:t>
            </a:r>
            <a:r>
              <a:rPr sz="2400" b="0" i="0" spc="-3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400" b="0" i="0" spc="-2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masyarakatnya,</a:t>
            </a:r>
            <a:r>
              <a:rPr sz="2400" b="0" i="0" spc="-6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2400" b="0" i="0" spc="-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sebagai contoh:</a:t>
            </a:r>
            <a:br>
              <a:rPr sz="2400" b="0" i="0" spc="-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sz="2400" b="0" i="0" spc="-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sz="2400" b="1" spc="-2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+mn-ea"/>
              </a:rPr>
              <a:t>Percaya</a:t>
            </a:r>
            <a:r>
              <a:rPr sz="2400" b="1" spc="-6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+mn-ea"/>
              </a:rPr>
              <a:t> </a:t>
            </a:r>
            <a:r>
              <a:rPr sz="2400" b="1" spc="-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+mn-ea"/>
              </a:rPr>
              <a:t>kepada</a:t>
            </a:r>
            <a:r>
              <a:rPr sz="2400" b="1" spc="-5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+mn-ea"/>
              </a:rPr>
              <a:t> </a:t>
            </a:r>
            <a:r>
              <a:rPr sz="2400" b="1" spc="-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+mn-ea"/>
              </a:rPr>
              <a:t>Tuhan</a:t>
            </a:r>
            <a:r>
              <a:rPr sz="2400" b="1" spc="-5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+mn-ea"/>
              </a:rPr>
              <a:t> </a:t>
            </a:r>
            <a:r>
              <a:rPr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+mn-ea"/>
              </a:rPr>
              <a:t>dan</a:t>
            </a:r>
            <a:r>
              <a:rPr sz="2400" b="1" spc="-6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+mn-ea"/>
              </a:rPr>
              <a:t> </a:t>
            </a:r>
            <a:r>
              <a:rPr sz="2400" b="1" spc="-1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+mn-ea"/>
              </a:rPr>
              <a:t>toleran</a:t>
            </a:r>
            <a:br>
              <a:rPr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+mn-ea"/>
              </a:rPr>
              <a:t>Gotong</a:t>
            </a:r>
            <a:r>
              <a:rPr sz="2400" b="1" spc="-5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+mn-ea"/>
              </a:rPr>
              <a:t> </a:t>
            </a:r>
            <a:r>
              <a:rPr sz="2400" b="1" spc="-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+mn-ea"/>
              </a:rPr>
              <a:t>royong</a:t>
            </a:r>
            <a:br>
              <a:rPr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sz="2400" b="1" spc="-1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+mn-ea"/>
              </a:rPr>
              <a:t>Musyawarah</a:t>
            </a:r>
            <a:br>
              <a:rPr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+mn-ea"/>
              </a:rPr>
              <a:t>Solidaritas</a:t>
            </a:r>
            <a:r>
              <a:rPr sz="2400" b="1" spc="-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+mn-ea"/>
              </a:rPr>
              <a:t> </a:t>
            </a:r>
            <a:r>
              <a:rPr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+mn-ea"/>
              </a:rPr>
              <a:t>atau</a:t>
            </a:r>
            <a:r>
              <a:rPr sz="2400" b="1" spc="-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+mn-ea"/>
              </a:rPr>
              <a:t> </a:t>
            </a:r>
            <a:r>
              <a:rPr sz="2400" b="1" spc="-2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+mn-ea"/>
              </a:rPr>
              <a:t>kesetiakawanan</a:t>
            </a:r>
            <a:r>
              <a:rPr sz="2400" b="1" spc="-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+mn-ea"/>
              </a:rPr>
              <a:t> </a:t>
            </a:r>
            <a:r>
              <a:rPr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+mn-ea"/>
              </a:rPr>
              <a:t>sosial,</a:t>
            </a:r>
            <a:r>
              <a:rPr sz="2400" b="1" spc="-4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+mn-ea"/>
              </a:rPr>
              <a:t> </a:t>
            </a:r>
            <a:r>
              <a:rPr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+mn-ea"/>
              </a:rPr>
              <a:t>dan</a:t>
            </a:r>
            <a:r>
              <a:rPr sz="2400" b="1" spc="-2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+mn-ea"/>
              </a:rPr>
              <a:t> </a:t>
            </a:r>
            <a:r>
              <a:rPr sz="2400" b="1" spc="-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+mn-ea"/>
              </a:rPr>
              <a:t>sebagainya</a:t>
            </a:r>
            <a:endParaRPr sz="24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095" y="6257544"/>
            <a:ext cx="12201525" cy="606425"/>
            <a:chOff x="-6095" y="6257544"/>
            <a:chExt cx="12201525" cy="6064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6257544"/>
              <a:ext cx="3532632" cy="48158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151631" y="6550152"/>
              <a:ext cx="1000125" cy="182880"/>
            </a:xfrm>
            <a:custGeom>
              <a:avLst/>
              <a:gdLst/>
              <a:ahLst/>
              <a:cxnLst/>
              <a:rect l="l" t="t" r="r" b="b"/>
              <a:pathLst>
                <a:path w="1000125" h="182879">
                  <a:moveTo>
                    <a:pt x="999617" y="0"/>
                  </a:moveTo>
                  <a:lnTo>
                    <a:pt x="0" y="0"/>
                  </a:lnTo>
                  <a:lnTo>
                    <a:pt x="0" y="182880"/>
                  </a:lnTo>
                  <a:lnTo>
                    <a:pt x="999617" y="182880"/>
                  </a:lnTo>
                  <a:lnTo>
                    <a:pt x="999617" y="0"/>
                  </a:lnTo>
                  <a:close/>
                </a:path>
              </a:pathLst>
            </a:custGeom>
            <a:solidFill>
              <a:srgbClr val="F8AC4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5279" y="274320"/>
            <a:ext cx="588264" cy="633983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338124" y="863346"/>
            <a:ext cx="643255" cy="36068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 marR="5080" indent="48260">
              <a:lnSpc>
                <a:spcPts val="1200"/>
              </a:lnSpc>
              <a:spcBef>
                <a:spcPts val="340"/>
              </a:spcBef>
            </a:pPr>
            <a:r>
              <a:rPr sz="1200" b="1" spc="-10" dirty="0">
                <a:solidFill>
                  <a:srgbClr val="BD9000"/>
                </a:solidFill>
                <a:latin typeface="Calibri" panose="020F0502020204030204"/>
                <a:cs typeface="Calibri" panose="020F0502020204030204"/>
              </a:rPr>
              <a:t>Republik Indonesia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457688" y="6581647"/>
            <a:ext cx="1725295" cy="2711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R="373380" algn="r">
              <a:lnSpc>
                <a:spcPct val="100000"/>
              </a:lnSpc>
              <a:spcBef>
                <a:spcPts val="110"/>
              </a:spcBef>
            </a:pPr>
            <a:r>
              <a:rPr sz="1600" b="1" spc="-5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4</a:t>
            </a:r>
            <a:endParaRPr sz="16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236464" y="1231391"/>
            <a:ext cx="6217920" cy="2901950"/>
          </a:xfrm>
          <a:prstGeom prst="rect">
            <a:avLst/>
          </a:prstGeom>
          <a:solidFill>
            <a:srgbClr val="EDEBE0"/>
          </a:solidFill>
        </p:spPr>
        <p:txBody>
          <a:bodyPr vert="horz" wrap="square" lIns="0" tIns="768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605"/>
              </a:spcBef>
            </a:pPr>
            <a:endParaRPr sz="1900">
              <a:latin typeface="Times New Roman" panose="02020603050405020304"/>
              <a:cs typeface="Times New Roman" panose="02020603050405020304"/>
            </a:endParaRPr>
          </a:p>
          <a:p>
            <a:pPr marL="107950">
              <a:lnSpc>
                <a:spcPts val="2210"/>
              </a:lnSpc>
            </a:pPr>
            <a:r>
              <a:rPr sz="1900" b="1" spc="-95" dirty="0">
                <a:latin typeface="Tahoma" panose="020B0604030504040204"/>
                <a:cs typeface="Tahoma" panose="020B0604030504040204"/>
              </a:rPr>
              <a:t>Latar</a:t>
            </a:r>
            <a:r>
              <a:rPr sz="1900" b="1" spc="15" dirty="0">
                <a:latin typeface="Tahoma" panose="020B0604030504040204"/>
                <a:cs typeface="Tahoma" panose="020B0604030504040204"/>
              </a:rPr>
              <a:t> </a:t>
            </a:r>
            <a:r>
              <a:rPr sz="1900" b="1" dirty="0">
                <a:latin typeface="Tahoma" panose="020B0604030504040204"/>
                <a:cs typeface="Tahoma" panose="020B0604030504040204"/>
              </a:rPr>
              <a:t>belakang </a:t>
            </a:r>
            <a:r>
              <a:rPr sz="1900" b="1" spc="-10" dirty="0">
                <a:latin typeface="Tahoma" panose="020B0604030504040204"/>
                <a:cs typeface="Tahoma" panose="020B0604030504040204"/>
              </a:rPr>
              <a:t>Pancasila</a:t>
            </a:r>
            <a:endParaRPr sz="1900">
              <a:latin typeface="Tahoma" panose="020B0604030504040204"/>
              <a:cs typeface="Tahoma" panose="020B0604030504040204"/>
            </a:endParaRPr>
          </a:p>
          <a:p>
            <a:pPr marL="394970" marR="878205" indent="-287020">
              <a:lnSpc>
                <a:spcPts val="2110"/>
              </a:lnSpc>
              <a:spcBef>
                <a:spcPts val="40"/>
              </a:spcBef>
              <a:buFont typeface="Wingdings" panose="05000000000000000000"/>
              <a:buChar char=""/>
              <a:tabLst>
                <a:tab pos="394970" algn="l"/>
              </a:tabLst>
            </a:pPr>
            <a:r>
              <a:rPr sz="1800" dirty="0">
                <a:latin typeface="Calibri" panose="020F0502020204030204"/>
                <a:cs typeface="Calibri" panose="020F0502020204030204"/>
              </a:rPr>
              <a:t>Negara</a:t>
            </a:r>
            <a:r>
              <a:rPr sz="18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modern</a:t>
            </a:r>
            <a:r>
              <a:rPr sz="1800" spc="-7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indonesia</a:t>
            </a:r>
            <a:r>
              <a:rPr sz="18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terbentuk </a:t>
            </a:r>
            <a:r>
              <a:rPr sz="1800" dirty="0">
                <a:latin typeface="Calibri" panose="020F0502020204030204"/>
                <a:cs typeface="Calibri" panose="020F0502020204030204"/>
              </a:rPr>
              <a:t>melalalui</a:t>
            </a:r>
            <a:r>
              <a:rPr sz="18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proses </a:t>
            </a:r>
            <a:r>
              <a:rPr sz="1800" dirty="0">
                <a:latin typeface="Calibri" panose="020F0502020204030204"/>
                <a:cs typeface="Calibri" panose="020F0502020204030204"/>
              </a:rPr>
              <a:t>panjang</a:t>
            </a:r>
            <a:r>
              <a:rPr sz="1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penjajahan</a:t>
            </a:r>
            <a:r>
              <a:rPr sz="18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selama</a:t>
            </a:r>
            <a:r>
              <a:rPr sz="18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3,5</a:t>
            </a:r>
            <a:r>
              <a:rPr sz="18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20" dirty="0">
                <a:latin typeface="Calibri" panose="020F0502020204030204"/>
                <a:cs typeface="Calibri" panose="020F0502020204030204"/>
              </a:rPr>
              <a:t>abad</a:t>
            </a:r>
            <a:endParaRPr sz="1800">
              <a:latin typeface="Calibri" panose="020F0502020204030204"/>
              <a:cs typeface="Calibri" panose="020F0502020204030204"/>
            </a:endParaRPr>
          </a:p>
          <a:p>
            <a:pPr marL="394335" indent="-286385">
              <a:lnSpc>
                <a:spcPts val="2005"/>
              </a:lnSpc>
              <a:buFont typeface="Wingdings" panose="05000000000000000000"/>
              <a:buChar char=""/>
              <a:tabLst>
                <a:tab pos="394335" algn="l"/>
              </a:tabLst>
            </a:pPr>
            <a:r>
              <a:rPr sz="1800" dirty="0">
                <a:latin typeface="Calibri" panose="020F0502020204030204"/>
                <a:cs typeface="Calibri" panose="020F0502020204030204"/>
              </a:rPr>
              <a:t>Konsep</a:t>
            </a:r>
            <a:r>
              <a:rPr sz="18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dasar</a:t>
            </a:r>
            <a:r>
              <a:rPr sz="18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negara</a:t>
            </a:r>
            <a:r>
              <a:rPr sz="18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indonesia</a:t>
            </a:r>
            <a:r>
              <a:rPr sz="18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digali</a:t>
            </a:r>
            <a:r>
              <a:rPr sz="18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dari</a:t>
            </a:r>
            <a:r>
              <a:rPr sz="1800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bangsa</a:t>
            </a:r>
            <a:r>
              <a:rPr sz="18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indonesia</a:t>
            </a:r>
            <a:endParaRPr sz="1800">
              <a:latin typeface="Calibri" panose="020F0502020204030204"/>
              <a:cs typeface="Calibri" panose="020F0502020204030204"/>
            </a:endParaRPr>
          </a:p>
          <a:p>
            <a:pPr marR="293370" algn="r">
              <a:lnSpc>
                <a:spcPts val="2100"/>
              </a:lnSpc>
            </a:pPr>
            <a:r>
              <a:rPr sz="1800" dirty="0">
                <a:latin typeface="Calibri" panose="020F0502020204030204"/>
                <a:cs typeface="Calibri" panose="020F0502020204030204"/>
              </a:rPr>
              <a:t>(kausa</a:t>
            </a:r>
            <a:r>
              <a:rPr sz="1800" spc="-9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materialis)</a:t>
            </a:r>
            <a:r>
              <a:rPr sz="18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dengan</a:t>
            </a:r>
            <a:r>
              <a:rPr sz="18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mensistensiskan</a:t>
            </a:r>
            <a:r>
              <a:rPr sz="1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nilai</a:t>
            </a:r>
            <a:r>
              <a:rPr sz="1800" spc="-7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budaya</a:t>
            </a:r>
            <a:r>
              <a:rPr sz="1800" spc="-7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20" dirty="0">
                <a:latin typeface="Calibri" panose="020F0502020204030204"/>
                <a:cs typeface="Calibri" panose="020F0502020204030204"/>
              </a:rPr>
              <a:t>luar</a:t>
            </a:r>
            <a:endParaRPr sz="1800">
              <a:latin typeface="Calibri" panose="020F0502020204030204"/>
              <a:cs typeface="Calibri" panose="020F0502020204030204"/>
            </a:endParaRPr>
          </a:p>
          <a:p>
            <a:pPr marL="286385" marR="281940" indent="-286385" algn="r">
              <a:lnSpc>
                <a:spcPts val="2100"/>
              </a:lnSpc>
              <a:buFont typeface="Wingdings" panose="05000000000000000000"/>
              <a:buChar char=""/>
              <a:tabLst>
                <a:tab pos="286385" algn="l"/>
              </a:tabLst>
            </a:pPr>
            <a:r>
              <a:rPr sz="1800" dirty="0">
                <a:latin typeface="Calibri" panose="020F0502020204030204"/>
                <a:cs typeface="Calibri" panose="020F0502020204030204"/>
              </a:rPr>
              <a:t>Di</a:t>
            </a:r>
            <a:r>
              <a:rPr sz="18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angkat</a:t>
            </a:r>
            <a:r>
              <a:rPr sz="18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,dirumuskan,</a:t>
            </a:r>
            <a:r>
              <a:rPr sz="18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dan</a:t>
            </a:r>
            <a:r>
              <a:rPr sz="18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disahkan</a:t>
            </a:r>
            <a:r>
              <a:rPr sz="18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melalui</a:t>
            </a:r>
            <a:r>
              <a:rPr sz="18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sidang</a:t>
            </a:r>
            <a:r>
              <a:rPr sz="18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BPUPKI</a:t>
            </a:r>
            <a:endParaRPr sz="1800">
              <a:latin typeface="Calibri" panose="020F0502020204030204"/>
              <a:cs typeface="Calibri" panose="020F0502020204030204"/>
            </a:endParaRPr>
          </a:p>
          <a:p>
            <a:pPr marL="394970">
              <a:lnSpc>
                <a:spcPts val="2140"/>
              </a:lnSpc>
            </a:pPr>
            <a:r>
              <a:rPr sz="1800" dirty="0">
                <a:latin typeface="Calibri" panose="020F0502020204030204"/>
                <a:cs typeface="Calibri" panose="020F0502020204030204"/>
              </a:rPr>
              <a:t>sebagai</a:t>
            </a:r>
            <a:r>
              <a:rPr sz="18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suatu</a:t>
            </a:r>
            <a:r>
              <a:rPr sz="1800" spc="-8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dasar</a:t>
            </a:r>
            <a:r>
              <a:rPr sz="1800" spc="-7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filsafat</a:t>
            </a:r>
            <a:r>
              <a:rPr sz="1800" spc="-10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negara</a:t>
            </a:r>
            <a:r>
              <a:rPr sz="18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republik</a:t>
            </a:r>
            <a:r>
              <a:rPr sz="18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indonesia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27887" y="1307591"/>
            <a:ext cx="4431792" cy="226466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21791" y="3764279"/>
            <a:ext cx="4437888" cy="2657856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967216" y="4401311"/>
            <a:ext cx="3032760" cy="2020824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239511" y="4401311"/>
            <a:ext cx="3590543" cy="202082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16768" y="240791"/>
            <a:ext cx="1139952" cy="1002791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0" y="6257544"/>
            <a:ext cx="4151629" cy="481965"/>
            <a:chOff x="0" y="6257544"/>
            <a:chExt cx="4151629" cy="481965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6257544"/>
              <a:ext cx="3532632" cy="48158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151632" y="6550152"/>
              <a:ext cx="1000125" cy="182880"/>
            </a:xfrm>
            <a:custGeom>
              <a:avLst/>
              <a:gdLst/>
              <a:ahLst/>
              <a:cxnLst/>
              <a:rect l="l" t="t" r="r" b="b"/>
              <a:pathLst>
                <a:path w="1000125" h="182879">
                  <a:moveTo>
                    <a:pt x="999617" y="0"/>
                  </a:moveTo>
                  <a:lnTo>
                    <a:pt x="0" y="0"/>
                  </a:lnTo>
                  <a:lnTo>
                    <a:pt x="0" y="182880"/>
                  </a:lnTo>
                  <a:lnTo>
                    <a:pt x="999617" y="182880"/>
                  </a:lnTo>
                  <a:lnTo>
                    <a:pt x="999617" y="0"/>
                  </a:lnTo>
                  <a:close/>
                </a:path>
              </a:pathLst>
            </a:custGeom>
            <a:solidFill>
              <a:srgbClr val="F8AC4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35279" y="274320"/>
            <a:ext cx="588264" cy="633983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305511" y="810209"/>
            <a:ext cx="643255" cy="361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2545">
              <a:lnSpc>
                <a:spcPts val="132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BD9000"/>
                </a:solidFill>
                <a:latin typeface="Calibri" panose="020F0502020204030204"/>
                <a:cs typeface="Calibri" panose="020F0502020204030204"/>
              </a:rPr>
              <a:t>Republik</a:t>
            </a:r>
            <a:endParaRPr sz="12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ts val="1320"/>
              </a:lnSpc>
            </a:pPr>
            <a:r>
              <a:rPr sz="1200" b="1" spc="-10" dirty="0">
                <a:solidFill>
                  <a:srgbClr val="BD9000"/>
                </a:solidFill>
                <a:latin typeface="Calibri" panose="020F0502020204030204"/>
                <a:cs typeface="Calibri" panose="020F0502020204030204"/>
              </a:rPr>
              <a:t>Indonesia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451338" y="6581647"/>
            <a:ext cx="1731645" cy="2711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R="373380" algn="r">
              <a:lnSpc>
                <a:spcPct val="100000"/>
              </a:lnSpc>
              <a:spcBef>
                <a:spcPts val="110"/>
              </a:spcBef>
            </a:pPr>
            <a:r>
              <a:rPr sz="1600" b="1" spc="-5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5</a:t>
            </a:r>
            <a:endParaRPr sz="16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953767" y="2727960"/>
            <a:ext cx="9577070" cy="1076325"/>
          </a:xfrm>
          <a:prstGeom prst="rect">
            <a:avLst/>
          </a:prstGeom>
          <a:solidFill>
            <a:srgbClr val="1F487C"/>
          </a:solidFill>
        </p:spPr>
        <p:txBody>
          <a:bodyPr vert="horz" wrap="square" lIns="0" tIns="286385" rIns="0" bIns="0" rtlCol="0">
            <a:spAutoFit/>
          </a:bodyPr>
          <a:lstStyle/>
          <a:p>
            <a:pPr marL="428625">
              <a:lnSpc>
                <a:spcPct val="100000"/>
              </a:lnSpc>
              <a:spcBef>
                <a:spcPts val="2255"/>
              </a:spcBef>
            </a:pPr>
            <a:r>
              <a:rPr sz="2400" b="1" spc="-26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NILAI</a:t>
            </a:r>
            <a:r>
              <a:rPr sz="2400" b="1" spc="-7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400" b="1" spc="-9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PANCASILA</a:t>
            </a:r>
            <a:r>
              <a:rPr sz="2400" b="1" spc="-10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400" b="1" spc="-2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DALAM</a:t>
            </a:r>
            <a:r>
              <a:rPr sz="2400" b="1" spc="-9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400" b="1" spc="-14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SEJARAH</a:t>
            </a:r>
            <a:r>
              <a:rPr sz="2400" b="1" spc="-10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400" b="1" spc="-2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BANGSA</a:t>
            </a:r>
            <a:r>
              <a:rPr sz="2400" b="1" spc="-10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400" b="1" spc="-4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INDONESIA</a:t>
            </a:r>
            <a:endParaRPr sz="24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0235183" y="57911"/>
            <a:ext cx="1816735" cy="1701164"/>
          </a:xfrm>
          <a:custGeom>
            <a:avLst/>
            <a:gdLst/>
            <a:ahLst/>
            <a:cxnLst/>
            <a:rect l="l" t="t" r="r" b="b"/>
            <a:pathLst>
              <a:path w="1816734" h="1701164">
                <a:moveTo>
                  <a:pt x="1816607" y="0"/>
                </a:moveTo>
                <a:lnTo>
                  <a:pt x="0" y="0"/>
                </a:lnTo>
                <a:lnTo>
                  <a:pt x="0" y="1700783"/>
                </a:lnTo>
                <a:lnTo>
                  <a:pt x="1816607" y="1700783"/>
                </a:lnTo>
                <a:lnTo>
                  <a:pt x="181660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095" y="6257544"/>
            <a:ext cx="12201525" cy="606425"/>
            <a:chOff x="-6095" y="6257544"/>
            <a:chExt cx="12201525" cy="6064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6257544"/>
              <a:ext cx="3532632" cy="48158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151631" y="6550152"/>
              <a:ext cx="1000125" cy="182880"/>
            </a:xfrm>
            <a:custGeom>
              <a:avLst/>
              <a:gdLst/>
              <a:ahLst/>
              <a:cxnLst/>
              <a:rect l="l" t="t" r="r" b="b"/>
              <a:pathLst>
                <a:path w="1000125" h="182879">
                  <a:moveTo>
                    <a:pt x="999617" y="0"/>
                  </a:moveTo>
                  <a:lnTo>
                    <a:pt x="0" y="0"/>
                  </a:lnTo>
                  <a:lnTo>
                    <a:pt x="0" y="182880"/>
                  </a:lnTo>
                  <a:lnTo>
                    <a:pt x="999617" y="182880"/>
                  </a:lnTo>
                  <a:lnTo>
                    <a:pt x="999617" y="0"/>
                  </a:lnTo>
                  <a:close/>
                </a:path>
              </a:pathLst>
            </a:custGeom>
            <a:solidFill>
              <a:srgbClr val="F8AC4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5279" y="274320"/>
            <a:ext cx="588264" cy="633983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338124" y="863346"/>
            <a:ext cx="643255" cy="36068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 marR="5080" indent="48260">
              <a:lnSpc>
                <a:spcPts val="1200"/>
              </a:lnSpc>
              <a:spcBef>
                <a:spcPts val="340"/>
              </a:spcBef>
            </a:pPr>
            <a:r>
              <a:rPr sz="1200" b="1" spc="-10" dirty="0">
                <a:solidFill>
                  <a:srgbClr val="BD9000"/>
                </a:solidFill>
                <a:latin typeface="Calibri" panose="020F0502020204030204"/>
                <a:cs typeface="Calibri" panose="020F0502020204030204"/>
              </a:rPr>
              <a:t>Republik Indonesia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457688" y="6581647"/>
            <a:ext cx="1725295" cy="2711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R="373380" algn="r">
              <a:lnSpc>
                <a:spcPct val="100000"/>
              </a:lnSpc>
              <a:spcBef>
                <a:spcPts val="110"/>
              </a:spcBef>
            </a:pPr>
            <a:r>
              <a:rPr sz="1600" b="1" spc="-5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6</a:t>
            </a:r>
            <a:endParaRPr sz="1600"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4968" y="1399032"/>
            <a:ext cx="3282696" cy="496824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602735" y="4075176"/>
            <a:ext cx="2999232" cy="2276856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3584447" y="1569719"/>
            <a:ext cx="3035935" cy="2346960"/>
            <a:chOff x="3584447" y="1569719"/>
            <a:chExt cx="3035935" cy="2346960"/>
          </a:xfrm>
        </p:grpSpPr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721607" y="1776983"/>
              <a:ext cx="2798064" cy="2097024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3596639" y="1581911"/>
              <a:ext cx="3011805" cy="2322830"/>
            </a:xfrm>
            <a:custGeom>
              <a:avLst/>
              <a:gdLst/>
              <a:ahLst/>
              <a:cxnLst/>
              <a:rect l="l" t="t" r="r" b="b"/>
              <a:pathLst>
                <a:path w="3011804" h="2322829">
                  <a:moveTo>
                    <a:pt x="0" y="2322576"/>
                  </a:moveTo>
                  <a:lnTo>
                    <a:pt x="3011423" y="2322576"/>
                  </a:lnTo>
                  <a:lnTo>
                    <a:pt x="3011423" y="0"/>
                  </a:lnTo>
                  <a:lnTo>
                    <a:pt x="0" y="0"/>
                  </a:lnTo>
                  <a:lnTo>
                    <a:pt x="0" y="2322576"/>
                  </a:lnTo>
                  <a:close/>
                </a:path>
              </a:pathLst>
            </a:custGeom>
            <a:ln w="24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5018278" y="310134"/>
            <a:ext cx="2130425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00" dirty="0">
                <a:latin typeface="Calibri" panose="020F0502020204030204"/>
                <a:cs typeface="Calibri" panose="020F0502020204030204"/>
              </a:rPr>
              <a:t>ZAMAN</a:t>
            </a:r>
            <a:r>
              <a:rPr sz="2800" spc="-9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40" dirty="0">
                <a:latin typeface="Calibri" panose="020F0502020204030204"/>
                <a:cs typeface="Calibri" panose="020F0502020204030204"/>
              </a:rPr>
              <a:t>KUTAI</a:t>
            </a:r>
            <a:endParaRPr sz="2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977888" y="1543253"/>
            <a:ext cx="4335145" cy="42678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25" dirty="0">
                <a:solidFill>
                  <a:srgbClr val="221F1F"/>
                </a:solidFill>
                <a:latin typeface="Calibri" panose="020F0502020204030204"/>
                <a:cs typeface="Calibri" panose="020F0502020204030204"/>
              </a:rPr>
              <a:t>Nilai</a:t>
            </a:r>
            <a:r>
              <a:rPr sz="2000" b="1" spc="-80" dirty="0">
                <a:solidFill>
                  <a:srgbClr val="221F1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b="1" spc="-35" dirty="0">
                <a:solidFill>
                  <a:srgbClr val="221F1F"/>
                </a:solidFill>
                <a:latin typeface="Calibri" panose="020F0502020204030204"/>
                <a:cs typeface="Calibri" panose="020F0502020204030204"/>
              </a:rPr>
              <a:t>Ketuhanan</a:t>
            </a:r>
            <a:r>
              <a:rPr sz="2000" b="1" spc="-20" dirty="0">
                <a:solidFill>
                  <a:srgbClr val="221F1F"/>
                </a:solidFill>
                <a:latin typeface="Calibri" panose="020F0502020204030204"/>
                <a:cs typeface="Calibri" panose="020F0502020204030204"/>
              </a:rPr>
              <a:t> dan</a:t>
            </a:r>
            <a:r>
              <a:rPr sz="2000" b="1" spc="-75" dirty="0">
                <a:solidFill>
                  <a:srgbClr val="221F1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b="1" spc="-25" dirty="0">
                <a:solidFill>
                  <a:srgbClr val="221F1F"/>
                </a:solidFill>
                <a:latin typeface="Calibri" panose="020F0502020204030204"/>
                <a:cs typeface="Calibri" panose="020F0502020204030204"/>
              </a:rPr>
              <a:t>sosial</a:t>
            </a:r>
            <a:r>
              <a:rPr sz="2000" b="1" spc="-45" dirty="0">
                <a:solidFill>
                  <a:srgbClr val="221F1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b="1" spc="-30" dirty="0">
                <a:solidFill>
                  <a:srgbClr val="221F1F"/>
                </a:solidFill>
                <a:latin typeface="Calibri" panose="020F0502020204030204"/>
                <a:cs typeface="Calibri" panose="020F0502020204030204"/>
              </a:rPr>
              <a:t>politik</a:t>
            </a:r>
            <a:r>
              <a:rPr sz="2000" b="1" spc="-80" dirty="0">
                <a:solidFill>
                  <a:srgbClr val="221F1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b="1" spc="-20" dirty="0">
                <a:solidFill>
                  <a:srgbClr val="221F1F"/>
                </a:solidFill>
                <a:latin typeface="Calibri" panose="020F0502020204030204"/>
                <a:cs typeface="Calibri" panose="020F0502020204030204"/>
              </a:rPr>
              <a:t>pada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</a:pPr>
            <a:r>
              <a:rPr sz="2000" b="1" spc="-20" dirty="0">
                <a:solidFill>
                  <a:srgbClr val="221F1F"/>
                </a:solidFill>
                <a:latin typeface="Calibri" panose="020F0502020204030204"/>
                <a:cs typeface="Calibri" panose="020F0502020204030204"/>
              </a:rPr>
              <a:t>masa</a:t>
            </a:r>
            <a:r>
              <a:rPr sz="2000" b="1" spc="-70" dirty="0">
                <a:solidFill>
                  <a:srgbClr val="221F1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b="1" spc="-40" dirty="0">
                <a:solidFill>
                  <a:srgbClr val="221F1F"/>
                </a:solidFill>
                <a:latin typeface="Calibri" panose="020F0502020204030204"/>
                <a:cs typeface="Calibri" panose="020F0502020204030204"/>
              </a:rPr>
              <a:t>kerajaan</a:t>
            </a:r>
            <a:r>
              <a:rPr sz="2000" b="1" spc="-70" dirty="0">
                <a:solidFill>
                  <a:srgbClr val="221F1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b="1" spc="-20" dirty="0">
                <a:solidFill>
                  <a:srgbClr val="221F1F"/>
                </a:solidFill>
                <a:latin typeface="Calibri" panose="020F0502020204030204"/>
                <a:cs typeface="Calibri" panose="020F0502020204030204"/>
              </a:rPr>
              <a:t>Kutai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335280" marR="5080" indent="-323215">
              <a:lnSpc>
                <a:spcPct val="100000"/>
              </a:lnSpc>
              <a:spcBef>
                <a:spcPts val="225"/>
              </a:spcBef>
              <a:buFont typeface="Arial MT"/>
              <a:buChar char="•"/>
              <a:tabLst>
                <a:tab pos="335280" algn="l"/>
              </a:tabLst>
            </a:pPr>
            <a:r>
              <a:rPr sz="1800" spc="-75" dirty="0">
                <a:solidFill>
                  <a:srgbClr val="221F1F"/>
                </a:solidFill>
                <a:latin typeface="Calibri" panose="020F0502020204030204"/>
                <a:cs typeface="Calibri" panose="020F0502020204030204"/>
              </a:rPr>
              <a:t>Indonesia</a:t>
            </a:r>
            <a:r>
              <a:rPr sz="1800" spc="204" dirty="0">
                <a:solidFill>
                  <a:srgbClr val="221F1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spc="-95" dirty="0">
                <a:solidFill>
                  <a:srgbClr val="221F1F"/>
                </a:solidFill>
                <a:latin typeface="Calibri" panose="020F0502020204030204"/>
                <a:cs typeface="Calibri" panose="020F0502020204030204"/>
              </a:rPr>
              <a:t>memasuki</a:t>
            </a:r>
            <a:r>
              <a:rPr sz="1800" spc="-55" dirty="0">
                <a:solidFill>
                  <a:srgbClr val="221F1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spc="-95" dirty="0">
                <a:solidFill>
                  <a:srgbClr val="221F1F"/>
                </a:solidFill>
                <a:latin typeface="Calibri" panose="020F0502020204030204"/>
                <a:cs typeface="Calibri" panose="020F0502020204030204"/>
              </a:rPr>
              <a:t>zaman</a:t>
            </a:r>
            <a:r>
              <a:rPr sz="1800" spc="-155" dirty="0">
                <a:solidFill>
                  <a:srgbClr val="221F1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spc="-100" dirty="0">
                <a:solidFill>
                  <a:srgbClr val="221F1F"/>
                </a:solidFill>
                <a:latin typeface="Calibri" panose="020F0502020204030204"/>
                <a:cs typeface="Calibri" panose="020F0502020204030204"/>
              </a:rPr>
              <a:t>sejarah</a:t>
            </a:r>
            <a:r>
              <a:rPr sz="1800" spc="-60" dirty="0">
                <a:solidFill>
                  <a:srgbClr val="221F1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spc="-95" dirty="0">
                <a:solidFill>
                  <a:srgbClr val="221F1F"/>
                </a:solidFill>
                <a:latin typeface="Calibri" panose="020F0502020204030204"/>
                <a:cs typeface="Calibri" panose="020F0502020204030204"/>
              </a:rPr>
              <a:t>pada</a:t>
            </a:r>
            <a:r>
              <a:rPr sz="1800" spc="-120" dirty="0">
                <a:solidFill>
                  <a:srgbClr val="221F1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spc="-60" dirty="0">
                <a:solidFill>
                  <a:srgbClr val="221F1F"/>
                </a:solidFill>
                <a:latin typeface="Calibri" panose="020F0502020204030204"/>
                <a:cs typeface="Calibri" panose="020F0502020204030204"/>
              </a:rPr>
              <a:t>tahun </a:t>
            </a:r>
            <a:r>
              <a:rPr sz="1800" spc="-75" dirty="0">
                <a:solidFill>
                  <a:srgbClr val="221F1F"/>
                </a:solidFill>
                <a:latin typeface="Calibri" panose="020F0502020204030204"/>
                <a:cs typeface="Calibri" panose="020F0502020204030204"/>
              </a:rPr>
              <a:t>400</a:t>
            </a:r>
            <a:r>
              <a:rPr sz="1800" spc="-145" dirty="0">
                <a:solidFill>
                  <a:srgbClr val="221F1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solidFill>
                  <a:srgbClr val="221F1F"/>
                </a:solidFill>
                <a:latin typeface="Calibri" panose="020F0502020204030204"/>
                <a:cs typeface="Calibri" panose="020F0502020204030204"/>
              </a:rPr>
              <a:t>M</a:t>
            </a:r>
            <a:r>
              <a:rPr sz="1800" spc="-175" dirty="0">
                <a:solidFill>
                  <a:srgbClr val="221F1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solidFill>
                  <a:srgbClr val="221F1F"/>
                </a:solidFill>
                <a:latin typeface="Calibri" panose="020F0502020204030204"/>
                <a:cs typeface="Calibri" panose="020F0502020204030204"/>
              </a:rPr>
              <a:t>,</a:t>
            </a:r>
            <a:r>
              <a:rPr sz="1800" spc="-160" dirty="0">
                <a:solidFill>
                  <a:srgbClr val="221F1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spc="-105" dirty="0">
                <a:solidFill>
                  <a:srgbClr val="221F1F"/>
                </a:solidFill>
                <a:latin typeface="Calibri" panose="020F0502020204030204"/>
                <a:cs typeface="Calibri" panose="020F0502020204030204"/>
              </a:rPr>
              <a:t>Dengan</a:t>
            </a:r>
            <a:r>
              <a:rPr sz="1800" spc="-80" dirty="0">
                <a:solidFill>
                  <a:srgbClr val="221F1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spc="-90" dirty="0">
                <a:solidFill>
                  <a:srgbClr val="221F1F"/>
                </a:solidFill>
                <a:latin typeface="Calibri" panose="020F0502020204030204"/>
                <a:cs typeface="Calibri" panose="020F0502020204030204"/>
              </a:rPr>
              <a:t>ditemukannya</a:t>
            </a:r>
            <a:r>
              <a:rPr sz="1800" spc="220" dirty="0">
                <a:solidFill>
                  <a:srgbClr val="221F1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spc="-105" dirty="0">
                <a:solidFill>
                  <a:srgbClr val="221F1F"/>
                </a:solidFill>
                <a:latin typeface="Calibri" panose="020F0502020204030204"/>
                <a:cs typeface="Calibri" panose="020F0502020204030204"/>
              </a:rPr>
              <a:t>prasasti</a:t>
            </a:r>
            <a:r>
              <a:rPr sz="1800" spc="-70" dirty="0">
                <a:solidFill>
                  <a:srgbClr val="221F1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solidFill>
                  <a:srgbClr val="221F1F"/>
                </a:solidFill>
                <a:latin typeface="Calibri" panose="020F0502020204030204"/>
                <a:cs typeface="Calibri" panose="020F0502020204030204"/>
              </a:rPr>
              <a:t>7</a:t>
            </a:r>
            <a:r>
              <a:rPr sz="1800" spc="-170" dirty="0">
                <a:solidFill>
                  <a:srgbClr val="221F1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spc="-20" dirty="0">
                <a:solidFill>
                  <a:srgbClr val="221F1F"/>
                </a:solidFill>
                <a:latin typeface="Calibri" panose="020F0502020204030204"/>
                <a:cs typeface="Calibri" panose="020F0502020204030204"/>
              </a:rPr>
              <a:t>yupa </a:t>
            </a:r>
            <a:r>
              <a:rPr sz="1800" spc="-95" dirty="0">
                <a:solidFill>
                  <a:srgbClr val="221F1F"/>
                </a:solidFill>
                <a:latin typeface="Calibri" panose="020F0502020204030204"/>
                <a:cs typeface="Calibri" panose="020F0502020204030204"/>
              </a:rPr>
              <a:t>(tiang</a:t>
            </a:r>
            <a:r>
              <a:rPr sz="1800" spc="-70" dirty="0">
                <a:solidFill>
                  <a:srgbClr val="221F1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solidFill>
                  <a:srgbClr val="221F1F"/>
                </a:solidFill>
                <a:latin typeface="Calibri" panose="020F0502020204030204"/>
                <a:cs typeface="Calibri" panose="020F0502020204030204"/>
              </a:rPr>
              <a:t>batu).</a:t>
            </a:r>
            <a:endParaRPr sz="1800">
              <a:latin typeface="Calibri" panose="020F0502020204030204"/>
              <a:cs typeface="Calibri" panose="020F0502020204030204"/>
            </a:endParaRPr>
          </a:p>
          <a:p>
            <a:pPr marL="335280" marR="146050" indent="-32321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35280" algn="l"/>
              </a:tabLst>
            </a:pPr>
            <a:r>
              <a:rPr sz="1800" spc="-60" dirty="0">
                <a:solidFill>
                  <a:srgbClr val="221F1F"/>
                </a:solidFill>
                <a:latin typeface="Calibri" panose="020F0502020204030204"/>
                <a:cs typeface="Calibri" panose="020F0502020204030204"/>
              </a:rPr>
              <a:t>Raja </a:t>
            </a:r>
            <a:r>
              <a:rPr sz="1800" spc="-80" dirty="0">
                <a:solidFill>
                  <a:srgbClr val="221F1F"/>
                </a:solidFill>
                <a:latin typeface="Calibri" panose="020F0502020204030204"/>
                <a:cs typeface="Calibri" panose="020F0502020204030204"/>
              </a:rPr>
              <a:t>Mulawarman</a:t>
            </a:r>
            <a:r>
              <a:rPr sz="1800" spc="40" dirty="0">
                <a:solidFill>
                  <a:srgbClr val="221F1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spc="-80" dirty="0">
                <a:solidFill>
                  <a:srgbClr val="221F1F"/>
                </a:solidFill>
                <a:latin typeface="Calibri" panose="020F0502020204030204"/>
                <a:cs typeface="Calibri" panose="020F0502020204030204"/>
              </a:rPr>
              <a:t>menurut</a:t>
            </a:r>
            <a:r>
              <a:rPr sz="1800" spc="10" dirty="0">
                <a:solidFill>
                  <a:srgbClr val="221F1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spc="-80" dirty="0">
                <a:solidFill>
                  <a:srgbClr val="221F1F"/>
                </a:solidFill>
                <a:latin typeface="Calibri" panose="020F0502020204030204"/>
                <a:cs typeface="Calibri" panose="020F0502020204030204"/>
              </a:rPr>
              <a:t>prasasti</a:t>
            </a:r>
            <a:r>
              <a:rPr sz="1800" spc="40" dirty="0">
                <a:solidFill>
                  <a:srgbClr val="221F1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spc="-65" dirty="0">
                <a:solidFill>
                  <a:srgbClr val="221F1F"/>
                </a:solidFill>
                <a:latin typeface="Calibri" panose="020F0502020204030204"/>
                <a:cs typeface="Calibri" panose="020F0502020204030204"/>
              </a:rPr>
              <a:t>tersebut </a:t>
            </a:r>
            <a:r>
              <a:rPr sz="1800" spc="-80" dirty="0">
                <a:solidFill>
                  <a:srgbClr val="221F1F"/>
                </a:solidFill>
                <a:latin typeface="Calibri" panose="020F0502020204030204"/>
                <a:cs typeface="Calibri" panose="020F0502020204030204"/>
              </a:rPr>
              <a:t>mengadakan</a:t>
            </a:r>
            <a:r>
              <a:rPr sz="1800" spc="25" dirty="0">
                <a:solidFill>
                  <a:srgbClr val="221F1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spc="-85" dirty="0">
                <a:solidFill>
                  <a:srgbClr val="221F1F"/>
                </a:solidFill>
                <a:latin typeface="Calibri" panose="020F0502020204030204"/>
                <a:cs typeface="Calibri" panose="020F0502020204030204"/>
              </a:rPr>
              <a:t>kenduri</a:t>
            </a:r>
            <a:r>
              <a:rPr sz="1800" spc="5" dirty="0">
                <a:solidFill>
                  <a:srgbClr val="221F1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spc="-70" dirty="0">
                <a:solidFill>
                  <a:srgbClr val="221F1F"/>
                </a:solidFill>
                <a:latin typeface="Calibri" panose="020F0502020204030204"/>
                <a:cs typeface="Calibri" panose="020F0502020204030204"/>
              </a:rPr>
              <a:t>dan</a:t>
            </a:r>
            <a:r>
              <a:rPr sz="1800" spc="-30" dirty="0">
                <a:solidFill>
                  <a:srgbClr val="221F1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spc="-80" dirty="0">
                <a:solidFill>
                  <a:srgbClr val="221F1F"/>
                </a:solidFill>
                <a:latin typeface="Calibri" panose="020F0502020204030204"/>
                <a:cs typeface="Calibri" panose="020F0502020204030204"/>
              </a:rPr>
              <a:t>memberi</a:t>
            </a:r>
            <a:r>
              <a:rPr sz="1800" dirty="0">
                <a:solidFill>
                  <a:srgbClr val="221F1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solidFill>
                  <a:srgbClr val="221F1F"/>
                </a:solidFill>
                <a:latin typeface="Calibri" panose="020F0502020204030204"/>
                <a:cs typeface="Calibri" panose="020F0502020204030204"/>
              </a:rPr>
              <a:t>sedekah </a:t>
            </a:r>
            <a:r>
              <a:rPr sz="1800" spc="-85" dirty="0">
                <a:solidFill>
                  <a:srgbClr val="221F1F"/>
                </a:solidFill>
                <a:latin typeface="Calibri" panose="020F0502020204030204"/>
                <a:cs typeface="Calibri" panose="020F0502020204030204"/>
              </a:rPr>
              <a:t>kepada</a:t>
            </a:r>
            <a:r>
              <a:rPr sz="1800" spc="-5" dirty="0">
                <a:solidFill>
                  <a:srgbClr val="221F1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spc="-75" dirty="0">
                <a:solidFill>
                  <a:srgbClr val="221F1F"/>
                </a:solidFill>
                <a:latin typeface="Calibri" panose="020F0502020204030204"/>
                <a:cs typeface="Calibri" panose="020F0502020204030204"/>
              </a:rPr>
              <a:t>para</a:t>
            </a:r>
            <a:r>
              <a:rPr sz="1800" spc="-55" dirty="0">
                <a:solidFill>
                  <a:srgbClr val="221F1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solidFill>
                  <a:srgbClr val="221F1F"/>
                </a:solidFill>
                <a:latin typeface="Calibri" panose="020F0502020204030204"/>
                <a:cs typeface="Calibri" panose="020F0502020204030204"/>
              </a:rPr>
              <a:t>Brahmana,</a:t>
            </a:r>
            <a:endParaRPr sz="1800">
              <a:latin typeface="Calibri" panose="020F0502020204030204"/>
              <a:cs typeface="Calibri" panose="020F0502020204030204"/>
            </a:endParaRPr>
          </a:p>
          <a:p>
            <a:pPr marL="335280" marR="90805" indent="-32321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35280" algn="l"/>
              </a:tabLst>
            </a:pPr>
            <a:r>
              <a:rPr sz="1800" spc="-85" dirty="0">
                <a:solidFill>
                  <a:srgbClr val="221F1F"/>
                </a:solidFill>
                <a:latin typeface="Calibri" panose="020F0502020204030204"/>
                <a:cs typeface="Calibri" panose="020F0502020204030204"/>
              </a:rPr>
              <a:t>para</a:t>
            </a:r>
            <a:r>
              <a:rPr sz="1800" spc="-15" dirty="0">
                <a:solidFill>
                  <a:srgbClr val="221F1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spc="-85" dirty="0">
                <a:solidFill>
                  <a:srgbClr val="221F1F"/>
                </a:solidFill>
                <a:latin typeface="Calibri" panose="020F0502020204030204"/>
                <a:cs typeface="Calibri" panose="020F0502020204030204"/>
              </a:rPr>
              <a:t>Brahmana</a:t>
            </a:r>
            <a:r>
              <a:rPr sz="1800" spc="10" dirty="0">
                <a:solidFill>
                  <a:srgbClr val="221F1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spc="-75" dirty="0">
                <a:solidFill>
                  <a:srgbClr val="221F1F"/>
                </a:solidFill>
                <a:latin typeface="Calibri" panose="020F0502020204030204"/>
                <a:cs typeface="Calibri" panose="020F0502020204030204"/>
              </a:rPr>
              <a:t>membangun</a:t>
            </a:r>
            <a:r>
              <a:rPr sz="1800" spc="30" dirty="0">
                <a:solidFill>
                  <a:srgbClr val="221F1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spc="-75" dirty="0">
                <a:solidFill>
                  <a:srgbClr val="221F1F"/>
                </a:solidFill>
                <a:latin typeface="Calibri" panose="020F0502020204030204"/>
                <a:cs typeface="Calibri" panose="020F0502020204030204"/>
              </a:rPr>
              <a:t>yupa</a:t>
            </a:r>
            <a:r>
              <a:rPr sz="1800" spc="-40" dirty="0">
                <a:solidFill>
                  <a:srgbClr val="221F1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spc="-60" dirty="0">
                <a:solidFill>
                  <a:srgbClr val="221F1F"/>
                </a:solidFill>
                <a:latin typeface="Calibri" panose="020F0502020204030204"/>
                <a:cs typeface="Calibri" panose="020F0502020204030204"/>
              </a:rPr>
              <a:t>itu</a:t>
            </a:r>
            <a:r>
              <a:rPr sz="1800" spc="-55" dirty="0">
                <a:solidFill>
                  <a:srgbClr val="221F1F"/>
                </a:solidFill>
                <a:latin typeface="Calibri" panose="020F0502020204030204"/>
                <a:cs typeface="Calibri" panose="020F0502020204030204"/>
              </a:rPr>
              <a:t> sebagai </a:t>
            </a:r>
            <a:r>
              <a:rPr sz="1800" spc="-85" dirty="0">
                <a:solidFill>
                  <a:srgbClr val="221F1F"/>
                </a:solidFill>
                <a:latin typeface="Calibri" panose="020F0502020204030204"/>
                <a:cs typeface="Calibri" panose="020F0502020204030204"/>
              </a:rPr>
              <a:t>tanda</a:t>
            </a:r>
            <a:r>
              <a:rPr sz="1800" spc="-20" dirty="0">
                <a:solidFill>
                  <a:srgbClr val="221F1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spc="-75" dirty="0">
                <a:solidFill>
                  <a:srgbClr val="221F1F"/>
                </a:solidFill>
                <a:latin typeface="Calibri" panose="020F0502020204030204"/>
                <a:cs typeface="Calibri" panose="020F0502020204030204"/>
              </a:rPr>
              <a:t>terima</a:t>
            </a:r>
            <a:r>
              <a:rPr sz="1800" spc="5" dirty="0">
                <a:solidFill>
                  <a:srgbClr val="221F1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spc="-75" dirty="0">
                <a:solidFill>
                  <a:srgbClr val="221F1F"/>
                </a:solidFill>
                <a:latin typeface="Calibri" panose="020F0502020204030204"/>
                <a:cs typeface="Calibri" panose="020F0502020204030204"/>
              </a:rPr>
              <a:t>kasih</a:t>
            </a:r>
            <a:r>
              <a:rPr sz="1800" spc="-55" dirty="0">
                <a:solidFill>
                  <a:srgbClr val="221F1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spc="-75" dirty="0">
                <a:solidFill>
                  <a:srgbClr val="221F1F"/>
                </a:solidFill>
                <a:latin typeface="Calibri" panose="020F0502020204030204"/>
                <a:cs typeface="Calibri" panose="020F0502020204030204"/>
              </a:rPr>
              <a:t>raja</a:t>
            </a:r>
            <a:r>
              <a:rPr sz="1800" spc="-45" dirty="0">
                <a:solidFill>
                  <a:srgbClr val="221F1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spc="-80" dirty="0">
                <a:solidFill>
                  <a:srgbClr val="221F1F"/>
                </a:solidFill>
                <a:latin typeface="Calibri" panose="020F0502020204030204"/>
                <a:cs typeface="Calibri" panose="020F0502020204030204"/>
              </a:rPr>
              <a:t>yang</a:t>
            </a:r>
            <a:r>
              <a:rPr sz="1800" spc="-30" dirty="0">
                <a:solidFill>
                  <a:srgbClr val="221F1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solidFill>
                  <a:srgbClr val="221F1F"/>
                </a:solidFill>
                <a:latin typeface="Calibri" panose="020F0502020204030204"/>
                <a:cs typeface="Calibri" panose="020F0502020204030204"/>
              </a:rPr>
              <a:t>dermawan </a:t>
            </a:r>
            <a:r>
              <a:rPr sz="1800" spc="-80" dirty="0">
                <a:solidFill>
                  <a:srgbClr val="221F1F"/>
                </a:solidFill>
                <a:latin typeface="Calibri" panose="020F0502020204030204"/>
                <a:cs typeface="Calibri" panose="020F0502020204030204"/>
              </a:rPr>
              <a:t>(Ismaun,</a:t>
            </a:r>
            <a:r>
              <a:rPr sz="1800" spc="35" dirty="0">
                <a:solidFill>
                  <a:srgbClr val="221F1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spc="-70" dirty="0">
                <a:solidFill>
                  <a:srgbClr val="221F1F"/>
                </a:solidFill>
                <a:latin typeface="Calibri" panose="020F0502020204030204"/>
                <a:cs typeface="Calibri" panose="020F0502020204030204"/>
              </a:rPr>
              <a:t>1975:</a:t>
            </a:r>
            <a:r>
              <a:rPr sz="1800" spc="-5" dirty="0">
                <a:solidFill>
                  <a:srgbClr val="221F1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spc="-20" dirty="0">
                <a:solidFill>
                  <a:srgbClr val="221F1F"/>
                </a:solidFill>
                <a:latin typeface="Calibri" panose="020F0502020204030204"/>
                <a:cs typeface="Calibri" panose="020F0502020204030204"/>
              </a:rPr>
              <a:t>25).</a:t>
            </a:r>
            <a:endParaRPr sz="1800">
              <a:latin typeface="Calibri" panose="020F0502020204030204"/>
              <a:cs typeface="Calibri" panose="020F0502020204030204"/>
            </a:endParaRPr>
          </a:p>
          <a:p>
            <a:pPr marL="335280" marR="194945" indent="-32321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35280" algn="l"/>
              </a:tabLst>
            </a:pPr>
            <a:r>
              <a:rPr sz="1800" spc="-75" dirty="0">
                <a:solidFill>
                  <a:srgbClr val="221F1F"/>
                </a:solidFill>
                <a:latin typeface="Calibri" panose="020F0502020204030204"/>
                <a:cs typeface="Calibri" panose="020F0502020204030204"/>
              </a:rPr>
              <a:t>Dalam</a:t>
            </a:r>
            <a:r>
              <a:rPr sz="1800" spc="-25" dirty="0">
                <a:solidFill>
                  <a:srgbClr val="221F1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spc="-65" dirty="0">
                <a:solidFill>
                  <a:srgbClr val="221F1F"/>
                </a:solidFill>
                <a:latin typeface="Calibri" panose="020F0502020204030204"/>
                <a:cs typeface="Calibri" panose="020F0502020204030204"/>
              </a:rPr>
              <a:t>masa</a:t>
            </a:r>
            <a:r>
              <a:rPr sz="1800" spc="-80" dirty="0">
                <a:solidFill>
                  <a:srgbClr val="221F1F"/>
                </a:solidFill>
                <a:latin typeface="Calibri" panose="020F0502020204030204"/>
                <a:cs typeface="Calibri" panose="020F0502020204030204"/>
              </a:rPr>
              <a:t> kuno</a:t>
            </a:r>
            <a:r>
              <a:rPr sz="1800" spc="-40" dirty="0">
                <a:solidFill>
                  <a:srgbClr val="221F1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spc="-90" dirty="0">
                <a:solidFill>
                  <a:srgbClr val="221F1F"/>
                </a:solidFill>
                <a:latin typeface="Calibri" panose="020F0502020204030204"/>
                <a:cs typeface="Calibri" panose="020F0502020204030204"/>
              </a:rPr>
              <a:t>(400-</a:t>
            </a:r>
            <a:r>
              <a:rPr sz="1800" spc="-55" dirty="0">
                <a:solidFill>
                  <a:srgbClr val="221F1F"/>
                </a:solidFill>
                <a:latin typeface="Calibri" panose="020F0502020204030204"/>
                <a:cs typeface="Calibri" panose="020F0502020204030204"/>
              </a:rPr>
              <a:t>1500</a:t>
            </a:r>
            <a:r>
              <a:rPr sz="1800" spc="20" dirty="0">
                <a:solidFill>
                  <a:srgbClr val="221F1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spc="-50" dirty="0">
                <a:solidFill>
                  <a:srgbClr val="221F1F"/>
                </a:solidFill>
                <a:latin typeface="Calibri" panose="020F0502020204030204"/>
                <a:cs typeface="Calibri" panose="020F0502020204030204"/>
              </a:rPr>
              <a:t>M)</a:t>
            </a:r>
            <a:r>
              <a:rPr sz="1800" spc="-95" dirty="0">
                <a:solidFill>
                  <a:srgbClr val="221F1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solidFill>
                  <a:srgbClr val="221F1F"/>
                </a:solidFill>
                <a:latin typeface="Calibri" panose="020F0502020204030204"/>
                <a:cs typeface="Calibri" panose="020F0502020204030204"/>
              </a:rPr>
              <a:t>muncul </a:t>
            </a:r>
            <a:r>
              <a:rPr sz="1800" spc="-90" dirty="0">
                <a:solidFill>
                  <a:srgbClr val="221F1F"/>
                </a:solidFill>
                <a:latin typeface="Calibri" panose="020F0502020204030204"/>
                <a:cs typeface="Calibri" panose="020F0502020204030204"/>
              </a:rPr>
              <a:t>kerajaan</a:t>
            </a:r>
            <a:r>
              <a:rPr sz="1800" spc="10" dirty="0">
                <a:solidFill>
                  <a:srgbClr val="221F1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spc="-75" dirty="0">
                <a:solidFill>
                  <a:srgbClr val="221F1F"/>
                </a:solidFill>
                <a:latin typeface="Calibri" panose="020F0502020204030204"/>
                <a:cs typeface="Calibri" panose="020F0502020204030204"/>
              </a:rPr>
              <a:t>yang</a:t>
            </a:r>
            <a:r>
              <a:rPr sz="1800" spc="-10" dirty="0">
                <a:solidFill>
                  <a:srgbClr val="221F1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spc="-75" dirty="0">
                <a:solidFill>
                  <a:srgbClr val="221F1F"/>
                </a:solidFill>
                <a:latin typeface="Calibri" panose="020F0502020204030204"/>
                <a:cs typeface="Calibri" panose="020F0502020204030204"/>
              </a:rPr>
              <a:t>mampu</a:t>
            </a:r>
            <a:r>
              <a:rPr sz="1800" spc="-10" dirty="0">
                <a:solidFill>
                  <a:srgbClr val="221F1F"/>
                </a:solidFill>
                <a:latin typeface="Calibri" panose="020F0502020204030204"/>
                <a:cs typeface="Calibri" panose="020F0502020204030204"/>
              </a:rPr>
              <a:t> mengintegrasikan </a:t>
            </a:r>
            <a:r>
              <a:rPr sz="1800" spc="-85" dirty="0">
                <a:solidFill>
                  <a:srgbClr val="221F1F"/>
                </a:solidFill>
                <a:latin typeface="Calibri" panose="020F0502020204030204"/>
                <a:cs typeface="Calibri" panose="020F0502020204030204"/>
              </a:rPr>
              <a:t>wilayah</a:t>
            </a:r>
            <a:r>
              <a:rPr sz="1800" spc="-45" dirty="0">
                <a:solidFill>
                  <a:srgbClr val="221F1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spc="-70" dirty="0">
                <a:solidFill>
                  <a:srgbClr val="221F1F"/>
                </a:solidFill>
                <a:latin typeface="Calibri" panose="020F0502020204030204"/>
                <a:cs typeface="Calibri" panose="020F0502020204030204"/>
              </a:rPr>
              <a:t>indonesia</a:t>
            </a:r>
            <a:r>
              <a:rPr sz="1800" spc="15" dirty="0">
                <a:solidFill>
                  <a:srgbClr val="221F1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spc="-75" dirty="0">
                <a:solidFill>
                  <a:srgbClr val="221F1F"/>
                </a:solidFill>
                <a:latin typeface="Calibri" panose="020F0502020204030204"/>
                <a:cs typeface="Calibri" panose="020F0502020204030204"/>
              </a:rPr>
              <a:t>yakni</a:t>
            </a:r>
            <a:r>
              <a:rPr sz="1800" spc="-65" dirty="0">
                <a:solidFill>
                  <a:srgbClr val="221F1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spc="-85" dirty="0">
                <a:solidFill>
                  <a:srgbClr val="221F1F"/>
                </a:solidFill>
                <a:latin typeface="Calibri" panose="020F0502020204030204"/>
                <a:cs typeface="Calibri" panose="020F0502020204030204"/>
              </a:rPr>
              <a:t>kerajaan</a:t>
            </a:r>
            <a:r>
              <a:rPr sz="1800" spc="-20" dirty="0">
                <a:solidFill>
                  <a:srgbClr val="221F1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spc="-75" dirty="0">
                <a:solidFill>
                  <a:srgbClr val="221F1F"/>
                </a:solidFill>
                <a:latin typeface="Calibri" panose="020F0502020204030204"/>
                <a:cs typeface="Calibri" panose="020F0502020204030204"/>
              </a:rPr>
              <a:t>Sriwijaya</a:t>
            </a:r>
            <a:r>
              <a:rPr sz="1800" spc="-5" dirty="0">
                <a:solidFill>
                  <a:srgbClr val="221F1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spc="-25" dirty="0">
                <a:solidFill>
                  <a:srgbClr val="221F1F"/>
                </a:solidFill>
                <a:latin typeface="Calibri" panose="020F0502020204030204"/>
                <a:cs typeface="Calibri" panose="020F0502020204030204"/>
              </a:rPr>
              <a:t>di </a:t>
            </a:r>
            <a:r>
              <a:rPr sz="1800" spc="-85" dirty="0">
                <a:solidFill>
                  <a:srgbClr val="221F1F"/>
                </a:solidFill>
                <a:latin typeface="Calibri" panose="020F0502020204030204"/>
                <a:cs typeface="Calibri" panose="020F0502020204030204"/>
              </a:rPr>
              <a:t>Sumatera</a:t>
            </a:r>
            <a:r>
              <a:rPr sz="1800" spc="35" dirty="0">
                <a:solidFill>
                  <a:srgbClr val="221F1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spc="-65" dirty="0">
                <a:solidFill>
                  <a:srgbClr val="221F1F"/>
                </a:solidFill>
                <a:latin typeface="Calibri" panose="020F0502020204030204"/>
                <a:cs typeface="Calibri" panose="020F0502020204030204"/>
              </a:rPr>
              <a:t>dan</a:t>
            </a:r>
            <a:r>
              <a:rPr sz="1800" spc="-60" dirty="0">
                <a:solidFill>
                  <a:srgbClr val="221F1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spc="-80" dirty="0">
                <a:solidFill>
                  <a:srgbClr val="221F1F"/>
                </a:solidFill>
                <a:latin typeface="Calibri" panose="020F0502020204030204"/>
                <a:cs typeface="Calibri" panose="020F0502020204030204"/>
              </a:rPr>
              <a:t>Majapahit</a:t>
            </a:r>
            <a:r>
              <a:rPr sz="1800" spc="10" dirty="0">
                <a:solidFill>
                  <a:srgbClr val="221F1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spc="-55" dirty="0">
                <a:solidFill>
                  <a:srgbClr val="221F1F"/>
                </a:solidFill>
                <a:latin typeface="Calibri" panose="020F0502020204030204"/>
                <a:cs typeface="Calibri" panose="020F0502020204030204"/>
              </a:rPr>
              <a:t>di</a:t>
            </a:r>
            <a:r>
              <a:rPr sz="1800" spc="-50" dirty="0">
                <a:solidFill>
                  <a:srgbClr val="221F1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spc="-20" dirty="0">
                <a:solidFill>
                  <a:srgbClr val="221F1F"/>
                </a:solidFill>
                <a:latin typeface="Calibri" panose="020F0502020204030204"/>
                <a:cs typeface="Calibri" panose="020F0502020204030204"/>
              </a:rPr>
              <a:t>Jawa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095" y="6257544"/>
            <a:ext cx="12201525" cy="606425"/>
            <a:chOff x="-6095" y="6257544"/>
            <a:chExt cx="12201525" cy="6064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6257544"/>
              <a:ext cx="3532632" cy="48158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151631" y="6550152"/>
              <a:ext cx="1000125" cy="182880"/>
            </a:xfrm>
            <a:custGeom>
              <a:avLst/>
              <a:gdLst/>
              <a:ahLst/>
              <a:cxnLst/>
              <a:rect l="l" t="t" r="r" b="b"/>
              <a:pathLst>
                <a:path w="1000125" h="182879">
                  <a:moveTo>
                    <a:pt x="999617" y="0"/>
                  </a:moveTo>
                  <a:lnTo>
                    <a:pt x="0" y="0"/>
                  </a:lnTo>
                  <a:lnTo>
                    <a:pt x="0" y="182880"/>
                  </a:lnTo>
                  <a:lnTo>
                    <a:pt x="999617" y="182880"/>
                  </a:lnTo>
                  <a:lnTo>
                    <a:pt x="999617" y="0"/>
                  </a:lnTo>
                  <a:close/>
                </a:path>
              </a:pathLst>
            </a:custGeom>
            <a:solidFill>
              <a:srgbClr val="F8AC4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5279" y="274320"/>
            <a:ext cx="588264" cy="633983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338124" y="863346"/>
            <a:ext cx="643255" cy="36068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 marR="5080" indent="48260">
              <a:lnSpc>
                <a:spcPts val="1200"/>
              </a:lnSpc>
              <a:spcBef>
                <a:spcPts val="340"/>
              </a:spcBef>
            </a:pPr>
            <a:r>
              <a:rPr sz="1200" b="1" spc="-10" dirty="0">
                <a:solidFill>
                  <a:srgbClr val="BD9000"/>
                </a:solidFill>
                <a:latin typeface="Calibri" panose="020F0502020204030204"/>
                <a:cs typeface="Calibri" panose="020F0502020204030204"/>
              </a:rPr>
              <a:t>Republik Indonesia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457688" y="6581647"/>
            <a:ext cx="1725295" cy="2711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R="373380" algn="r">
              <a:lnSpc>
                <a:spcPct val="100000"/>
              </a:lnSpc>
              <a:spcBef>
                <a:spcPts val="110"/>
              </a:spcBef>
            </a:pPr>
            <a:r>
              <a:rPr sz="1600" b="1" spc="-5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7</a:t>
            </a:r>
            <a:endParaRPr sz="16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3888994" y="369773"/>
            <a:ext cx="4427220" cy="4540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800" dirty="0">
                <a:latin typeface="Calibri" panose="020F0502020204030204"/>
                <a:cs typeface="Calibri" panose="020F0502020204030204"/>
              </a:rPr>
              <a:t>ZAMAN</a:t>
            </a:r>
            <a:r>
              <a:rPr sz="2800" spc="-9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10" dirty="0">
                <a:latin typeface="Calibri" panose="020F0502020204030204"/>
                <a:cs typeface="Calibri" panose="020F0502020204030204"/>
              </a:rPr>
              <a:t>KERAJAAN</a:t>
            </a:r>
            <a:r>
              <a:rPr sz="2800" spc="-9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55" dirty="0">
                <a:latin typeface="Calibri" panose="020F0502020204030204"/>
                <a:cs typeface="Calibri" panose="020F0502020204030204"/>
              </a:rPr>
              <a:t>SRIWIJAYA</a:t>
            </a:r>
            <a:endParaRPr sz="28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06680" y="1386839"/>
            <a:ext cx="4995408" cy="4864609"/>
            <a:chOff x="106679" y="1386839"/>
            <a:chExt cx="5977255" cy="4718685"/>
          </a:xfrm>
        </p:grpSpPr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35279" y="1588250"/>
              <a:ext cx="3517535" cy="439192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995927" y="1840991"/>
              <a:ext cx="1834896" cy="160020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965447" y="3724655"/>
              <a:ext cx="1895855" cy="1652016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18871" y="1399031"/>
              <a:ext cx="5953125" cy="4693920"/>
            </a:xfrm>
            <a:custGeom>
              <a:avLst/>
              <a:gdLst/>
              <a:ahLst/>
              <a:cxnLst/>
              <a:rect l="l" t="t" r="r" b="b"/>
              <a:pathLst>
                <a:path w="5953125" h="4693920">
                  <a:moveTo>
                    <a:pt x="0" y="4693920"/>
                  </a:moveTo>
                  <a:lnTo>
                    <a:pt x="5952744" y="4693920"/>
                  </a:lnTo>
                  <a:lnTo>
                    <a:pt x="5952744" y="0"/>
                  </a:lnTo>
                  <a:lnTo>
                    <a:pt x="0" y="0"/>
                  </a:lnTo>
                  <a:lnTo>
                    <a:pt x="0" y="4693920"/>
                  </a:lnTo>
                  <a:close/>
                </a:path>
              </a:pathLst>
            </a:custGeom>
            <a:ln w="24384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6263640" y="1432560"/>
            <a:ext cx="2301240" cy="274320"/>
          </a:xfrm>
          <a:prstGeom prst="rect">
            <a:avLst/>
          </a:prstGeom>
          <a:solidFill>
            <a:srgbClr val="BAD6D5"/>
          </a:solidFill>
        </p:spPr>
        <p:txBody>
          <a:bodyPr vert="horz" wrap="square" lIns="0" tIns="0" rIns="0" bIns="0" rtlCol="0">
            <a:spAutoFit/>
          </a:bodyPr>
          <a:lstStyle/>
          <a:p>
            <a:pPr marL="93345">
              <a:lnSpc>
                <a:spcPts val="2000"/>
              </a:lnSpc>
            </a:pPr>
            <a:r>
              <a:rPr sz="2000" b="1" i="1" dirty="0">
                <a:latin typeface="Calibri" panose="020F0502020204030204"/>
                <a:cs typeface="Calibri" panose="020F0502020204030204"/>
              </a:rPr>
              <a:t>Nilai</a:t>
            </a:r>
            <a:r>
              <a:rPr sz="2000" b="1" i="1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b="1" i="1" spc="-10" dirty="0">
                <a:latin typeface="Calibri" panose="020F0502020204030204"/>
                <a:cs typeface="Calibri" panose="020F0502020204030204"/>
              </a:rPr>
              <a:t>Pancasila</a:t>
            </a:r>
            <a:endParaRPr sz="20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631935" y="1432560"/>
            <a:ext cx="201295" cy="289560"/>
          </a:xfrm>
          <a:custGeom>
            <a:avLst/>
            <a:gdLst/>
            <a:ahLst/>
            <a:cxnLst/>
            <a:rect l="l" t="t" r="r" b="b"/>
            <a:pathLst>
              <a:path w="201295" h="289560">
                <a:moveTo>
                  <a:pt x="201041" y="0"/>
                </a:moveTo>
                <a:lnTo>
                  <a:pt x="0" y="0"/>
                </a:lnTo>
                <a:lnTo>
                  <a:pt x="0" y="289306"/>
                </a:lnTo>
                <a:lnTo>
                  <a:pt x="201041" y="289306"/>
                </a:lnTo>
                <a:lnTo>
                  <a:pt x="201041" y="0"/>
                </a:lnTo>
                <a:close/>
              </a:path>
            </a:pathLst>
          </a:custGeom>
          <a:solidFill>
            <a:srgbClr val="93FF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body" idx="1"/>
          </p:nvPr>
        </p:nvSpPr>
        <p:spPr>
          <a:xfrm>
            <a:off x="5446644" y="1722120"/>
            <a:ext cx="6626486" cy="47430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60" dirty="0"/>
              <a:t>Nilai</a:t>
            </a:r>
            <a:r>
              <a:rPr spc="-120" dirty="0"/>
              <a:t> </a:t>
            </a:r>
            <a:r>
              <a:rPr spc="-60" dirty="0"/>
              <a:t>Ketuhanan</a:t>
            </a:r>
          </a:p>
          <a:p>
            <a:pPr marL="189230" indent="-176530">
              <a:lnSpc>
                <a:spcPct val="100000"/>
              </a:lnSpc>
              <a:spcBef>
                <a:spcPts val="5"/>
              </a:spcBef>
              <a:buFont typeface="Wingdings" panose="05000000000000000000"/>
              <a:buChar char=""/>
              <a:tabLst>
                <a:tab pos="189230" algn="l"/>
              </a:tabLst>
            </a:pPr>
            <a:r>
              <a:rPr sz="1600" b="0" i="0" dirty="0">
                <a:latin typeface="Verdana" panose="020B0604030504040204"/>
                <a:cs typeface="Verdana" panose="020B0604030504040204"/>
              </a:rPr>
              <a:t>Penggunaan</a:t>
            </a:r>
            <a:r>
              <a:rPr sz="1600" b="0" i="0" spc="-125" dirty="0">
                <a:latin typeface="Verdana" panose="020B0604030504040204"/>
                <a:cs typeface="Verdana" panose="020B0604030504040204"/>
              </a:rPr>
              <a:t> </a:t>
            </a:r>
            <a:r>
              <a:rPr sz="1600" b="0" i="0" spc="-55" dirty="0">
                <a:latin typeface="Verdana" panose="020B0604030504040204"/>
                <a:cs typeface="Verdana" panose="020B0604030504040204"/>
              </a:rPr>
              <a:t>didirikan</a:t>
            </a:r>
            <a:r>
              <a:rPr sz="1600" b="0" i="0" spc="-120" dirty="0">
                <a:latin typeface="Verdana" panose="020B0604030504040204"/>
                <a:cs typeface="Verdana" panose="020B0604030504040204"/>
              </a:rPr>
              <a:t> </a:t>
            </a:r>
            <a:r>
              <a:rPr sz="1600" b="0" i="0" spc="-100" dirty="0">
                <a:latin typeface="Verdana" panose="020B0604030504040204"/>
                <a:cs typeface="Verdana" panose="020B0604030504040204"/>
              </a:rPr>
              <a:t>Universitas</a:t>
            </a:r>
            <a:r>
              <a:rPr sz="1600" b="0" i="0" spc="-90" dirty="0">
                <a:latin typeface="Verdana" panose="020B0604030504040204"/>
                <a:cs typeface="Verdana" panose="020B0604030504040204"/>
              </a:rPr>
              <a:t> </a:t>
            </a:r>
            <a:r>
              <a:rPr sz="1600" b="0" i="0" spc="80" dirty="0">
                <a:latin typeface="Verdana" panose="020B0604030504040204"/>
                <a:cs typeface="Verdana" panose="020B0604030504040204"/>
              </a:rPr>
              <a:t>agama</a:t>
            </a:r>
            <a:r>
              <a:rPr sz="1600" b="0" i="0" spc="-120" dirty="0">
                <a:latin typeface="Verdana" panose="020B0604030504040204"/>
                <a:cs typeface="Verdana" panose="020B0604030504040204"/>
              </a:rPr>
              <a:t> </a:t>
            </a:r>
            <a:r>
              <a:rPr sz="1600" b="0" i="0" spc="50" dirty="0">
                <a:latin typeface="Verdana" panose="020B0604030504040204"/>
                <a:cs typeface="Verdana" panose="020B0604030504040204"/>
              </a:rPr>
              <a:t>budha</a:t>
            </a:r>
            <a:r>
              <a:rPr sz="1600" b="0" i="0" spc="-90" dirty="0">
                <a:latin typeface="Verdana" panose="020B0604030504040204"/>
                <a:cs typeface="Verdana" panose="020B0604030504040204"/>
              </a:rPr>
              <a:t> </a:t>
            </a:r>
            <a:r>
              <a:rPr sz="1600" b="0" i="0" spc="45" dirty="0">
                <a:latin typeface="Verdana" panose="020B0604030504040204"/>
                <a:cs typeface="Verdana" panose="020B0604030504040204"/>
              </a:rPr>
              <a:t>dengan</a:t>
            </a:r>
            <a:endParaRPr sz="1600" dirty="0">
              <a:latin typeface="Verdana" panose="020B0604030504040204"/>
              <a:cs typeface="Verdana" panose="020B0604030504040204"/>
            </a:endParaRPr>
          </a:p>
          <a:p>
            <a:pPr marL="189230">
              <a:lnSpc>
                <a:spcPct val="100000"/>
              </a:lnSpc>
            </a:pPr>
            <a:r>
              <a:rPr sz="1600" b="0" i="0" spc="-25" dirty="0">
                <a:latin typeface="Verdana" panose="020B0604030504040204"/>
                <a:cs typeface="Verdana" panose="020B0604030504040204"/>
              </a:rPr>
              <a:t>pelajar</a:t>
            </a:r>
            <a:r>
              <a:rPr sz="1600" b="0" i="0" spc="-95" dirty="0">
                <a:latin typeface="Verdana" panose="020B0604030504040204"/>
                <a:cs typeface="Verdana" panose="020B0604030504040204"/>
              </a:rPr>
              <a:t> </a:t>
            </a:r>
            <a:r>
              <a:rPr sz="1600" b="0" i="0" spc="-35" dirty="0">
                <a:latin typeface="Verdana" panose="020B0604030504040204"/>
                <a:cs typeface="Verdana" panose="020B0604030504040204"/>
              </a:rPr>
              <a:t>dari</a:t>
            </a:r>
            <a:r>
              <a:rPr sz="1600" b="0" i="0" spc="-50" dirty="0">
                <a:latin typeface="Verdana" panose="020B0604030504040204"/>
                <a:cs typeface="Verdana" panose="020B0604030504040204"/>
              </a:rPr>
              <a:t> </a:t>
            </a:r>
            <a:r>
              <a:rPr sz="1600" b="0" i="0" dirty="0">
                <a:latin typeface="Verdana" panose="020B0604030504040204"/>
                <a:cs typeface="Verdana" panose="020B0604030504040204"/>
              </a:rPr>
              <a:t>berbagai</a:t>
            </a:r>
            <a:r>
              <a:rPr sz="1600" b="0" i="0" spc="-70" dirty="0">
                <a:latin typeface="Verdana" panose="020B0604030504040204"/>
                <a:cs typeface="Verdana" panose="020B0604030504040204"/>
              </a:rPr>
              <a:t> </a:t>
            </a:r>
            <a:r>
              <a:rPr sz="1600" b="0" i="0" spc="-10" dirty="0">
                <a:latin typeface="Verdana" panose="020B0604030504040204"/>
                <a:cs typeface="Verdana" panose="020B0604030504040204"/>
              </a:rPr>
              <a:t>negara</a:t>
            </a:r>
            <a:endParaRPr sz="1600" dirty="0">
              <a:latin typeface="Verdana" panose="020B0604030504040204"/>
              <a:cs typeface="Verdana" panose="020B0604030504040204"/>
            </a:endParaRPr>
          </a:p>
          <a:p>
            <a:pPr marL="12700">
              <a:lnSpc>
                <a:spcPts val="2140"/>
              </a:lnSpc>
              <a:spcBef>
                <a:spcPts val="690"/>
              </a:spcBef>
            </a:pPr>
            <a:r>
              <a:rPr spc="-160" dirty="0"/>
              <a:t>Nilai</a:t>
            </a:r>
            <a:r>
              <a:rPr spc="-120" dirty="0"/>
              <a:t> </a:t>
            </a:r>
            <a:r>
              <a:rPr spc="-90" dirty="0"/>
              <a:t>Persatuan</a:t>
            </a:r>
          </a:p>
          <a:p>
            <a:pPr marL="189230" indent="-176530">
              <a:lnSpc>
                <a:spcPts val="1900"/>
              </a:lnSpc>
              <a:buFont typeface="Wingdings" panose="05000000000000000000"/>
              <a:buChar char=""/>
              <a:tabLst>
                <a:tab pos="189230" algn="l"/>
              </a:tabLst>
            </a:pPr>
            <a:r>
              <a:rPr sz="1600" b="0" i="0" dirty="0">
                <a:latin typeface="Verdana" panose="020B0604030504040204"/>
                <a:cs typeface="Verdana" panose="020B0604030504040204"/>
              </a:rPr>
              <a:t>Merupakan</a:t>
            </a:r>
            <a:r>
              <a:rPr sz="1600" b="0" i="0" spc="-130" dirty="0">
                <a:latin typeface="Verdana" panose="020B0604030504040204"/>
                <a:cs typeface="Verdana" panose="020B0604030504040204"/>
              </a:rPr>
              <a:t> </a:t>
            </a:r>
            <a:r>
              <a:rPr sz="1600" b="0" i="0" spc="-25" dirty="0">
                <a:latin typeface="Verdana" panose="020B0604030504040204"/>
                <a:cs typeface="Verdana" panose="020B0604030504040204"/>
              </a:rPr>
              <a:t>kerajaan</a:t>
            </a:r>
            <a:r>
              <a:rPr sz="1600" b="0" i="0" spc="-130" dirty="0">
                <a:latin typeface="Verdana" panose="020B0604030504040204"/>
                <a:cs typeface="Verdana" panose="020B0604030504040204"/>
              </a:rPr>
              <a:t> </a:t>
            </a:r>
            <a:r>
              <a:rPr sz="1600" b="0" i="0" spc="-75" dirty="0">
                <a:latin typeface="Verdana" panose="020B0604030504040204"/>
                <a:cs typeface="Verdana" panose="020B0604030504040204"/>
              </a:rPr>
              <a:t>maritim</a:t>
            </a:r>
            <a:r>
              <a:rPr sz="1600" b="0" i="0" spc="-160" dirty="0">
                <a:latin typeface="Verdana" panose="020B0604030504040204"/>
                <a:cs typeface="Verdana" panose="020B0604030504040204"/>
              </a:rPr>
              <a:t> </a:t>
            </a:r>
            <a:r>
              <a:rPr sz="1600" b="0" i="0" spc="55" dirty="0">
                <a:latin typeface="Verdana" panose="020B0604030504040204"/>
                <a:cs typeface="Verdana" panose="020B0604030504040204"/>
              </a:rPr>
              <a:t>dengan</a:t>
            </a:r>
            <a:r>
              <a:rPr sz="1600" b="0" i="0" spc="-100" dirty="0">
                <a:latin typeface="Verdana" panose="020B0604030504040204"/>
                <a:cs typeface="Verdana" panose="020B0604030504040204"/>
              </a:rPr>
              <a:t> </a:t>
            </a:r>
            <a:r>
              <a:rPr sz="1600" b="0" i="0" spc="-10" dirty="0">
                <a:latin typeface="Verdana" panose="020B0604030504040204"/>
                <a:cs typeface="Verdana" panose="020B0604030504040204"/>
              </a:rPr>
              <a:t>cakupan</a:t>
            </a:r>
            <a:endParaRPr sz="1600" dirty="0">
              <a:latin typeface="Verdana" panose="020B0604030504040204"/>
              <a:cs typeface="Verdana" panose="020B0604030504040204"/>
            </a:endParaRPr>
          </a:p>
          <a:p>
            <a:pPr marL="189230">
              <a:lnSpc>
                <a:spcPct val="100000"/>
              </a:lnSpc>
              <a:spcBef>
                <a:spcPts val="5"/>
              </a:spcBef>
            </a:pPr>
            <a:r>
              <a:rPr sz="1600" b="0" i="0" spc="-20" dirty="0">
                <a:latin typeface="Verdana" panose="020B0604030504040204"/>
                <a:cs typeface="Verdana" panose="020B0604030504040204"/>
              </a:rPr>
              <a:t>kekuasaan</a:t>
            </a:r>
            <a:r>
              <a:rPr sz="1600" b="0" i="0" spc="-210" dirty="0">
                <a:latin typeface="Verdana" panose="020B0604030504040204"/>
                <a:cs typeface="Verdana" panose="020B0604030504040204"/>
              </a:rPr>
              <a:t> </a:t>
            </a:r>
            <a:r>
              <a:rPr sz="1600" b="0" i="0" spc="-10" dirty="0">
                <a:latin typeface="Verdana" panose="020B0604030504040204"/>
                <a:cs typeface="Verdana" panose="020B0604030504040204"/>
              </a:rPr>
              <a:t>sampai</a:t>
            </a:r>
            <a:r>
              <a:rPr sz="1600" b="0" i="0" spc="-150" dirty="0">
                <a:latin typeface="Verdana" panose="020B0604030504040204"/>
                <a:cs typeface="Verdana" panose="020B0604030504040204"/>
              </a:rPr>
              <a:t> </a:t>
            </a:r>
            <a:r>
              <a:rPr sz="1600" b="0" i="0" spc="-30" dirty="0">
                <a:latin typeface="Verdana" panose="020B0604030504040204"/>
                <a:cs typeface="Verdana" panose="020B0604030504040204"/>
              </a:rPr>
              <a:t>selat</a:t>
            </a:r>
            <a:r>
              <a:rPr sz="1600" b="0" i="0" spc="-204" dirty="0">
                <a:latin typeface="Verdana" panose="020B0604030504040204"/>
                <a:cs typeface="Verdana" panose="020B0604030504040204"/>
              </a:rPr>
              <a:t> </a:t>
            </a:r>
            <a:r>
              <a:rPr sz="1600" b="0" i="0" spc="-20" dirty="0">
                <a:latin typeface="Verdana" panose="020B0604030504040204"/>
                <a:cs typeface="Verdana" panose="020B0604030504040204"/>
              </a:rPr>
              <a:t>sunda</a:t>
            </a:r>
            <a:r>
              <a:rPr sz="1600" b="0" i="0" spc="-130" dirty="0">
                <a:latin typeface="Verdana" panose="020B0604030504040204"/>
                <a:cs typeface="Verdana" panose="020B0604030504040204"/>
              </a:rPr>
              <a:t> </a:t>
            </a:r>
            <a:r>
              <a:rPr sz="1600" b="0" i="0" spc="65" dirty="0">
                <a:latin typeface="Verdana" panose="020B0604030504040204"/>
                <a:cs typeface="Verdana" panose="020B0604030504040204"/>
              </a:rPr>
              <a:t>dan</a:t>
            </a:r>
            <a:r>
              <a:rPr sz="1600" b="0" i="0" spc="-135" dirty="0">
                <a:latin typeface="Verdana" panose="020B0604030504040204"/>
                <a:cs typeface="Verdana" panose="020B0604030504040204"/>
              </a:rPr>
              <a:t> </a:t>
            </a:r>
            <a:r>
              <a:rPr sz="1600" b="0" i="0" spc="-30" dirty="0">
                <a:latin typeface="Verdana" panose="020B0604030504040204"/>
                <a:cs typeface="Verdana" panose="020B0604030504040204"/>
              </a:rPr>
              <a:t>selat</a:t>
            </a:r>
            <a:r>
              <a:rPr sz="1600" b="0" i="0" spc="-185" dirty="0">
                <a:latin typeface="Verdana" panose="020B0604030504040204"/>
                <a:cs typeface="Verdana" panose="020B0604030504040204"/>
              </a:rPr>
              <a:t> </a:t>
            </a:r>
            <a:r>
              <a:rPr sz="1600" b="0" i="0" spc="-10" dirty="0">
                <a:latin typeface="Verdana" panose="020B0604030504040204"/>
                <a:cs typeface="Verdana" panose="020B0604030504040204"/>
              </a:rPr>
              <a:t>malaka</a:t>
            </a:r>
            <a:endParaRPr sz="1600" dirty="0">
              <a:latin typeface="Verdana" panose="020B0604030504040204"/>
              <a:cs typeface="Verdana" panose="020B0604030504040204"/>
            </a:endParaRPr>
          </a:p>
          <a:p>
            <a:pPr marL="13970">
              <a:lnSpc>
                <a:spcPct val="100000"/>
              </a:lnSpc>
              <a:spcBef>
                <a:spcPts val="860"/>
              </a:spcBef>
            </a:pPr>
            <a:r>
              <a:rPr spc="-165" dirty="0"/>
              <a:t>Nilai</a:t>
            </a:r>
            <a:r>
              <a:rPr spc="-45" dirty="0"/>
              <a:t> </a:t>
            </a:r>
            <a:r>
              <a:rPr spc="-10" dirty="0"/>
              <a:t>Keadilan</a:t>
            </a:r>
          </a:p>
          <a:p>
            <a:pPr marL="135255" indent="-121285">
              <a:lnSpc>
                <a:spcPct val="100000"/>
              </a:lnSpc>
              <a:spcBef>
                <a:spcPts val="10"/>
              </a:spcBef>
              <a:buFont typeface="Wingdings" panose="05000000000000000000"/>
              <a:buChar char=""/>
              <a:tabLst>
                <a:tab pos="135255" algn="l"/>
              </a:tabLst>
            </a:pPr>
            <a:r>
              <a:rPr sz="1600" b="0" i="0" spc="-35" dirty="0">
                <a:latin typeface="Verdana" panose="020B0604030504040204"/>
                <a:cs typeface="Verdana" panose="020B0604030504040204"/>
              </a:rPr>
              <a:t>Kesejahteraan</a:t>
            </a:r>
            <a:r>
              <a:rPr sz="1600" b="0" i="0" spc="-165" dirty="0">
                <a:latin typeface="Verdana" panose="020B0604030504040204"/>
                <a:cs typeface="Verdana" panose="020B0604030504040204"/>
              </a:rPr>
              <a:t> </a:t>
            </a:r>
            <a:r>
              <a:rPr sz="1600" b="0" i="0" spc="-40" dirty="0">
                <a:latin typeface="Verdana" panose="020B0604030504040204"/>
                <a:cs typeface="Verdana" panose="020B0604030504040204"/>
              </a:rPr>
              <a:t>rakyatnya</a:t>
            </a:r>
            <a:r>
              <a:rPr sz="1600" b="0" i="0" spc="-150" dirty="0">
                <a:latin typeface="Verdana" panose="020B0604030504040204"/>
                <a:cs typeface="Verdana" panose="020B0604030504040204"/>
              </a:rPr>
              <a:t> </a:t>
            </a:r>
            <a:r>
              <a:rPr sz="1600" b="0" i="0" spc="-45" dirty="0">
                <a:latin typeface="Verdana" panose="020B0604030504040204"/>
                <a:cs typeface="Verdana" panose="020B0604030504040204"/>
              </a:rPr>
              <a:t>tercermin</a:t>
            </a:r>
            <a:r>
              <a:rPr sz="1600" b="0" i="0" spc="-160" dirty="0">
                <a:latin typeface="Verdana" panose="020B0604030504040204"/>
                <a:cs typeface="Verdana" panose="020B0604030504040204"/>
              </a:rPr>
              <a:t> </a:t>
            </a:r>
            <a:r>
              <a:rPr sz="1600" b="0" i="0" spc="110" dirty="0">
                <a:latin typeface="Verdana" panose="020B0604030504040204"/>
                <a:cs typeface="Verdana" panose="020B0604030504040204"/>
              </a:rPr>
              <a:t>pada</a:t>
            </a:r>
            <a:r>
              <a:rPr sz="1600" b="0" i="0" spc="-140" dirty="0">
                <a:latin typeface="Verdana" panose="020B0604030504040204"/>
                <a:cs typeface="Verdana" panose="020B0604030504040204"/>
              </a:rPr>
              <a:t> </a:t>
            </a:r>
            <a:r>
              <a:rPr sz="1600" b="0" i="0" spc="-10" dirty="0">
                <a:latin typeface="Verdana" panose="020B0604030504040204"/>
                <a:cs typeface="Verdana" panose="020B0604030504040204"/>
              </a:rPr>
              <a:t>seloka</a:t>
            </a:r>
            <a:endParaRPr sz="1600" dirty="0">
              <a:latin typeface="Verdana" panose="020B0604030504040204"/>
              <a:cs typeface="Verdana" panose="020B0604030504040204"/>
            </a:endParaRPr>
          </a:p>
          <a:p>
            <a:pPr marL="135890">
              <a:lnSpc>
                <a:spcPct val="100000"/>
              </a:lnSpc>
              <a:spcBef>
                <a:spcPts val="5"/>
              </a:spcBef>
            </a:pPr>
            <a:r>
              <a:rPr sz="1600" b="0" i="0" dirty="0">
                <a:latin typeface="Verdana" panose="020B0604030504040204"/>
                <a:cs typeface="Verdana" panose="020B0604030504040204"/>
              </a:rPr>
              <a:t>“Marvuat</a:t>
            </a:r>
            <a:r>
              <a:rPr sz="1600" b="0" i="0" spc="-145" dirty="0">
                <a:latin typeface="Verdana" panose="020B0604030504040204"/>
                <a:cs typeface="Verdana" panose="020B0604030504040204"/>
              </a:rPr>
              <a:t> </a:t>
            </a:r>
            <a:r>
              <a:rPr sz="1600" b="0" i="0" dirty="0">
                <a:latin typeface="Verdana" panose="020B0604030504040204"/>
                <a:cs typeface="Verdana" panose="020B0604030504040204"/>
              </a:rPr>
              <a:t>vanua</a:t>
            </a:r>
            <a:r>
              <a:rPr sz="1600" b="0" i="0" spc="-120" dirty="0">
                <a:latin typeface="Verdana" panose="020B0604030504040204"/>
                <a:cs typeface="Verdana" panose="020B0604030504040204"/>
              </a:rPr>
              <a:t> </a:t>
            </a:r>
            <a:r>
              <a:rPr sz="1600" b="0" i="0" spc="-40" dirty="0">
                <a:latin typeface="Verdana" panose="020B0604030504040204"/>
                <a:cs typeface="Verdana" panose="020B0604030504040204"/>
              </a:rPr>
              <a:t>Criwijaya</a:t>
            </a:r>
            <a:r>
              <a:rPr sz="1600" b="0" i="0" spc="-140" dirty="0">
                <a:latin typeface="Verdana" panose="020B0604030504040204"/>
                <a:cs typeface="Verdana" panose="020B0604030504040204"/>
              </a:rPr>
              <a:t> </a:t>
            </a:r>
            <a:r>
              <a:rPr sz="1600" b="0" i="0" spc="-25" dirty="0">
                <a:latin typeface="Verdana" panose="020B0604030504040204"/>
                <a:cs typeface="Verdana" panose="020B0604030504040204"/>
              </a:rPr>
              <a:t>siddhayatra</a:t>
            </a:r>
            <a:r>
              <a:rPr sz="1600" b="0" i="0" spc="-150" dirty="0">
                <a:latin typeface="Verdana" panose="020B0604030504040204"/>
                <a:cs typeface="Verdana" panose="020B0604030504040204"/>
              </a:rPr>
              <a:t> </a:t>
            </a:r>
            <a:r>
              <a:rPr sz="1600" b="0" i="0" spc="-10" dirty="0">
                <a:latin typeface="Verdana" panose="020B0604030504040204"/>
                <a:cs typeface="Verdana" panose="020B0604030504040204"/>
              </a:rPr>
              <a:t>subhiksa</a:t>
            </a:r>
            <a:endParaRPr sz="1600" dirty="0">
              <a:latin typeface="Verdana" panose="020B0604030504040204"/>
              <a:cs typeface="Verdana" panose="020B0604030504040204"/>
            </a:endParaRPr>
          </a:p>
          <a:p>
            <a:pPr marL="13970">
              <a:lnSpc>
                <a:spcPts val="2150"/>
              </a:lnSpc>
              <a:spcBef>
                <a:spcPts val="1935"/>
              </a:spcBef>
            </a:pPr>
            <a:r>
              <a:rPr spc="-240" dirty="0"/>
              <a:t>Sistem</a:t>
            </a:r>
            <a:r>
              <a:rPr spc="-100" dirty="0"/>
              <a:t> </a:t>
            </a:r>
            <a:r>
              <a:rPr spc="-95" dirty="0"/>
              <a:t>Pemerintahan</a:t>
            </a:r>
          </a:p>
          <a:p>
            <a:pPr marL="185420" indent="-171450">
              <a:lnSpc>
                <a:spcPts val="1910"/>
              </a:lnSpc>
              <a:buFont typeface="Arial MT"/>
              <a:buChar char="•"/>
              <a:tabLst>
                <a:tab pos="185420" algn="l"/>
              </a:tabLst>
            </a:pPr>
            <a:r>
              <a:rPr sz="1600" b="0" i="0" spc="-10" dirty="0">
                <a:latin typeface="Verdana" panose="020B0604030504040204"/>
                <a:cs typeface="Verdana" panose="020B0604030504040204"/>
              </a:rPr>
              <a:t>Terdapat</a:t>
            </a:r>
            <a:r>
              <a:rPr sz="1600" b="0" i="0" spc="-185" dirty="0">
                <a:latin typeface="Verdana" panose="020B0604030504040204"/>
                <a:cs typeface="Verdana" panose="020B0604030504040204"/>
              </a:rPr>
              <a:t> </a:t>
            </a:r>
            <a:r>
              <a:rPr sz="1600" b="0" i="0" spc="55" dirty="0">
                <a:latin typeface="Verdana" panose="020B0604030504040204"/>
                <a:cs typeface="Verdana" panose="020B0604030504040204"/>
              </a:rPr>
              <a:t>pegawai</a:t>
            </a:r>
            <a:r>
              <a:rPr sz="1600" b="0" i="0" spc="-170" dirty="0">
                <a:latin typeface="Verdana" panose="020B0604030504040204"/>
                <a:cs typeface="Verdana" panose="020B0604030504040204"/>
              </a:rPr>
              <a:t> </a:t>
            </a:r>
            <a:r>
              <a:rPr sz="1600" b="0" i="0" spc="-45" dirty="0">
                <a:latin typeface="Verdana" panose="020B0604030504040204"/>
                <a:cs typeface="Verdana" panose="020B0604030504040204"/>
              </a:rPr>
              <a:t>pengurus</a:t>
            </a:r>
            <a:r>
              <a:rPr sz="1600" b="0" i="0" spc="-170" dirty="0">
                <a:latin typeface="Verdana" panose="020B0604030504040204"/>
                <a:cs typeface="Verdana" panose="020B0604030504040204"/>
              </a:rPr>
              <a:t> </a:t>
            </a:r>
            <a:r>
              <a:rPr sz="1600" b="0" i="0" spc="-35" dirty="0">
                <a:latin typeface="Verdana" panose="020B0604030504040204"/>
                <a:cs typeface="Verdana" panose="020B0604030504040204"/>
              </a:rPr>
              <a:t>pajak,</a:t>
            </a:r>
            <a:r>
              <a:rPr sz="1600" b="0" i="0" spc="-185" dirty="0">
                <a:latin typeface="Verdana" panose="020B0604030504040204"/>
                <a:cs typeface="Verdana" panose="020B0604030504040204"/>
              </a:rPr>
              <a:t> </a:t>
            </a:r>
            <a:r>
              <a:rPr sz="1600" b="0" i="0" spc="-25" dirty="0">
                <a:latin typeface="Verdana" panose="020B0604030504040204"/>
                <a:cs typeface="Verdana" panose="020B0604030504040204"/>
              </a:rPr>
              <a:t>harta</a:t>
            </a:r>
            <a:r>
              <a:rPr sz="1600" b="0" i="0" spc="-140" dirty="0">
                <a:latin typeface="Verdana" panose="020B0604030504040204"/>
                <a:cs typeface="Verdana" panose="020B0604030504040204"/>
              </a:rPr>
              <a:t> </a:t>
            </a:r>
            <a:r>
              <a:rPr sz="1600" b="0" i="0" spc="65" dirty="0">
                <a:latin typeface="Verdana" panose="020B0604030504040204"/>
                <a:cs typeface="Verdana" panose="020B0604030504040204"/>
              </a:rPr>
              <a:t>benda</a:t>
            </a:r>
            <a:endParaRPr sz="1600" dirty="0">
              <a:latin typeface="Verdana" panose="020B0604030504040204"/>
              <a:cs typeface="Verdana" panose="020B0604030504040204"/>
            </a:endParaRPr>
          </a:p>
          <a:p>
            <a:pPr marL="184785">
              <a:lnSpc>
                <a:spcPct val="100000"/>
              </a:lnSpc>
            </a:pPr>
            <a:r>
              <a:rPr sz="1600" b="0" i="0" spc="-25" dirty="0">
                <a:latin typeface="Verdana" panose="020B0604030504040204"/>
                <a:cs typeface="Verdana" panose="020B0604030504040204"/>
              </a:rPr>
              <a:t>kerajaan</a:t>
            </a:r>
            <a:r>
              <a:rPr sz="1600" b="0" i="0" spc="-175" dirty="0">
                <a:latin typeface="Verdana" panose="020B0604030504040204"/>
                <a:cs typeface="Verdana" panose="020B0604030504040204"/>
              </a:rPr>
              <a:t> </a:t>
            </a:r>
            <a:r>
              <a:rPr sz="1600" b="0" i="0" spc="-65" dirty="0">
                <a:latin typeface="Verdana" panose="020B0604030504040204"/>
                <a:cs typeface="Verdana" panose="020B0604030504040204"/>
              </a:rPr>
              <a:t>serta</a:t>
            </a:r>
            <a:r>
              <a:rPr sz="1600" b="0" i="0" spc="-95" dirty="0">
                <a:latin typeface="Verdana" panose="020B0604030504040204"/>
                <a:cs typeface="Verdana" panose="020B0604030504040204"/>
              </a:rPr>
              <a:t> </a:t>
            </a:r>
            <a:r>
              <a:rPr sz="1600" b="0" i="0" spc="-20" dirty="0">
                <a:latin typeface="Verdana" panose="020B0604030504040204"/>
                <a:cs typeface="Verdana" panose="020B0604030504040204"/>
              </a:rPr>
              <a:t>rokhaniawan</a:t>
            </a:r>
            <a:r>
              <a:rPr sz="1600" b="0" i="0" spc="-180" dirty="0">
                <a:latin typeface="Verdana" panose="020B0604030504040204"/>
                <a:cs typeface="Verdana" panose="020B0604030504040204"/>
              </a:rPr>
              <a:t> </a:t>
            </a:r>
            <a:r>
              <a:rPr sz="1600" b="0" i="0" dirty="0">
                <a:latin typeface="Verdana" panose="020B0604030504040204"/>
                <a:cs typeface="Verdana" panose="020B0604030504040204"/>
              </a:rPr>
              <a:t>yang</a:t>
            </a:r>
            <a:r>
              <a:rPr sz="1600" b="0" i="0" spc="-130" dirty="0">
                <a:latin typeface="Verdana" panose="020B0604030504040204"/>
                <a:cs typeface="Verdana" panose="020B0604030504040204"/>
              </a:rPr>
              <a:t> </a:t>
            </a:r>
            <a:r>
              <a:rPr sz="1600" b="0" i="0" spc="-30" dirty="0">
                <a:latin typeface="Verdana" panose="020B0604030504040204"/>
                <a:cs typeface="Verdana" panose="020B0604030504040204"/>
              </a:rPr>
              <a:t>menjadi</a:t>
            </a:r>
            <a:r>
              <a:rPr sz="1600" b="0" i="0" spc="-130" dirty="0">
                <a:latin typeface="Verdana" panose="020B0604030504040204"/>
                <a:cs typeface="Verdana" panose="020B0604030504040204"/>
              </a:rPr>
              <a:t> </a:t>
            </a:r>
            <a:r>
              <a:rPr sz="1600" b="0" i="0" spc="-10" dirty="0">
                <a:latin typeface="Verdana" panose="020B0604030504040204"/>
                <a:cs typeface="Verdana" panose="020B0604030504040204"/>
              </a:rPr>
              <a:t>pengawas</a:t>
            </a:r>
            <a:endParaRPr sz="1600" dirty="0">
              <a:latin typeface="Verdana" panose="020B0604030504040204"/>
              <a:cs typeface="Verdana" panose="020B0604030504040204"/>
            </a:endParaRPr>
          </a:p>
          <a:p>
            <a:pPr marL="184785">
              <a:lnSpc>
                <a:spcPct val="100000"/>
              </a:lnSpc>
              <a:spcBef>
                <a:spcPts val="5"/>
              </a:spcBef>
            </a:pPr>
            <a:r>
              <a:rPr sz="1600" b="0" i="0" spc="-95" dirty="0">
                <a:latin typeface="Verdana" panose="020B0604030504040204"/>
                <a:cs typeface="Verdana" panose="020B0604030504040204"/>
              </a:rPr>
              <a:t>teknis</a:t>
            </a:r>
            <a:r>
              <a:rPr sz="1600" b="0" i="0" spc="-30" dirty="0">
                <a:latin typeface="Verdana" panose="020B0604030504040204"/>
                <a:cs typeface="Verdana" panose="020B0604030504040204"/>
              </a:rPr>
              <a:t> </a:t>
            </a:r>
            <a:r>
              <a:rPr sz="1600" b="0" i="0" dirty="0">
                <a:latin typeface="Verdana" panose="020B0604030504040204"/>
                <a:cs typeface="Verdana" panose="020B0604030504040204"/>
              </a:rPr>
              <a:t>pembangunan</a:t>
            </a:r>
            <a:r>
              <a:rPr sz="1600" b="0" i="0" spc="-85" dirty="0">
                <a:latin typeface="Verdana" panose="020B0604030504040204"/>
                <a:cs typeface="Verdana" panose="020B0604030504040204"/>
              </a:rPr>
              <a:t> </a:t>
            </a:r>
            <a:r>
              <a:rPr sz="1600" b="0" i="0" dirty="0">
                <a:latin typeface="Verdana" panose="020B0604030504040204"/>
                <a:cs typeface="Verdana" panose="020B0604030504040204"/>
              </a:rPr>
              <a:t>gedung-gedung</a:t>
            </a:r>
            <a:r>
              <a:rPr sz="1600" b="0" i="0" spc="-70" dirty="0">
                <a:latin typeface="Verdana" panose="020B0604030504040204"/>
                <a:cs typeface="Verdana" panose="020B0604030504040204"/>
              </a:rPr>
              <a:t> </a:t>
            </a:r>
            <a:r>
              <a:rPr sz="1600" b="0" i="0" spc="65" dirty="0">
                <a:latin typeface="Verdana" panose="020B0604030504040204"/>
                <a:cs typeface="Verdana" panose="020B0604030504040204"/>
              </a:rPr>
              <a:t>dan</a:t>
            </a:r>
            <a:r>
              <a:rPr sz="1600" b="0" i="0" spc="45" dirty="0">
                <a:latin typeface="Verdana" panose="020B0604030504040204"/>
                <a:cs typeface="Verdana" panose="020B0604030504040204"/>
              </a:rPr>
              <a:t> </a:t>
            </a:r>
            <a:r>
              <a:rPr sz="1600" b="0" i="0" dirty="0">
                <a:latin typeface="Verdana" panose="020B0604030504040204"/>
                <a:cs typeface="Verdana" panose="020B0604030504040204"/>
              </a:rPr>
              <a:t>patung</a:t>
            </a:r>
            <a:r>
              <a:rPr sz="1600" b="0" i="0" spc="-65" dirty="0">
                <a:latin typeface="Verdana" panose="020B0604030504040204"/>
                <a:cs typeface="Verdana" panose="020B0604030504040204"/>
              </a:rPr>
              <a:t> </a:t>
            </a:r>
            <a:r>
              <a:rPr sz="1600" b="0" i="0" spc="-20" dirty="0">
                <a:latin typeface="Verdana" panose="020B0604030504040204"/>
                <a:cs typeface="Verdana" panose="020B0604030504040204"/>
              </a:rPr>
              <a:t>suci</a:t>
            </a:r>
            <a:endParaRPr sz="1600" dirty="0">
              <a:latin typeface="Verdana" panose="020B0604030504040204"/>
              <a:cs typeface="Verdana" panose="020B060403050404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095" y="6257544"/>
            <a:ext cx="12201525" cy="606425"/>
            <a:chOff x="-6095" y="6257544"/>
            <a:chExt cx="12201525" cy="6064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6257544"/>
              <a:ext cx="3532632" cy="48158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151631" y="6550152"/>
              <a:ext cx="1000125" cy="182880"/>
            </a:xfrm>
            <a:custGeom>
              <a:avLst/>
              <a:gdLst/>
              <a:ahLst/>
              <a:cxnLst/>
              <a:rect l="l" t="t" r="r" b="b"/>
              <a:pathLst>
                <a:path w="1000125" h="182879">
                  <a:moveTo>
                    <a:pt x="999617" y="0"/>
                  </a:moveTo>
                  <a:lnTo>
                    <a:pt x="0" y="0"/>
                  </a:lnTo>
                  <a:lnTo>
                    <a:pt x="0" y="182880"/>
                  </a:lnTo>
                  <a:lnTo>
                    <a:pt x="999617" y="182880"/>
                  </a:lnTo>
                  <a:lnTo>
                    <a:pt x="999617" y="0"/>
                  </a:lnTo>
                  <a:close/>
                </a:path>
              </a:pathLst>
            </a:custGeom>
            <a:solidFill>
              <a:srgbClr val="F8AC4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5279" y="274320"/>
            <a:ext cx="588264" cy="633983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338124" y="863346"/>
            <a:ext cx="643255" cy="36068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 marR="5080" indent="48260">
              <a:lnSpc>
                <a:spcPts val="1200"/>
              </a:lnSpc>
              <a:spcBef>
                <a:spcPts val="340"/>
              </a:spcBef>
            </a:pPr>
            <a:r>
              <a:rPr sz="1200" b="1" spc="-10" dirty="0">
                <a:solidFill>
                  <a:srgbClr val="BD9000"/>
                </a:solidFill>
                <a:latin typeface="Calibri" panose="020F0502020204030204"/>
                <a:cs typeface="Calibri" panose="020F0502020204030204"/>
              </a:rPr>
              <a:t>Republik Indonesia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151879" y="4206366"/>
            <a:ext cx="6031230" cy="26466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marR="941705" indent="-287020" algn="just">
              <a:lnSpc>
                <a:spcPct val="100000"/>
              </a:lnSpc>
              <a:spcBef>
                <a:spcPts val="105"/>
              </a:spcBef>
              <a:buFont typeface="Wingdings" panose="05000000000000000000"/>
              <a:buChar char=""/>
              <a:tabLst>
                <a:tab pos="299085" algn="l"/>
              </a:tabLst>
            </a:pPr>
            <a:r>
              <a:rPr sz="1600" b="1" dirty="0">
                <a:latin typeface="Tahoma" panose="020B0604030504040204"/>
                <a:cs typeface="Tahoma" panose="020B0604030504040204"/>
              </a:rPr>
              <a:t>Nilai</a:t>
            </a:r>
            <a:r>
              <a:rPr sz="1600" b="1" spc="70" dirty="0">
                <a:latin typeface="Tahoma" panose="020B0604030504040204"/>
                <a:cs typeface="Tahoma" panose="020B0604030504040204"/>
              </a:rPr>
              <a:t> </a:t>
            </a:r>
            <a:r>
              <a:rPr sz="1600" b="1" spc="-25" dirty="0">
                <a:latin typeface="Tahoma" panose="020B0604030504040204"/>
                <a:cs typeface="Tahoma" panose="020B0604030504040204"/>
              </a:rPr>
              <a:t>Persatuan</a:t>
            </a:r>
            <a:r>
              <a:rPr sz="1600" b="1" spc="80" dirty="0">
                <a:latin typeface="Tahoma" panose="020B0604030504040204"/>
                <a:cs typeface="Tahoma" panose="020B0604030504040204"/>
              </a:rPr>
              <a:t> </a:t>
            </a:r>
            <a:r>
              <a:rPr sz="1600" spc="-30" dirty="0">
                <a:latin typeface="Verdana" panose="020B0604030504040204"/>
                <a:cs typeface="Verdana" panose="020B0604030504040204"/>
              </a:rPr>
              <a:t>terlihat</a:t>
            </a:r>
            <a:r>
              <a:rPr sz="1600" spc="-15" dirty="0">
                <a:latin typeface="Verdana" panose="020B0604030504040204"/>
                <a:cs typeface="Verdana" panose="020B0604030504040204"/>
              </a:rPr>
              <a:t> </a:t>
            </a:r>
            <a:r>
              <a:rPr sz="1600" dirty="0">
                <a:latin typeface="Verdana" panose="020B0604030504040204"/>
                <a:cs typeface="Verdana" panose="020B0604030504040204"/>
              </a:rPr>
              <a:t>dalam</a:t>
            </a:r>
            <a:r>
              <a:rPr sz="1600" spc="-20" dirty="0">
                <a:latin typeface="Verdana" panose="020B0604030504040204"/>
                <a:cs typeface="Verdana" panose="020B0604030504040204"/>
              </a:rPr>
              <a:t> </a:t>
            </a:r>
            <a:r>
              <a:rPr sz="1600" dirty="0">
                <a:latin typeface="Verdana" panose="020B0604030504040204"/>
                <a:cs typeface="Verdana" panose="020B0604030504040204"/>
              </a:rPr>
              <a:t>Sumpah</a:t>
            </a:r>
            <a:r>
              <a:rPr sz="1600" spc="-15" dirty="0">
                <a:latin typeface="Verdana" panose="020B0604030504040204"/>
                <a:cs typeface="Verdana" panose="020B0604030504040204"/>
              </a:rPr>
              <a:t> </a:t>
            </a:r>
            <a:r>
              <a:rPr sz="1600" spc="-10" dirty="0">
                <a:latin typeface="Verdana" panose="020B0604030504040204"/>
                <a:cs typeface="Verdana" panose="020B0604030504040204"/>
              </a:rPr>
              <a:t>Palapa, </a:t>
            </a:r>
            <a:r>
              <a:rPr sz="1600" spc="55" dirty="0">
                <a:latin typeface="Verdana" panose="020B0604030504040204"/>
                <a:cs typeface="Verdana" panose="020B0604030504040204"/>
              </a:rPr>
              <a:t>dan</a:t>
            </a:r>
            <a:r>
              <a:rPr sz="1600" spc="455" dirty="0">
                <a:latin typeface="Verdana" panose="020B0604030504040204"/>
                <a:cs typeface="Verdana" panose="020B0604030504040204"/>
              </a:rPr>
              <a:t> </a:t>
            </a:r>
            <a:r>
              <a:rPr sz="1600" dirty="0">
                <a:latin typeface="Verdana" panose="020B0604030504040204"/>
                <a:cs typeface="Verdana" panose="020B0604030504040204"/>
              </a:rPr>
              <a:t>hubungan</a:t>
            </a:r>
            <a:r>
              <a:rPr sz="1600" spc="459" dirty="0">
                <a:latin typeface="Verdana" panose="020B0604030504040204"/>
                <a:cs typeface="Verdana" panose="020B0604030504040204"/>
              </a:rPr>
              <a:t> </a:t>
            </a:r>
            <a:r>
              <a:rPr sz="1600" dirty="0">
                <a:latin typeface="Verdana" panose="020B0604030504040204"/>
                <a:cs typeface="Verdana" panose="020B0604030504040204"/>
              </a:rPr>
              <a:t>antar</a:t>
            </a:r>
            <a:r>
              <a:rPr sz="1600" spc="455" dirty="0">
                <a:latin typeface="Verdana" panose="020B0604030504040204"/>
                <a:cs typeface="Verdana" panose="020B0604030504040204"/>
              </a:rPr>
              <a:t> </a:t>
            </a:r>
            <a:r>
              <a:rPr sz="1600" dirty="0">
                <a:latin typeface="Verdana" panose="020B0604030504040204"/>
                <a:cs typeface="Verdana" panose="020B0604030504040204"/>
              </a:rPr>
              <a:t>negara</a:t>
            </a:r>
            <a:r>
              <a:rPr sz="1600" spc="484" dirty="0">
                <a:latin typeface="Verdana" panose="020B0604030504040204"/>
                <a:cs typeface="Verdana" panose="020B0604030504040204"/>
              </a:rPr>
              <a:t> </a:t>
            </a:r>
            <a:r>
              <a:rPr sz="1600" dirty="0">
                <a:latin typeface="Verdana" panose="020B0604030504040204"/>
                <a:cs typeface="Verdana" panose="020B0604030504040204"/>
              </a:rPr>
              <a:t>yakni</a:t>
            </a:r>
            <a:r>
              <a:rPr sz="1600" spc="490" dirty="0">
                <a:latin typeface="Verdana" panose="020B0604030504040204"/>
                <a:cs typeface="Verdana" panose="020B0604030504040204"/>
              </a:rPr>
              <a:t> </a:t>
            </a:r>
            <a:r>
              <a:rPr sz="1600" b="1" spc="-10" dirty="0">
                <a:latin typeface="Tahoma" panose="020B0604030504040204"/>
                <a:cs typeface="Tahoma" panose="020B0604030504040204"/>
              </a:rPr>
              <a:t>kerajaan </a:t>
            </a:r>
            <a:r>
              <a:rPr sz="1600" b="1" spc="-60" dirty="0">
                <a:latin typeface="Tahoma" panose="020B0604030504040204"/>
                <a:cs typeface="Tahoma" panose="020B0604030504040204"/>
              </a:rPr>
              <a:t>Tiongkok,</a:t>
            </a:r>
            <a:r>
              <a:rPr sz="1600" b="1" spc="-5" dirty="0">
                <a:latin typeface="Tahoma" panose="020B0604030504040204"/>
                <a:cs typeface="Tahoma" panose="020B0604030504040204"/>
              </a:rPr>
              <a:t> </a:t>
            </a:r>
            <a:r>
              <a:rPr sz="1600" b="1" dirty="0">
                <a:latin typeface="Tahoma" panose="020B0604030504040204"/>
                <a:cs typeface="Tahoma" panose="020B0604030504040204"/>
              </a:rPr>
              <a:t>Ayodya,</a:t>
            </a:r>
            <a:r>
              <a:rPr sz="1600" b="1" spc="-35" dirty="0">
                <a:latin typeface="Tahoma" panose="020B0604030504040204"/>
                <a:cs typeface="Tahoma" panose="020B0604030504040204"/>
              </a:rPr>
              <a:t> </a:t>
            </a:r>
            <a:r>
              <a:rPr sz="1600" b="1" spc="50" dirty="0">
                <a:latin typeface="Tahoma" panose="020B0604030504040204"/>
                <a:cs typeface="Tahoma" panose="020B0604030504040204"/>
              </a:rPr>
              <a:t>Champa</a:t>
            </a:r>
            <a:r>
              <a:rPr sz="1600" b="1" spc="35" dirty="0">
                <a:latin typeface="Tahoma" panose="020B0604030504040204"/>
                <a:cs typeface="Tahoma" panose="020B0604030504040204"/>
              </a:rPr>
              <a:t> </a:t>
            </a:r>
            <a:r>
              <a:rPr sz="1600" b="1" dirty="0">
                <a:latin typeface="Tahoma" panose="020B0604030504040204"/>
                <a:cs typeface="Tahoma" panose="020B0604030504040204"/>
              </a:rPr>
              <a:t>dan</a:t>
            </a:r>
            <a:r>
              <a:rPr sz="1600" b="1" spc="65" dirty="0">
                <a:latin typeface="Tahoma" panose="020B0604030504040204"/>
                <a:cs typeface="Tahoma" panose="020B0604030504040204"/>
              </a:rPr>
              <a:t> </a:t>
            </a:r>
            <a:r>
              <a:rPr sz="1600" b="1" spc="-10" dirty="0">
                <a:latin typeface="Tahoma" panose="020B0604030504040204"/>
                <a:cs typeface="Tahoma" panose="020B0604030504040204"/>
              </a:rPr>
              <a:t>Kamboja</a:t>
            </a:r>
            <a:endParaRPr sz="1600">
              <a:latin typeface="Tahoma" panose="020B0604030504040204"/>
              <a:cs typeface="Tahoma" panose="020B0604030504040204"/>
            </a:endParaRPr>
          </a:p>
          <a:p>
            <a:pPr marL="286385" marR="400050" indent="-286385" algn="ctr">
              <a:lnSpc>
                <a:spcPct val="100000"/>
              </a:lnSpc>
              <a:spcBef>
                <a:spcPts val="605"/>
              </a:spcBef>
              <a:buFont typeface="Wingdings" panose="05000000000000000000"/>
              <a:buChar char=""/>
              <a:tabLst>
                <a:tab pos="286385" algn="l"/>
                <a:tab pos="1334770" algn="l"/>
                <a:tab pos="2463165" algn="l"/>
                <a:tab pos="2987040" algn="l"/>
                <a:tab pos="3782695" algn="l"/>
                <a:tab pos="4722495" algn="l"/>
                <a:tab pos="4920615" algn="l"/>
                <a:tab pos="5551170" algn="l"/>
              </a:tabLst>
            </a:pPr>
            <a:r>
              <a:rPr sz="1600" spc="-10" dirty="0">
                <a:latin typeface="Verdana" panose="020B0604030504040204"/>
                <a:cs typeface="Verdana" panose="020B0604030504040204"/>
              </a:rPr>
              <a:t>Terdapat</a:t>
            </a:r>
            <a:r>
              <a:rPr sz="1600" dirty="0">
                <a:latin typeface="Verdana" panose="020B0604030504040204"/>
                <a:cs typeface="Verdana" panose="020B0604030504040204"/>
              </a:rPr>
              <a:t>	</a:t>
            </a:r>
            <a:r>
              <a:rPr sz="1600" spc="-10" dirty="0">
                <a:latin typeface="Verdana" panose="020B0604030504040204"/>
                <a:cs typeface="Verdana" panose="020B0604030504040204"/>
              </a:rPr>
              <a:t>penasihat</a:t>
            </a:r>
            <a:r>
              <a:rPr sz="1600" dirty="0">
                <a:latin typeface="Verdana" panose="020B0604030504040204"/>
                <a:cs typeface="Verdana" panose="020B0604030504040204"/>
              </a:rPr>
              <a:t>	</a:t>
            </a:r>
            <a:r>
              <a:rPr sz="1600" spc="-20" dirty="0">
                <a:latin typeface="Verdana" panose="020B0604030504040204"/>
                <a:cs typeface="Verdana" panose="020B0604030504040204"/>
              </a:rPr>
              <a:t>raja</a:t>
            </a:r>
            <a:r>
              <a:rPr sz="1600" dirty="0">
                <a:latin typeface="Verdana" panose="020B0604030504040204"/>
                <a:cs typeface="Verdana" panose="020B0604030504040204"/>
              </a:rPr>
              <a:t>	</a:t>
            </a:r>
            <a:r>
              <a:rPr sz="1600" spc="-10" dirty="0">
                <a:latin typeface="Verdana" panose="020B0604030504040204"/>
                <a:cs typeface="Verdana" panose="020B0604030504040204"/>
              </a:rPr>
              <a:t>seperti</a:t>
            </a:r>
            <a:r>
              <a:rPr sz="1600" dirty="0">
                <a:latin typeface="Verdana" panose="020B0604030504040204"/>
                <a:cs typeface="Verdana" panose="020B0604030504040204"/>
              </a:rPr>
              <a:t>	</a:t>
            </a:r>
            <a:r>
              <a:rPr sz="1600" spc="-10" dirty="0">
                <a:latin typeface="Verdana" panose="020B0604030504040204"/>
                <a:cs typeface="Verdana" panose="020B0604030504040204"/>
              </a:rPr>
              <a:t>Rakryan</a:t>
            </a:r>
            <a:r>
              <a:rPr sz="1600" dirty="0">
                <a:latin typeface="Verdana" panose="020B0604030504040204"/>
                <a:cs typeface="Verdana" panose="020B0604030504040204"/>
              </a:rPr>
              <a:t>	</a:t>
            </a:r>
            <a:r>
              <a:rPr sz="1600" spc="-370" dirty="0">
                <a:latin typeface="Verdana" panose="020B0604030504040204"/>
                <a:cs typeface="Verdana" panose="020B0604030504040204"/>
              </a:rPr>
              <a:t>I</a:t>
            </a:r>
            <a:r>
              <a:rPr sz="1600" dirty="0">
                <a:latin typeface="Verdana" panose="020B0604030504040204"/>
                <a:cs typeface="Verdana" panose="020B0604030504040204"/>
              </a:rPr>
              <a:t>	</a:t>
            </a:r>
            <a:r>
              <a:rPr sz="1600" spc="-10" dirty="0">
                <a:latin typeface="Verdana" panose="020B0604030504040204"/>
                <a:cs typeface="Verdana" panose="020B0604030504040204"/>
              </a:rPr>
              <a:t>Hino,</a:t>
            </a:r>
            <a:r>
              <a:rPr sz="1600" dirty="0">
                <a:latin typeface="Verdana" panose="020B0604030504040204"/>
                <a:cs typeface="Verdana" panose="020B0604030504040204"/>
              </a:rPr>
              <a:t>	</a:t>
            </a:r>
            <a:r>
              <a:rPr sz="1600" spc="-370" dirty="0">
                <a:latin typeface="Verdana" panose="020B0604030504040204"/>
                <a:cs typeface="Verdana" panose="020B0604030504040204"/>
              </a:rPr>
              <a:t>I</a:t>
            </a:r>
            <a:endParaRPr sz="1600">
              <a:latin typeface="Verdana" panose="020B0604030504040204"/>
              <a:cs typeface="Verdana" panose="020B0604030504040204"/>
            </a:endParaRPr>
          </a:p>
          <a:p>
            <a:pPr marR="444500" algn="ctr">
              <a:lnSpc>
                <a:spcPct val="100000"/>
              </a:lnSpc>
            </a:pPr>
            <a:r>
              <a:rPr sz="1600" spc="-125" dirty="0">
                <a:latin typeface="Verdana" panose="020B0604030504040204"/>
                <a:cs typeface="Verdana" panose="020B0604030504040204"/>
              </a:rPr>
              <a:t>Sirikan,</a:t>
            </a:r>
            <a:r>
              <a:rPr sz="1600" spc="-175" dirty="0">
                <a:latin typeface="Verdana" panose="020B0604030504040204"/>
                <a:cs typeface="Verdana" panose="020B0604030504040204"/>
              </a:rPr>
              <a:t> </a:t>
            </a:r>
            <a:r>
              <a:rPr sz="1600" dirty="0">
                <a:latin typeface="Verdana" panose="020B0604030504040204"/>
                <a:cs typeface="Verdana" panose="020B0604030504040204"/>
              </a:rPr>
              <a:t>&amp;</a:t>
            </a:r>
            <a:r>
              <a:rPr sz="1600" spc="-90" dirty="0">
                <a:latin typeface="Verdana" panose="020B0604030504040204"/>
                <a:cs typeface="Verdana" panose="020B0604030504040204"/>
              </a:rPr>
              <a:t> </a:t>
            </a:r>
            <a:r>
              <a:rPr sz="1600" spc="-320" dirty="0">
                <a:latin typeface="Verdana" panose="020B0604030504040204"/>
                <a:cs typeface="Verdana" panose="020B0604030504040204"/>
              </a:rPr>
              <a:t>I</a:t>
            </a:r>
            <a:r>
              <a:rPr sz="1600" spc="-70" dirty="0">
                <a:latin typeface="Verdana" panose="020B0604030504040204"/>
                <a:cs typeface="Verdana" panose="020B0604030504040204"/>
              </a:rPr>
              <a:t> </a:t>
            </a:r>
            <a:r>
              <a:rPr sz="1600" spc="-40" dirty="0">
                <a:latin typeface="Verdana" panose="020B0604030504040204"/>
                <a:cs typeface="Verdana" panose="020B0604030504040204"/>
              </a:rPr>
              <a:t>Halu</a:t>
            </a:r>
            <a:r>
              <a:rPr sz="1600" spc="-145" dirty="0">
                <a:latin typeface="Verdana" panose="020B0604030504040204"/>
                <a:cs typeface="Verdana" panose="020B0604030504040204"/>
              </a:rPr>
              <a:t> </a:t>
            </a:r>
            <a:r>
              <a:rPr sz="1600" dirty="0">
                <a:latin typeface="Verdana" panose="020B0604030504040204"/>
                <a:cs typeface="Verdana" panose="020B0604030504040204"/>
              </a:rPr>
              <a:t>sebagai</a:t>
            </a:r>
            <a:r>
              <a:rPr sz="1600" spc="-130" dirty="0">
                <a:latin typeface="Verdana" panose="020B0604030504040204"/>
                <a:cs typeface="Verdana" panose="020B0604030504040204"/>
              </a:rPr>
              <a:t> </a:t>
            </a:r>
            <a:r>
              <a:rPr sz="1600" spc="-50" dirty="0">
                <a:latin typeface="Verdana" panose="020B0604030504040204"/>
                <a:cs typeface="Verdana" panose="020B0604030504040204"/>
              </a:rPr>
              <a:t>Nilai</a:t>
            </a:r>
            <a:r>
              <a:rPr sz="1600" spc="-160" dirty="0">
                <a:latin typeface="Verdana" panose="020B0604030504040204"/>
                <a:cs typeface="Verdana" panose="020B0604030504040204"/>
              </a:rPr>
              <a:t> </a:t>
            </a:r>
            <a:r>
              <a:rPr sz="1600" spc="-10" dirty="0">
                <a:latin typeface="Verdana" panose="020B0604030504040204"/>
                <a:cs typeface="Verdana" panose="020B0604030504040204"/>
              </a:rPr>
              <a:t>Musyawarah</a:t>
            </a:r>
            <a:r>
              <a:rPr sz="1600" spc="-170" dirty="0">
                <a:latin typeface="Verdana" panose="020B0604030504040204"/>
                <a:cs typeface="Verdana" panose="020B0604030504040204"/>
              </a:rPr>
              <a:t> </a:t>
            </a:r>
            <a:r>
              <a:rPr sz="1600" spc="-10" dirty="0">
                <a:latin typeface="Verdana" panose="020B0604030504040204"/>
                <a:cs typeface="Verdana" panose="020B0604030504040204"/>
              </a:rPr>
              <a:t>Mufakat</a:t>
            </a:r>
            <a:endParaRPr sz="1600">
              <a:latin typeface="Verdana" panose="020B0604030504040204"/>
              <a:cs typeface="Verdana" panose="020B0604030504040204"/>
            </a:endParaRPr>
          </a:p>
          <a:p>
            <a:pPr marL="286385" marR="413385" indent="-286385" algn="r">
              <a:lnSpc>
                <a:spcPct val="100000"/>
              </a:lnSpc>
              <a:spcBef>
                <a:spcPts val="600"/>
              </a:spcBef>
              <a:buFont typeface="Wingdings" panose="05000000000000000000"/>
              <a:buChar char=""/>
              <a:tabLst>
                <a:tab pos="286385" algn="l"/>
              </a:tabLst>
            </a:pPr>
            <a:r>
              <a:rPr sz="1600" dirty="0">
                <a:latin typeface="Verdana" panose="020B0604030504040204"/>
                <a:cs typeface="Verdana" panose="020B0604030504040204"/>
              </a:rPr>
              <a:t>Kejayaan</a:t>
            </a:r>
            <a:r>
              <a:rPr sz="1600" spc="50" dirty="0">
                <a:latin typeface="Verdana" panose="020B0604030504040204"/>
                <a:cs typeface="Verdana" panose="020B0604030504040204"/>
              </a:rPr>
              <a:t> </a:t>
            </a:r>
            <a:r>
              <a:rPr sz="1600" dirty="0">
                <a:latin typeface="Verdana" panose="020B0604030504040204"/>
                <a:cs typeface="Verdana" panose="020B0604030504040204"/>
              </a:rPr>
              <a:t>Majapahit</a:t>
            </a:r>
            <a:r>
              <a:rPr sz="1600" spc="35" dirty="0">
                <a:latin typeface="Verdana" panose="020B0604030504040204"/>
                <a:cs typeface="Verdana" panose="020B0604030504040204"/>
              </a:rPr>
              <a:t> </a:t>
            </a:r>
            <a:r>
              <a:rPr sz="1600" spc="-10" dirty="0">
                <a:latin typeface="Verdana" panose="020B0604030504040204"/>
                <a:cs typeface="Verdana" panose="020B0604030504040204"/>
              </a:rPr>
              <a:t>mulai</a:t>
            </a:r>
            <a:r>
              <a:rPr sz="1600" spc="85" dirty="0">
                <a:latin typeface="Verdana" panose="020B0604030504040204"/>
                <a:cs typeface="Verdana" panose="020B0604030504040204"/>
              </a:rPr>
              <a:t> </a:t>
            </a:r>
            <a:r>
              <a:rPr sz="1600" dirty="0">
                <a:latin typeface="Verdana" panose="020B0604030504040204"/>
                <a:cs typeface="Verdana" panose="020B0604030504040204"/>
              </a:rPr>
              <a:t>memudar</a:t>
            </a:r>
            <a:r>
              <a:rPr sz="1600" spc="45" dirty="0">
                <a:latin typeface="Verdana" panose="020B0604030504040204"/>
                <a:cs typeface="Verdana" panose="020B0604030504040204"/>
              </a:rPr>
              <a:t> </a:t>
            </a:r>
            <a:r>
              <a:rPr sz="1600" spc="100" dirty="0">
                <a:latin typeface="Verdana" panose="020B0604030504040204"/>
                <a:cs typeface="Verdana" panose="020B0604030504040204"/>
              </a:rPr>
              <a:t>pada</a:t>
            </a:r>
            <a:r>
              <a:rPr sz="1600" spc="50" dirty="0">
                <a:latin typeface="Verdana" panose="020B0604030504040204"/>
                <a:cs typeface="Verdana" panose="020B0604030504040204"/>
              </a:rPr>
              <a:t> </a:t>
            </a:r>
            <a:r>
              <a:rPr sz="1600" spc="100" dirty="0">
                <a:latin typeface="Verdana" panose="020B0604030504040204"/>
                <a:cs typeface="Verdana" panose="020B0604030504040204"/>
              </a:rPr>
              <a:t>abad</a:t>
            </a:r>
            <a:r>
              <a:rPr sz="1600" spc="50" dirty="0">
                <a:latin typeface="Verdana" panose="020B0604030504040204"/>
                <a:cs typeface="Verdana" panose="020B0604030504040204"/>
              </a:rPr>
              <a:t> </a:t>
            </a:r>
            <a:r>
              <a:rPr sz="1600" spc="-25" dirty="0">
                <a:latin typeface="Verdana" panose="020B0604030504040204"/>
                <a:cs typeface="Verdana" panose="020B0604030504040204"/>
              </a:rPr>
              <a:t>ke</a:t>
            </a:r>
            <a:endParaRPr sz="1600">
              <a:latin typeface="Verdana" panose="020B0604030504040204"/>
              <a:cs typeface="Verdana" panose="020B0604030504040204"/>
            </a:endParaRPr>
          </a:p>
          <a:p>
            <a:pPr marR="407035" algn="r">
              <a:lnSpc>
                <a:spcPct val="100000"/>
              </a:lnSpc>
            </a:pPr>
            <a:r>
              <a:rPr sz="1600" dirty="0">
                <a:latin typeface="Verdana" panose="020B0604030504040204"/>
                <a:cs typeface="Verdana" panose="020B0604030504040204"/>
              </a:rPr>
              <a:t>XV</a:t>
            </a:r>
            <a:r>
              <a:rPr sz="1600" spc="310" dirty="0">
                <a:latin typeface="Verdana" panose="020B0604030504040204"/>
                <a:cs typeface="Verdana" panose="020B0604030504040204"/>
              </a:rPr>
              <a:t> </a:t>
            </a:r>
            <a:r>
              <a:rPr sz="1600" dirty="0">
                <a:latin typeface="Verdana" panose="020B0604030504040204"/>
                <a:cs typeface="Verdana" panose="020B0604030504040204"/>
              </a:rPr>
              <a:t>yang</a:t>
            </a:r>
            <a:r>
              <a:rPr sz="1600" spc="310" dirty="0">
                <a:latin typeface="Verdana" panose="020B0604030504040204"/>
                <a:cs typeface="Verdana" panose="020B0604030504040204"/>
              </a:rPr>
              <a:t> </a:t>
            </a:r>
            <a:r>
              <a:rPr sz="1600" dirty="0">
                <a:latin typeface="Verdana" panose="020B0604030504040204"/>
                <a:cs typeface="Verdana" panose="020B0604030504040204"/>
              </a:rPr>
              <a:t>disebabkan</a:t>
            </a:r>
            <a:r>
              <a:rPr sz="1600" spc="315" dirty="0">
                <a:latin typeface="Verdana" panose="020B0604030504040204"/>
                <a:cs typeface="Verdana" panose="020B0604030504040204"/>
              </a:rPr>
              <a:t> </a:t>
            </a:r>
            <a:r>
              <a:rPr sz="1600" dirty="0">
                <a:latin typeface="Verdana" panose="020B0604030504040204"/>
                <a:cs typeface="Verdana" panose="020B0604030504040204"/>
              </a:rPr>
              <a:t>oleh</a:t>
            </a:r>
            <a:r>
              <a:rPr sz="1600" spc="295" dirty="0">
                <a:latin typeface="Verdana" panose="020B0604030504040204"/>
                <a:cs typeface="Verdana" panose="020B0604030504040204"/>
              </a:rPr>
              <a:t> </a:t>
            </a:r>
            <a:r>
              <a:rPr sz="1600" spc="-45" dirty="0">
                <a:latin typeface="Verdana" panose="020B0604030504040204"/>
                <a:cs typeface="Verdana" panose="020B0604030504040204"/>
              </a:rPr>
              <a:t>perselisihan</a:t>
            </a:r>
            <a:r>
              <a:rPr sz="1600" spc="320" dirty="0">
                <a:latin typeface="Verdana" panose="020B0604030504040204"/>
                <a:cs typeface="Verdana" panose="020B0604030504040204"/>
              </a:rPr>
              <a:t> </a:t>
            </a:r>
            <a:r>
              <a:rPr sz="1600" dirty="0">
                <a:latin typeface="Verdana" panose="020B0604030504040204"/>
                <a:cs typeface="Verdana" panose="020B0604030504040204"/>
              </a:rPr>
              <a:t>dan</a:t>
            </a:r>
            <a:r>
              <a:rPr sz="1600" spc="290" dirty="0">
                <a:latin typeface="Verdana" panose="020B0604030504040204"/>
                <a:cs typeface="Verdana" panose="020B0604030504040204"/>
              </a:rPr>
              <a:t> </a:t>
            </a:r>
            <a:r>
              <a:rPr sz="1600" spc="-10" dirty="0">
                <a:latin typeface="Verdana" panose="020B0604030504040204"/>
                <a:cs typeface="Verdana" panose="020B0604030504040204"/>
              </a:rPr>
              <a:t>perang</a:t>
            </a:r>
            <a:endParaRPr sz="1600">
              <a:latin typeface="Verdana" panose="020B0604030504040204"/>
              <a:cs typeface="Verdana" panose="020B0604030504040204"/>
            </a:endParaRPr>
          </a:p>
          <a:p>
            <a:pPr marL="299085">
              <a:lnSpc>
                <a:spcPct val="100000"/>
              </a:lnSpc>
            </a:pPr>
            <a:r>
              <a:rPr sz="1600" spc="-10" dirty="0">
                <a:latin typeface="Verdana" panose="020B0604030504040204"/>
                <a:cs typeface="Verdana" panose="020B0604030504040204"/>
              </a:rPr>
              <a:t>saudara</a:t>
            </a:r>
            <a:endParaRPr sz="1600">
              <a:latin typeface="Verdana" panose="020B0604030504040204"/>
              <a:cs typeface="Verdana" panose="020B0604030504040204"/>
            </a:endParaRPr>
          </a:p>
          <a:p>
            <a:pPr>
              <a:lnSpc>
                <a:spcPct val="100000"/>
              </a:lnSpc>
              <a:spcBef>
                <a:spcPts val="195"/>
              </a:spcBef>
            </a:pPr>
            <a:endParaRPr sz="1600">
              <a:latin typeface="Verdana" panose="020B0604030504040204"/>
              <a:cs typeface="Verdana" panose="020B0604030504040204"/>
            </a:endParaRPr>
          </a:p>
          <a:p>
            <a:pPr marR="373380" algn="r">
              <a:lnSpc>
                <a:spcPct val="100000"/>
              </a:lnSpc>
            </a:pPr>
            <a:r>
              <a:rPr sz="1600" b="1" spc="-5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9</a:t>
            </a:r>
            <a:endParaRPr sz="16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3794505" y="369773"/>
            <a:ext cx="4612640" cy="4540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800" dirty="0">
                <a:latin typeface="Calibri" panose="020F0502020204030204"/>
                <a:cs typeface="Calibri" panose="020F0502020204030204"/>
              </a:rPr>
              <a:t>ZAMAN</a:t>
            </a:r>
            <a:r>
              <a:rPr sz="2800" spc="-8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10" dirty="0">
                <a:latin typeface="Calibri" panose="020F0502020204030204"/>
                <a:cs typeface="Calibri" panose="020F0502020204030204"/>
              </a:rPr>
              <a:t>KERAJAAN</a:t>
            </a:r>
            <a:r>
              <a:rPr sz="2800" spc="-9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20" dirty="0">
                <a:latin typeface="Calibri" panose="020F0502020204030204"/>
                <a:cs typeface="Calibri" panose="020F0502020204030204"/>
              </a:rPr>
              <a:t>MAJAPAHIT</a:t>
            </a:r>
            <a:endParaRPr sz="28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06679" y="1386839"/>
            <a:ext cx="5712460" cy="4718685"/>
            <a:chOff x="106679" y="1386839"/>
            <a:chExt cx="5712460" cy="4718685"/>
          </a:xfrm>
        </p:grpSpPr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35279" y="1874519"/>
              <a:ext cx="2557272" cy="1801367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32231" y="3919727"/>
              <a:ext cx="2557272" cy="1853183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962656" y="1901951"/>
              <a:ext cx="2663951" cy="387096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18871" y="1399031"/>
              <a:ext cx="5687695" cy="4693920"/>
            </a:xfrm>
            <a:custGeom>
              <a:avLst/>
              <a:gdLst/>
              <a:ahLst/>
              <a:cxnLst/>
              <a:rect l="l" t="t" r="r" b="b"/>
              <a:pathLst>
                <a:path w="5687695" h="4693920">
                  <a:moveTo>
                    <a:pt x="0" y="4693920"/>
                  </a:moveTo>
                  <a:lnTo>
                    <a:pt x="5687568" y="4693920"/>
                  </a:lnTo>
                  <a:lnTo>
                    <a:pt x="5687568" y="0"/>
                  </a:lnTo>
                  <a:lnTo>
                    <a:pt x="0" y="0"/>
                  </a:lnTo>
                  <a:lnTo>
                    <a:pt x="0" y="4693920"/>
                  </a:lnTo>
                  <a:close/>
                </a:path>
              </a:pathLst>
            </a:custGeom>
            <a:ln w="24384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6071615" y="899160"/>
            <a:ext cx="2301240" cy="271780"/>
          </a:xfrm>
          <a:prstGeom prst="rect">
            <a:avLst/>
          </a:prstGeom>
          <a:solidFill>
            <a:srgbClr val="BAD6D5"/>
          </a:solidFill>
        </p:spPr>
        <p:txBody>
          <a:bodyPr vert="horz" wrap="square" lIns="0" tIns="0" rIns="0" bIns="0" rtlCol="0">
            <a:spAutoFit/>
          </a:bodyPr>
          <a:lstStyle/>
          <a:p>
            <a:pPr marL="92710">
              <a:lnSpc>
                <a:spcPts val="2010"/>
              </a:lnSpc>
            </a:pPr>
            <a:r>
              <a:rPr sz="1800" b="1" i="1" dirty="0">
                <a:latin typeface="Calibri" panose="020F0502020204030204"/>
                <a:cs typeface="Calibri" panose="020F0502020204030204"/>
              </a:rPr>
              <a:t>Data</a:t>
            </a:r>
            <a:r>
              <a:rPr sz="1800" b="1" i="1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i="1" spc="-10" dirty="0">
                <a:latin typeface="Calibri" panose="020F0502020204030204"/>
                <a:cs typeface="Calibri" panose="020F0502020204030204"/>
              </a:rPr>
              <a:t>Sejarah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446007" y="899160"/>
            <a:ext cx="201295" cy="289560"/>
          </a:xfrm>
          <a:custGeom>
            <a:avLst/>
            <a:gdLst/>
            <a:ahLst/>
            <a:cxnLst/>
            <a:rect l="l" t="t" r="r" b="b"/>
            <a:pathLst>
              <a:path w="201295" h="289559">
                <a:moveTo>
                  <a:pt x="201041" y="0"/>
                </a:moveTo>
                <a:lnTo>
                  <a:pt x="0" y="0"/>
                </a:lnTo>
                <a:lnTo>
                  <a:pt x="0" y="289051"/>
                </a:lnTo>
                <a:lnTo>
                  <a:pt x="201041" y="289051"/>
                </a:lnTo>
                <a:lnTo>
                  <a:pt x="201041" y="0"/>
                </a:lnTo>
                <a:close/>
              </a:path>
            </a:pathLst>
          </a:custGeom>
          <a:solidFill>
            <a:srgbClr val="93FF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6151879" y="1293698"/>
            <a:ext cx="5097145" cy="20548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97815" marR="104140" indent="-285750" algn="just">
              <a:lnSpc>
                <a:spcPct val="100000"/>
              </a:lnSpc>
              <a:spcBef>
                <a:spcPts val="110"/>
              </a:spcBef>
              <a:buFont typeface="Wingdings" panose="05000000000000000000"/>
              <a:buChar char=""/>
              <a:tabLst>
                <a:tab pos="299085" algn="l"/>
              </a:tabLst>
            </a:pPr>
            <a:r>
              <a:rPr sz="1600" dirty="0">
                <a:latin typeface="Verdana" panose="020B0604030504040204"/>
                <a:cs typeface="Verdana" panose="020B0604030504040204"/>
              </a:rPr>
              <a:t>Berdiri</a:t>
            </a:r>
            <a:r>
              <a:rPr sz="1600" spc="370" dirty="0">
                <a:latin typeface="Verdana" panose="020B0604030504040204"/>
                <a:cs typeface="Verdana" panose="020B0604030504040204"/>
              </a:rPr>
              <a:t>  </a:t>
            </a:r>
            <a:r>
              <a:rPr sz="1600" spc="95" dirty="0">
                <a:latin typeface="Verdana" panose="020B0604030504040204"/>
                <a:cs typeface="Verdana" panose="020B0604030504040204"/>
              </a:rPr>
              <a:t>pada</a:t>
            </a:r>
            <a:r>
              <a:rPr sz="1600" spc="370" dirty="0">
                <a:latin typeface="Verdana" panose="020B0604030504040204"/>
                <a:cs typeface="Verdana" panose="020B0604030504040204"/>
              </a:rPr>
              <a:t>  </a:t>
            </a:r>
            <a:r>
              <a:rPr sz="1600" dirty="0">
                <a:latin typeface="Verdana" panose="020B0604030504040204"/>
                <a:cs typeface="Verdana" panose="020B0604030504040204"/>
              </a:rPr>
              <a:t>tahun</a:t>
            </a:r>
            <a:r>
              <a:rPr sz="1600" spc="350" dirty="0">
                <a:latin typeface="Verdana" panose="020B0604030504040204"/>
                <a:cs typeface="Verdana" panose="020B0604030504040204"/>
              </a:rPr>
              <a:t> </a:t>
            </a:r>
            <a:r>
              <a:rPr sz="1600" b="1" spc="-125" dirty="0">
                <a:latin typeface="Tahoma" panose="020B0604030504040204"/>
                <a:cs typeface="Tahoma" panose="020B0604030504040204"/>
              </a:rPr>
              <a:t>1293-</a:t>
            </a:r>
            <a:r>
              <a:rPr sz="1600" b="1" dirty="0">
                <a:latin typeface="Tahoma" panose="020B0604030504040204"/>
                <a:cs typeface="Tahoma" panose="020B0604030504040204"/>
              </a:rPr>
              <a:t>1478,</a:t>
            </a:r>
            <a:r>
              <a:rPr sz="1600" b="1" spc="465" dirty="0">
                <a:latin typeface="Tahoma" panose="020B0604030504040204"/>
                <a:cs typeface="Tahoma" panose="020B0604030504040204"/>
              </a:rPr>
              <a:t> </a:t>
            </a:r>
            <a:r>
              <a:rPr sz="1600" spc="-10" dirty="0">
                <a:latin typeface="Verdana" panose="020B0604030504040204"/>
                <a:cs typeface="Verdana" panose="020B0604030504040204"/>
              </a:rPr>
              <a:t>mencapai 	</a:t>
            </a:r>
            <a:r>
              <a:rPr sz="1600" dirty="0">
                <a:latin typeface="Verdana" panose="020B0604030504040204"/>
                <a:cs typeface="Verdana" panose="020B0604030504040204"/>
              </a:rPr>
              <a:t>masa</a:t>
            </a:r>
            <a:r>
              <a:rPr sz="1600" spc="150" dirty="0">
                <a:latin typeface="Verdana" panose="020B0604030504040204"/>
                <a:cs typeface="Verdana" panose="020B0604030504040204"/>
              </a:rPr>
              <a:t>  </a:t>
            </a:r>
            <a:r>
              <a:rPr sz="1600" dirty="0">
                <a:latin typeface="Verdana" panose="020B0604030504040204"/>
                <a:cs typeface="Verdana" panose="020B0604030504040204"/>
              </a:rPr>
              <a:t>keemasan</a:t>
            </a:r>
            <a:r>
              <a:rPr sz="1600" spc="150" dirty="0">
                <a:latin typeface="Verdana" panose="020B0604030504040204"/>
                <a:cs typeface="Verdana" panose="020B0604030504040204"/>
              </a:rPr>
              <a:t>  </a:t>
            </a:r>
            <a:r>
              <a:rPr sz="1600" spc="100" dirty="0">
                <a:latin typeface="Verdana" panose="020B0604030504040204"/>
                <a:cs typeface="Verdana" panose="020B0604030504040204"/>
              </a:rPr>
              <a:t>pada</a:t>
            </a:r>
            <a:r>
              <a:rPr sz="1600" spc="150" dirty="0">
                <a:latin typeface="Verdana" panose="020B0604030504040204"/>
                <a:cs typeface="Verdana" panose="020B0604030504040204"/>
              </a:rPr>
              <a:t>  </a:t>
            </a:r>
            <a:r>
              <a:rPr sz="1600" dirty="0">
                <a:latin typeface="Verdana" panose="020B0604030504040204"/>
                <a:cs typeface="Verdana" panose="020B0604030504040204"/>
              </a:rPr>
              <a:t>pemerintahan</a:t>
            </a:r>
            <a:r>
              <a:rPr sz="1600" spc="165" dirty="0">
                <a:latin typeface="Verdana" panose="020B0604030504040204"/>
                <a:cs typeface="Verdana" panose="020B0604030504040204"/>
              </a:rPr>
              <a:t>  </a:t>
            </a:r>
            <a:r>
              <a:rPr sz="1600" spc="-20" dirty="0">
                <a:latin typeface="Verdana" panose="020B0604030504040204"/>
                <a:cs typeface="Verdana" panose="020B0604030504040204"/>
              </a:rPr>
              <a:t>raja 	</a:t>
            </a:r>
            <a:r>
              <a:rPr sz="1600" b="1" dirty="0">
                <a:latin typeface="Tahoma" panose="020B0604030504040204"/>
                <a:cs typeface="Tahoma" panose="020B0604030504040204"/>
              </a:rPr>
              <a:t>Hayam</a:t>
            </a:r>
            <a:r>
              <a:rPr sz="1600" b="1" spc="350" dirty="0">
                <a:latin typeface="Tahoma" panose="020B0604030504040204"/>
                <a:cs typeface="Tahoma" panose="020B0604030504040204"/>
              </a:rPr>
              <a:t> </a:t>
            </a:r>
            <a:r>
              <a:rPr sz="1600" b="1" spc="-20" dirty="0">
                <a:latin typeface="Tahoma" panose="020B0604030504040204"/>
                <a:cs typeface="Tahoma" panose="020B0604030504040204"/>
              </a:rPr>
              <a:t>Wuruk</a:t>
            </a:r>
            <a:r>
              <a:rPr sz="1600" b="1" spc="345" dirty="0">
                <a:latin typeface="Tahoma" panose="020B0604030504040204"/>
                <a:cs typeface="Tahoma" panose="020B0604030504040204"/>
              </a:rPr>
              <a:t> </a:t>
            </a:r>
            <a:r>
              <a:rPr sz="1600" b="1" dirty="0">
                <a:latin typeface="Tahoma" panose="020B0604030504040204"/>
                <a:cs typeface="Tahoma" panose="020B0604030504040204"/>
              </a:rPr>
              <a:t>dan</a:t>
            </a:r>
            <a:r>
              <a:rPr sz="1600" b="1" spc="345" dirty="0">
                <a:latin typeface="Tahoma" panose="020B0604030504040204"/>
                <a:cs typeface="Tahoma" panose="020B0604030504040204"/>
              </a:rPr>
              <a:t> </a:t>
            </a:r>
            <a:r>
              <a:rPr sz="1600" b="1" dirty="0">
                <a:latin typeface="Tahoma" panose="020B0604030504040204"/>
                <a:cs typeface="Tahoma" panose="020B0604030504040204"/>
              </a:rPr>
              <a:t>Maha</a:t>
            </a:r>
            <a:r>
              <a:rPr sz="1600" b="1" spc="340" dirty="0">
                <a:latin typeface="Tahoma" panose="020B0604030504040204"/>
                <a:cs typeface="Tahoma" panose="020B0604030504040204"/>
              </a:rPr>
              <a:t> </a:t>
            </a:r>
            <a:r>
              <a:rPr sz="1600" b="1" dirty="0">
                <a:latin typeface="Tahoma" panose="020B0604030504040204"/>
                <a:cs typeface="Tahoma" panose="020B0604030504040204"/>
              </a:rPr>
              <a:t>patih</a:t>
            </a:r>
            <a:r>
              <a:rPr sz="1600" b="1" spc="340" dirty="0">
                <a:latin typeface="Tahoma" panose="020B0604030504040204"/>
                <a:cs typeface="Tahoma" panose="020B0604030504040204"/>
              </a:rPr>
              <a:t> </a:t>
            </a:r>
            <a:r>
              <a:rPr sz="1600" b="1" dirty="0">
                <a:latin typeface="Tahoma" panose="020B0604030504040204"/>
                <a:cs typeface="Tahoma" panose="020B0604030504040204"/>
              </a:rPr>
              <a:t>Gajah</a:t>
            </a:r>
            <a:r>
              <a:rPr sz="1600" b="1" spc="345" dirty="0">
                <a:latin typeface="Tahoma" panose="020B0604030504040204"/>
                <a:cs typeface="Tahoma" panose="020B0604030504040204"/>
              </a:rPr>
              <a:t> </a:t>
            </a:r>
            <a:r>
              <a:rPr sz="1600" b="1" spc="-20" dirty="0">
                <a:latin typeface="Tahoma" panose="020B0604030504040204"/>
                <a:cs typeface="Tahoma" panose="020B0604030504040204"/>
              </a:rPr>
              <a:t>mada 	</a:t>
            </a:r>
            <a:r>
              <a:rPr sz="1600" b="1" dirty="0">
                <a:latin typeface="Tahoma" panose="020B0604030504040204"/>
                <a:cs typeface="Tahoma" panose="020B0604030504040204"/>
              </a:rPr>
              <a:t>serta</a:t>
            </a:r>
            <a:r>
              <a:rPr sz="1600" b="1" spc="85" dirty="0">
                <a:latin typeface="Tahoma" panose="020B0604030504040204"/>
                <a:cs typeface="Tahoma" panose="020B0604030504040204"/>
              </a:rPr>
              <a:t>  </a:t>
            </a:r>
            <a:r>
              <a:rPr sz="1600" b="1" dirty="0">
                <a:latin typeface="Tahoma" panose="020B0604030504040204"/>
                <a:cs typeface="Tahoma" panose="020B0604030504040204"/>
              </a:rPr>
              <a:t>dibantu</a:t>
            </a:r>
            <a:r>
              <a:rPr sz="1600" b="1" spc="80" dirty="0">
                <a:latin typeface="Tahoma" panose="020B0604030504040204"/>
                <a:cs typeface="Tahoma" panose="020B0604030504040204"/>
              </a:rPr>
              <a:t>  </a:t>
            </a:r>
            <a:r>
              <a:rPr sz="1600" b="1" dirty="0">
                <a:latin typeface="Tahoma" panose="020B0604030504040204"/>
                <a:cs typeface="Tahoma" panose="020B0604030504040204"/>
              </a:rPr>
              <a:t>oleh</a:t>
            </a:r>
            <a:r>
              <a:rPr sz="1600" b="1" spc="90" dirty="0">
                <a:latin typeface="Tahoma" panose="020B0604030504040204"/>
                <a:cs typeface="Tahoma" panose="020B0604030504040204"/>
              </a:rPr>
              <a:t>  </a:t>
            </a:r>
            <a:r>
              <a:rPr sz="1600" b="1" dirty="0">
                <a:latin typeface="Tahoma" panose="020B0604030504040204"/>
                <a:cs typeface="Tahoma" panose="020B0604030504040204"/>
              </a:rPr>
              <a:t>laksamana</a:t>
            </a:r>
            <a:r>
              <a:rPr sz="1600" b="1" spc="90" dirty="0">
                <a:latin typeface="Tahoma" panose="020B0604030504040204"/>
                <a:cs typeface="Tahoma" panose="020B0604030504040204"/>
              </a:rPr>
              <a:t>  </a:t>
            </a:r>
            <a:r>
              <a:rPr sz="1600" b="1" dirty="0">
                <a:latin typeface="Tahoma" panose="020B0604030504040204"/>
                <a:cs typeface="Tahoma" panose="020B0604030504040204"/>
              </a:rPr>
              <a:t>Nala</a:t>
            </a:r>
            <a:r>
              <a:rPr sz="1600" b="1" spc="85" dirty="0">
                <a:latin typeface="Tahoma" panose="020B0604030504040204"/>
                <a:cs typeface="Tahoma" panose="020B0604030504040204"/>
              </a:rPr>
              <a:t>  </a:t>
            </a:r>
            <a:r>
              <a:rPr sz="1600" spc="-10" dirty="0">
                <a:latin typeface="Verdana" panose="020B0604030504040204"/>
                <a:cs typeface="Verdana" panose="020B0604030504040204"/>
              </a:rPr>
              <a:t>dalam 	</a:t>
            </a:r>
            <a:r>
              <a:rPr sz="1600" spc="-45" dirty="0">
                <a:latin typeface="Verdana" panose="020B0604030504040204"/>
                <a:cs typeface="Verdana" panose="020B0604030504040204"/>
              </a:rPr>
              <a:t>memimpin</a:t>
            </a:r>
            <a:r>
              <a:rPr sz="1600" spc="-165" dirty="0">
                <a:latin typeface="Verdana" panose="020B0604030504040204"/>
                <a:cs typeface="Verdana" panose="020B0604030504040204"/>
              </a:rPr>
              <a:t> </a:t>
            </a:r>
            <a:r>
              <a:rPr sz="1600" spc="-10" dirty="0">
                <a:latin typeface="Verdana" panose="020B0604030504040204"/>
                <a:cs typeface="Verdana" panose="020B0604030504040204"/>
              </a:rPr>
              <a:t>armadanya</a:t>
            </a:r>
            <a:endParaRPr sz="1600">
              <a:latin typeface="Verdana" panose="020B0604030504040204"/>
              <a:cs typeface="Verdana" panose="020B0604030504040204"/>
            </a:endParaRPr>
          </a:p>
          <a:p>
            <a:pPr marL="297815" marR="5080" indent="-285750" algn="just">
              <a:lnSpc>
                <a:spcPct val="100000"/>
              </a:lnSpc>
              <a:spcBef>
                <a:spcPts val="605"/>
              </a:spcBef>
              <a:buFont typeface="Wingdings" panose="05000000000000000000"/>
              <a:buChar char=""/>
              <a:tabLst>
                <a:tab pos="299085" algn="l"/>
              </a:tabLst>
            </a:pPr>
            <a:r>
              <a:rPr sz="1600" dirty="0">
                <a:latin typeface="Verdana" panose="020B0604030504040204"/>
                <a:cs typeface="Verdana" panose="020B0604030504040204"/>
              </a:rPr>
              <a:t>Wilayah</a:t>
            </a:r>
            <a:r>
              <a:rPr sz="1600" spc="405" dirty="0">
                <a:latin typeface="Verdana" panose="020B0604030504040204"/>
                <a:cs typeface="Verdana" panose="020B0604030504040204"/>
              </a:rPr>
              <a:t>  </a:t>
            </a:r>
            <a:r>
              <a:rPr sz="1600" dirty="0">
                <a:latin typeface="Verdana" panose="020B0604030504040204"/>
                <a:cs typeface="Verdana" panose="020B0604030504040204"/>
              </a:rPr>
              <a:t>Kekuasaannya</a:t>
            </a:r>
            <a:r>
              <a:rPr sz="1600" spc="409" dirty="0">
                <a:latin typeface="Verdana" panose="020B0604030504040204"/>
                <a:cs typeface="Verdana" panose="020B0604030504040204"/>
              </a:rPr>
              <a:t>  </a:t>
            </a:r>
            <a:r>
              <a:rPr sz="1600" dirty="0">
                <a:latin typeface="Verdana" panose="020B0604030504040204"/>
                <a:cs typeface="Verdana" panose="020B0604030504040204"/>
              </a:rPr>
              <a:t>membentang</a:t>
            </a:r>
            <a:r>
              <a:rPr sz="1600" spc="415" dirty="0">
                <a:latin typeface="Verdana" panose="020B0604030504040204"/>
                <a:cs typeface="Verdana" panose="020B0604030504040204"/>
              </a:rPr>
              <a:t>  </a:t>
            </a:r>
            <a:r>
              <a:rPr sz="1600" spc="-20" dirty="0">
                <a:latin typeface="Verdana" panose="020B0604030504040204"/>
                <a:cs typeface="Verdana" panose="020B0604030504040204"/>
              </a:rPr>
              <a:t>dari 	</a:t>
            </a:r>
            <a:r>
              <a:rPr sz="1600" b="1" spc="-20" dirty="0">
                <a:latin typeface="Tahoma" panose="020B0604030504040204"/>
                <a:cs typeface="Tahoma" panose="020B0604030504040204"/>
              </a:rPr>
              <a:t>semenanjung</a:t>
            </a:r>
            <a:r>
              <a:rPr sz="1600" b="1" spc="-25" dirty="0">
                <a:latin typeface="Tahoma" panose="020B0604030504040204"/>
                <a:cs typeface="Tahoma" panose="020B0604030504040204"/>
              </a:rPr>
              <a:t> </a:t>
            </a:r>
            <a:r>
              <a:rPr sz="1600" b="1" dirty="0">
                <a:latin typeface="Tahoma" panose="020B0604030504040204"/>
                <a:cs typeface="Tahoma" panose="020B0604030504040204"/>
              </a:rPr>
              <a:t>Melayu</a:t>
            </a:r>
            <a:r>
              <a:rPr sz="1600" b="1" spc="-5" dirty="0">
                <a:latin typeface="Tahoma" panose="020B0604030504040204"/>
                <a:cs typeface="Tahoma" panose="020B0604030504040204"/>
              </a:rPr>
              <a:t> </a:t>
            </a:r>
            <a:r>
              <a:rPr sz="1600" dirty="0">
                <a:latin typeface="Verdana" panose="020B0604030504040204"/>
                <a:cs typeface="Verdana" panose="020B0604030504040204"/>
              </a:rPr>
              <a:t>sampai</a:t>
            </a:r>
            <a:r>
              <a:rPr sz="1600" spc="-90" dirty="0">
                <a:latin typeface="Verdana" panose="020B0604030504040204"/>
                <a:cs typeface="Verdana" panose="020B0604030504040204"/>
              </a:rPr>
              <a:t> </a:t>
            </a:r>
            <a:r>
              <a:rPr sz="1600" b="1" spc="-114" dirty="0">
                <a:latin typeface="Tahoma" panose="020B0604030504040204"/>
                <a:cs typeface="Tahoma" panose="020B0604030504040204"/>
              </a:rPr>
              <a:t>Irian</a:t>
            </a:r>
            <a:r>
              <a:rPr sz="1600" b="1" spc="-5" dirty="0">
                <a:latin typeface="Tahoma" panose="020B0604030504040204"/>
                <a:cs typeface="Tahoma" panose="020B0604030504040204"/>
              </a:rPr>
              <a:t> </a:t>
            </a:r>
            <a:r>
              <a:rPr sz="1600" b="1" spc="-65" dirty="0">
                <a:latin typeface="Tahoma" panose="020B0604030504040204"/>
                <a:cs typeface="Tahoma" panose="020B0604030504040204"/>
              </a:rPr>
              <a:t>Barat</a:t>
            </a:r>
            <a:r>
              <a:rPr sz="1600" b="1" spc="-55" dirty="0">
                <a:latin typeface="Tahoma" panose="020B0604030504040204"/>
                <a:cs typeface="Tahoma" panose="020B0604030504040204"/>
              </a:rPr>
              <a:t> </a:t>
            </a:r>
            <a:r>
              <a:rPr sz="1600" spc="-10" dirty="0">
                <a:latin typeface="Verdana" panose="020B0604030504040204"/>
                <a:cs typeface="Verdana" panose="020B0604030504040204"/>
              </a:rPr>
              <a:t>Melalui 	</a:t>
            </a:r>
            <a:r>
              <a:rPr sz="1600" b="1" spc="-50" dirty="0">
                <a:latin typeface="Tahoma" panose="020B0604030504040204"/>
                <a:cs typeface="Tahoma" panose="020B0604030504040204"/>
              </a:rPr>
              <a:t>Kalimantan</a:t>
            </a:r>
            <a:r>
              <a:rPr sz="1600" b="1" spc="-25" dirty="0">
                <a:latin typeface="Tahoma" panose="020B0604030504040204"/>
                <a:cs typeface="Tahoma" panose="020B0604030504040204"/>
              </a:rPr>
              <a:t> </a:t>
            </a:r>
            <a:r>
              <a:rPr sz="1600" b="1" spc="-10" dirty="0">
                <a:latin typeface="Tahoma" panose="020B0604030504040204"/>
                <a:cs typeface="Tahoma" panose="020B0604030504040204"/>
              </a:rPr>
              <a:t>Utara</a:t>
            </a:r>
            <a:endParaRPr sz="16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151879" y="3397707"/>
            <a:ext cx="2948305" cy="7588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97815" marR="5080" indent="-285750" algn="just">
              <a:lnSpc>
                <a:spcPct val="100000"/>
              </a:lnSpc>
              <a:spcBef>
                <a:spcPts val="110"/>
              </a:spcBef>
              <a:buFont typeface="Wingdings" panose="05000000000000000000"/>
              <a:buChar char=""/>
              <a:tabLst>
                <a:tab pos="299085" algn="l"/>
              </a:tabLst>
            </a:pPr>
            <a:r>
              <a:rPr sz="1600" b="1" dirty="0">
                <a:latin typeface="Tahoma" panose="020B0604030504040204"/>
                <a:cs typeface="Tahoma" panose="020B0604030504040204"/>
              </a:rPr>
              <a:t>Nilai</a:t>
            </a:r>
            <a:r>
              <a:rPr sz="1600" b="1" spc="475" dirty="0">
                <a:latin typeface="Tahoma" panose="020B0604030504040204"/>
                <a:cs typeface="Tahoma" panose="020B0604030504040204"/>
              </a:rPr>
              <a:t> </a:t>
            </a:r>
            <a:r>
              <a:rPr sz="1600" b="1" dirty="0">
                <a:latin typeface="Tahoma" panose="020B0604030504040204"/>
                <a:cs typeface="Tahoma" panose="020B0604030504040204"/>
              </a:rPr>
              <a:t>Toleransi</a:t>
            </a:r>
            <a:r>
              <a:rPr sz="1600" b="1" spc="465" dirty="0">
                <a:latin typeface="Tahoma" panose="020B0604030504040204"/>
                <a:cs typeface="Tahoma" panose="020B0604030504040204"/>
              </a:rPr>
              <a:t> </a:t>
            </a:r>
            <a:r>
              <a:rPr sz="1600" spc="-45" dirty="0">
                <a:latin typeface="Verdana" panose="020B0604030504040204"/>
                <a:cs typeface="Verdana" panose="020B0604030504040204"/>
              </a:rPr>
              <a:t>Tercermin 	</a:t>
            </a:r>
            <a:r>
              <a:rPr sz="1600" dirty="0">
                <a:latin typeface="Verdana" panose="020B0604030504040204"/>
                <a:cs typeface="Verdana" panose="020B0604030504040204"/>
              </a:rPr>
              <a:t>Hindu,</a:t>
            </a:r>
            <a:r>
              <a:rPr sz="1600" spc="-10" dirty="0">
                <a:latin typeface="Verdana" panose="020B0604030504040204"/>
                <a:cs typeface="Verdana" panose="020B0604030504040204"/>
              </a:rPr>
              <a:t>  </a:t>
            </a:r>
            <a:r>
              <a:rPr sz="1600" dirty="0">
                <a:latin typeface="Verdana" panose="020B0604030504040204"/>
                <a:cs typeface="Verdana" panose="020B0604030504040204"/>
              </a:rPr>
              <a:t>Budha</a:t>
            </a:r>
            <a:r>
              <a:rPr sz="1600" spc="-10" dirty="0">
                <a:latin typeface="Verdana" panose="020B0604030504040204"/>
                <a:cs typeface="Verdana" panose="020B0604030504040204"/>
              </a:rPr>
              <a:t>  </a:t>
            </a:r>
            <a:r>
              <a:rPr sz="1600" spc="55" dirty="0">
                <a:latin typeface="Verdana" panose="020B0604030504040204"/>
                <a:cs typeface="Verdana" panose="020B0604030504040204"/>
              </a:rPr>
              <a:t>dan</a:t>
            </a:r>
            <a:r>
              <a:rPr sz="1600" spc="-10" dirty="0">
                <a:latin typeface="Verdana" panose="020B0604030504040204"/>
                <a:cs typeface="Verdana" panose="020B0604030504040204"/>
              </a:rPr>
              <a:t>  </a:t>
            </a:r>
            <a:r>
              <a:rPr sz="1600" spc="-70" dirty="0">
                <a:latin typeface="Verdana" panose="020B0604030504040204"/>
                <a:cs typeface="Verdana" panose="020B0604030504040204"/>
              </a:rPr>
              <a:t>islam 	</a:t>
            </a:r>
            <a:r>
              <a:rPr sz="1600" dirty="0">
                <a:latin typeface="Verdana" panose="020B0604030504040204"/>
                <a:cs typeface="Verdana" panose="020B0604030504040204"/>
              </a:rPr>
              <a:t>secara</a:t>
            </a:r>
            <a:r>
              <a:rPr sz="1600" spc="-90" dirty="0">
                <a:latin typeface="Verdana" panose="020B0604030504040204"/>
                <a:cs typeface="Verdana" panose="020B0604030504040204"/>
              </a:rPr>
              <a:t> </a:t>
            </a:r>
            <a:r>
              <a:rPr sz="1600" spc="-20" dirty="0">
                <a:latin typeface="Verdana" panose="020B0604030504040204"/>
                <a:cs typeface="Verdana" panose="020B0604030504040204"/>
              </a:rPr>
              <a:t>damai</a:t>
            </a:r>
            <a:endParaRPr sz="1600">
              <a:latin typeface="Verdana" panose="020B0604030504040204"/>
              <a:cs typeface="Verdana" panose="020B0604030504040204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227946" y="3397707"/>
            <a:ext cx="1530985" cy="51498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774700" algn="l"/>
              </a:tabLst>
            </a:pPr>
            <a:r>
              <a:rPr sz="1600" spc="-10" dirty="0">
                <a:latin typeface="Verdana" panose="020B0604030504040204"/>
                <a:cs typeface="Verdana" panose="020B0604030504040204"/>
              </a:rPr>
              <a:t>ketika</a:t>
            </a:r>
            <a:r>
              <a:rPr sz="1600" dirty="0">
                <a:latin typeface="Verdana" panose="020B0604030504040204"/>
                <a:cs typeface="Verdana" panose="020B0604030504040204"/>
              </a:rPr>
              <a:t>	</a:t>
            </a:r>
            <a:r>
              <a:rPr sz="1600" spc="60" dirty="0">
                <a:latin typeface="Verdana" panose="020B0604030504040204"/>
                <a:cs typeface="Verdana" panose="020B0604030504040204"/>
              </a:rPr>
              <a:t>agama</a:t>
            </a:r>
            <a:endParaRPr sz="1600">
              <a:latin typeface="Verdana" panose="020B0604030504040204"/>
              <a:cs typeface="Verdana" panose="020B0604030504040204"/>
            </a:endParaRPr>
          </a:p>
          <a:p>
            <a:pPr marL="21590">
              <a:lnSpc>
                <a:spcPct val="100000"/>
              </a:lnSpc>
            </a:pPr>
            <a:r>
              <a:rPr sz="1600" spc="-10" dirty="0">
                <a:latin typeface="Verdana" panose="020B0604030504040204"/>
                <a:cs typeface="Verdana" panose="020B0604030504040204"/>
              </a:rPr>
              <a:t>berdampingan</a:t>
            </a:r>
            <a:endParaRPr sz="1600">
              <a:latin typeface="Verdana" panose="020B0604030504040204"/>
              <a:cs typeface="Verdana" panose="020B060403050404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16768" y="240791"/>
            <a:ext cx="1139952" cy="1002791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0" y="6257544"/>
            <a:ext cx="4151629" cy="481965"/>
            <a:chOff x="0" y="6257544"/>
            <a:chExt cx="4151629" cy="481965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6257544"/>
              <a:ext cx="3532632" cy="48158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151632" y="6550152"/>
              <a:ext cx="1000125" cy="182880"/>
            </a:xfrm>
            <a:custGeom>
              <a:avLst/>
              <a:gdLst/>
              <a:ahLst/>
              <a:cxnLst/>
              <a:rect l="l" t="t" r="r" b="b"/>
              <a:pathLst>
                <a:path w="1000125" h="182879">
                  <a:moveTo>
                    <a:pt x="999617" y="0"/>
                  </a:moveTo>
                  <a:lnTo>
                    <a:pt x="0" y="0"/>
                  </a:lnTo>
                  <a:lnTo>
                    <a:pt x="0" y="182880"/>
                  </a:lnTo>
                  <a:lnTo>
                    <a:pt x="999617" y="182880"/>
                  </a:lnTo>
                  <a:lnTo>
                    <a:pt x="999617" y="0"/>
                  </a:lnTo>
                  <a:close/>
                </a:path>
              </a:pathLst>
            </a:custGeom>
            <a:solidFill>
              <a:srgbClr val="F8AC4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35279" y="274320"/>
            <a:ext cx="588264" cy="633983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305511" y="810209"/>
            <a:ext cx="643255" cy="361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2545">
              <a:lnSpc>
                <a:spcPts val="132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BD9000"/>
                </a:solidFill>
                <a:latin typeface="Calibri" panose="020F0502020204030204"/>
                <a:cs typeface="Calibri" panose="020F0502020204030204"/>
              </a:rPr>
              <a:t>Republik</a:t>
            </a:r>
            <a:endParaRPr sz="12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ts val="1320"/>
              </a:lnSpc>
            </a:pPr>
            <a:r>
              <a:rPr sz="1200" b="1" spc="-10" dirty="0">
                <a:solidFill>
                  <a:srgbClr val="BD9000"/>
                </a:solidFill>
                <a:latin typeface="Calibri" panose="020F0502020204030204"/>
                <a:cs typeface="Calibri" panose="020F0502020204030204"/>
              </a:rPr>
              <a:t>Indonesia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451338" y="6581647"/>
            <a:ext cx="1731645" cy="2711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R="264160" algn="r">
              <a:lnSpc>
                <a:spcPct val="100000"/>
              </a:lnSpc>
              <a:spcBef>
                <a:spcPts val="110"/>
              </a:spcBef>
            </a:pPr>
            <a:r>
              <a:rPr sz="1600" b="1" spc="-2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12</a:t>
            </a:r>
            <a:endParaRPr sz="16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953767" y="2727960"/>
            <a:ext cx="9577070" cy="1076325"/>
          </a:xfrm>
          <a:prstGeom prst="rect">
            <a:avLst/>
          </a:prstGeom>
          <a:solidFill>
            <a:srgbClr val="1F487C"/>
          </a:solidFill>
        </p:spPr>
        <p:txBody>
          <a:bodyPr vert="horz" wrap="square" lIns="0" tIns="379095" rIns="0" bIns="0" rtlCol="0">
            <a:spAutoFit/>
          </a:bodyPr>
          <a:lstStyle/>
          <a:p>
            <a:pPr marL="428625">
              <a:lnSpc>
                <a:spcPct val="100000"/>
              </a:lnSpc>
              <a:spcBef>
                <a:spcPts val="2985"/>
              </a:spcBef>
            </a:pPr>
            <a:r>
              <a:rPr sz="2800" b="1" spc="-17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KEBANGKITAN</a:t>
            </a:r>
            <a:r>
              <a:rPr sz="2800" b="1" spc="-3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NASIONAL</a:t>
            </a:r>
            <a:endParaRPr sz="28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0235183" y="57911"/>
            <a:ext cx="1816735" cy="1701164"/>
          </a:xfrm>
          <a:custGeom>
            <a:avLst/>
            <a:gdLst/>
            <a:ahLst/>
            <a:cxnLst/>
            <a:rect l="l" t="t" r="r" b="b"/>
            <a:pathLst>
              <a:path w="1816734" h="1701164">
                <a:moveTo>
                  <a:pt x="1816607" y="0"/>
                </a:moveTo>
                <a:lnTo>
                  <a:pt x="0" y="0"/>
                </a:lnTo>
                <a:lnTo>
                  <a:pt x="0" y="1700783"/>
                </a:lnTo>
                <a:lnTo>
                  <a:pt x="1816607" y="1700783"/>
                </a:lnTo>
                <a:lnTo>
                  <a:pt x="181660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16768" y="240791"/>
            <a:ext cx="1139952" cy="1002791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0" y="6257544"/>
            <a:ext cx="4151629" cy="481965"/>
            <a:chOff x="0" y="6257544"/>
            <a:chExt cx="4151629" cy="481965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6257544"/>
              <a:ext cx="3532632" cy="48158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151632" y="6550152"/>
              <a:ext cx="1000125" cy="182880"/>
            </a:xfrm>
            <a:custGeom>
              <a:avLst/>
              <a:gdLst/>
              <a:ahLst/>
              <a:cxnLst/>
              <a:rect l="l" t="t" r="r" b="b"/>
              <a:pathLst>
                <a:path w="1000125" h="182879">
                  <a:moveTo>
                    <a:pt x="999617" y="0"/>
                  </a:moveTo>
                  <a:lnTo>
                    <a:pt x="0" y="0"/>
                  </a:lnTo>
                  <a:lnTo>
                    <a:pt x="0" y="182880"/>
                  </a:lnTo>
                  <a:lnTo>
                    <a:pt x="999617" y="182880"/>
                  </a:lnTo>
                  <a:lnTo>
                    <a:pt x="999617" y="0"/>
                  </a:lnTo>
                  <a:close/>
                </a:path>
              </a:pathLst>
            </a:custGeom>
            <a:solidFill>
              <a:srgbClr val="F8AC4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0" y="0"/>
            <a:ext cx="12189460" cy="1396365"/>
            <a:chOff x="0" y="0"/>
            <a:chExt cx="12189460" cy="1396365"/>
          </a:xfrm>
        </p:grpSpPr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35279" y="274320"/>
              <a:ext cx="588264" cy="633983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0" y="0"/>
              <a:ext cx="12186285" cy="1396365"/>
            </a:xfrm>
            <a:custGeom>
              <a:avLst/>
              <a:gdLst/>
              <a:ahLst/>
              <a:cxnLst/>
              <a:rect l="l" t="t" r="r" b="b"/>
              <a:pathLst>
                <a:path w="12186285" h="1396365">
                  <a:moveTo>
                    <a:pt x="12185904" y="0"/>
                  </a:moveTo>
                  <a:lnTo>
                    <a:pt x="0" y="0"/>
                  </a:lnTo>
                  <a:lnTo>
                    <a:pt x="0" y="1395984"/>
                  </a:lnTo>
                  <a:lnTo>
                    <a:pt x="12185904" y="1395984"/>
                  </a:lnTo>
                  <a:lnTo>
                    <a:pt x="121859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4383" y="51815"/>
              <a:ext cx="12164568" cy="810767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4734814" y="1780258"/>
            <a:ext cx="2688590" cy="1328420"/>
          </a:xfrm>
          <a:prstGeom prst="rect">
            <a:avLst/>
          </a:prstGeom>
        </p:spPr>
        <p:txBody>
          <a:bodyPr vert="horz" wrap="square" lIns="0" tIns="144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35"/>
              </a:spcBef>
            </a:pPr>
            <a:r>
              <a:rPr sz="2400" b="1" spc="-20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1908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22225">
              <a:lnSpc>
                <a:spcPct val="100000"/>
              </a:lnSpc>
              <a:spcBef>
                <a:spcPts val="780"/>
              </a:spcBef>
            </a:pPr>
            <a:r>
              <a:rPr sz="1800" b="1" dirty="0">
                <a:latin typeface="Calibri" panose="020F0502020204030204"/>
                <a:cs typeface="Calibri" panose="020F0502020204030204"/>
              </a:rPr>
              <a:t>Budi</a:t>
            </a:r>
            <a:r>
              <a:rPr sz="18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spc="-10" dirty="0">
                <a:latin typeface="Calibri" panose="020F0502020204030204"/>
                <a:cs typeface="Calibri" panose="020F0502020204030204"/>
              </a:rPr>
              <a:t>Utomo</a:t>
            </a:r>
            <a:endParaRPr sz="1800">
              <a:latin typeface="Calibri" panose="020F0502020204030204"/>
              <a:cs typeface="Calibri" panose="020F0502020204030204"/>
            </a:endParaRPr>
          </a:p>
          <a:p>
            <a:pPr marL="22225" marR="5080">
              <a:lnSpc>
                <a:spcPct val="100000"/>
              </a:lnSpc>
              <a:spcBef>
                <a:spcPts val="45"/>
              </a:spcBef>
            </a:pPr>
            <a:r>
              <a:rPr sz="1400" dirty="0">
                <a:latin typeface="Calibri" panose="020F0502020204030204"/>
                <a:cs typeface="Calibri" panose="020F0502020204030204"/>
              </a:rPr>
              <a:t>Dipelopori</a:t>
            </a:r>
            <a:r>
              <a:rPr sz="14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1400" dirty="0">
                <a:latin typeface="Calibri" panose="020F0502020204030204"/>
                <a:cs typeface="Calibri" panose="020F0502020204030204"/>
              </a:rPr>
              <a:t>oleh</a:t>
            </a:r>
            <a:r>
              <a:rPr sz="14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1400" spc="-40" dirty="0">
                <a:latin typeface="Calibri" panose="020F0502020204030204"/>
                <a:cs typeface="Calibri" panose="020F0502020204030204"/>
              </a:rPr>
              <a:t>dr.</a:t>
            </a:r>
            <a:r>
              <a:rPr sz="14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400" spc="-10" dirty="0">
                <a:latin typeface="Calibri" panose="020F0502020204030204"/>
                <a:cs typeface="Calibri" panose="020F0502020204030204"/>
              </a:rPr>
              <a:t>Wahidin </a:t>
            </a:r>
            <a:r>
              <a:rPr sz="1400" dirty="0">
                <a:latin typeface="Calibri" panose="020F0502020204030204"/>
                <a:cs typeface="Calibri" panose="020F0502020204030204"/>
              </a:rPr>
              <a:t>dan</a:t>
            </a:r>
            <a:r>
              <a:rPr sz="14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400" spc="-20" dirty="0">
                <a:latin typeface="Calibri" panose="020F0502020204030204"/>
                <a:cs typeface="Calibri" panose="020F0502020204030204"/>
              </a:rPr>
              <a:t>Budi </a:t>
            </a:r>
            <a:r>
              <a:rPr sz="1400" dirty="0">
                <a:latin typeface="Calibri" panose="020F0502020204030204"/>
                <a:cs typeface="Calibri" panose="020F0502020204030204"/>
              </a:rPr>
              <a:t>Utomo</a:t>
            </a:r>
            <a:r>
              <a:rPr sz="14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1400" dirty="0">
                <a:latin typeface="Calibri" panose="020F0502020204030204"/>
                <a:cs typeface="Calibri" panose="020F0502020204030204"/>
              </a:rPr>
              <a:t>sebagai</a:t>
            </a:r>
            <a:r>
              <a:rPr sz="14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1400" dirty="0">
                <a:latin typeface="Calibri" panose="020F0502020204030204"/>
                <a:cs typeface="Calibri" panose="020F0502020204030204"/>
              </a:rPr>
              <a:t>organisasi</a:t>
            </a:r>
            <a:r>
              <a:rPr sz="1400" spc="165" dirty="0">
                <a:latin typeface="Calibri" panose="020F0502020204030204"/>
                <a:cs typeface="Calibri" panose="020F0502020204030204"/>
              </a:rPr>
              <a:t> </a:t>
            </a:r>
            <a:r>
              <a:rPr sz="1400" spc="-10" dirty="0">
                <a:latin typeface="Calibri" panose="020F0502020204030204"/>
                <a:cs typeface="Calibri" panose="020F0502020204030204"/>
              </a:rPr>
              <a:t>Pertama</a:t>
            </a:r>
            <a:endParaRPr sz="1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744592" y="3222074"/>
            <a:ext cx="2559050" cy="1277620"/>
          </a:xfrm>
          <a:prstGeom prst="rect">
            <a:avLst/>
          </a:prstGeom>
        </p:spPr>
        <p:txBody>
          <a:bodyPr vert="horz" wrap="square" lIns="0" tIns="1155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10"/>
              </a:spcBef>
            </a:pPr>
            <a:r>
              <a:rPr sz="2400" b="1" spc="-20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1909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1800" b="1" dirty="0">
                <a:latin typeface="Calibri" panose="020F0502020204030204"/>
                <a:cs typeface="Calibri" panose="020F0502020204030204"/>
              </a:rPr>
              <a:t>Sarekat</a:t>
            </a:r>
            <a:r>
              <a:rPr sz="1800" b="1" spc="-7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dirty="0">
                <a:latin typeface="Calibri" panose="020F0502020204030204"/>
                <a:cs typeface="Calibri" panose="020F0502020204030204"/>
              </a:rPr>
              <a:t>dagang</a:t>
            </a:r>
            <a:r>
              <a:rPr sz="1800" b="1" spc="-9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spc="-10" dirty="0">
                <a:latin typeface="Calibri" panose="020F0502020204030204"/>
                <a:cs typeface="Calibri" panose="020F0502020204030204"/>
              </a:rPr>
              <a:t>Islam</a:t>
            </a:r>
            <a:endParaRPr sz="18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400" dirty="0">
                <a:latin typeface="Calibri" panose="020F0502020204030204"/>
                <a:cs typeface="Calibri" panose="020F0502020204030204"/>
              </a:rPr>
              <a:t>Berubah</a:t>
            </a:r>
            <a:r>
              <a:rPr sz="14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1400" dirty="0">
                <a:latin typeface="Calibri" panose="020F0502020204030204"/>
                <a:cs typeface="Calibri" panose="020F0502020204030204"/>
              </a:rPr>
              <a:t>menjadi</a:t>
            </a:r>
            <a:r>
              <a:rPr sz="14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1400" dirty="0">
                <a:latin typeface="Calibri" panose="020F0502020204030204"/>
                <a:cs typeface="Calibri" panose="020F0502020204030204"/>
              </a:rPr>
              <a:t>SI</a:t>
            </a:r>
            <a:r>
              <a:rPr sz="1400" spc="-80" dirty="0">
                <a:latin typeface="Calibri" panose="020F0502020204030204"/>
                <a:cs typeface="Calibri" panose="020F0502020204030204"/>
              </a:rPr>
              <a:t> </a:t>
            </a:r>
            <a:r>
              <a:rPr sz="1400" dirty="0">
                <a:latin typeface="Calibri" panose="020F0502020204030204"/>
                <a:cs typeface="Calibri" panose="020F0502020204030204"/>
              </a:rPr>
              <a:t>ebagai</a:t>
            </a:r>
            <a:r>
              <a:rPr sz="1400" spc="-10" dirty="0">
                <a:latin typeface="Calibri" panose="020F0502020204030204"/>
                <a:cs typeface="Calibri" panose="020F0502020204030204"/>
              </a:rPr>
              <a:t> gerakan</a:t>
            </a:r>
            <a:endParaRPr sz="14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400" dirty="0">
                <a:latin typeface="Calibri" panose="020F0502020204030204"/>
                <a:cs typeface="Calibri" panose="020F0502020204030204"/>
              </a:rPr>
              <a:t>politik</a:t>
            </a:r>
            <a:r>
              <a:rPr sz="14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1400" spc="-10" dirty="0">
                <a:latin typeface="Calibri" panose="020F0502020204030204"/>
                <a:cs typeface="Calibri" panose="020F0502020204030204"/>
              </a:rPr>
              <a:t>dibawah </a:t>
            </a:r>
            <a:r>
              <a:rPr sz="1400" dirty="0">
                <a:latin typeface="Calibri" panose="020F0502020204030204"/>
                <a:cs typeface="Calibri" panose="020F0502020204030204"/>
              </a:rPr>
              <a:t>H.O.S</a:t>
            </a:r>
            <a:r>
              <a:rPr sz="1400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1400" spc="-10" dirty="0">
                <a:latin typeface="Calibri" panose="020F0502020204030204"/>
                <a:cs typeface="Calibri" panose="020F0502020204030204"/>
              </a:rPr>
              <a:t>okroaminoto</a:t>
            </a:r>
            <a:endParaRPr sz="1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329930" y="1767732"/>
            <a:ext cx="2566670" cy="918844"/>
          </a:xfrm>
          <a:prstGeom prst="rect">
            <a:avLst/>
          </a:prstGeom>
        </p:spPr>
        <p:txBody>
          <a:bodyPr vert="horz" wrap="square" lIns="0" tIns="156845" rIns="0" bIns="0" rtlCol="0">
            <a:spAutoFit/>
          </a:bodyPr>
          <a:lstStyle/>
          <a:p>
            <a:pPr marL="28575">
              <a:lnSpc>
                <a:spcPct val="100000"/>
              </a:lnSpc>
              <a:spcBef>
                <a:spcPts val="1235"/>
              </a:spcBef>
            </a:pPr>
            <a:r>
              <a:rPr sz="2400" b="1" spc="-20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1931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855"/>
              </a:spcBef>
            </a:pPr>
            <a:r>
              <a:rPr sz="1800" b="1" dirty="0">
                <a:latin typeface="Calibri" panose="020F0502020204030204"/>
                <a:cs typeface="Calibri" panose="020F0502020204030204"/>
              </a:rPr>
              <a:t>Partai</a:t>
            </a:r>
            <a:r>
              <a:rPr sz="1800" b="1" spc="-7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dirty="0">
                <a:latin typeface="Calibri" panose="020F0502020204030204"/>
                <a:cs typeface="Calibri" panose="020F0502020204030204"/>
              </a:rPr>
              <a:t>Indonesia</a:t>
            </a:r>
            <a:r>
              <a:rPr sz="1800" b="1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spc="-10" dirty="0">
                <a:latin typeface="Calibri" panose="020F0502020204030204"/>
                <a:cs typeface="Calibri" panose="020F0502020204030204"/>
              </a:rPr>
              <a:t>(Partindo)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734814" y="4765367"/>
            <a:ext cx="3008630" cy="1271905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53975">
              <a:lnSpc>
                <a:spcPct val="100000"/>
              </a:lnSpc>
              <a:spcBef>
                <a:spcPts val="880"/>
              </a:spcBef>
            </a:pPr>
            <a:r>
              <a:rPr sz="2400" b="1" spc="-20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1913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590"/>
              </a:spcBef>
            </a:pPr>
            <a:r>
              <a:rPr sz="1800" b="1" dirty="0">
                <a:latin typeface="Calibri" panose="020F0502020204030204"/>
                <a:cs typeface="Calibri" panose="020F0502020204030204"/>
              </a:rPr>
              <a:t>Indische</a:t>
            </a:r>
            <a:r>
              <a:rPr sz="1800" b="1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spc="-10" dirty="0">
                <a:latin typeface="Calibri" panose="020F0502020204030204"/>
                <a:cs typeface="Calibri" panose="020F0502020204030204"/>
              </a:rPr>
              <a:t>Partij</a:t>
            </a:r>
            <a:endParaRPr sz="1800">
              <a:latin typeface="Calibri" panose="020F0502020204030204"/>
              <a:cs typeface="Calibri" panose="020F0502020204030204"/>
            </a:endParaRPr>
          </a:p>
          <a:p>
            <a:pPr marL="12700" marR="5080">
              <a:lnSpc>
                <a:spcPct val="100000"/>
              </a:lnSpc>
              <a:spcBef>
                <a:spcPts val="45"/>
              </a:spcBef>
            </a:pPr>
            <a:r>
              <a:rPr sz="1400" dirty="0">
                <a:latin typeface="Calibri" panose="020F0502020204030204"/>
                <a:cs typeface="Calibri" panose="020F0502020204030204"/>
              </a:rPr>
              <a:t>Dipimpin oleh</a:t>
            </a:r>
            <a:r>
              <a:rPr sz="14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1400" dirty="0">
                <a:latin typeface="Calibri" panose="020F0502020204030204"/>
                <a:cs typeface="Calibri" panose="020F0502020204030204"/>
              </a:rPr>
              <a:t>:</a:t>
            </a:r>
            <a:r>
              <a:rPr sz="14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1400" dirty="0">
                <a:latin typeface="Calibri" panose="020F0502020204030204"/>
                <a:cs typeface="Calibri" panose="020F0502020204030204"/>
              </a:rPr>
              <a:t>Douwes</a:t>
            </a:r>
            <a:r>
              <a:rPr sz="14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1400" spc="-10" dirty="0">
                <a:latin typeface="Calibri" panose="020F0502020204030204"/>
                <a:cs typeface="Calibri" panose="020F0502020204030204"/>
              </a:rPr>
              <a:t>Dekker, Ciptomangunkusumo,</a:t>
            </a:r>
            <a:r>
              <a:rPr sz="1400" spc="35" dirty="0">
                <a:latin typeface="Calibri" panose="020F0502020204030204"/>
                <a:cs typeface="Calibri" panose="020F0502020204030204"/>
              </a:rPr>
              <a:t> </a:t>
            </a:r>
            <a:r>
              <a:rPr sz="1400" dirty="0">
                <a:latin typeface="Calibri" panose="020F0502020204030204"/>
                <a:cs typeface="Calibri" panose="020F0502020204030204"/>
              </a:rPr>
              <a:t>Ki</a:t>
            </a:r>
            <a:r>
              <a:rPr sz="14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1400" dirty="0">
                <a:latin typeface="Calibri" panose="020F0502020204030204"/>
                <a:cs typeface="Calibri" panose="020F0502020204030204"/>
              </a:rPr>
              <a:t>hajar</a:t>
            </a:r>
            <a:r>
              <a:rPr sz="14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400" spc="-10" dirty="0">
                <a:latin typeface="Calibri" panose="020F0502020204030204"/>
                <a:cs typeface="Calibri" panose="020F0502020204030204"/>
              </a:rPr>
              <a:t>dewantoro</a:t>
            </a:r>
            <a:endParaRPr sz="1400"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14" name="object 1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77368" y="4639055"/>
            <a:ext cx="2642616" cy="1487424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68095" y="2987039"/>
            <a:ext cx="2602992" cy="1520952"/>
          </a:xfrm>
          <a:prstGeom prst="rect">
            <a:avLst/>
          </a:prstGeom>
        </p:spPr>
      </p:pic>
      <p:grpSp>
        <p:nvGrpSpPr>
          <p:cNvPr id="16" name="object 16"/>
          <p:cNvGrpSpPr/>
          <p:nvPr/>
        </p:nvGrpSpPr>
        <p:grpSpPr>
          <a:xfrm>
            <a:off x="4072001" y="1895982"/>
            <a:ext cx="436245" cy="3392804"/>
            <a:chOff x="4072001" y="1895982"/>
            <a:chExt cx="436245" cy="3392804"/>
          </a:xfrm>
        </p:grpSpPr>
        <p:sp>
          <p:nvSpPr>
            <p:cNvPr id="17" name="object 17"/>
            <p:cNvSpPr/>
            <p:nvPr/>
          </p:nvSpPr>
          <p:spPr>
            <a:xfrm>
              <a:off x="4286758" y="2144394"/>
              <a:ext cx="0" cy="2934970"/>
            </a:xfrm>
            <a:custGeom>
              <a:avLst/>
              <a:gdLst/>
              <a:ahLst/>
              <a:cxnLst/>
              <a:rect l="l" t="t" r="r" b="b"/>
              <a:pathLst>
                <a:path h="2934970">
                  <a:moveTo>
                    <a:pt x="0" y="0"/>
                  </a:moveTo>
                  <a:lnTo>
                    <a:pt x="0" y="2934969"/>
                  </a:lnTo>
                </a:path>
              </a:pathLst>
            </a:custGeom>
            <a:ln w="9144">
              <a:solidFill>
                <a:srgbClr val="2F859C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072001" y="1895982"/>
              <a:ext cx="436245" cy="3392804"/>
            </a:xfrm>
            <a:custGeom>
              <a:avLst/>
              <a:gdLst/>
              <a:ahLst/>
              <a:cxnLst/>
              <a:rect l="l" t="t" r="r" b="b"/>
              <a:pathLst>
                <a:path w="436245" h="3392804">
                  <a:moveTo>
                    <a:pt x="426720" y="3140964"/>
                  </a:moveTo>
                  <a:lnTo>
                    <a:pt x="423672" y="3098038"/>
                  </a:lnTo>
                  <a:lnTo>
                    <a:pt x="414782" y="3057525"/>
                  </a:lnTo>
                  <a:lnTo>
                    <a:pt x="400431" y="3019933"/>
                  </a:lnTo>
                  <a:lnTo>
                    <a:pt x="381381" y="2985897"/>
                  </a:lnTo>
                  <a:lnTo>
                    <a:pt x="344932" y="2942844"/>
                  </a:lnTo>
                  <a:lnTo>
                    <a:pt x="300482" y="2911221"/>
                  </a:lnTo>
                  <a:lnTo>
                    <a:pt x="249809" y="2893060"/>
                  </a:lnTo>
                  <a:lnTo>
                    <a:pt x="213360" y="2889504"/>
                  </a:lnTo>
                  <a:lnTo>
                    <a:pt x="194945" y="2890393"/>
                  </a:lnTo>
                  <a:lnTo>
                    <a:pt x="142621" y="2903601"/>
                  </a:lnTo>
                  <a:lnTo>
                    <a:pt x="95885" y="2931033"/>
                  </a:lnTo>
                  <a:lnTo>
                    <a:pt x="56515" y="2970403"/>
                  </a:lnTo>
                  <a:lnTo>
                    <a:pt x="35306" y="3002407"/>
                  </a:lnTo>
                  <a:lnTo>
                    <a:pt x="18542" y="3038348"/>
                  </a:lnTo>
                  <a:lnTo>
                    <a:pt x="6858" y="3077464"/>
                  </a:lnTo>
                  <a:lnTo>
                    <a:pt x="762" y="3119247"/>
                  </a:lnTo>
                  <a:lnTo>
                    <a:pt x="0" y="3140964"/>
                  </a:lnTo>
                  <a:lnTo>
                    <a:pt x="762" y="3162554"/>
                  </a:lnTo>
                  <a:lnTo>
                    <a:pt x="6858" y="3204337"/>
                  </a:lnTo>
                  <a:lnTo>
                    <a:pt x="18542" y="3243580"/>
                  </a:lnTo>
                  <a:lnTo>
                    <a:pt x="35306" y="3279394"/>
                  </a:lnTo>
                  <a:lnTo>
                    <a:pt x="56515" y="3311398"/>
                  </a:lnTo>
                  <a:lnTo>
                    <a:pt x="95885" y="3350895"/>
                  </a:lnTo>
                  <a:lnTo>
                    <a:pt x="142621" y="3378200"/>
                  </a:lnTo>
                  <a:lnTo>
                    <a:pt x="194945" y="3391408"/>
                  </a:lnTo>
                  <a:lnTo>
                    <a:pt x="213360" y="3392424"/>
                  </a:lnTo>
                  <a:lnTo>
                    <a:pt x="231775" y="3391408"/>
                  </a:lnTo>
                  <a:lnTo>
                    <a:pt x="284226" y="3378200"/>
                  </a:lnTo>
                  <a:lnTo>
                    <a:pt x="330835" y="3350895"/>
                  </a:lnTo>
                  <a:lnTo>
                    <a:pt x="370205" y="3311398"/>
                  </a:lnTo>
                  <a:lnTo>
                    <a:pt x="391541" y="3279394"/>
                  </a:lnTo>
                  <a:lnTo>
                    <a:pt x="408178" y="3243580"/>
                  </a:lnTo>
                  <a:lnTo>
                    <a:pt x="419862" y="3204337"/>
                  </a:lnTo>
                  <a:lnTo>
                    <a:pt x="425958" y="3162554"/>
                  </a:lnTo>
                  <a:lnTo>
                    <a:pt x="426720" y="3140964"/>
                  </a:lnTo>
                  <a:close/>
                </a:path>
                <a:path w="436245" h="3392804">
                  <a:moveTo>
                    <a:pt x="426720" y="251460"/>
                  </a:moveTo>
                  <a:lnTo>
                    <a:pt x="423672" y="208534"/>
                  </a:lnTo>
                  <a:lnTo>
                    <a:pt x="414782" y="168021"/>
                  </a:lnTo>
                  <a:lnTo>
                    <a:pt x="400431" y="130429"/>
                  </a:lnTo>
                  <a:lnTo>
                    <a:pt x="381381" y="96393"/>
                  </a:lnTo>
                  <a:lnTo>
                    <a:pt x="344932" y="53340"/>
                  </a:lnTo>
                  <a:lnTo>
                    <a:pt x="300482" y="21717"/>
                  </a:lnTo>
                  <a:lnTo>
                    <a:pt x="249809" y="3556"/>
                  </a:lnTo>
                  <a:lnTo>
                    <a:pt x="213360" y="0"/>
                  </a:lnTo>
                  <a:lnTo>
                    <a:pt x="194945" y="889"/>
                  </a:lnTo>
                  <a:lnTo>
                    <a:pt x="142621" y="14097"/>
                  </a:lnTo>
                  <a:lnTo>
                    <a:pt x="95885" y="41529"/>
                  </a:lnTo>
                  <a:lnTo>
                    <a:pt x="56515" y="80899"/>
                  </a:lnTo>
                  <a:lnTo>
                    <a:pt x="35306" y="112903"/>
                  </a:lnTo>
                  <a:lnTo>
                    <a:pt x="18542" y="148844"/>
                  </a:lnTo>
                  <a:lnTo>
                    <a:pt x="6858" y="187960"/>
                  </a:lnTo>
                  <a:lnTo>
                    <a:pt x="762" y="229743"/>
                  </a:lnTo>
                  <a:lnTo>
                    <a:pt x="0" y="251460"/>
                  </a:lnTo>
                  <a:lnTo>
                    <a:pt x="762" y="273050"/>
                  </a:lnTo>
                  <a:lnTo>
                    <a:pt x="6858" y="314833"/>
                  </a:lnTo>
                  <a:lnTo>
                    <a:pt x="18542" y="354076"/>
                  </a:lnTo>
                  <a:lnTo>
                    <a:pt x="35306" y="389890"/>
                  </a:lnTo>
                  <a:lnTo>
                    <a:pt x="56515" y="421894"/>
                  </a:lnTo>
                  <a:lnTo>
                    <a:pt x="95885" y="461391"/>
                  </a:lnTo>
                  <a:lnTo>
                    <a:pt x="142621" y="488696"/>
                  </a:lnTo>
                  <a:lnTo>
                    <a:pt x="194945" y="501904"/>
                  </a:lnTo>
                  <a:lnTo>
                    <a:pt x="213360" y="502920"/>
                  </a:lnTo>
                  <a:lnTo>
                    <a:pt x="231775" y="501904"/>
                  </a:lnTo>
                  <a:lnTo>
                    <a:pt x="284226" y="488696"/>
                  </a:lnTo>
                  <a:lnTo>
                    <a:pt x="330835" y="461391"/>
                  </a:lnTo>
                  <a:lnTo>
                    <a:pt x="370205" y="421894"/>
                  </a:lnTo>
                  <a:lnTo>
                    <a:pt x="391541" y="389890"/>
                  </a:lnTo>
                  <a:lnTo>
                    <a:pt x="408178" y="354076"/>
                  </a:lnTo>
                  <a:lnTo>
                    <a:pt x="419862" y="314833"/>
                  </a:lnTo>
                  <a:lnTo>
                    <a:pt x="425958" y="273050"/>
                  </a:lnTo>
                  <a:lnTo>
                    <a:pt x="426720" y="251460"/>
                  </a:lnTo>
                  <a:close/>
                </a:path>
                <a:path w="436245" h="3392804">
                  <a:moveTo>
                    <a:pt x="435864" y="1662684"/>
                  </a:moveTo>
                  <a:lnTo>
                    <a:pt x="432816" y="1619758"/>
                  </a:lnTo>
                  <a:lnTo>
                    <a:pt x="423799" y="1579245"/>
                  </a:lnTo>
                  <a:lnTo>
                    <a:pt x="409448" y="1541653"/>
                  </a:lnTo>
                  <a:lnTo>
                    <a:pt x="390271" y="1507617"/>
                  </a:lnTo>
                  <a:lnTo>
                    <a:pt x="353441" y="1464564"/>
                  </a:lnTo>
                  <a:lnTo>
                    <a:pt x="308737" y="1432941"/>
                  </a:lnTo>
                  <a:lnTo>
                    <a:pt x="257683" y="1414780"/>
                  </a:lnTo>
                  <a:lnTo>
                    <a:pt x="220980" y="1411224"/>
                  </a:lnTo>
                  <a:lnTo>
                    <a:pt x="202438" y="1412113"/>
                  </a:lnTo>
                  <a:lnTo>
                    <a:pt x="149733" y="1425321"/>
                  </a:lnTo>
                  <a:lnTo>
                    <a:pt x="102616" y="1452753"/>
                  </a:lnTo>
                  <a:lnTo>
                    <a:pt x="62992" y="1492123"/>
                  </a:lnTo>
                  <a:lnTo>
                    <a:pt x="41656" y="1524127"/>
                  </a:lnTo>
                  <a:lnTo>
                    <a:pt x="24765" y="1560068"/>
                  </a:lnTo>
                  <a:lnTo>
                    <a:pt x="13081" y="1599184"/>
                  </a:lnTo>
                  <a:lnTo>
                    <a:pt x="6858" y="1640967"/>
                  </a:lnTo>
                  <a:lnTo>
                    <a:pt x="6096" y="1662684"/>
                  </a:lnTo>
                  <a:lnTo>
                    <a:pt x="6858" y="1684286"/>
                  </a:lnTo>
                  <a:lnTo>
                    <a:pt x="13081" y="1726057"/>
                  </a:lnTo>
                  <a:lnTo>
                    <a:pt x="24765" y="1765300"/>
                  </a:lnTo>
                  <a:lnTo>
                    <a:pt x="41656" y="1801114"/>
                  </a:lnTo>
                  <a:lnTo>
                    <a:pt x="62992" y="1833118"/>
                  </a:lnTo>
                  <a:lnTo>
                    <a:pt x="102616" y="1872615"/>
                  </a:lnTo>
                  <a:lnTo>
                    <a:pt x="149733" y="1899920"/>
                  </a:lnTo>
                  <a:lnTo>
                    <a:pt x="202438" y="1913128"/>
                  </a:lnTo>
                  <a:lnTo>
                    <a:pt x="220980" y="1914144"/>
                  </a:lnTo>
                  <a:lnTo>
                    <a:pt x="239522" y="1913128"/>
                  </a:lnTo>
                  <a:lnTo>
                    <a:pt x="292354" y="1899920"/>
                  </a:lnTo>
                  <a:lnTo>
                    <a:pt x="339344" y="1872615"/>
                  </a:lnTo>
                  <a:lnTo>
                    <a:pt x="378968" y="1833118"/>
                  </a:lnTo>
                  <a:lnTo>
                    <a:pt x="400431" y="1801114"/>
                  </a:lnTo>
                  <a:lnTo>
                    <a:pt x="417195" y="1765300"/>
                  </a:lnTo>
                  <a:lnTo>
                    <a:pt x="429006" y="1726057"/>
                  </a:lnTo>
                  <a:lnTo>
                    <a:pt x="435102" y="1684286"/>
                  </a:lnTo>
                  <a:lnTo>
                    <a:pt x="435864" y="1662684"/>
                  </a:lnTo>
                  <a:close/>
                </a:path>
              </a:pathLst>
            </a:custGeom>
            <a:solidFill>
              <a:srgbClr val="CC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9" name="object 19"/>
          <p:cNvGrpSpPr/>
          <p:nvPr/>
        </p:nvGrpSpPr>
        <p:grpSpPr>
          <a:xfrm>
            <a:off x="7836281" y="1902079"/>
            <a:ext cx="436245" cy="1914525"/>
            <a:chOff x="7836281" y="1902079"/>
            <a:chExt cx="436245" cy="1914525"/>
          </a:xfrm>
        </p:grpSpPr>
        <p:sp>
          <p:nvSpPr>
            <p:cNvPr id="20" name="object 20"/>
            <p:cNvSpPr/>
            <p:nvPr/>
          </p:nvSpPr>
          <p:spPr>
            <a:xfrm>
              <a:off x="8051038" y="2150364"/>
              <a:ext cx="0" cy="1459865"/>
            </a:xfrm>
            <a:custGeom>
              <a:avLst/>
              <a:gdLst/>
              <a:ahLst/>
              <a:cxnLst/>
              <a:rect l="l" t="t" r="r" b="b"/>
              <a:pathLst>
                <a:path h="1459864">
                  <a:moveTo>
                    <a:pt x="0" y="0"/>
                  </a:moveTo>
                  <a:lnTo>
                    <a:pt x="0" y="1459865"/>
                  </a:lnTo>
                </a:path>
              </a:pathLst>
            </a:custGeom>
            <a:ln w="9144">
              <a:solidFill>
                <a:srgbClr val="2F859C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836281" y="1902078"/>
              <a:ext cx="436245" cy="1914525"/>
            </a:xfrm>
            <a:custGeom>
              <a:avLst/>
              <a:gdLst/>
              <a:ahLst/>
              <a:cxnLst/>
              <a:rect l="l" t="t" r="r" b="b"/>
              <a:pathLst>
                <a:path w="436245" h="1914525">
                  <a:moveTo>
                    <a:pt x="429768" y="251460"/>
                  </a:moveTo>
                  <a:lnTo>
                    <a:pt x="426720" y="208534"/>
                  </a:lnTo>
                  <a:lnTo>
                    <a:pt x="417703" y="168021"/>
                  </a:lnTo>
                  <a:lnTo>
                    <a:pt x="403352" y="130429"/>
                  </a:lnTo>
                  <a:lnTo>
                    <a:pt x="384175" y="96393"/>
                  </a:lnTo>
                  <a:lnTo>
                    <a:pt x="347345" y="53340"/>
                  </a:lnTo>
                  <a:lnTo>
                    <a:pt x="302641" y="21717"/>
                  </a:lnTo>
                  <a:lnTo>
                    <a:pt x="251587" y="3556"/>
                  </a:lnTo>
                  <a:lnTo>
                    <a:pt x="214884" y="0"/>
                  </a:lnTo>
                  <a:lnTo>
                    <a:pt x="196342" y="889"/>
                  </a:lnTo>
                  <a:lnTo>
                    <a:pt x="143637" y="14097"/>
                  </a:lnTo>
                  <a:lnTo>
                    <a:pt x="96520" y="41529"/>
                  </a:lnTo>
                  <a:lnTo>
                    <a:pt x="56896" y="80899"/>
                  </a:lnTo>
                  <a:lnTo>
                    <a:pt x="35560" y="112903"/>
                  </a:lnTo>
                  <a:lnTo>
                    <a:pt x="18669" y="148844"/>
                  </a:lnTo>
                  <a:lnTo>
                    <a:pt x="6985" y="187960"/>
                  </a:lnTo>
                  <a:lnTo>
                    <a:pt x="762" y="229743"/>
                  </a:lnTo>
                  <a:lnTo>
                    <a:pt x="0" y="251460"/>
                  </a:lnTo>
                  <a:lnTo>
                    <a:pt x="762" y="273050"/>
                  </a:lnTo>
                  <a:lnTo>
                    <a:pt x="6985" y="314833"/>
                  </a:lnTo>
                  <a:lnTo>
                    <a:pt x="18669" y="354076"/>
                  </a:lnTo>
                  <a:lnTo>
                    <a:pt x="35560" y="389890"/>
                  </a:lnTo>
                  <a:lnTo>
                    <a:pt x="56896" y="421894"/>
                  </a:lnTo>
                  <a:lnTo>
                    <a:pt x="96520" y="461391"/>
                  </a:lnTo>
                  <a:lnTo>
                    <a:pt x="143637" y="488696"/>
                  </a:lnTo>
                  <a:lnTo>
                    <a:pt x="196342" y="501904"/>
                  </a:lnTo>
                  <a:lnTo>
                    <a:pt x="214884" y="502920"/>
                  </a:lnTo>
                  <a:lnTo>
                    <a:pt x="233426" y="501904"/>
                  </a:lnTo>
                  <a:lnTo>
                    <a:pt x="286258" y="488696"/>
                  </a:lnTo>
                  <a:lnTo>
                    <a:pt x="333248" y="461391"/>
                  </a:lnTo>
                  <a:lnTo>
                    <a:pt x="372872" y="421894"/>
                  </a:lnTo>
                  <a:lnTo>
                    <a:pt x="394335" y="389890"/>
                  </a:lnTo>
                  <a:lnTo>
                    <a:pt x="411099" y="354076"/>
                  </a:lnTo>
                  <a:lnTo>
                    <a:pt x="422910" y="314833"/>
                  </a:lnTo>
                  <a:lnTo>
                    <a:pt x="429006" y="273050"/>
                  </a:lnTo>
                  <a:lnTo>
                    <a:pt x="429768" y="251460"/>
                  </a:lnTo>
                  <a:close/>
                </a:path>
                <a:path w="436245" h="1914525">
                  <a:moveTo>
                    <a:pt x="435864" y="1662684"/>
                  </a:moveTo>
                  <a:lnTo>
                    <a:pt x="432816" y="1619758"/>
                  </a:lnTo>
                  <a:lnTo>
                    <a:pt x="423926" y="1579245"/>
                  </a:lnTo>
                  <a:lnTo>
                    <a:pt x="409575" y="1541653"/>
                  </a:lnTo>
                  <a:lnTo>
                    <a:pt x="390525" y="1507617"/>
                  </a:lnTo>
                  <a:lnTo>
                    <a:pt x="354076" y="1464564"/>
                  </a:lnTo>
                  <a:lnTo>
                    <a:pt x="309626" y="1432941"/>
                  </a:lnTo>
                  <a:lnTo>
                    <a:pt x="258953" y="1414780"/>
                  </a:lnTo>
                  <a:lnTo>
                    <a:pt x="222504" y="1411224"/>
                  </a:lnTo>
                  <a:lnTo>
                    <a:pt x="204089" y="1412113"/>
                  </a:lnTo>
                  <a:lnTo>
                    <a:pt x="151765" y="1425321"/>
                  </a:lnTo>
                  <a:lnTo>
                    <a:pt x="105029" y="1452753"/>
                  </a:lnTo>
                  <a:lnTo>
                    <a:pt x="65659" y="1492123"/>
                  </a:lnTo>
                  <a:lnTo>
                    <a:pt x="44450" y="1524127"/>
                  </a:lnTo>
                  <a:lnTo>
                    <a:pt x="27686" y="1560068"/>
                  </a:lnTo>
                  <a:lnTo>
                    <a:pt x="16002" y="1599184"/>
                  </a:lnTo>
                  <a:lnTo>
                    <a:pt x="9906" y="1640979"/>
                  </a:lnTo>
                  <a:lnTo>
                    <a:pt x="9144" y="1662684"/>
                  </a:lnTo>
                  <a:lnTo>
                    <a:pt x="9906" y="1684274"/>
                  </a:lnTo>
                  <a:lnTo>
                    <a:pt x="16002" y="1726057"/>
                  </a:lnTo>
                  <a:lnTo>
                    <a:pt x="27686" y="1765300"/>
                  </a:lnTo>
                  <a:lnTo>
                    <a:pt x="44450" y="1801114"/>
                  </a:lnTo>
                  <a:lnTo>
                    <a:pt x="65659" y="1833118"/>
                  </a:lnTo>
                  <a:lnTo>
                    <a:pt x="105029" y="1872615"/>
                  </a:lnTo>
                  <a:lnTo>
                    <a:pt x="151765" y="1899920"/>
                  </a:lnTo>
                  <a:lnTo>
                    <a:pt x="204089" y="1913128"/>
                  </a:lnTo>
                  <a:lnTo>
                    <a:pt x="222504" y="1914144"/>
                  </a:lnTo>
                  <a:lnTo>
                    <a:pt x="240919" y="1913128"/>
                  </a:lnTo>
                  <a:lnTo>
                    <a:pt x="293370" y="1899920"/>
                  </a:lnTo>
                  <a:lnTo>
                    <a:pt x="339979" y="1872615"/>
                  </a:lnTo>
                  <a:lnTo>
                    <a:pt x="379349" y="1833118"/>
                  </a:lnTo>
                  <a:lnTo>
                    <a:pt x="400685" y="1801114"/>
                  </a:lnTo>
                  <a:lnTo>
                    <a:pt x="417322" y="1765300"/>
                  </a:lnTo>
                  <a:lnTo>
                    <a:pt x="429006" y="1726057"/>
                  </a:lnTo>
                  <a:lnTo>
                    <a:pt x="435102" y="1684274"/>
                  </a:lnTo>
                  <a:lnTo>
                    <a:pt x="435864" y="1662684"/>
                  </a:lnTo>
                  <a:close/>
                </a:path>
              </a:pathLst>
            </a:custGeom>
            <a:solidFill>
              <a:srgbClr val="CC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4224654" y="1976373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libri" panose="020F0502020204030204"/>
                <a:cs typeface="Calibri" panose="020F0502020204030204"/>
              </a:rPr>
              <a:t>1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224654" y="4867782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libri" panose="020F0502020204030204"/>
                <a:cs typeface="Calibri" panose="020F0502020204030204"/>
              </a:rPr>
              <a:t>3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239259" y="3373577"/>
            <a:ext cx="14160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libri" panose="020F0502020204030204"/>
                <a:cs typeface="Calibri" panose="020F0502020204030204"/>
              </a:rPr>
              <a:t>2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990078" y="1961515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libri" panose="020F0502020204030204"/>
                <a:cs typeface="Calibri" panose="020F0502020204030204"/>
              </a:rPr>
              <a:t>4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991093" y="3193361"/>
            <a:ext cx="3836670" cy="1541780"/>
          </a:xfrm>
          <a:prstGeom prst="rect">
            <a:avLst/>
          </a:prstGeom>
        </p:spPr>
        <p:txBody>
          <a:bodyPr vert="horz" wrap="square" lIns="0" tIns="144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35"/>
              </a:spcBef>
              <a:tabLst>
                <a:tab pos="367030" algn="l"/>
              </a:tabLst>
            </a:pPr>
            <a:r>
              <a:rPr sz="1800" spc="-50" dirty="0">
                <a:latin typeface="Calibri" panose="020F0502020204030204"/>
                <a:cs typeface="Calibri" panose="020F0502020204030204"/>
              </a:rPr>
              <a:t>5</a:t>
            </a:r>
            <a:r>
              <a:rPr sz="1800" dirty="0">
                <a:latin typeface="Calibri" panose="020F0502020204030204"/>
                <a:cs typeface="Calibri" panose="020F0502020204030204"/>
              </a:rPr>
              <a:t>	</a:t>
            </a:r>
            <a:r>
              <a:rPr sz="2400" b="1" spc="-20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1933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358775">
              <a:lnSpc>
                <a:spcPct val="100000"/>
              </a:lnSpc>
              <a:spcBef>
                <a:spcPts val="780"/>
              </a:spcBef>
            </a:pPr>
            <a:r>
              <a:rPr sz="1800" b="1" spc="-10" dirty="0">
                <a:latin typeface="Calibri" panose="020F0502020204030204"/>
                <a:cs typeface="Calibri" panose="020F0502020204030204"/>
              </a:rPr>
              <a:t>Pendidikan</a:t>
            </a:r>
            <a:r>
              <a:rPr sz="1800" b="1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dirty="0">
                <a:latin typeface="Calibri" panose="020F0502020204030204"/>
                <a:cs typeface="Calibri" panose="020F0502020204030204"/>
              </a:rPr>
              <a:t>Nasional</a:t>
            </a:r>
            <a:r>
              <a:rPr sz="1800" b="1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dirty="0">
                <a:latin typeface="Calibri" panose="020F0502020204030204"/>
                <a:cs typeface="Calibri" panose="020F0502020204030204"/>
              </a:rPr>
              <a:t>Indonesia</a:t>
            </a:r>
            <a:r>
              <a:rPr sz="1800" b="1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spc="-10" dirty="0">
                <a:latin typeface="Calibri" panose="020F0502020204030204"/>
                <a:cs typeface="Calibri" panose="020F0502020204030204"/>
              </a:rPr>
              <a:t>(PNI)</a:t>
            </a:r>
            <a:endParaRPr sz="1800">
              <a:latin typeface="Calibri" panose="020F0502020204030204"/>
              <a:cs typeface="Calibri" panose="020F0502020204030204"/>
            </a:endParaRPr>
          </a:p>
          <a:p>
            <a:pPr marL="358775" marR="5080">
              <a:lnSpc>
                <a:spcPct val="100000"/>
              </a:lnSpc>
              <a:spcBef>
                <a:spcPts val="40"/>
              </a:spcBef>
            </a:pPr>
            <a:r>
              <a:rPr sz="1400" dirty="0">
                <a:latin typeface="Calibri" panose="020F0502020204030204"/>
                <a:cs typeface="Calibri" panose="020F0502020204030204"/>
              </a:rPr>
              <a:t>Dipimpin oleh</a:t>
            </a:r>
            <a:r>
              <a:rPr sz="14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1400" dirty="0">
                <a:latin typeface="Calibri" panose="020F0502020204030204"/>
                <a:cs typeface="Calibri" panose="020F0502020204030204"/>
              </a:rPr>
              <a:t>Moh.</a:t>
            </a:r>
            <a:r>
              <a:rPr sz="14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1400" dirty="0">
                <a:latin typeface="Calibri" panose="020F0502020204030204"/>
                <a:cs typeface="Calibri" panose="020F0502020204030204"/>
              </a:rPr>
              <a:t>Hata</a:t>
            </a:r>
            <a:r>
              <a:rPr sz="14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1400" dirty="0">
                <a:latin typeface="Calibri" panose="020F0502020204030204"/>
                <a:cs typeface="Calibri" panose="020F0502020204030204"/>
              </a:rPr>
              <a:t>dan</a:t>
            </a:r>
            <a:r>
              <a:rPr sz="14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1400" dirty="0">
                <a:latin typeface="Calibri" panose="020F0502020204030204"/>
                <a:cs typeface="Calibri" panose="020F0502020204030204"/>
              </a:rPr>
              <a:t>St.</a:t>
            </a:r>
            <a:r>
              <a:rPr sz="14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1400" spc="-10" dirty="0">
                <a:latin typeface="Calibri" panose="020F0502020204030204"/>
                <a:cs typeface="Calibri" panose="020F0502020204030204"/>
              </a:rPr>
              <a:t>Syahrir</a:t>
            </a:r>
            <a:r>
              <a:rPr sz="1400" dirty="0">
                <a:latin typeface="Calibri" panose="020F0502020204030204"/>
                <a:cs typeface="Calibri" panose="020F0502020204030204"/>
              </a:rPr>
              <a:t> </a:t>
            </a:r>
            <a:r>
              <a:rPr sz="1400" spc="-10" dirty="0">
                <a:latin typeface="Calibri" panose="020F0502020204030204"/>
                <a:cs typeface="Calibri" panose="020F0502020204030204"/>
              </a:rPr>
              <a:t>dengan semboyan</a:t>
            </a:r>
            <a:r>
              <a:rPr sz="14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1400" spc="-10" dirty="0">
                <a:latin typeface="Calibri" panose="020F0502020204030204"/>
                <a:cs typeface="Calibri" panose="020F0502020204030204"/>
              </a:rPr>
              <a:t>kemerdekaan</a:t>
            </a:r>
            <a:r>
              <a:rPr sz="1400" spc="25" dirty="0">
                <a:latin typeface="Calibri" panose="020F0502020204030204"/>
                <a:cs typeface="Calibri" panose="020F0502020204030204"/>
              </a:rPr>
              <a:t> </a:t>
            </a:r>
            <a:r>
              <a:rPr sz="1400" dirty="0">
                <a:latin typeface="Calibri" panose="020F0502020204030204"/>
                <a:cs typeface="Calibri" panose="020F0502020204030204"/>
              </a:rPr>
              <a:t>harus</a:t>
            </a:r>
            <a:r>
              <a:rPr sz="14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400" dirty="0">
                <a:latin typeface="Calibri" panose="020F0502020204030204"/>
                <a:cs typeface="Calibri" panose="020F0502020204030204"/>
              </a:rPr>
              <a:t>di</a:t>
            </a:r>
            <a:r>
              <a:rPr sz="14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400" dirty="0">
                <a:latin typeface="Calibri" panose="020F0502020204030204"/>
                <a:cs typeface="Calibri" panose="020F0502020204030204"/>
              </a:rPr>
              <a:t>capai</a:t>
            </a:r>
            <a:r>
              <a:rPr sz="1400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1400" spc="-10" dirty="0">
                <a:latin typeface="Calibri" panose="020F0502020204030204"/>
                <a:cs typeface="Calibri" panose="020F0502020204030204"/>
              </a:rPr>
              <a:t>dengan </a:t>
            </a:r>
            <a:r>
              <a:rPr sz="1400" spc="-20" dirty="0">
                <a:latin typeface="Calibri" panose="020F0502020204030204"/>
                <a:cs typeface="Calibri" panose="020F0502020204030204"/>
              </a:rPr>
              <a:t>kekuatan</a:t>
            </a:r>
            <a:r>
              <a:rPr sz="1400" spc="20" dirty="0">
                <a:latin typeface="Calibri" panose="020F0502020204030204"/>
                <a:cs typeface="Calibri" panose="020F0502020204030204"/>
              </a:rPr>
              <a:t> </a:t>
            </a:r>
            <a:r>
              <a:rPr sz="1400" spc="-10" dirty="0">
                <a:latin typeface="Calibri" panose="020F0502020204030204"/>
                <a:cs typeface="Calibri" panose="020F0502020204030204"/>
              </a:rPr>
              <a:t>sendiri</a:t>
            </a:r>
            <a:endParaRPr sz="1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00" spc="-35" dirty="0">
                <a:latin typeface="Calibri" panose="020F0502020204030204"/>
                <a:cs typeface="Calibri" panose="020F0502020204030204"/>
              </a:rPr>
              <a:t>KEBANGKITAN</a:t>
            </a:r>
            <a:r>
              <a:rPr sz="2800" spc="-7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10" dirty="0">
                <a:latin typeface="Calibri" panose="020F0502020204030204"/>
                <a:cs typeface="Calibri" panose="020F0502020204030204"/>
              </a:rPr>
              <a:t>NASIONAL</a:t>
            </a:r>
            <a:endParaRPr sz="28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228600" y="128015"/>
            <a:ext cx="2691765" cy="2727960"/>
            <a:chOff x="228600" y="128015"/>
            <a:chExt cx="2691765" cy="2727960"/>
          </a:xfrm>
        </p:grpSpPr>
        <p:pic>
          <p:nvPicPr>
            <p:cNvPr id="29" name="object 2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28600" y="128015"/>
              <a:ext cx="609600" cy="615695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71855" y="1395983"/>
              <a:ext cx="2548128" cy="145999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16768" y="240791"/>
            <a:ext cx="1139952" cy="1002791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0" y="6257544"/>
            <a:ext cx="4151629" cy="481965"/>
            <a:chOff x="0" y="6257544"/>
            <a:chExt cx="4151629" cy="481965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6257544"/>
              <a:ext cx="3532632" cy="48158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151632" y="6550152"/>
              <a:ext cx="1000125" cy="182880"/>
            </a:xfrm>
            <a:custGeom>
              <a:avLst/>
              <a:gdLst/>
              <a:ahLst/>
              <a:cxnLst/>
              <a:rect l="l" t="t" r="r" b="b"/>
              <a:pathLst>
                <a:path w="1000125" h="182879">
                  <a:moveTo>
                    <a:pt x="999617" y="0"/>
                  </a:moveTo>
                  <a:lnTo>
                    <a:pt x="0" y="0"/>
                  </a:lnTo>
                  <a:lnTo>
                    <a:pt x="0" y="182880"/>
                  </a:lnTo>
                  <a:lnTo>
                    <a:pt x="999617" y="182880"/>
                  </a:lnTo>
                  <a:lnTo>
                    <a:pt x="999617" y="0"/>
                  </a:lnTo>
                  <a:close/>
                </a:path>
              </a:pathLst>
            </a:custGeom>
            <a:solidFill>
              <a:srgbClr val="F8AC4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35279" y="274320"/>
            <a:ext cx="588264" cy="633983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305511" y="810209"/>
            <a:ext cx="643255" cy="361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2545">
              <a:lnSpc>
                <a:spcPts val="132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BD9000"/>
                </a:solidFill>
                <a:latin typeface="Calibri" panose="020F0502020204030204"/>
                <a:cs typeface="Calibri" panose="020F0502020204030204"/>
              </a:rPr>
              <a:t>Republik</a:t>
            </a:r>
            <a:endParaRPr sz="12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ts val="1320"/>
              </a:lnSpc>
            </a:pPr>
            <a:r>
              <a:rPr sz="1200" b="1" spc="-10" dirty="0">
                <a:solidFill>
                  <a:srgbClr val="BD9000"/>
                </a:solidFill>
                <a:latin typeface="Calibri" panose="020F0502020204030204"/>
                <a:cs typeface="Calibri" panose="020F0502020204030204"/>
              </a:rPr>
              <a:t>Indonesia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451338" y="6581647"/>
            <a:ext cx="1731645" cy="2711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R="264160" algn="r">
              <a:lnSpc>
                <a:spcPct val="100000"/>
              </a:lnSpc>
              <a:spcBef>
                <a:spcPts val="110"/>
              </a:spcBef>
            </a:pPr>
            <a:r>
              <a:rPr sz="1600" b="1" spc="-2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14</a:t>
            </a:r>
            <a:endParaRPr sz="16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953767" y="2727960"/>
            <a:ext cx="9577070" cy="1076325"/>
          </a:xfrm>
          <a:prstGeom prst="rect">
            <a:avLst/>
          </a:prstGeom>
          <a:solidFill>
            <a:srgbClr val="1F487C"/>
          </a:solidFill>
        </p:spPr>
        <p:txBody>
          <a:bodyPr vert="horz" wrap="square" lIns="0" tIns="207010" rIns="0" bIns="0" rtlCol="0">
            <a:spAutoFit/>
          </a:bodyPr>
          <a:lstStyle/>
          <a:p>
            <a:pPr marL="428625" marR="2480945">
              <a:lnSpc>
                <a:spcPct val="100000"/>
              </a:lnSpc>
              <a:spcBef>
                <a:spcPts val="1630"/>
              </a:spcBef>
            </a:pPr>
            <a:r>
              <a:rPr sz="2400" b="1" spc="-2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ZAMAN</a:t>
            </a:r>
            <a:r>
              <a:rPr sz="2400" b="1" spc="-14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400" b="1" spc="-6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PENJAJAHAN</a:t>
            </a:r>
            <a:r>
              <a:rPr sz="2400" b="1" spc="-12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400" b="1" spc="-4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JEPANG</a:t>
            </a:r>
            <a:r>
              <a:rPr sz="2400" b="1" spc="-9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400" b="1" spc="-25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&amp;</a:t>
            </a:r>
            <a:r>
              <a:rPr sz="2400" b="1" spc="-5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400" b="1" spc="-12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PROKLAMASI </a:t>
            </a:r>
            <a:r>
              <a:rPr sz="2400" b="1" spc="-4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KEMERDEKAAN</a:t>
            </a:r>
            <a:endParaRPr sz="24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0235183" y="57911"/>
            <a:ext cx="1816735" cy="1701164"/>
          </a:xfrm>
          <a:custGeom>
            <a:avLst/>
            <a:gdLst/>
            <a:ahLst/>
            <a:cxnLst/>
            <a:rect l="l" t="t" r="r" b="b"/>
            <a:pathLst>
              <a:path w="1816734" h="1701164">
                <a:moveTo>
                  <a:pt x="1816607" y="0"/>
                </a:moveTo>
                <a:lnTo>
                  <a:pt x="0" y="0"/>
                </a:lnTo>
                <a:lnTo>
                  <a:pt x="0" y="1700783"/>
                </a:lnTo>
                <a:lnTo>
                  <a:pt x="1816607" y="1700783"/>
                </a:lnTo>
                <a:lnTo>
                  <a:pt x="181660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16768" y="240791"/>
            <a:ext cx="1139952" cy="1002791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0" y="6257544"/>
            <a:ext cx="4151629" cy="481965"/>
            <a:chOff x="0" y="6257544"/>
            <a:chExt cx="4151629" cy="481965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6257544"/>
              <a:ext cx="3532632" cy="48158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151632" y="6550152"/>
              <a:ext cx="1000125" cy="182880"/>
            </a:xfrm>
            <a:custGeom>
              <a:avLst/>
              <a:gdLst/>
              <a:ahLst/>
              <a:cxnLst/>
              <a:rect l="l" t="t" r="r" b="b"/>
              <a:pathLst>
                <a:path w="1000125" h="182879">
                  <a:moveTo>
                    <a:pt x="999617" y="0"/>
                  </a:moveTo>
                  <a:lnTo>
                    <a:pt x="0" y="0"/>
                  </a:lnTo>
                  <a:lnTo>
                    <a:pt x="0" y="182880"/>
                  </a:lnTo>
                  <a:lnTo>
                    <a:pt x="999617" y="182880"/>
                  </a:lnTo>
                  <a:lnTo>
                    <a:pt x="999617" y="0"/>
                  </a:lnTo>
                  <a:close/>
                </a:path>
              </a:pathLst>
            </a:custGeom>
            <a:solidFill>
              <a:srgbClr val="F8AC4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0" y="0"/>
            <a:ext cx="12171045" cy="1414780"/>
            <a:chOff x="0" y="0"/>
            <a:chExt cx="12171045" cy="1414780"/>
          </a:xfrm>
        </p:grpSpPr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35279" y="274320"/>
              <a:ext cx="588264" cy="633983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0" y="0"/>
              <a:ext cx="12171045" cy="1414780"/>
            </a:xfrm>
            <a:custGeom>
              <a:avLst/>
              <a:gdLst/>
              <a:ahLst/>
              <a:cxnLst/>
              <a:rect l="l" t="t" r="r" b="b"/>
              <a:pathLst>
                <a:path w="12171045" h="1414780">
                  <a:moveTo>
                    <a:pt x="12170664" y="0"/>
                  </a:moveTo>
                  <a:lnTo>
                    <a:pt x="0" y="0"/>
                  </a:lnTo>
                  <a:lnTo>
                    <a:pt x="0" y="1414272"/>
                  </a:lnTo>
                  <a:lnTo>
                    <a:pt x="12170664" y="1414272"/>
                  </a:lnTo>
                  <a:lnTo>
                    <a:pt x="1217066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15240"/>
              <a:ext cx="12170664" cy="810767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4112" y="131063"/>
              <a:ext cx="588264" cy="633983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4495927" y="269875"/>
            <a:ext cx="32512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65" dirty="0">
                <a:latin typeface="Tahoma" panose="020B0604030504040204"/>
                <a:cs typeface="Tahoma" panose="020B0604030504040204"/>
              </a:rPr>
              <a:t>PENJAJAHAN</a:t>
            </a:r>
            <a:r>
              <a:rPr sz="2400" b="1" spc="-25" dirty="0">
                <a:latin typeface="Tahoma" panose="020B0604030504040204"/>
                <a:cs typeface="Tahoma" panose="020B0604030504040204"/>
              </a:rPr>
              <a:t> </a:t>
            </a:r>
            <a:r>
              <a:rPr sz="2400" b="1" spc="-10" dirty="0">
                <a:latin typeface="Tahoma" panose="020B0604030504040204"/>
                <a:cs typeface="Tahoma" panose="020B0604030504040204"/>
              </a:rPr>
              <a:t>JEPANG</a:t>
            </a:r>
            <a:endParaRPr sz="24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4864" y="1362455"/>
            <a:ext cx="12024360" cy="4727575"/>
          </a:xfrm>
          <a:custGeom>
            <a:avLst/>
            <a:gdLst/>
            <a:ahLst/>
            <a:cxnLst/>
            <a:rect l="l" t="t" r="r" b="b"/>
            <a:pathLst>
              <a:path w="12024360" h="4727575">
                <a:moveTo>
                  <a:pt x="4264025" y="0"/>
                </a:moveTo>
                <a:lnTo>
                  <a:pt x="0" y="0"/>
                </a:lnTo>
                <a:lnTo>
                  <a:pt x="0" y="4727321"/>
                </a:lnTo>
                <a:lnTo>
                  <a:pt x="4264025" y="4727321"/>
                </a:lnTo>
                <a:lnTo>
                  <a:pt x="4264025" y="0"/>
                </a:lnTo>
                <a:close/>
              </a:path>
              <a:path w="12024360" h="4727575">
                <a:moveTo>
                  <a:pt x="8263001" y="6108"/>
                </a:moveTo>
                <a:lnTo>
                  <a:pt x="4389120" y="6108"/>
                </a:lnTo>
                <a:lnTo>
                  <a:pt x="4389120" y="4693539"/>
                </a:lnTo>
                <a:lnTo>
                  <a:pt x="8263001" y="4693539"/>
                </a:lnTo>
                <a:lnTo>
                  <a:pt x="8263001" y="6108"/>
                </a:lnTo>
                <a:close/>
              </a:path>
              <a:path w="12024360" h="4727575">
                <a:moveTo>
                  <a:pt x="12024233" y="6108"/>
                </a:moveTo>
                <a:lnTo>
                  <a:pt x="8369808" y="6108"/>
                </a:lnTo>
                <a:lnTo>
                  <a:pt x="8369808" y="4693539"/>
                </a:lnTo>
                <a:lnTo>
                  <a:pt x="12024233" y="4693539"/>
                </a:lnTo>
                <a:lnTo>
                  <a:pt x="12024233" y="6108"/>
                </a:lnTo>
                <a:close/>
              </a:path>
            </a:pathLst>
          </a:custGeom>
          <a:solidFill>
            <a:srgbClr val="E0EE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8861297" y="1504315"/>
            <a:ext cx="2780665" cy="845819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10"/>
              </a:spcBef>
            </a:pPr>
            <a:r>
              <a:rPr sz="1800" b="1" spc="-50" dirty="0">
                <a:latin typeface="Tahoma" panose="020B0604030504040204"/>
                <a:cs typeface="Tahoma" panose="020B0604030504040204"/>
              </a:rPr>
              <a:t>Dibentuknya</a:t>
            </a:r>
            <a:r>
              <a:rPr sz="1800" b="1" spc="-45" dirty="0">
                <a:latin typeface="Tahoma" panose="020B0604030504040204"/>
                <a:cs typeface="Tahoma" panose="020B0604030504040204"/>
              </a:rPr>
              <a:t> </a:t>
            </a:r>
            <a:r>
              <a:rPr sz="1800" b="1" spc="-10" dirty="0">
                <a:latin typeface="Tahoma" panose="020B0604030504040204"/>
                <a:cs typeface="Tahoma" panose="020B0604030504040204"/>
              </a:rPr>
              <a:t>sebuah </a:t>
            </a:r>
            <a:r>
              <a:rPr sz="1800" b="1" spc="50" dirty="0">
                <a:latin typeface="Tahoma" panose="020B0604030504040204"/>
                <a:cs typeface="Tahoma" panose="020B0604030504040204"/>
              </a:rPr>
              <a:t>badan</a:t>
            </a:r>
            <a:r>
              <a:rPr sz="1800" b="1" spc="-110" dirty="0">
                <a:latin typeface="Tahoma" panose="020B0604030504040204"/>
                <a:cs typeface="Tahoma" panose="020B0604030504040204"/>
              </a:rPr>
              <a:t> </a:t>
            </a:r>
            <a:r>
              <a:rPr sz="1800" b="1" spc="-20" dirty="0">
                <a:latin typeface="Tahoma" panose="020B0604030504040204"/>
                <a:cs typeface="Tahoma" panose="020B0604030504040204"/>
              </a:rPr>
              <a:t>yakni</a:t>
            </a:r>
            <a:r>
              <a:rPr sz="1800" b="1" spc="-55" dirty="0">
                <a:latin typeface="Tahoma" panose="020B0604030504040204"/>
                <a:cs typeface="Tahoma" panose="020B0604030504040204"/>
              </a:rPr>
              <a:t> </a:t>
            </a:r>
            <a:r>
              <a:rPr sz="1800" b="1" spc="-220" dirty="0">
                <a:solidFill>
                  <a:srgbClr val="548ED4"/>
                </a:solidFill>
                <a:latin typeface="Tahoma" panose="020B0604030504040204"/>
                <a:cs typeface="Tahoma" panose="020B0604030504040204"/>
              </a:rPr>
              <a:t>BPUKI</a:t>
            </a:r>
            <a:r>
              <a:rPr sz="1800" b="1" spc="-55" dirty="0">
                <a:solidFill>
                  <a:srgbClr val="548ED4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800" b="1" spc="-85" dirty="0">
                <a:latin typeface="Tahoma" panose="020B0604030504040204"/>
                <a:cs typeface="Tahoma" panose="020B0604030504040204"/>
              </a:rPr>
              <a:t>untuk </a:t>
            </a:r>
            <a:r>
              <a:rPr sz="1800" b="1" dirty="0">
                <a:latin typeface="Tahoma" panose="020B0604030504040204"/>
                <a:cs typeface="Tahoma" panose="020B0604030504040204"/>
              </a:rPr>
              <a:t>mendapatkan</a:t>
            </a:r>
            <a:r>
              <a:rPr sz="1800" b="1" spc="-90" dirty="0">
                <a:latin typeface="Tahoma" panose="020B0604030504040204"/>
                <a:cs typeface="Tahoma" panose="020B0604030504040204"/>
              </a:rPr>
              <a:t> </a:t>
            </a:r>
            <a:r>
              <a:rPr sz="1800" b="1" spc="-10" dirty="0">
                <a:latin typeface="Tahoma" panose="020B0604030504040204"/>
                <a:cs typeface="Tahoma" panose="020B0604030504040204"/>
              </a:rPr>
              <a:t>simpati</a:t>
            </a:r>
            <a:endParaRPr sz="18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511802" y="1446657"/>
            <a:ext cx="28194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i="1" spc="-615" dirty="0">
                <a:solidFill>
                  <a:srgbClr val="2C75B6"/>
                </a:solidFill>
                <a:latin typeface="Verdana" panose="020B0604030504040204"/>
                <a:cs typeface="Verdana" panose="020B0604030504040204"/>
              </a:rPr>
              <a:t>2</a:t>
            </a:r>
            <a:endParaRPr sz="3600">
              <a:latin typeface="Verdana" panose="020B0604030504040204"/>
              <a:cs typeface="Verdana" panose="020B060403050404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537575" y="1464386"/>
            <a:ext cx="28194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i="1" spc="-615" dirty="0">
                <a:solidFill>
                  <a:srgbClr val="2C75B6"/>
                </a:solidFill>
                <a:latin typeface="Verdana" panose="020B0604030504040204"/>
                <a:cs typeface="Verdana" panose="020B0604030504040204"/>
              </a:rPr>
              <a:t>3</a:t>
            </a:r>
            <a:endParaRPr sz="3600">
              <a:latin typeface="Verdana" panose="020B0604030504040204"/>
              <a:cs typeface="Verdana" panose="020B060403050404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858258" y="1493011"/>
            <a:ext cx="257746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 panose="020F0502020204030204"/>
                <a:cs typeface="Calibri" panose="020F0502020204030204"/>
              </a:rPr>
              <a:t>Jepang</a:t>
            </a:r>
            <a:r>
              <a:rPr sz="1800" b="1" spc="-10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dirty="0">
                <a:latin typeface="Calibri" panose="020F0502020204030204"/>
                <a:cs typeface="Calibri" panose="020F0502020204030204"/>
              </a:rPr>
              <a:t>masuk</a:t>
            </a:r>
            <a:r>
              <a:rPr sz="1800" b="1" spc="-7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dirty="0">
                <a:latin typeface="Calibri" panose="020F0502020204030204"/>
                <a:cs typeface="Calibri" panose="020F0502020204030204"/>
              </a:rPr>
              <a:t>ke</a:t>
            </a:r>
            <a:r>
              <a:rPr sz="1800" b="1" spc="-7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spc="-10" dirty="0">
                <a:latin typeface="Calibri" panose="020F0502020204030204"/>
                <a:cs typeface="Calibri" panose="020F0502020204030204"/>
              </a:rPr>
              <a:t>Indonesia</a:t>
            </a:r>
            <a:endParaRPr sz="18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</a:pPr>
            <a:r>
              <a:rPr sz="1800" b="1" spc="-10" dirty="0">
                <a:latin typeface="Calibri" panose="020F0502020204030204"/>
                <a:cs typeface="Calibri" panose="020F0502020204030204"/>
              </a:rPr>
              <a:t>dengan</a:t>
            </a:r>
            <a:r>
              <a:rPr sz="1800" b="1" spc="-10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dirty="0">
                <a:latin typeface="Calibri" panose="020F0502020204030204"/>
                <a:cs typeface="Calibri" panose="020F0502020204030204"/>
              </a:rPr>
              <a:t>3</a:t>
            </a:r>
            <a:r>
              <a:rPr sz="1800" b="1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spc="-10" dirty="0">
                <a:latin typeface="Calibri" panose="020F0502020204030204"/>
                <a:cs typeface="Calibri" panose="020F0502020204030204"/>
              </a:rPr>
              <a:t>Propaganda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784216" y="5174945"/>
            <a:ext cx="3254375" cy="51498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600" b="1" spc="-10" dirty="0">
                <a:latin typeface="Calibri" panose="020F0502020204030204"/>
                <a:cs typeface="Calibri" panose="020F0502020204030204"/>
              </a:rPr>
              <a:t>Masuknya</a:t>
            </a:r>
            <a:r>
              <a:rPr sz="1600" b="1" spc="-7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b="1" dirty="0">
                <a:latin typeface="Calibri" panose="020F0502020204030204"/>
                <a:cs typeface="Calibri" panose="020F0502020204030204"/>
              </a:rPr>
              <a:t>jepang</a:t>
            </a:r>
            <a:r>
              <a:rPr sz="1600" b="1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b="1" spc="-10" dirty="0">
                <a:latin typeface="Calibri" panose="020F0502020204030204"/>
                <a:cs typeface="Calibri" panose="020F0502020204030204"/>
              </a:rPr>
              <a:t>dengan</a:t>
            </a:r>
            <a:r>
              <a:rPr sz="1600" b="1" spc="-7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b="1" spc="-10" dirty="0">
                <a:latin typeface="Calibri" panose="020F0502020204030204"/>
                <a:cs typeface="Calibri" panose="020F0502020204030204"/>
              </a:rPr>
              <a:t>menjanjikan</a:t>
            </a:r>
            <a:endParaRPr sz="1600">
              <a:latin typeface="Calibri" panose="020F0502020204030204"/>
              <a:cs typeface="Calibri" panose="020F0502020204030204"/>
            </a:endParaRPr>
          </a:p>
          <a:p>
            <a:pPr marL="104140">
              <a:lnSpc>
                <a:spcPct val="100000"/>
              </a:lnSpc>
            </a:pPr>
            <a:r>
              <a:rPr sz="1600" b="1" spc="-20" dirty="0">
                <a:latin typeface="Calibri" panose="020F0502020204030204"/>
                <a:cs typeface="Calibri" panose="020F0502020204030204"/>
              </a:rPr>
              <a:t>kemerdekaan</a:t>
            </a:r>
            <a:r>
              <a:rPr sz="1600" b="1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b="1" dirty="0">
                <a:latin typeface="Calibri" panose="020F0502020204030204"/>
                <a:cs typeface="Calibri" panose="020F0502020204030204"/>
              </a:rPr>
              <a:t>bagi bangsa</a:t>
            </a:r>
            <a:r>
              <a:rPr sz="1600" b="1" spc="-10" dirty="0">
                <a:latin typeface="Calibri" panose="020F0502020204030204"/>
                <a:cs typeface="Calibri" panose="020F0502020204030204"/>
              </a:rPr>
              <a:t> indonesia</a:t>
            </a:r>
            <a:endParaRPr sz="16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600194" y="4850079"/>
            <a:ext cx="135699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spc="-10" dirty="0">
                <a:latin typeface="Calibri" panose="020F0502020204030204"/>
                <a:cs typeface="Calibri" panose="020F0502020204030204"/>
              </a:rPr>
              <a:t>Sumber:</a:t>
            </a:r>
            <a:r>
              <a:rPr sz="700" i="1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700" i="1" dirty="0">
                <a:latin typeface="Calibri" panose="020F0502020204030204"/>
                <a:cs typeface="Calibri" panose="020F0502020204030204"/>
              </a:rPr>
              <a:t>Badan</a:t>
            </a:r>
            <a:r>
              <a:rPr sz="700" i="1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700" i="1" spc="-10" dirty="0">
                <a:latin typeface="Calibri" panose="020F0502020204030204"/>
                <a:cs typeface="Calibri" panose="020F0502020204030204"/>
              </a:rPr>
              <a:t>Pusat</a:t>
            </a:r>
            <a:r>
              <a:rPr sz="700" i="1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700" i="1" dirty="0">
                <a:latin typeface="Calibri" panose="020F0502020204030204"/>
                <a:cs typeface="Calibri" panose="020F0502020204030204"/>
              </a:rPr>
              <a:t>Statistik</a:t>
            </a:r>
            <a:r>
              <a:rPr sz="700" i="1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700" i="1" spc="-10" dirty="0">
                <a:latin typeface="Calibri" panose="020F0502020204030204"/>
                <a:cs typeface="Calibri" panose="020F0502020204030204"/>
              </a:rPr>
              <a:t>(2018)</a:t>
            </a:r>
            <a:endParaRPr sz="7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70966" y="1582673"/>
            <a:ext cx="3134995" cy="565150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12700" marR="5080">
              <a:lnSpc>
                <a:spcPts val="2090"/>
              </a:lnSpc>
              <a:spcBef>
                <a:spcPts val="225"/>
              </a:spcBef>
            </a:pPr>
            <a:r>
              <a:rPr sz="1800" b="1" spc="-10" dirty="0">
                <a:latin typeface="Calibri" panose="020F0502020204030204"/>
                <a:cs typeface="Calibri" panose="020F0502020204030204"/>
              </a:rPr>
              <a:t>Kekalahan</a:t>
            </a:r>
            <a:r>
              <a:rPr sz="1800" b="1" spc="-7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dirty="0">
                <a:latin typeface="Calibri" panose="020F0502020204030204"/>
                <a:cs typeface="Calibri" panose="020F0502020204030204"/>
              </a:rPr>
              <a:t>sekutu</a:t>
            </a:r>
            <a:r>
              <a:rPr sz="1800" b="1" spc="-7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spc="-10" dirty="0">
                <a:latin typeface="Calibri" panose="020F0502020204030204"/>
                <a:cs typeface="Calibri" panose="020F0502020204030204"/>
              </a:rPr>
              <a:t>membuat </a:t>
            </a:r>
            <a:r>
              <a:rPr sz="1800" b="1" dirty="0">
                <a:latin typeface="Calibri" panose="020F0502020204030204"/>
                <a:cs typeface="Calibri" panose="020F0502020204030204"/>
              </a:rPr>
              <a:t>belanda</a:t>
            </a:r>
            <a:r>
              <a:rPr sz="1800" b="1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spc="-10" dirty="0">
                <a:latin typeface="Calibri" panose="020F0502020204030204"/>
                <a:cs typeface="Calibri" panose="020F0502020204030204"/>
              </a:rPr>
              <a:t>hengkang</a:t>
            </a:r>
            <a:r>
              <a:rPr sz="1800" b="1" spc="-8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dirty="0">
                <a:latin typeface="Calibri" panose="020F0502020204030204"/>
                <a:cs typeface="Calibri" panose="020F0502020204030204"/>
              </a:rPr>
              <a:t>dari</a:t>
            </a:r>
            <a:r>
              <a:rPr sz="18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spc="-10" dirty="0">
                <a:latin typeface="Calibri" panose="020F0502020204030204"/>
                <a:cs typeface="Calibri" panose="020F0502020204030204"/>
              </a:rPr>
              <a:t>indonesia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63423" y="4833873"/>
            <a:ext cx="3766820" cy="13049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065" marR="5080" indent="-1270" algn="ctr">
              <a:lnSpc>
                <a:spcPct val="100000"/>
              </a:lnSpc>
              <a:spcBef>
                <a:spcPts val="90"/>
              </a:spcBef>
            </a:pPr>
            <a:r>
              <a:rPr sz="1400" b="1" spc="-45" dirty="0">
                <a:latin typeface="Tahoma" panose="020B0604030504040204"/>
                <a:cs typeface="Tahoma" panose="020B0604030504040204"/>
              </a:rPr>
              <a:t>Setelah</a:t>
            </a:r>
            <a:r>
              <a:rPr sz="1400" b="1" spc="-20" dirty="0">
                <a:latin typeface="Tahoma" panose="020B0604030504040204"/>
                <a:cs typeface="Tahoma" panose="020B0604030504040204"/>
              </a:rPr>
              <a:t> </a:t>
            </a:r>
            <a:r>
              <a:rPr sz="1400" b="1" spc="-10" dirty="0">
                <a:latin typeface="Tahoma" panose="020B0604030504040204"/>
                <a:cs typeface="Tahoma" panose="020B0604030504040204"/>
              </a:rPr>
              <a:t>Nederland </a:t>
            </a:r>
            <a:r>
              <a:rPr sz="1400" b="1" spc="-55" dirty="0">
                <a:latin typeface="Tahoma" panose="020B0604030504040204"/>
                <a:cs typeface="Tahoma" panose="020B0604030504040204"/>
              </a:rPr>
              <a:t>diserbu</a:t>
            </a:r>
            <a:r>
              <a:rPr sz="1400" b="1" spc="-50" dirty="0">
                <a:latin typeface="Tahoma" panose="020B0604030504040204"/>
                <a:cs typeface="Tahoma" panose="020B0604030504040204"/>
              </a:rPr>
              <a:t> </a:t>
            </a:r>
            <a:r>
              <a:rPr sz="1400" b="1" spc="-60" dirty="0">
                <a:latin typeface="Tahoma" panose="020B0604030504040204"/>
                <a:cs typeface="Tahoma" panose="020B0604030504040204"/>
              </a:rPr>
              <a:t>tentara</a:t>
            </a:r>
            <a:r>
              <a:rPr sz="1400" b="1" spc="-25" dirty="0">
                <a:latin typeface="Tahoma" panose="020B0604030504040204"/>
                <a:cs typeface="Tahoma" panose="020B0604030504040204"/>
              </a:rPr>
              <a:t> </a:t>
            </a:r>
            <a:r>
              <a:rPr sz="1400" b="1" spc="-20" dirty="0">
                <a:latin typeface="Tahoma" panose="020B0604030504040204"/>
                <a:cs typeface="Tahoma" panose="020B0604030504040204"/>
              </a:rPr>
              <a:t>nazi </a:t>
            </a:r>
            <a:r>
              <a:rPr sz="1400" b="1" spc="-25" dirty="0">
                <a:latin typeface="Tahoma" panose="020B0604030504040204"/>
                <a:cs typeface="Tahoma" panose="020B0604030504040204"/>
              </a:rPr>
              <a:t>Jerman</a:t>
            </a:r>
            <a:r>
              <a:rPr sz="1400" b="1" spc="-80" dirty="0">
                <a:latin typeface="Tahoma" panose="020B0604030504040204"/>
                <a:cs typeface="Tahoma" panose="020B0604030504040204"/>
              </a:rPr>
              <a:t> </a:t>
            </a:r>
            <a:r>
              <a:rPr sz="1400" b="1" spc="-10" dirty="0">
                <a:latin typeface="Tahoma" panose="020B0604030504040204"/>
                <a:cs typeface="Tahoma" panose="020B0604030504040204"/>
              </a:rPr>
              <a:t>tanggal</a:t>
            </a:r>
            <a:r>
              <a:rPr sz="1400" b="1" spc="-30" dirty="0">
                <a:latin typeface="Tahoma" panose="020B0604030504040204"/>
                <a:cs typeface="Tahoma" panose="020B0604030504040204"/>
              </a:rPr>
              <a:t> </a:t>
            </a:r>
            <a:r>
              <a:rPr sz="1400" b="1" spc="-125" dirty="0">
                <a:latin typeface="Tahoma" panose="020B0604030504040204"/>
                <a:cs typeface="Tahoma" panose="020B0604030504040204"/>
              </a:rPr>
              <a:t>5</a:t>
            </a:r>
            <a:r>
              <a:rPr sz="1400" b="1" spc="-40" dirty="0">
                <a:latin typeface="Tahoma" panose="020B0604030504040204"/>
                <a:cs typeface="Tahoma" panose="020B0604030504040204"/>
              </a:rPr>
              <a:t> </a:t>
            </a:r>
            <a:r>
              <a:rPr sz="1400" b="1" dirty="0">
                <a:latin typeface="Tahoma" panose="020B0604030504040204"/>
                <a:cs typeface="Tahoma" panose="020B0604030504040204"/>
              </a:rPr>
              <a:t>Mei</a:t>
            </a:r>
            <a:r>
              <a:rPr sz="1400" b="1" spc="-20" dirty="0">
                <a:latin typeface="Tahoma" panose="020B0604030504040204"/>
                <a:cs typeface="Tahoma" panose="020B0604030504040204"/>
              </a:rPr>
              <a:t> </a:t>
            </a:r>
            <a:r>
              <a:rPr sz="1400" b="1" spc="-114" dirty="0">
                <a:latin typeface="Tahoma" panose="020B0604030504040204"/>
                <a:cs typeface="Tahoma" panose="020B0604030504040204"/>
              </a:rPr>
              <a:t>1940,</a:t>
            </a:r>
            <a:r>
              <a:rPr sz="1400" b="1" spc="10" dirty="0">
                <a:latin typeface="Tahoma" panose="020B0604030504040204"/>
                <a:cs typeface="Tahoma" panose="020B0604030504040204"/>
              </a:rPr>
              <a:t> </a:t>
            </a:r>
            <a:r>
              <a:rPr sz="1400" b="1" spc="-105" dirty="0">
                <a:latin typeface="Tahoma" panose="020B0604030504040204"/>
                <a:cs typeface="Tahoma" panose="020B0604030504040204"/>
              </a:rPr>
              <a:t>Ratu</a:t>
            </a:r>
            <a:r>
              <a:rPr sz="1400" b="1" spc="-20" dirty="0">
                <a:latin typeface="Tahoma" panose="020B0604030504040204"/>
                <a:cs typeface="Tahoma" panose="020B0604030504040204"/>
              </a:rPr>
              <a:t> </a:t>
            </a:r>
            <a:r>
              <a:rPr sz="1400" b="1" spc="-45" dirty="0">
                <a:latin typeface="Tahoma" panose="020B0604030504040204"/>
                <a:cs typeface="Tahoma" panose="020B0604030504040204"/>
              </a:rPr>
              <a:t>Wihelmina </a:t>
            </a:r>
            <a:r>
              <a:rPr sz="1400" b="1" dirty="0">
                <a:latin typeface="Tahoma" panose="020B0604030504040204"/>
                <a:cs typeface="Tahoma" panose="020B0604030504040204"/>
              </a:rPr>
              <a:t>dengan</a:t>
            </a:r>
            <a:r>
              <a:rPr sz="1400" b="1" spc="10" dirty="0">
                <a:latin typeface="Tahoma" panose="020B0604030504040204"/>
                <a:cs typeface="Tahoma" panose="020B0604030504040204"/>
              </a:rPr>
              <a:t> </a:t>
            </a:r>
            <a:r>
              <a:rPr sz="1400" b="1" dirty="0">
                <a:latin typeface="Tahoma" panose="020B0604030504040204"/>
                <a:cs typeface="Tahoma" panose="020B0604030504040204"/>
              </a:rPr>
              <a:t>segenap</a:t>
            </a:r>
            <a:r>
              <a:rPr sz="1400" b="1" spc="-20" dirty="0">
                <a:latin typeface="Tahoma" panose="020B0604030504040204"/>
                <a:cs typeface="Tahoma" panose="020B0604030504040204"/>
              </a:rPr>
              <a:t> </a:t>
            </a:r>
            <a:r>
              <a:rPr sz="1400" b="1" spc="-10" dirty="0">
                <a:latin typeface="Tahoma" panose="020B0604030504040204"/>
                <a:cs typeface="Tahoma" panose="020B0604030504040204"/>
              </a:rPr>
              <a:t>aparat</a:t>
            </a:r>
            <a:r>
              <a:rPr sz="1400" b="1" spc="5" dirty="0">
                <a:latin typeface="Tahoma" panose="020B0604030504040204"/>
                <a:cs typeface="Tahoma" panose="020B0604030504040204"/>
              </a:rPr>
              <a:t> </a:t>
            </a:r>
            <a:r>
              <a:rPr sz="1400" b="1" spc="-10" dirty="0">
                <a:latin typeface="Tahoma" panose="020B0604030504040204"/>
                <a:cs typeface="Tahoma" panose="020B0604030504040204"/>
              </a:rPr>
              <a:t>pemerintahannya </a:t>
            </a:r>
            <a:r>
              <a:rPr sz="1400" b="1" spc="-40" dirty="0">
                <a:latin typeface="Tahoma" panose="020B0604030504040204"/>
                <a:cs typeface="Tahoma" panose="020B0604030504040204"/>
              </a:rPr>
              <a:t>mengungsi</a:t>
            </a:r>
            <a:r>
              <a:rPr sz="1400" b="1" spc="-35" dirty="0">
                <a:latin typeface="Tahoma" panose="020B0604030504040204"/>
                <a:cs typeface="Tahoma" panose="020B0604030504040204"/>
              </a:rPr>
              <a:t> </a:t>
            </a:r>
            <a:r>
              <a:rPr sz="1400" b="1" dirty="0">
                <a:latin typeface="Tahoma" panose="020B0604030504040204"/>
                <a:cs typeface="Tahoma" panose="020B0604030504040204"/>
              </a:rPr>
              <a:t>ke</a:t>
            </a:r>
            <a:r>
              <a:rPr sz="1400" b="1" spc="-35" dirty="0">
                <a:latin typeface="Tahoma" panose="020B0604030504040204"/>
                <a:cs typeface="Tahoma" panose="020B0604030504040204"/>
              </a:rPr>
              <a:t> </a:t>
            </a:r>
            <a:r>
              <a:rPr sz="1400" b="1" spc="-65" dirty="0">
                <a:latin typeface="Tahoma" panose="020B0604030504040204"/>
                <a:cs typeface="Tahoma" panose="020B0604030504040204"/>
              </a:rPr>
              <a:t>inggris,</a:t>
            </a:r>
            <a:r>
              <a:rPr sz="1400" b="1" spc="-40" dirty="0">
                <a:latin typeface="Tahoma" panose="020B0604030504040204"/>
                <a:cs typeface="Tahoma" panose="020B0604030504040204"/>
              </a:rPr>
              <a:t> </a:t>
            </a:r>
            <a:r>
              <a:rPr sz="1400" b="1" dirty="0">
                <a:latin typeface="Tahoma" panose="020B0604030504040204"/>
                <a:cs typeface="Tahoma" panose="020B0604030504040204"/>
              </a:rPr>
              <a:t>dan</a:t>
            </a:r>
            <a:r>
              <a:rPr sz="1400" b="1" spc="25" dirty="0">
                <a:latin typeface="Tahoma" panose="020B0604030504040204"/>
                <a:cs typeface="Tahoma" panose="020B0604030504040204"/>
              </a:rPr>
              <a:t> </a:t>
            </a:r>
            <a:r>
              <a:rPr sz="1400" b="1" spc="-10" dirty="0">
                <a:latin typeface="Tahoma" panose="020B0604030504040204"/>
                <a:cs typeface="Tahoma" panose="020B0604030504040204"/>
              </a:rPr>
              <a:t>pemerintahan </a:t>
            </a:r>
            <a:r>
              <a:rPr sz="1400" b="1" spc="-35" dirty="0">
                <a:latin typeface="Tahoma" panose="020B0604030504040204"/>
                <a:cs typeface="Tahoma" panose="020B0604030504040204"/>
              </a:rPr>
              <a:t>kolonial</a:t>
            </a:r>
            <a:r>
              <a:rPr sz="1400" b="1" spc="-5" dirty="0">
                <a:latin typeface="Tahoma" panose="020B0604030504040204"/>
                <a:cs typeface="Tahoma" panose="020B0604030504040204"/>
              </a:rPr>
              <a:t> </a:t>
            </a:r>
            <a:r>
              <a:rPr sz="1400" b="1" spc="-25" dirty="0">
                <a:latin typeface="Tahoma" panose="020B0604030504040204"/>
                <a:cs typeface="Tahoma" panose="020B0604030504040204"/>
              </a:rPr>
              <a:t>menyerahkan</a:t>
            </a:r>
            <a:r>
              <a:rPr sz="1400" b="1" spc="-40" dirty="0">
                <a:latin typeface="Tahoma" panose="020B0604030504040204"/>
                <a:cs typeface="Tahoma" panose="020B0604030504040204"/>
              </a:rPr>
              <a:t> </a:t>
            </a:r>
            <a:r>
              <a:rPr sz="1400" b="1" spc="-10" dirty="0">
                <a:latin typeface="Tahoma" panose="020B0604030504040204"/>
                <a:cs typeface="Tahoma" panose="020B0604030504040204"/>
              </a:rPr>
              <a:t>kekuasaannya </a:t>
            </a:r>
            <a:r>
              <a:rPr sz="1400" b="1" dirty="0">
                <a:latin typeface="Tahoma" panose="020B0604030504040204"/>
                <a:cs typeface="Tahoma" panose="020B0604030504040204"/>
              </a:rPr>
              <a:t>kepada</a:t>
            </a:r>
            <a:r>
              <a:rPr sz="1400" b="1" spc="210" dirty="0">
                <a:latin typeface="Tahoma" panose="020B0604030504040204"/>
                <a:cs typeface="Tahoma" panose="020B0604030504040204"/>
              </a:rPr>
              <a:t> </a:t>
            </a:r>
            <a:r>
              <a:rPr sz="1400" b="1" spc="-10" dirty="0">
                <a:latin typeface="Tahoma" panose="020B0604030504040204"/>
                <a:cs typeface="Tahoma" panose="020B0604030504040204"/>
              </a:rPr>
              <a:t>jepang</a:t>
            </a:r>
            <a:endParaRPr sz="1400">
              <a:latin typeface="Tahoma" panose="020B0604030504040204"/>
              <a:cs typeface="Tahoma" panose="020B0604030504040204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304800" y="2014727"/>
            <a:ext cx="8162290" cy="3108325"/>
            <a:chOff x="304800" y="2014727"/>
            <a:chExt cx="8162290" cy="3108325"/>
          </a:xfrm>
        </p:grpSpPr>
        <p:pic>
          <p:nvPicPr>
            <p:cNvPr id="22" name="object 2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04800" y="2014727"/>
              <a:ext cx="4053078" cy="3090037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02920" y="2212847"/>
              <a:ext cx="3480816" cy="2517647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413503" y="2033015"/>
              <a:ext cx="4053078" cy="3090037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611623" y="2231136"/>
              <a:ext cx="3480816" cy="2517648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352755" y="1525346"/>
            <a:ext cx="25781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i="1" spc="-50" dirty="0">
                <a:solidFill>
                  <a:srgbClr val="2C75B6"/>
                </a:solidFill>
                <a:latin typeface="Calibri" panose="020F0502020204030204"/>
                <a:cs typeface="Calibri" panose="020F0502020204030204"/>
              </a:rPr>
              <a:t>1</a:t>
            </a:r>
            <a:endParaRPr sz="3600"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27" name="object 27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500871" y="2590800"/>
            <a:ext cx="3502152" cy="2060448"/>
          </a:xfrm>
          <a:prstGeom prst="rect">
            <a:avLst/>
          </a:prstGeom>
        </p:spPr>
      </p:pic>
      <p:sp>
        <p:nvSpPr>
          <p:cNvPr id="28" name="object 28"/>
          <p:cNvSpPr txBox="1"/>
          <p:nvPr/>
        </p:nvSpPr>
        <p:spPr>
          <a:xfrm>
            <a:off x="8746997" y="4981447"/>
            <a:ext cx="3007995" cy="8782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90"/>
              </a:spcBef>
            </a:pPr>
            <a:r>
              <a:rPr sz="1400" dirty="0">
                <a:latin typeface="Verdana" panose="020B0604030504040204"/>
                <a:cs typeface="Verdana" panose="020B0604030504040204"/>
              </a:rPr>
              <a:t>Badan</a:t>
            </a:r>
            <a:r>
              <a:rPr sz="1400" spc="-30" dirty="0">
                <a:latin typeface="Verdana" panose="020B0604030504040204"/>
                <a:cs typeface="Verdana" panose="020B0604030504040204"/>
              </a:rPr>
              <a:t> </a:t>
            </a:r>
            <a:r>
              <a:rPr sz="1400" spc="-55" dirty="0">
                <a:latin typeface="Verdana" panose="020B0604030504040204"/>
                <a:cs typeface="Verdana" panose="020B0604030504040204"/>
              </a:rPr>
              <a:t>tersebut</a:t>
            </a:r>
            <a:r>
              <a:rPr sz="1400" spc="-35" dirty="0">
                <a:latin typeface="Verdana" panose="020B0604030504040204"/>
                <a:cs typeface="Verdana" panose="020B0604030504040204"/>
              </a:rPr>
              <a:t> </a:t>
            </a:r>
            <a:r>
              <a:rPr sz="1400" dirty="0">
                <a:latin typeface="Verdana" panose="020B0604030504040204"/>
                <a:cs typeface="Verdana" panose="020B0604030504040204"/>
              </a:rPr>
              <a:t>beranggotakan</a:t>
            </a:r>
            <a:r>
              <a:rPr sz="1400" spc="-25" dirty="0">
                <a:latin typeface="Verdana" panose="020B0604030504040204"/>
                <a:cs typeface="Verdana" panose="020B0604030504040204"/>
              </a:rPr>
              <a:t> </a:t>
            </a:r>
            <a:r>
              <a:rPr sz="1400" spc="-60" dirty="0">
                <a:latin typeface="Verdana" panose="020B0604030504040204"/>
                <a:cs typeface="Verdana" panose="020B0604030504040204"/>
              </a:rPr>
              <a:t>60 </a:t>
            </a:r>
            <a:r>
              <a:rPr sz="1400" spc="-30" dirty="0">
                <a:latin typeface="Verdana" panose="020B0604030504040204"/>
                <a:cs typeface="Verdana" panose="020B0604030504040204"/>
              </a:rPr>
              <a:t>orang,</a:t>
            </a:r>
            <a:r>
              <a:rPr sz="1400" spc="-75" dirty="0">
                <a:latin typeface="Verdana" panose="020B0604030504040204"/>
                <a:cs typeface="Verdana" panose="020B0604030504040204"/>
              </a:rPr>
              <a:t> </a:t>
            </a:r>
            <a:r>
              <a:rPr sz="1400" spc="-25" dirty="0">
                <a:latin typeface="Verdana" panose="020B0604030504040204"/>
                <a:cs typeface="Verdana" panose="020B0604030504040204"/>
              </a:rPr>
              <a:t>berasal</a:t>
            </a:r>
            <a:r>
              <a:rPr sz="1400" spc="-105" dirty="0">
                <a:latin typeface="Verdana" panose="020B0604030504040204"/>
                <a:cs typeface="Verdana" panose="020B0604030504040204"/>
              </a:rPr>
              <a:t> </a:t>
            </a:r>
            <a:r>
              <a:rPr sz="1400" spc="-40" dirty="0">
                <a:latin typeface="Verdana" panose="020B0604030504040204"/>
                <a:cs typeface="Verdana" panose="020B0604030504040204"/>
              </a:rPr>
              <a:t>dari</a:t>
            </a:r>
            <a:r>
              <a:rPr sz="1400" spc="-85" dirty="0">
                <a:latin typeface="Verdana" panose="020B0604030504040204"/>
                <a:cs typeface="Verdana" panose="020B0604030504040204"/>
              </a:rPr>
              <a:t> </a:t>
            </a:r>
            <a:r>
              <a:rPr sz="1400" spc="-10" dirty="0">
                <a:latin typeface="Verdana" panose="020B0604030504040204"/>
                <a:cs typeface="Verdana" panose="020B0604030504040204"/>
              </a:rPr>
              <a:t>pulau</a:t>
            </a:r>
            <a:r>
              <a:rPr sz="1400" spc="-95" dirty="0">
                <a:latin typeface="Verdana" panose="020B0604030504040204"/>
                <a:cs typeface="Verdana" panose="020B0604030504040204"/>
              </a:rPr>
              <a:t> </a:t>
            </a:r>
            <a:r>
              <a:rPr sz="1400" b="1" spc="-20" dirty="0">
                <a:latin typeface="Tahoma" panose="020B0604030504040204"/>
                <a:cs typeface="Tahoma" panose="020B0604030504040204"/>
              </a:rPr>
              <a:t>jawa, </a:t>
            </a:r>
            <a:r>
              <a:rPr sz="1400" b="1" spc="-55" dirty="0">
                <a:latin typeface="Tahoma" panose="020B0604030504040204"/>
                <a:cs typeface="Tahoma" panose="020B0604030504040204"/>
              </a:rPr>
              <a:t>Sumatera,</a:t>
            </a:r>
            <a:r>
              <a:rPr sz="1400" b="1" spc="-30" dirty="0">
                <a:latin typeface="Tahoma" panose="020B0604030504040204"/>
                <a:cs typeface="Tahoma" panose="020B0604030504040204"/>
              </a:rPr>
              <a:t> </a:t>
            </a:r>
            <a:r>
              <a:rPr sz="1400" b="1" spc="-35" dirty="0">
                <a:latin typeface="Tahoma" panose="020B0604030504040204"/>
                <a:cs typeface="Tahoma" panose="020B0604030504040204"/>
              </a:rPr>
              <a:t>Maluku,</a:t>
            </a:r>
            <a:r>
              <a:rPr sz="1400" b="1" spc="-30" dirty="0">
                <a:latin typeface="Tahoma" panose="020B0604030504040204"/>
                <a:cs typeface="Tahoma" panose="020B0604030504040204"/>
              </a:rPr>
              <a:t> </a:t>
            </a:r>
            <a:r>
              <a:rPr sz="1400" b="1" spc="-10" dirty="0">
                <a:latin typeface="Tahoma" panose="020B0604030504040204"/>
                <a:cs typeface="Tahoma" panose="020B0604030504040204"/>
              </a:rPr>
              <a:t>Sulawesi, </a:t>
            </a:r>
            <a:r>
              <a:rPr sz="1400" b="1" dirty="0">
                <a:latin typeface="Tahoma" panose="020B0604030504040204"/>
                <a:cs typeface="Tahoma" panose="020B0604030504040204"/>
              </a:rPr>
              <a:t>peranakan</a:t>
            </a:r>
            <a:r>
              <a:rPr sz="1400" b="1" spc="-45" dirty="0">
                <a:latin typeface="Tahoma" panose="020B0604030504040204"/>
                <a:cs typeface="Tahoma" panose="020B0604030504040204"/>
              </a:rPr>
              <a:t> </a:t>
            </a:r>
            <a:r>
              <a:rPr sz="1400" b="1" spc="-30" dirty="0">
                <a:latin typeface="Tahoma" panose="020B0604030504040204"/>
                <a:cs typeface="Tahoma" panose="020B0604030504040204"/>
              </a:rPr>
              <a:t>Eropa,</a:t>
            </a:r>
            <a:r>
              <a:rPr sz="1400" b="1" spc="-35" dirty="0">
                <a:latin typeface="Tahoma" panose="020B0604030504040204"/>
                <a:cs typeface="Tahoma" panose="020B0604030504040204"/>
              </a:rPr>
              <a:t> </a:t>
            </a:r>
            <a:r>
              <a:rPr sz="1400" b="1" dirty="0">
                <a:latin typeface="Tahoma" panose="020B0604030504040204"/>
                <a:cs typeface="Tahoma" panose="020B0604030504040204"/>
              </a:rPr>
              <a:t>China</a:t>
            </a:r>
            <a:r>
              <a:rPr sz="1400" b="1" spc="-75" dirty="0">
                <a:latin typeface="Tahoma" panose="020B0604030504040204"/>
                <a:cs typeface="Tahoma" panose="020B0604030504040204"/>
              </a:rPr>
              <a:t> </a:t>
            </a:r>
            <a:r>
              <a:rPr sz="1400" b="1" dirty="0">
                <a:latin typeface="Tahoma" panose="020B0604030504040204"/>
                <a:cs typeface="Tahoma" panose="020B0604030504040204"/>
              </a:rPr>
              <a:t>dan</a:t>
            </a:r>
            <a:r>
              <a:rPr sz="1400" b="1" spc="-50" dirty="0">
                <a:latin typeface="Tahoma" panose="020B0604030504040204"/>
                <a:cs typeface="Tahoma" panose="020B0604030504040204"/>
              </a:rPr>
              <a:t> </a:t>
            </a:r>
            <a:r>
              <a:rPr sz="1400" b="1" spc="-20" dirty="0">
                <a:latin typeface="Tahoma" panose="020B0604030504040204"/>
                <a:cs typeface="Tahoma" panose="020B0604030504040204"/>
              </a:rPr>
              <a:t>Arab</a:t>
            </a:r>
            <a:endParaRPr sz="1400">
              <a:latin typeface="Tahoma" panose="020B0604030504040204"/>
              <a:cs typeface="Tahoma" panose="020B06040305040402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16768" y="240791"/>
            <a:ext cx="1139952" cy="1002791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0" y="6257544"/>
            <a:ext cx="4151629" cy="481965"/>
            <a:chOff x="0" y="6257544"/>
            <a:chExt cx="4151629" cy="481965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6257544"/>
              <a:ext cx="3532632" cy="48158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151632" y="6550152"/>
              <a:ext cx="1000125" cy="182880"/>
            </a:xfrm>
            <a:custGeom>
              <a:avLst/>
              <a:gdLst/>
              <a:ahLst/>
              <a:cxnLst/>
              <a:rect l="l" t="t" r="r" b="b"/>
              <a:pathLst>
                <a:path w="1000125" h="182879">
                  <a:moveTo>
                    <a:pt x="999617" y="0"/>
                  </a:moveTo>
                  <a:lnTo>
                    <a:pt x="0" y="0"/>
                  </a:lnTo>
                  <a:lnTo>
                    <a:pt x="0" y="182880"/>
                  </a:lnTo>
                  <a:lnTo>
                    <a:pt x="999617" y="182880"/>
                  </a:lnTo>
                  <a:lnTo>
                    <a:pt x="999617" y="0"/>
                  </a:lnTo>
                  <a:close/>
                </a:path>
              </a:pathLst>
            </a:custGeom>
            <a:solidFill>
              <a:srgbClr val="F8AC4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35279" y="274320"/>
            <a:ext cx="588264" cy="633983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216408" y="3023616"/>
            <a:ext cx="2780030" cy="3176270"/>
          </a:xfrm>
          <a:custGeom>
            <a:avLst/>
            <a:gdLst/>
            <a:ahLst/>
            <a:cxnLst/>
            <a:rect l="l" t="t" r="r" b="b"/>
            <a:pathLst>
              <a:path w="2780030" h="3176270">
                <a:moveTo>
                  <a:pt x="2690495" y="0"/>
                </a:moveTo>
                <a:lnTo>
                  <a:pt x="89014" y="0"/>
                </a:lnTo>
                <a:lnTo>
                  <a:pt x="54381" y="4191"/>
                </a:lnTo>
                <a:lnTo>
                  <a:pt x="26085" y="15494"/>
                </a:lnTo>
                <a:lnTo>
                  <a:pt x="6997" y="32385"/>
                </a:lnTo>
                <a:lnTo>
                  <a:pt x="0" y="53086"/>
                </a:lnTo>
                <a:lnTo>
                  <a:pt x="0" y="3122650"/>
                </a:lnTo>
                <a:lnTo>
                  <a:pt x="6997" y="3143313"/>
                </a:lnTo>
                <a:lnTo>
                  <a:pt x="26085" y="3160166"/>
                </a:lnTo>
                <a:lnTo>
                  <a:pt x="54381" y="3171545"/>
                </a:lnTo>
                <a:lnTo>
                  <a:pt x="89014" y="3175711"/>
                </a:lnTo>
                <a:lnTo>
                  <a:pt x="2690495" y="3175711"/>
                </a:lnTo>
                <a:lnTo>
                  <a:pt x="2725166" y="3171545"/>
                </a:lnTo>
                <a:lnTo>
                  <a:pt x="2753487" y="3160166"/>
                </a:lnTo>
                <a:lnTo>
                  <a:pt x="2772537" y="3143313"/>
                </a:lnTo>
                <a:lnTo>
                  <a:pt x="2779522" y="3122650"/>
                </a:lnTo>
                <a:lnTo>
                  <a:pt x="2779522" y="53086"/>
                </a:lnTo>
                <a:lnTo>
                  <a:pt x="2772537" y="32385"/>
                </a:lnTo>
                <a:lnTo>
                  <a:pt x="2753487" y="15494"/>
                </a:lnTo>
                <a:lnTo>
                  <a:pt x="2725166" y="4191"/>
                </a:lnTo>
                <a:lnTo>
                  <a:pt x="2690495" y="0"/>
                </a:lnTo>
                <a:close/>
              </a:path>
            </a:pathLst>
          </a:custGeom>
          <a:solidFill>
            <a:srgbClr val="D9D9D9">
              <a:alpha val="74116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4747386" y="1436369"/>
          <a:ext cx="5086983" cy="48888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38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344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686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52830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R w="127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E9851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endParaRPr sz="16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147320" marR="258445">
                        <a:lnSpc>
                          <a:spcPct val="100000"/>
                        </a:lnSpc>
                      </a:pPr>
                      <a:r>
                        <a:rPr sz="1600" b="1" spc="-90" dirty="0">
                          <a:solidFill>
                            <a:srgbClr val="FFFFFF"/>
                          </a:solidFill>
                          <a:latin typeface="Tahoma" panose="020B0604030504040204"/>
                          <a:cs typeface="Tahoma" panose="020B0604030504040204"/>
                        </a:rPr>
                        <a:t>Mr.</a:t>
                      </a:r>
                      <a:r>
                        <a:rPr sz="1600" b="1" spc="-40" dirty="0">
                          <a:solidFill>
                            <a:srgbClr val="FFFFFF"/>
                          </a:solidFill>
                          <a:latin typeface="Tahoma" panose="020B0604030504040204"/>
                          <a:cs typeface="Tahoma" panose="020B0604030504040204"/>
                        </a:rPr>
                        <a:t> </a:t>
                      </a: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ahoma" panose="020B0604030504040204"/>
                          <a:cs typeface="Tahoma" panose="020B0604030504040204"/>
                        </a:rPr>
                        <a:t>Prof. Mohammad </a:t>
                      </a:r>
                      <a:r>
                        <a:rPr sz="1600" b="1" spc="-45" dirty="0">
                          <a:solidFill>
                            <a:srgbClr val="FFFFFF"/>
                          </a:solidFill>
                          <a:latin typeface="Tahoma" panose="020B0604030504040204"/>
                          <a:cs typeface="Tahoma" panose="020B0604030504040204"/>
                        </a:rPr>
                        <a:t>Yamin,</a:t>
                      </a:r>
                      <a:r>
                        <a:rPr sz="1600" b="1" spc="-80" dirty="0">
                          <a:solidFill>
                            <a:srgbClr val="FFFFFF"/>
                          </a:solidFill>
                          <a:latin typeface="Tahoma" panose="020B0604030504040204"/>
                          <a:cs typeface="Tahoma" panose="020B0604030504040204"/>
                        </a:rPr>
                        <a:t> </a:t>
                      </a:r>
                      <a:r>
                        <a:rPr sz="1600" b="1" spc="-25" dirty="0">
                          <a:solidFill>
                            <a:srgbClr val="FFFFFF"/>
                          </a:solidFill>
                          <a:latin typeface="Tahoma" panose="020B0604030504040204"/>
                          <a:cs typeface="Tahoma" panose="020B0604030504040204"/>
                        </a:rPr>
                        <a:t>S.H</a:t>
                      </a:r>
                      <a:endParaRPr sz="1600">
                        <a:latin typeface="Tahoma" panose="020B0604030504040204"/>
                        <a:cs typeface="Tahoma" panose="020B0604030504040204"/>
                      </a:endParaRPr>
                    </a:p>
                  </a:txBody>
                  <a:tcPr marL="0" marR="0" marT="514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6EAC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endParaRPr sz="14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370205" indent="-274320">
                        <a:lnSpc>
                          <a:spcPct val="100000"/>
                        </a:lnSpc>
                        <a:buAutoNum type="arabicPeriod"/>
                        <a:tabLst>
                          <a:tab pos="370205" algn="l"/>
                        </a:tabLst>
                      </a:pPr>
                      <a:r>
                        <a:rPr sz="1400" dirty="0">
                          <a:latin typeface="Calibri" panose="020F0502020204030204"/>
                          <a:cs typeface="Calibri" panose="020F0502020204030204"/>
                        </a:rPr>
                        <a:t>Peri</a:t>
                      </a:r>
                      <a:r>
                        <a:rPr sz="1400" spc="-10" dirty="0">
                          <a:latin typeface="Calibri" panose="020F0502020204030204"/>
                          <a:cs typeface="Calibri" panose="020F0502020204030204"/>
                        </a:rPr>
                        <a:t> Kebangsaan;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  <a:p>
                      <a:pPr marL="370205" indent="-274320">
                        <a:lnSpc>
                          <a:spcPct val="100000"/>
                        </a:lnSpc>
                        <a:spcBef>
                          <a:spcPts val="310"/>
                        </a:spcBef>
                        <a:buAutoNum type="arabicPeriod"/>
                        <a:tabLst>
                          <a:tab pos="370205" algn="l"/>
                        </a:tabLst>
                      </a:pPr>
                      <a:r>
                        <a:rPr sz="1400" dirty="0">
                          <a:latin typeface="Calibri" panose="020F0502020204030204"/>
                          <a:cs typeface="Calibri" panose="020F0502020204030204"/>
                        </a:rPr>
                        <a:t>Peri</a:t>
                      </a:r>
                      <a:r>
                        <a:rPr sz="1400" spc="-2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400" spc="-10" dirty="0">
                          <a:latin typeface="Calibri" panose="020F0502020204030204"/>
                          <a:cs typeface="Calibri" panose="020F0502020204030204"/>
                        </a:rPr>
                        <a:t>Kemanusiaan;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  <a:p>
                      <a:pPr marL="370205" indent="-274320">
                        <a:lnSpc>
                          <a:spcPct val="100000"/>
                        </a:lnSpc>
                        <a:spcBef>
                          <a:spcPts val="290"/>
                        </a:spcBef>
                        <a:buAutoNum type="arabicPeriod"/>
                        <a:tabLst>
                          <a:tab pos="370205" algn="l"/>
                        </a:tabLst>
                      </a:pPr>
                      <a:r>
                        <a:rPr sz="1400" dirty="0">
                          <a:latin typeface="Calibri" panose="020F0502020204030204"/>
                          <a:cs typeface="Calibri" panose="020F0502020204030204"/>
                        </a:rPr>
                        <a:t>Peri</a:t>
                      </a:r>
                      <a:r>
                        <a:rPr sz="1400" spc="-10" dirty="0">
                          <a:latin typeface="Calibri" panose="020F0502020204030204"/>
                          <a:cs typeface="Calibri" panose="020F0502020204030204"/>
                        </a:rPr>
                        <a:t> Ketuhanan;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793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D3E1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511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>
                    <a:lnR w="127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E9851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6EAC46"/>
                    </a:solidFill>
                  </a:tcPr>
                </a:tc>
                <a:tc>
                  <a:txBody>
                    <a:bodyPr/>
                    <a:lstStyle/>
                    <a:p>
                      <a:pPr marL="95885">
                        <a:lnSpc>
                          <a:spcPts val="1575"/>
                        </a:lnSpc>
                        <a:tabLst>
                          <a:tab pos="370205" algn="l"/>
                        </a:tabLst>
                      </a:pPr>
                      <a:r>
                        <a:rPr sz="1400" spc="-25" dirty="0">
                          <a:latin typeface="Calibri" panose="020F0502020204030204"/>
                          <a:cs typeface="Calibri" panose="020F0502020204030204"/>
                        </a:rPr>
                        <a:t>4.</a:t>
                      </a:r>
                      <a:r>
                        <a:rPr sz="1400" dirty="0">
                          <a:latin typeface="Calibri" panose="020F0502020204030204"/>
                          <a:cs typeface="Calibri" panose="020F0502020204030204"/>
                        </a:rPr>
                        <a:t>	Peri</a:t>
                      </a:r>
                      <a:r>
                        <a:rPr sz="1400" spc="-10" dirty="0">
                          <a:latin typeface="Calibri" panose="020F0502020204030204"/>
                          <a:cs typeface="Calibri" panose="020F0502020204030204"/>
                        </a:rPr>
                        <a:t> Kerakyatan;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D3E1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>
                    <a:lnR w="127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E9851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EAC46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95885">
                        <a:lnSpc>
                          <a:spcPts val="1615"/>
                        </a:lnSpc>
                        <a:tabLst>
                          <a:tab pos="370205" algn="l"/>
                        </a:tabLst>
                      </a:pPr>
                      <a:r>
                        <a:rPr sz="1400" spc="-25" dirty="0">
                          <a:latin typeface="Calibri" panose="020F0502020204030204"/>
                          <a:cs typeface="Calibri" panose="020F0502020204030204"/>
                        </a:rPr>
                        <a:t>5.</a:t>
                      </a:r>
                      <a:r>
                        <a:rPr sz="1400" dirty="0">
                          <a:latin typeface="Calibri" panose="020F0502020204030204"/>
                          <a:cs typeface="Calibri" panose="020F0502020204030204"/>
                        </a:rPr>
                        <a:t>	Kesejahteraan</a:t>
                      </a:r>
                      <a:r>
                        <a:rPr sz="1400" spc="-5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400" spc="-10" dirty="0">
                          <a:latin typeface="Calibri" panose="020F0502020204030204"/>
                          <a:cs typeface="Calibri" panose="020F0502020204030204"/>
                        </a:rPr>
                        <a:t>Rakyat”.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3E1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 row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R w="1270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E98517"/>
                      </a:solidFill>
                      <a:prstDash val="solid"/>
                    </a:lnT>
                    <a:lnB w="57150">
                      <a:solidFill>
                        <a:srgbClr val="85C83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solidFill>
                      <a:srgbClr val="6EAC46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3E1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337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>
                    <a:lnR w="1270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E98517"/>
                      </a:solidFill>
                      <a:prstDash val="solid"/>
                    </a:lnT>
                    <a:lnB w="57150">
                      <a:solidFill>
                        <a:srgbClr val="85C83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6EAC46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 dirty="0">
                          <a:latin typeface="Calibri" panose="020F0502020204030204"/>
                          <a:cs typeface="Calibri" panose="020F0502020204030204"/>
                        </a:rPr>
                        <a:t>1.</a:t>
                      </a:r>
                      <a:r>
                        <a:rPr sz="1400" spc="40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400" spc="-10" dirty="0">
                          <a:latin typeface="Calibri" panose="020F0502020204030204"/>
                          <a:cs typeface="Calibri" panose="020F0502020204030204"/>
                        </a:rPr>
                        <a:t>Persatuan;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EBEF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5438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>
                    <a:lnR w="1270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E98517"/>
                      </a:solidFill>
                      <a:prstDash val="solid"/>
                    </a:lnT>
                    <a:lnB w="57150">
                      <a:solidFill>
                        <a:srgbClr val="85C83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7320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sz="1600" b="1" spc="-114" dirty="0">
                          <a:solidFill>
                            <a:srgbClr val="FFFFFF"/>
                          </a:solidFill>
                          <a:latin typeface="Tahoma" panose="020B0604030504040204"/>
                          <a:cs typeface="Tahoma" panose="020B0604030504040204"/>
                        </a:rPr>
                        <a:t>Prof.</a:t>
                      </a:r>
                      <a:r>
                        <a:rPr sz="1600" b="1" spc="-30" dirty="0">
                          <a:solidFill>
                            <a:srgbClr val="FFFFFF"/>
                          </a:solidFill>
                          <a:latin typeface="Tahoma" panose="020B0604030504040204"/>
                          <a:cs typeface="Tahoma" panose="020B0604030504040204"/>
                        </a:rPr>
                        <a:t> </a:t>
                      </a:r>
                      <a:r>
                        <a:rPr sz="1600" b="1" spc="-90" dirty="0">
                          <a:solidFill>
                            <a:srgbClr val="FFFFFF"/>
                          </a:solidFill>
                          <a:latin typeface="Tahoma" panose="020B0604030504040204"/>
                          <a:cs typeface="Tahoma" panose="020B0604030504040204"/>
                        </a:rPr>
                        <a:t>Mr.</a:t>
                      </a:r>
                      <a:r>
                        <a:rPr sz="1600" b="1" spc="-25" dirty="0">
                          <a:solidFill>
                            <a:srgbClr val="FFFFFF"/>
                          </a:solidFill>
                          <a:latin typeface="Tahoma" panose="020B0604030504040204"/>
                          <a:cs typeface="Tahoma" panose="020B0604030504040204"/>
                        </a:rPr>
                        <a:t> Dr.</a:t>
                      </a:r>
                      <a:endParaRPr sz="1600">
                        <a:latin typeface="Tahoma" panose="020B0604030504040204"/>
                        <a:cs typeface="Tahoma" panose="020B0604030504040204"/>
                      </a:endParaRPr>
                    </a:p>
                    <a:p>
                      <a:pPr marL="147320">
                        <a:lnSpc>
                          <a:spcPct val="100000"/>
                        </a:lnSpc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ahoma" panose="020B0604030504040204"/>
                          <a:cs typeface="Tahoma" panose="020B0604030504040204"/>
                        </a:rPr>
                        <a:t>Soepomo</a:t>
                      </a:r>
                      <a:endParaRPr sz="1600">
                        <a:latin typeface="Tahoma" panose="020B0604030504040204"/>
                        <a:cs typeface="Tahoma" panose="020B0604030504040204"/>
                      </a:endParaRPr>
                    </a:p>
                  </a:txBody>
                  <a:tcPr marL="0" marR="0" marT="546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6EAC46"/>
                    </a:solidFill>
                  </a:tcPr>
                </a:tc>
                <a:tc>
                  <a:txBody>
                    <a:bodyPr/>
                    <a:lstStyle/>
                    <a:p>
                      <a:pPr marL="319405" indent="-226695">
                        <a:lnSpc>
                          <a:spcPts val="1610"/>
                        </a:lnSpc>
                        <a:buAutoNum type="arabicPeriod" startAt="2"/>
                        <a:tabLst>
                          <a:tab pos="319405" algn="l"/>
                        </a:tabLst>
                      </a:pPr>
                      <a:r>
                        <a:rPr sz="1400" spc="-10" dirty="0">
                          <a:latin typeface="Calibri" panose="020F0502020204030204"/>
                          <a:cs typeface="Calibri" panose="020F0502020204030204"/>
                        </a:rPr>
                        <a:t>Kekeluargaan;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  <a:p>
                      <a:pPr marL="319405" indent="-226695">
                        <a:lnSpc>
                          <a:spcPct val="100000"/>
                        </a:lnSpc>
                        <a:spcBef>
                          <a:spcPts val="315"/>
                        </a:spcBef>
                        <a:buAutoNum type="arabicPeriod" startAt="2"/>
                        <a:tabLst>
                          <a:tab pos="319405" algn="l"/>
                        </a:tabLst>
                      </a:pPr>
                      <a:r>
                        <a:rPr sz="1400" spc="-10" dirty="0">
                          <a:latin typeface="Calibri" panose="020F0502020204030204"/>
                          <a:cs typeface="Calibri" panose="020F0502020204030204"/>
                        </a:rPr>
                        <a:t>Keseimbangan</a:t>
                      </a:r>
                      <a:r>
                        <a:rPr sz="1400" spc="-3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400" dirty="0">
                          <a:latin typeface="Calibri" panose="020F0502020204030204"/>
                          <a:cs typeface="Calibri" panose="020F0502020204030204"/>
                        </a:rPr>
                        <a:t>lahir</a:t>
                      </a:r>
                      <a:r>
                        <a:rPr sz="1400" spc="-4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400" spc="-10" dirty="0">
                          <a:latin typeface="Calibri" panose="020F0502020204030204"/>
                          <a:cs typeface="Calibri" panose="020F0502020204030204"/>
                        </a:rPr>
                        <a:t>batin;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  <a:p>
                      <a:pPr marL="319405" indent="-226695">
                        <a:lnSpc>
                          <a:spcPct val="100000"/>
                        </a:lnSpc>
                        <a:spcBef>
                          <a:spcPts val="285"/>
                        </a:spcBef>
                        <a:buAutoNum type="arabicPeriod" startAt="2"/>
                        <a:tabLst>
                          <a:tab pos="319405" algn="l"/>
                        </a:tabLst>
                      </a:pPr>
                      <a:r>
                        <a:rPr sz="1400" spc="-10" dirty="0">
                          <a:latin typeface="Calibri" panose="020F0502020204030204"/>
                          <a:cs typeface="Calibri" panose="020F0502020204030204"/>
                        </a:rPr>
                        <a:t>Musyawarah;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EBEF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545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>
                    <a:lnR w="1270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E98517"/>
                      </a:solidFill>
                      <a:prstDash val="solid"/>
                    </a:lnT>
                    <a:lnB w="57150">
                      <a:solidFill>
                        <a:srgbClr val="85C83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6EAC46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ts val="1625"/>
                        </a:lnSpc>
                      </a:pPr>
                      <a:r>
                        <a:rPr sz="1400" dirty="0">
                          <a:latin typeface="Calibri" panose="020F0502020204030204"/>
                          <a:cs typeface="Calibri" panose="020F0502020204030204"/>
                        </a:rPr>
                        <a:t>5.</a:t>
                      </a:r>
                      <a:r>
                        <a:rPr sz="1400" spc="39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400" spc="-10" dirty="0">
                          <a:latin typeface="Calibri" panose="020F0502020204030204"/>
                          <a:cs typeface="Calibri" panose="020F0502020204030204"/>
                        </a:rPr>
                        <a:t>Keadilan</a:t>
                      </a:r>
                      <a:r>
                        <a:rPr sz="140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400" spc="-10" dirty="0">
                          <a:latin typeface="Calibri" panose="020F0502020204030204"/>
                          <a:cs typeface="Calibri" panose="020F0502020204030204"/>
                        </a:rPr>
                        <a:t>Sosial”.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F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1398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R w="1270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85C839"/>
                      </a:solidFill>
                      <a:prstDash val="solid"/>
                    </a:lnT>
                    <a:lnB w="57150">
                      <a:solidFill>
                        <a:srgbClr val="00AEEE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820"/>
                        </a:spcBef>
                      </a:pPr>
                      <a:endParaRPr sz="16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110490">
                        <a:lnSpc>
                          <a:spcPct val="100000"/>
                        </a:lnSpc>
                      </a:pPr>
                      <a:r>
                        <a:rPr sz="1600" b="1" spc="-200" dirty="0">
                          <a:solidFill>
                            <a:srgbClr val="FFFFFF"/>
                          </a:solidFill>
                          <a:latin typeface="Tahoma" panose="020B0604030504040204"/>
                          <a:cs typeface="Tahoma" panose="020B0604030504040204"/>
                        </a:rPr>
                        <a:t>Ir.</a:t>
                      </a:r>
                      <a:r>
                        <a:rPr sz="1600" b="1" spc="-35" dirty="0">
                          <a:solidFill>
                            <a:srgbClr val="FFFFFF"/>
                          </a:solidFill>
                          <a:latin typeface="Tahoma" panose="020B0604030504040204"/>
                          <a:cs typeface="Tahoma" panose="020B0604030504040204"/>
                        </a:rPr>
                        <a:t> </a:t>
                      </a: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ahoma" panose="020B0604030504040204"/>
                          <a:cs typeface="Tahoma" panose="020B0604030504040204"/>
                        </a:rPr>
                        <a:t>Soekarno</a:t>
                      </a:r>
                      <a:endParaRPr sz="1600">
                        <a:latin typeface="Tahoma" panose="020B0604030504040204"/>
                        <a:cs typeface="Tahoma" panose="020B060403050404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6EAC46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4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363855" indent="-271145">
                        <a:lnSpc>
                          <a:spcPct val="100000"/>
                        </a:lnSpc>
                        <a:buAutoNum type="arabicPeriod"/>
                        <a:tabLst>
                          <a:tab pos="363855" algn="l"/>
                        </a:tabLst>
                      </a:pPr>
                      <a:r>
                        <a:rPr sz="1400" spc="-10" dirty="0">
                          <a:latin typeface="Calibri" panose="020F0502020204030204"/>
                          <a:cs typeface="Calibri" panose="020F0502020204030204"/>
                        </a:rPr>
                        <a:t>Kebangsaan</a:t>
                      </a:r>
                      <a:r>
                        <a:rPr sz="1400" spc="-2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400" spc="-10" dirty="0">
                          <a:latin typeface="Calibri" panose="020F0502020204030204"/>
                          <a:cs typeface="Calibri" panose="020F0502020204030204"/>
                        </a:rPr>
                        <a:t>Indonesia;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  <a:p>
                      <a:pPr marL="363855" indent="-271145">
                        <a:lnSpc>
                          <a:spcPct val="100000"/>
                        </a:lnSpc>
                        <a:buAutoNum type="arabicPeriod"/>
                        <a:tabLst>
                          <a:tab pos="363855" algn="l"/>
                        </a:tabLst>
                      </a:pPr>
                      <a:r>
                        <a:rPr sz="1400" spc="-10" dirty="0">
                          <a:latin typeface="Calibri" panose="020F0502020204030204"/>
                          <a:cs typeface="Calibri" panose="020F0502020204030204"/>
                        </a:rPr>
                        <a:t>Internasionalisme</a:t>
                      </a:r>
                      <a:r>
                        <a:rPr sz="1400" spc="-4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400" dirty="0">
                          <a:latin typeface="Calibri" panose="020F0502020204030204"/>
                          <a:cs typeface="Calibri" panose="020F0502020204030204"/>
                        </a:rPr>
                        <a:t>dan</a:t>
                      </a:r>
                      <a:r>
                        <a:rPr sz="1400" spc="-20" dirty="0">
                          <a:latin typeface="Calibri" panose="020F0502020204030204"/>
                          <a:cs typeface="Calibri" panose="020F0502020204030204"/>
                        </a:rPr>
                        <a:t> Peri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  <a:p>
                      <a:pPr marL="36385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400" spc="-10" dirty="0">
                          <a:latin typeface="Calibri" panose="020F0502020204030204"/>
                          <a:cs typeface="Calibri" panose="020F0502020204030204"/>
                        </a:rPr>
                        <a:t>Kemanusiaan;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  <a:p>
                      <a:pPr marL="363855" indent="-271145">
                        <a:lnSpc>
                          <a:spcPct val="100000"/>
                        </a:lnSpc>
                        <a:buAutoNum type="arabicPeriod" startAt="3"/>
                        <a:tabLst>
                          <a:tab pos="363855" algn="l"/>
                        </a:tabLst>
                      </a:pPr>
                      <a:r>
                        <a:rPr sz="1400" spc="-10" dirty="0">
                          <a:latin typeface="Calibri" panose="020F0502020204030204"/>
                          <a:cs typeface="Calibri" panose="020F0502020204030204"/>
                        </a:rPr>
                        <a:t>Mufakat</a:t>
                      </a:r>
                      <a:r>
                        <a:rPr sz="1400" spc="-4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400" dirty="0">
                          <a:latin typeface="Calibri" panose="020F0502020204030204"/>
                          <a:cs typeface="Calibri" panose="020F0502020204030204"/>
                        </a:rPr>
                        <a:t>atau</a:t>
                      </a:r>
                      <a:r>
                        <a:rPr sz="1400" spc="-2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400" spc="-10" dirty="0">
                          <a:latin typeface="Calibri" panose="020F0502020204030204"/>
                          <a:cs typeface="Calibri" panose="020F0502020204030204"/>
                        </a:rPr>
                        <a:t>Demokrasi;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  <a:p>
                      <a:pPr marL="363855" indent="-271145">
                        <a:lnSpc>
                          <a:spcPct val="100000"/>
                        </a:lnSpc>
                        <a:buAutoNum type="arabicPeriod" startAt="3"/>
                        <a:tabLst>
                          <a:tab pos="363855" algn="l"/>
                        </a:tabLst>
                      </a:pPr>
                      <a:r>
                        <a:rPr sz="1400" spc="-10" dirty="0">
                          <a:latin typeface="Calibri" panose="020F0502020204030204"/>
                          <a:cs typeface="Calibri" panose="020F0502020204030204"/>
                        </a:rPr>
                        <a:t>Kesejahteraan</a:t>
                      </a:r>
                      <a:r>
                        <a:rPr sz="1400" spc="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400" spc="-10" dirty="0">
                          <a:latin typeface="Calibri" panose="020F0502020204030204"/>
                          <a:cs typeface="Calibri" panose="020F0502020204030204"/>
                        </a:rPr>
                        <a:t>Sosial;</a:t>
                      </a:r>
                      <a:r>
                        <a:rPr sz="1400" spc="-25" dirty="0">
                          <a:latin typeface="Calibri" panose="020F0502020204030204"/>
                          <a:cs typeface="Calibri" panose="020F0502020204030204"/>
                        </a:rPr>
                        <a:t> dan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  <a:p>
                      <a:pPr marL="363855" indent="-271145">
                        <a:lnSpc>
                          <a:spcPct val="100000"/>
                        </a:lnSpc>
                        <a:buAutoNum type="arabicPeriod" startAt="3"/>
                        <a:tabLst>
                          <a:tab pos="363855" algn="l"/>
                        </a:tabLst>
                      </a:pPr>
                      <a:r>
                        <a:rPr sz="1400" spc="-10" dirty="0">
                          <a:latin typeface="Calibri" panose="020F0502020204030204"/>
                          <a:cs typeface="Calibri" panose="020F0502020204030204"/>
                        </a:rPr>
                        <a:t>Ketuhanan</a:t>
                      </a:r>
                      <a:r>
                        <a:rPr sz="1400" spc="-3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400" dirty="0">
                          <a:latin typeface="Calibri" panose="020F0502020204030204"/>
                          <a:cs typeface="Calibri" panose="020F0502020204030204"/>
                        </a:rPr>
                        <a:t>Yang</a:t>
                      </a:r>
                      <a:r>
                        <a:rPr sz="1400" spc="-3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400" dirty="0">
                          <a:latin typeface="Calibri" panose="020F0502020204030204"/>
                          <a:cs typeface="Calibri" panose="020F0502020204030204"/>
                        </a:rPr>
                        <a:t>Maha</a:t>
                      </a:r>
                      <a:r>
                        <a:rPr sz="1400" spc="-4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400" spc="-25" dirty="0">
                          <a:latin typeface="Calibri" panose="020F0502020204030204"/>
                          <a:cs typeface="Calibri" panose="020F0502020204030204"/>
                        </a:rPr>
                        <a:t>Esa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63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3E1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721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R w="1270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00AEEE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6EAC46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63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3E1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224783" y="1533144"/>
            <a:ext cx="1810512" cy="1301496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218688" y="4690871"/>
            <a:ext cx="1816608" cy="1402080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224783" y="3005327"/>
            <a:ext cx="1810512" cy="1539240"/>
          </a:xfrm>
          <a:prstGeom prst="rect">
            <a:avLst/>
          </a:prstGeom>
        </p:spPr>
      </p:pic>
      <p:grpSp>
        <p:nvGrpSpPr>
          <p:cNvPr id="12" name="object 12"/>
          <p:cNvGrpSpPr/>
          <p:nvPr/>
        </p:nvGrpSpPr>
        <p:grpSpPr>
          <a:xfrm>
            <a:off x="9982200" y="188976"/>
            <a:ext cx="2207260" cy="5486400"/>
            <a:chOff x="9982200" y="188976"/>
            <a:chExt cx="2207260" cy="5486400"/>
          </a:xfrm>
        </p:grpSpPr>
        <p:sp>
          <p:nvSpPr>
            <p:cNvPr id="13" name="object 13"/>
            <p:cNvSpPr/>
            <p:nvPr/>
          </p:nvSpPr>
          <p:spPr>
            <a:xfrm>
              <a:off x="10271759" y="188976"/>
              <a:ext cx="1917700" cy="1085215"/>
            </a:xfrm>
            <a:custGeom>
              <a:avLst/>
              <a:gdLst/>
              <a:ahLst/>
              <a:cxnLst/>
              <a:rect l="l" t="t" r="r" b="b"/>
              <a:pathLst>
                <a:path w="1917700" h="1085215">
                  <a:moveTo>
                    <a:pt x="1917192" y="0"/>
                  </a:moveTo>
                  <a:lnTo>
                    <a:pt x="0" y="0"/>
                  </a:lnTo>
                  <a:lnTo>
                    <a:pt x="0" y="1085088"/>
                  </a:lnTo>
                  <a:lnTo>
                    <a:pt x="1917192" y="1085088"/>
                  </a:lnTo>
                  <a:lnTo>
                    <a:pt x="191719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9997440" y="868680"/>
              <a:ext cx="2023745" cy="4791075"/>
            </a:xfrm>
            <a:custGeom>
              <a:avLst/>
              <a:gdLst/>
              <a:ahLst/>
              <a:cxnLst/>
              <a:rect l="l" t="t" r="r" b="b"/>
              <a:pathLst>
                <a:path w="2023745" h="4791075">
                  <a:moveTo>
                    <a:pt x="0" y="80010"/>
                  </a:moveTo>
                  <a:lnTo>
                    <a:pt x="5079" y="48895"/>
                  </a:lnTo>
                  <a:lnTo>
                    <a:pt x="19050" y="23495"/>
                  </a:lnTo>
                  <a:lnTo>
                    <a:pt x="39624" y="6350"/>
                  </a:lnTo>
                  <a:lnTo>
                    <a:pt x="64769" y="0"/>
                  </a:lnTo>
                  <a:lnTo>
                    <a:pt x="1958848" y="0"/>
                  </a:lnTo>
                  <a:lnTo>
                    <a:pt x="1984120" y="6350"/>
                  </a:lnTo>
                  <a:lnTo>
                    <a:pt x="2004694" y="23495"/>
                  </a:lnTo>
                  <a:lnTo>
                    <a:pt x="2018537" y="48895"/>
                  </a:lnTo>
                  <a:lnTo>
                    <a:pt x="2023744" y="80010"/>
                  </a:lnTo>
                  <a:lnTo>
                    <a:pt x="2023744" y="4710938"/>
                  </a:lnTo>
                  <a:lnTo>
                    <a:pt x="2018537" y="4742116"/>
                  </a:lnTo>
                  <a:lnTo>
                    <a:pt x="2004694" y="4767554"/>
                  </a:lnTo>
                  <a:lnTo>
                    <a:pt x="1984120" y="4784712"/>
                  </a:lnTo>
                  <a:lnTo>
                    <a:pt x="1958848" y="4790998"/>
                  </a:lnTo>
                  <a:lnTo>
                    <a:pt x="64769" y="4790998"/>
                  </a:lnTo>
                  <a:lnTo>
                    <a:pt x="39624" y="4784712"/>
                  </a:lnTo>
                  <a:lnTo>
                    <a:pt x="19050" y="4767554"/>
                  </a:lnTo>
                  <a:lnTo>
                    <a:pt x="5079" y="4742116"/>
                  </a:lnTo>
                  <a:lnTo>
                    <a:pt x="0" y="4710938"/>
                  </a:lnTo>
                  <a:lnTo>
                    <a:pt x="0" y="80010"/>
                  </a:lnTo>
                  <a:close/>
                </a:path>
              </a:pathLst>
            </a:custGeom>
            <a:ln w="30480">
              <a:solidFill>
                <a:srgbClr val="402F52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997440" y="612648"/>
              <a:ext cx="466344" cy="496824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3285744" y="899160"/>
            <a:ext cx="6553200" cy="317500"/>
          </a:xfrm>
          <a:prstGeom prst="rect">
            <a:avLst/>
          </a:prstGeom>
          <a:solidFill>
            <a:srgbClr val="1F5768"/>
          </a:solidFill>
        </p:spPr>
        <p:txBody>
          <a:bodyPr vert="horz" wrap="square" lIns="0" tIns="64135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505"/>
              </a:spcBef>
            </a:pPr>
            <a:r>
              <a:rPr sz="1600" b="1" spc="-6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Pemikiran</a:t>
            </a:r>
            <a:r>
              <a:rPr sz="1600" b="1" spc="-5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600" b="1" spc="-8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Tokoh</a:t>
            </a:r>
            <a:r>
              <a:rPr sz="1600" b="1" spc="-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600" b="1" spc="-2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Besar</a:t>
            </a:r>
            <a:endParaRPr sz="16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xfrm>
            <a:off x="838200" y="350379"/>
            <a:ext cx="10515600" cy="1325563"/>
          </a:xfrm>
          <a:prstGeom prst="rect">
            <a:avLst/>
          </a:prstGeom>
        </p:spPr>
        <p:txBody>
          <a:bodyPr vert="horz" wrap="square" lIns="0" tIns="70357" rIns="0" bIns="0" rtlCol="0">
            <a:spAutoFit/>
          </a:bodyPr>
          <a:lstStyle/>
          <a:p>
            <a:pPr marL="584835">
              <a:lnSpc>
                <a:spcPct val="100000"/>
              </a:lnSpc>
              <a:spcBef>
                <a:spcPts val="100"/>
              </a:spcBef>
            </a:pPr>
            <a:r>
              <a:rPr spc="-114" dirty="0"/>
              <a:t>SIDANG</a:t>
            </a:r>
            <a:r>
              <a:rPr spc="-25" dirty="0"/>
              <a:t> </a:t>
            </a:r>
            <a:r>
              <a:rPr spc="-285" dirty="0"/>
              <a:t>BPUPKI</a:t>
            </a:r>
            <a:r>
              <a:rPr dirty="0"/>
              <a:t> </a:t>
            </a:r>
            <a:r>
              <a:rPr spc="-50" dirty="0"/>
              <a:t>1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762000" y="2807207"/>
            <a:ext cx="1859280" cy="429259"/>
          </a:xfrm>
          <a:prstGeom prst="rect">
            <a:avLst/>
          </a:prstGeom>
          <a:solidFill>
            <a:srgbClr val="1F5768"/>
          </a:solidFill>
        </p:spPr>
        <p:txBody>
          <a:bodyPr vert="horz" wrap="square" lIns="0" tIns="87630" rIns="0" bIns="0" rtlCol="0">
            <a:spAutoFit/>
          </a:bodyPr>
          <a:lstStyle/>
          <a:p>
            <a:pPr marL="113030">
              <a:lnSpc>
                <a:spcPct val="100000"/>
              </a:lnSpc>
              <a:spcBef>
                <a:spcPts val="690"/>
              </a:spcBef>
            </a:pPr>
            <a:r>
              <a:rPr sz="1600" b="1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Anggota </a:t>
            </a:r>
            <a:r>
              <a:rPr sz="1600" b="1" spc="-1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Sidang</a:t>
            </a:r>
            <a:endParaRPr sz="16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00024" y="3468370"/>
            <a:ext cx="2531745" cy="21590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236855">
              <a:lnSpc>
                <a:spcPct val="100000"/>
              </a:lnSpc>
              <a:spcBef>
                <a:spcPts val="90"/>
              </a:spcBef>
            </a:pPr>
            <a:r>
              <a:rPr sz="1400" b="1" spc="-45" dirty="0">
                <a:latin typeface="Tahoma" panose="020B0604030504040204"/>
                <a:cs typeface="Tahoma" panose="020B0604030504040204"/>
              </a:rPr>
              <a:t>Berlangsung</a:t>
            </a:r>
            <a:r>
              <a:rPr sz="1400" b="1" spc="-60" dirty="0">
                <a:latin typeface="Tahoma" panose="020B0604030504040204"/>
                <a:cs typeface="Tahoma" panose="020B0604030504040204"/>
              </a:rPr>
              <a:t> </a:t>
            </a:r>
            <a:r>
              <a:rPr sz="1400" b="1" dirty="0">
                <a:latin typeface="Tahoma" panose="020B0604030504040204"/>
                <a:cs typeface="Tahoma" panose="020B0604030504040204"/>
              </a:rPr>
              <a:t>selama</a:t>
            </a:r>
            <a:r>
              <a:rPr sz="1400" b="1" spc="-35" dirty="0">
                <a:latin typeface="Tahoma" panose="020B0604030504040204"/>
                <a:cs typeface="Tahoma" panose="020B0604030504040204"/>
              </a:rPr>
              <a:t> </a:t>
            </a:r>
            <a:r>
              <a:rPr sz="1400" b="1" spc="-125" dirty="0">
                <a:latin typeface="Tahoma" panose="020B0604030504040204"/>
                <a:cs typeface="Tahoma" panose="020B0604030504040204"/>
              </a:rPr>
              <a:t>4</a:t>
            </a:r>
            <a:r>
              <a:rPr sz="1400" b="1" spc="-15" dirty="0">
                <a:latin typeface="Tahoma" panose="020B0604030504040204"/>
                <a:cs typeface="Tahoma" panose="020B0604030504040204"/>
              </a:rPr>
              <a:t> </a:t>
            </a:r>
            <a:r>
              <a:rPr sz="1400" b="1" spc="-45" dirty="0">
                <a:latin typeface="Tahoma" panose="020B0604030504040204"/>
                <a:cs typeface="Tahoma" panose="020B0604030504040204"/>
              </a:rPr>
              <a:t>hari </a:t>
            </a:r>
            <a:r>
              <a:rPr sz="1400" b="1" spc="-20" dirty="0">
                <a:latin typeface="Tahoma" panose="020B0604030504040204"/>
                <a:cs typeface="Tahoma" panose="020B0604030504040204"/>
              </a:rPr>
              <a:t>dari</a:t>
            </a:r>
            <a:r>
              <a:rPr sz="1400" b="1" spc="-60" dirty="0">
                <a:latin typeface="Tahoma" panose="020B0604030504040204"/>
                <a:cs typeface="Tahoma" panose="020B0604030504040204"/>
              </a:rPr>
              <a:t> </a:t>
            </a:r>
            <a:r>
              <a:rPr sz="1400" b="1" spc="-125" dirty="0">
                <a:latin typeface="Tahoma" panose="020B0604030504040204"/>
                <a:cs typeface="Tahoma" panose="020B0604030504040204"/>
              </a:rPr>
              <a:t>29</a:t>
            </a:r>
            <a:r>
              <a:rPr sz="1400" b="1" spc="5" dirty="0">
                <a:latin typeface="Tahoma" panose="020B0604030504040204"/>
                <a:cs typeface="Tahoma" panose="020B0604030504040204"/>
              </a:rPr>
              <a:t> </a:t>
            </a:r>
            <a:r>
              <a:rPr sz="1400" b="1" dirty="0">
                <a:latin typeface="Tahoma" panose="020B0604030504040204"/>
                <a:cs typeface="Tahoma" panose="020B0604030504040204"/>
              </a:rPr>
              <a:t>Mei</a:t>
            </a:r>
            <a:r>
              <a:rPr sz="1400" b="1" spc="-25" dirty="0">
                <a:latin typeface="Tahoma" panose="020B0604030504040204"/>
                <a:cs typeface="Tahoma" panose="020B0604030504040204"/>
              </a:rPr>
              <a:t> </a:t>
            </a:r>
            <a:r>
              <a:rPr sz="1400" b="1" dirty="0">
                <a:latin typeface="Tahoma" panose="020B0604030504040204"/>
                <a:cs typeface="Tahoma" panose="020B0604030504040204"/>
              </a:rPr>
              <a:t>-</a:t>
            </a:r>
            <a:r>
              <a:rPr sz="1400" b="1" spc="335" dirty="0">
                <a:latin typeface="Tahoma" panose="020B0604030504040204"/>
                <a:cs typeface="Tahoma" panose="020B0604030504040204"/>
              </a:rPr>
              <a:t> </a:t>
            </a:r>
            <a:r>
              <a:rPr sz="1400" b="1" spc="-125" dirty="0">
                <a:latin typeface="Tahoma" panose="020B0604030504040204"/>
                <a:cs typeface="Tahoma" panose="020B0604030504040204"/>
              </a:rPr>
              <a:t>1</a:t>
            </a:r>
            <a:r>
              <a:rPr sz="1400" b="1" spc="-15" dirty="0">
                <a:latin typeface="Tahoma" panose="020B0604030504040204"/>
                <a:cs typeface="Tahoma" panose="020B0604030504040204"/>
              </a:rPr>
              <a:t> </a:t>
            </a:r>
            <a:r>
              <a:rPr sz="1400" b="1" spc="-65" dirty="0">
                <a:latin typeface="Tahoma" panose="020B0604030504040204"/>
                <a:cs typeface="Tahoma" panose="020B0604030504040204"/>
              </a:rPr>
              <a:t>Juni</a:t>
            </a:r>
            <a:r>
              <a:rPr sz="1400" b="1" spc="-40" dirty="0">
                <a:latin typeface="Tahoma" panose="020B0604030504040204"/>
                <a:cs typeface="Tahoma" panose="020B0604030504040204"/>
              </a:rPr>
              <a:t> </a:t>
            </a:r>
            <a:r>
              <a:rPr sz="1400" b="1" spc="-10" dirty="0">
                <a:latin typeface="Tahoma" panose="020B0604030504040204"/>
                <a:cs typeface="Tahoma" panose="020B0604030504040204"/>
              </a:rPr>
              <a:t>1945,</a:t>
            </a:r>
            <a:endParaRPr sz="1400">
              <a:latin typeface="Tahoma" panose="020B0604030504040204"/>
              <a:cs typeface="Tahoma" panose="020B0604030504040204"/>
            </a:endParaRPr>
          </a:p>
          <a:p>
            <a:pPr marL="12700">
              <a:lnSpc>
                <a:spcPct val="100000"/>
              </a:lnSpc>
            </a:pPr>
            <a:r>
              <a:rPr sz="1400" b="1" spc="-20" dirty="0">
                <a:latin typeface="Tahoma" panose="020B0604030504040204"/>
                <a:cs typeface="Tahoma" panose="020B0604030504040204"/>
              </a:rPr>
              <a:t>Beranggotakan</a:t>
            </a:r>
            <a:r>
              <a:rPr sz="1400" b="1" spc="10" dirty="0">
                <a:latin typeface="Tahoma" panose="020B0604030504040204"/>
                <a:cs typeface="Tahoma" panose="020B0604030504040204"/>
              </a:rPr>
              <a:t> </a:t>
            </a:r>
            <a:r>
              <a:rPr sz="1400" b="1" spc="-125" dirty="0">
                <a:latin typeface="Tahoma" panose="020B0604030504040204"/>
                <a:cs typeface="Tahoma" panose="020B0604030504040204"/>
              </a:rPr>
              <a:t>67</a:t>
            </a:r>
            <a:r>
              <a:rPr sz="1400" b="1" spc="5" dirty="0">
                <a:latin typeface="Tahoma" panose="020B0604030504040204"/>
                <a:cs typeface="Tahoma" panose="020B0604030504040204"/>
              </a:rPr>
              <a:t> </a:t>
            </a:r>
            <a:r>
              <a:rPr sz="1400" b="1" spc="-20" dirty="0">
                <a:latin typeface="Tahoma" panose="020B0604030504040204"/>
                <a:cs typeface="Tahoma" panose="020B0604030504040204"/>
              </a:rPr>
              <a:t>orang</a:t>
            </a:r>
            <a:endParaRPr sz="1400">
              <a:latin typeface="Tahoma" panose="020B0604030504040204"/>
              <a:cs typeface="Tahoma" panose="020B0604030504040204"/>
            </a:endParaRPr>
          </a:p>
          <a:p>
            <a:pPr marL="12700">
              <a:lnSpc>
                <a:spcPct val="100000"/>
              </a:lnSpc>
              <a:spcBef>
                <a:spcPts val="1685"/>
              </a:spcBef>
            </a:pPr>
            <a:r>
              <a:rPr sz="1400" spc="-40" dirty="0">
                <a:latin typeface="Verdana" panose="020B0604030504040204"/>
                <a:cs typeface="Verdana" panose="020B0604030504040204"/>
              </a:rPr>
              <a:t>bertujuan</a:t>
            </a:r>
            <a:r>
              <a:rPr sz="1400" spc="-55" dirty="0">
                <a:latin typeface="Verdana" panose="020B0604030504040204"/>
                <a:cs typeface="Verdana" panose="020B0604030504040204"/>
              </a:rPr>
              <a:t> </a:t>
            </a:r>
            <a:r>
              <a:rPr sz="1400" spc="-85" dirty="0">
                <a:latin typeface="Verdana" panose="020B0604030504040204"/>
                <a:cs typeface="Verdana" panose="020B0604030504040204"/>
              </a:rPr>
              <a:t>untuk</a:t>
            </a:r>
            <a:r>
              <a:rPr sz="1400" spc="-65" dirty="0">
                <a:latin typeface="Verdana" panose="020B0604030504040204"/>
                <a:cs typeface="Verdana" panose="020B0604030504040204"/>
              </a:rPr>
              <a:t> </a:t>
            </a:r>
            <a:r>
              <a:rPr sz="1400" dirty="0">
                <a:latin typeface="Verdana" panose="020B0604030504040204"/>
                <a:cs typeface="Verdana" panose="020B0604030504040204"/>
              </a:rPr>
              <a:t>membahas</a:t>
            </a:r>
            <a:r>
              <a:rPr sz="1400" spc="-90" dirty="0">
                <a:latin typeface="Verdana" panose="020B0604030504040204"/>
                <a:cs typeface="Verdana" panose="020B0604030504040204"/>
              </a:rPr>
              <a:t> </a:t>
            </a:r>
            <a:r>
              <a:rPr sz="1400" spc="-305" dirty="0">
                <a:latin typeface="Verdana" panose="020B0604030504040204"/>
                <a:cs typeface="Verdana" panose="020B0604030504040204"/>
              </a:rPr>
              <a:t>:</a:t>
            </a:r>
            <a:endParaRPr sz="1400">
              <a:latin typeface="Verdana" panose="020B0604030504040204"/>
              <a:cs typeface="Verdana" panose="020B0604030504040204"/>
            </a:endParaRPr>
          </a:p>
          <a:p>
            <a:pPr marL="185420" indent="-172720">
              <a:lnSpc>
                <a:spcPct val="100000"/>
              </a:lnSpc>
              <a:buFont typeface="Arial MT"/>
              <a:buChar char="•"/>
              <a:tabLst>
                <a:tab pos="185420" algn="l"/>
              </a:tabLst>
            </a:pPr>
            <a:r>
              <a:rPr sz="1400" spc="-30" dirty="0">
                <a:latin typeface="Verdana" panose="020B0604030504040204"/>
                <a:cs typeface="Verdana" panose="020B0604030504040204"/>
              </a:rPr>
              <a:t>bentuk</a:t>
            </a:r>
            <a:r>
              <a:rPr sz="1400" spc="-35" dirty="0">
                <a:latin typeface="Verdana" panose="020B0604030504040204"/>
                <a:cs typeface="Verdana" panose="020B0604030504040204"/>
              </a:rPr>
              <a:t> </a:t>
            </a:r>
            <a:r>
              <a:rPr sz="1400" dirty="0">
                <a:latin typeface="Verdana" panose="020B0604030504040204"/>
                <a:cs typeface="Verdana" panose="020B0604030504040204"/>
              </a:rPr>
              <a:t>negara</a:t>
            </a:r>
            <a:r>
              <a:rPr sz="1400" spc="-45" dirty="0">
                <a:latin typeface="Verdana" panose="020B0604030504040204"/>
                <a:cs typeface="Verdana" panose="020B0604030504040204"/>
              </a:rPr>
              <a:t> </a:t>
            </a:r>
            <a:r>
              <a:rPr sz="1400" spc="-10" dirty="0">
                <a:latin typeface="Verdana" panose="020B0604030504040204"/>
                <a:cs typeface="Verdana" panose="020B0604030504040204"/>
              </a:rPr>
              <a:t>Indonesia,</a:t>
            </a:r>
            <a:endParaRPr sz="1400">
              <a:latin typeface="Verdana" panose="020B0604030504040204"/>
              <a:cs typeface="Verdana" panose="020B0604030504040204"/>
            </a:endParaRPr>
          </a:p>
          <a:p>
            <a:pPr marL="184785" marR="156845" indent="-172720">
              <a:lnSpc>
                <a:spcPct val="100000"/>
              </a:lnSpc>
              <a:buFont typeface="Arial MT"/>
              <a:buChar char="•"/>
              <a:tabLst>
                <a:tab pos="186055" algn="l"/>
              </a:tabLst>
            </a:pPr>
            <a:r>
              <a:rPr sz="1400" spc="-55" dirty="0">
                <a:latin typeface="Verdana" panose="020B0604030504040204"/>
                <a:cs typeface="Verdana" panose="020B0604030504040204"/>
              </a:rPr>
              <a:t>filsafat</a:t>
            </a:r>
            <a:r>
              <a:rPr sz="1400" spc="-30" dirty="0">
                <a:latin typeface="Verdana" panose="020B0604030504040204"/>
                <a:cs typeface="Verdana" panose="020B0604030504040204"/>
              </a:rPr>
              <a:t> </a:t>
            </a:r>
            <a:r>
              <a:rPr sz="1400" dirty="0">
                <a:latin typeface="Verdana" panose="020B0604030504040204"/>
                <a:cs typeface="Verdana" panose="020B0604030504040204"/>
              </a:rPr>
              <a:t>negara </a:t>
            </a:r>
            <a:r>
              <a:rPr sz="1400" spc="-50" dirty="0">
                <a:latin typeface="Verdana" panose="020B0604030504040204"/>
                <a:cs typeface="Verdana" panose="020B0604030504040204"/>
              </a:rPr>
              <a:t>"Indonesia 	</a:t>
            </a:r>
            <a:r>
              <a:rPr sz="1400" spc="-10" dirty="0">
                <a:latin typeface="Verdana" panose="020B0604030504040204"/>
                <a:cs typeface="Verdana" panose="020B0604030504040204"/>
              </a:rPr>
              <a:t>Merdeka"</a:t>
            </a:r>
            <a:endParaRPr sz="1400">
              <a:latin typeface="Verdana" panose="020B0604030504040204"/>
              <a:cs typeface="Verdana" panose="020B0604030504040204"/>
            </a:endParaRPr>
          </a:p>
          <a:p>
            <a:pPr marL="185420" indent="-172720">
              <a:lnSpc>
                <a:spcPct val="100000"/>
              </a:lnSpc>
              <a:buFont typeface="Arial MT"/>
              <a:buChar char="•"/>
              <a:tabLst>
                <a:tab pos="185420" algn="l"/>
              </a:tabLst>
            </a:pPr>
            <a:r>
              <a:rPr sz="1400" spc="-65" dirty="0">
                <a:latin typeface="Verdana" panose="020B0604030504040204"/>
                <a:cs typeface="Verdana" panose="020B0604030504040204"/>
              </a:rPr>
              <a:t>merumuskan</a:t>
            </a:r>
            <a:r>
              <a:rPr sz="1400" spc="-45" dirty="0">
                <a:latin typeface="Verdana" panose="020B0604030504040204"/>
                <a:cs typeface="Verdana" panose="020B0604030504040204"/>
              </a:rPr>
              <a:t> </a:t>
            </a:r>
            <a:r>
              <a:rPr sz="1400" spc="-10" dirty="0">
                <a:latin typeface="Verdana" panose="020B0604030504040204"/>
                <a:cs typeface="Verdana" panose="020B0604030504040204"/>
              </a:rPr>
              <a:t>dasar</a:t>
            </a:r>
            <a:r>
              <a:rPr sz="1400" spc="-95" dirty="0">
                <a:latin typeface="Verdana" panose="020B0604030504040204"/>
                <a:cs typeface="Verdana" panose="020B0604030504040204"/>
              </a:rPr>
              <a:t> </a:t>
            </a:r>
            <a:r>
              <a:rPr sz="1400" spc="-10" dirty="0">
                <a:latin typeface="Verdana" panose="020B0604030504040204"/>
                <a:cs typeface="Verdana" panose="020B0604030504040204"/>
              </a:rPr>
              <a:t>negara</a:t>
            </a:r>
            <a:endParaRPr sz="1400">
              <a:latin typeface="Verdana" panose="020B0604030504040204"/>
              <a:cs typeface="Verdana" panose="020B0604030504040204"/>
            </a:endParaRPr>
          </a:p>
          <a:p>
            <a:pPr marL="186055">
              <a:lnSpc>
                <a:spcPct val="100000"/>
              </a:lnSpc>
              <a:spcBef>
                <a:spcPts val="5"/>
              </a:spcBef>
            </a:pPr>
            <a:r>
              <a:rPr sz="1400" spc="-10" dirty="0">
                <a:latin typeface="Verdana" panose="020B0604030504040204"/>
                <a:cs typeface="Verdana" panose="020B0604030504040204"/>
              </a:rPr>
              <a:t>Indonesia.</a:t>
            </a:r>
            <a:endParaRPr sz="1400">
              <a:latin typeface="Verdana" panose="020B0604030504040204"/>
              <a:cs typeface="Verdana" panose="020B0604030504040204"/>
            </a:endParaRPr>
          </a:p>
        </p:txBody>
      </p:sp>
      <p:pic>
        <p:nvPicPr>
          <p:cNvPr id="20" name="object 2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22758" y="1267764"/>
            <a:ext cx="2773680" cy="1527048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10129773" y="1267764"/>
            <a:ext cx="1646555" cy="1635760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10"/>
              </a:spcBef>
            </a:pPr>
            <a:r>
              <a:rPr sz="1400" b="1" spc="-70" dirty="0">
                <a:latin typeface="Tahoma" panose="020B0604030504040204"/>
                <a:cs typeface="Tahoma" panose="020B0604030504040204"/>
              </a:rPr>
              <a:t>Hasil</a:t>
            </a:r>
            <a:r>
              <a:rPr sz="1400" b="1" spc="-30" dirty="0">
                <a:latin typeface="Tahoma" panose="020B0604030504040204"/>
                <a:cs typeface="Tahoma" panose="020B0604030504040204"/>
              </a:rPr>
              <a:t> </a:t>
            </a:r>
            <a:r>
              <a:rPr sz="1400" b="1" spc="-50" dirty="0">
                <a:latin typeface="Tahoma" panose="020B0604030504040204"/>
                <a:cs typeface="Tahoma" panose="020B0604030504040204"/>
              </a:rPr>
              <a:t>:</a:t>
            </a:r>
            <a:endParaRPr sz="1400">
              <a:latin typeface="Tahoma" panose="020B0604030504040204"/>
              <a:cs typeface="Tahoma" panose="020B0604030504040204"/>
            </a:endParaRPr>
          </a:p>
          <a:p>
            <a:pPr marL="12700" marR="23495">
              <a:lnSpc>
                <a:spcPct val="109000"/>
              </a:lnSpc>
              <a:spcBef>
                <a:spcPts val="170"/>
              </a:spcBef>
            </a:pPr>
            <a:r>
              <a:rPr sz="1400" spc="-145" dirty="0">
                <a:latin typeface="Verdana" panose="020B0604030504040204"/>
                <a:cs typeface="Verdana" panose="020B0604030504040204"/>
              </a:rPr>
              <a:t>BPUPKI</a:t>
            </a:r>
            <a:r>
              <a:rPr sz="1400" spc="-70" dirty="0">
                <a:latin typeface="Verdana" panose="020B0604030504040204"/>
                <a:cs typeface="Verdana" panose="020B0604030504040204"/>
              </a:rPr>
              <a:t> </a:t>
            </a:r>
            <a:r>
              <a:rPr sz="1400" spc="-10" dirty="0">
                <a:latin typeface="Verdana" panose="020B0604030504040204"/>
                <a:cs typeface="Verdana" panose="020B0604030504040204"/>
              </a:rPr>
              <a:t>mengalami </a:t>
            </a:r>
            <a:r>
              <a:rPr sz="1400" spc="-20" dirty="0">
                <a:latin typeface="Verdana" panose="020B0604030504040204"/>
                <a:cs typeface="Verdana" panose="020B0604030504040204"/>
              </a:rPr>
              <a:t>masa</a:t>
            </a:r>
            <a:r>
              <a:rPr sz="1400" spc="-95" dirty="0">
                <a:latin typeface="Verdana" panose="020B0604030504040204"/>
                <a:cs typeface="Verdana" panose="020B0604030504040204"/>
              </a:rPr>
              <a:t> </a:t>
            </a:r>
            <a:r>
              <a:rPr sz="1400" spc="-80" dirty="0">
                <a:latin typeface="Verdana" panose="020B0604030504040204"/>
                <a:cs typeface="Verdana" panose="020B0604030504040204"/>
              </a:rPr>
              <a:t>Reses</a:t>
            </a:r>
            <a:r>
              <a:rPr sz="1400" spc="-95" dirty="0">
                <a:latin typeface="Verdana" panose="020B0604030504040204"/>
                <a:cs typeface="Verdana" panose="020B0604030504040204"/>
              </a:rPr>
              <a:t> </a:t>
            </a:r>
            <a:r>
              <a:rPr sz="1400" spc="-25" dirty="0">
                <a:latin typeface="Verdana" panose="020B0604030504040204"/>
                <a:cs typeface="Verdana" panose="020B0604030504040204"/>
              </a:rPr>
              <a:t>Per </a:t>
            </a:r>
            <a:r>
              <a:rPr sz="1400" spc="-40" dirty="0">
                <a:latin typeface="Verdana" panose="020B0604030504040204"/>
                <a:cs typeface="Verdana" panose="020B0604030504040204"/>
              </a:rPr>
              <a:t>Sidangan.</a:t>
            </a:r>
            <a:r>
              <a:rPr sz="1400" spc="-35" dirty="0">
                <a:latin typeface="Verdana" panose="020B0604030504040204"/>
                <a:cs typeface="Verdana" panose="020B0604030504040204"/>
              </a:rPr>
              <a:t> </a:t>
            </a:r>
            <a:r>
              <a:rPr sz="1400" spc="-10" dirty="0">
                <a:latin typeface="Verdana" panose="020B0604030504040204"/>
                <a:cs typeface="Verdana" panose="020B0604030504040204"/>
              </a:rPr>
              <a:t>Selama</a:t>
            </a:r>
            <a:endParaRPr sz="1400">
              <a:latin typeface="Verdana" panose="020B0604030504040204"/>
              <a:cs typeface="Verdana" panose="020B0604030504040204"/>
            </a:endParaRPr>
          </a:p>
          <a:p>
            <a:pPr marL="12700" marR="5080">
              <a:lnSpc>
                <a:spcPct val="100000"/>
              </a:lnSpc>
            </a:pPr>
            <a:r>
              <a:rPr sz="1400" spc="-100" dirty="0">
                <a:latin typeface="Verdana" panose="020B0604030504040204"/>
                <a:cs typeface="Verdana" panose="020B0604030504040204"/>
              </a:rPr>
              <a:t>itu</a:t>
            </a:r>
            <a:r>
              <a:rPr sz="1400" spc="-80" dirty="0">
                <a:latin typeface="Verdana" panose="020B0604030504040204"/>
                <a:cs typeface="Verdana" panose="020B0604030504040204"/>
              </a:rPr>
              <a:t> </a:t>
            </a:r>
            <a:r>
              <a:rPr sz="1400" spc="-25" dirty="0">
                <a:latin typeface="Verdana" panose="020B0604030504040204"/>
                <a:cs typeface="Verdana" panose="020B0604030504040204"/>
              </a:rPr>
              <a:t>di</a:t>
            </a:r>
            <a:r>
              <a:rPr sz="1400" spc="-105" dirty="0">
                <a:latin typeface="Verdana" panose="020B0604030504040204"/>
                <a:cs typeface="Verdana" panose="020B0604030504040204"/>
              </a:rPr>
              <a:t> </a:t>
            </a:r>
            <a:r>
              <a:rPr sz="1400" spc="-35" dirty="0">
                <a:latin typeface="Verdana" panose="020B0604030504040204"/>
                <a:cs typeface="Verdana" panose="020B0604030504040204"/>
              </a:rPr>
              <a:t>bentuk</a:t>
            </a:r>
            <a:r>
              <a:rPr sz="1400" spc="-90" dirty="0">
                <a:latin typeface="Verdana" panose="020B0604030504040204"/>
                <a:cs typeface="Verdana" panose="020B0604030504040204"/>
              </a:rPr>
              <a:t> </a:t>
            </a:r>
            <a:r>
              <a:rPr sz="1400" spc="-10" dirty="0">
                <a:latin typeface="Verdana" panose="020B0604030504040204"/>
                <a:cs typeface="Verdana" panose="020B0604030504040204"/>
              </a:rPr>
              <a:t>Paniia </a:t>
            </a:r>
            <a:r>
              <a:rPr sz="1400" spc="-125" dirty="0">
                <a:latin typeface="Verdana" panose="020B0604030504040204"/>
                <a:cs typeface="Verdana" panose="020B0604030504040204"/>
              </a:rPr>
              <a:t>9</a:t>
            </a:r>
            <a:r>
              <a:rPr sz="1400" spc="-85" dirty="0">
                <a:latin typeface="Verdana" panose="020B0604030504040204"/>
                <a:cs typeface="Verdana" panose="020B0604030504040204"/>
              </a:rPr>
              <a:t> </a:t>
            </a:r>
            <a:r>
              <a:rPr sz="1400" dirty="0">
                <a:latin typeface="Verdana" panose="020B0604030504040204"/>
                <a:cs typeface="Verdana" panose="020B0604030504040204"/>
              </a:rPr>
              <a:t>yang</a:t>
            </a:r>
            <a:r>
              <a:rPr sz="1400" spc="-95" dirty="0">
                <a:latin typeface="Verdana" panose="020B0604030504040204"/>
                <a:cs typeface="Verdana" panose="020B0604030504040204"/>
              </a:rPr>
              <a:t> </a:t>
            </a:r>
            <a:r>
              <a:rPr sz="1400" spc="-40" dirty="0">
                <a:latin typeface="Verdana" panose="020B0604030504040204"/>
                <a:cs typeface="Verdana" panose="020B0604030504040204"/>
              </a:rPr>
              <a:t>diketuai</a:t>
            </a:r>
            <a:r>
              <a:rPr sz="1400" spc="-60" dirty="0">
                <a:latin typeface="Verdana" panose="020B0604030504040204"/>
                <a:cs typeface="Verdana" panose="020B0604030504040204"/>
              </a:rPr>
              <a:t> </a:t>
            </a:r>
            <a:r>
              <a:rPr sz="1400" spc="-25" dirty="0">
                <a:latin typeface="Verdana" panose="020B0604030504040204"/>
                <a:cs typeface="Verdana" panose="020B0604030504040204"/>
              </a:rPr>
              <a:t>Ir. </a:t>
            </a:r>
            <a:r>
              <a:rPr sz="1400" spc="-10" dirty="0">
                <a:latin typeface="Verdana" panose="020B0604030504040204"/>
                <a:cs typeface="Verdana" panose="020B0604030504040204"/>
              </a:rPr>
              <a:t>Soekarno</a:t>
            </a:r>
            <a:endParaRPr sz="1400">
              <a:latin typeface="Verdana" panose="020B0604030504040204"/>
              <a:cs typeface="Verdana" panose="020B0604030504040204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16768" y="240791"/>
            <a:ext cx="1139952" cy="1002791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0" y="6257544"/>
            <a:ext cx="4151629" cy="481965"/>
            <a:chOff x="0" y="6257544"/>
            <a:chExt cx="4151629" cy="481965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6257544"/>
              <a:ext cx="3532632" cy="48158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151632" y="6550152"/>
              <a:ext cx="1000125" cy="182880"/>
            </a:xfrm>
            <a:custGeom>
              <a:avLst/>
              <a:gdLst/>
              <a:ahLst/>
              <a:cxnLst/>
              <a:rect l="l" t="t" r="r" b="b"/>
              <a:pathLst>
                <a:path w="1000125" h="182879">
                  <a:moveTo>
                    <a:pt x="999617" y="0"/>
                  </a:moveTo>
                  <a:lnTo>
                    <a:pt x="0" y="0"/>
                  </a:lnTo>
                  <a:lnTo>
                    <a:pt x="0" y="182880"/>
                  </a:lnTo>
                  <a:lnTo>
                    <a:pt x="999617" y="182880"/>
                  </a:lnTo>
                  <a:lnTo>
                    <a:pt x="999617" y="0"/>
                  </a:lnTo>
                  <a:close/>
                </a:path>
              </a:pathLst>
            </a:custGeom>
            <a:solidFill>
              <a:srgbClr val="F8AC4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35279" y="274320"/>
            <a:ext cx="588264" cy="633983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216408" y="1286255"/>
            <a:ext cx="2780030" cy="4912995"/>
          </a:xfrm>
          <a:custGeom>
            <a:avLst/>
            <a:gdLst/>
            <a:ahLst/>
            <a:cxnLst/>
            <a:rect l="l" t="t" r="r" b="b"/>
            <a:pathLst>
              <a:path w="2780030" h="4912995">
                <a:moveTo>
                  <a:pt x="2690495" y="0"/>
                </a:moveTo>
                <a:lnTo>
                  <a:pt x="89014" y="0"/>
                </a:lnTo>
                <a:lnTo>
                  <a:pt x="54381" y="6477"/>
                </a:lnTo>
                <a:lnTo>
                  <a:pt x="26085" y="24003"/>
                </a:lnTo>
                <a:lnTo>
                  <a:pt x="6997" y="50165"/>
                </a:lnTo>
                <a:lnTo>
                  <a:pt x="0" y="82042"/>
                </a:lnTo>
                <a:lnTo>
                  <a:pt x="0" y="4830826"/>
                </a:lnTo>
                <a:lnTo>
                  <a:pt x="6997" y="4862779"/>
                </a:lnTo>
                <a:lnTo>
                  <a:pt x="26085" y="4888865"/>
                </a:lnTo>
                <a:lnTo>
                  <a:pt x="54381" y="4906454"/>
                </a:lnTo>
                <a:lnTo>
                  <a:pt x="89014" y="4912906"/>
                </a:lnTo>
                <a:lnTo>
                  <a:pt x="2690495" y="4912906"/>
                </a:lnTo>
                <a:lnTo>
                  <a:pt x="2725166" y="4906454"/>
                </a:lnTo>
                <a:lnTo>
                  <a:pt x="2753487" y="4888865"/>
                </a:lnTo>
                <a:lnTo>
                  <a:pt x="2772537" y="4862779"/>
                </a:lnTo>
                <a:lnTo>
                  <a:pt x="2779522" y="4830826"/>
                </a:lnTo>
                <a:lnTo>
                  <a:pt x="2779522" y="82042"/>
                </a:lnTo>
                <a:lnTo>
                  <a:pt x="2772537" y="50165"/>
                </a:lnTo>
                <a:lnTo>
                  <a:pt x="2753487" y="24003"/>
                </a:lnTo>
                <a:lnTo>
                  <a:pt x="2725166" y="6477"/>
                </a:lnTo>
                <a:lnTo>
                  <a:pt x="2690495" y="0"/>
                </a:lnTo>
                <a:close/>
              </a:path>
            </a:pathLst>
          </a:custGeom>
          <a:solidFill>
            <a:srgbClr val="D9D9D9">
              <a:alpha val="74116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" name="object 8"/>
          <p:cNvGrpSpPr/>
          <p:nvPr/>
        </p:nvGrpSpPr>
        <p:grpSpPr>
          <a:xfrm>
            <a:off x="9479280" y="188976"/>
            <a:ext cx="2710180" cy="5008245"/>
            <a:chOff x="9479280" y="188976"/>
            <a:chExt cx="2710180" cy="5008245"/>
          </a:xfrm>
        </p:grpSpPr>
        <p:sp>
          <p:nvSpPr>
            <p:cNvPr id="9" name="object 9"/>
            <p:cNvSpPr/>
            <p:nvPr/>
          </p:nvSpPr>
          <p:spPr>
            <a:xfrm>
              <a:off x="10271760" y="188976"/>
              <a:ext cx="1917700" cy="1085215"/>
            </a:xfrm>
            <a:custGeom>
              <a:avLst/>
              <a:gdLst/>
              <a:ahLst/>
              <a:cxnLst/>
              <a:rect l="l" t="t" r="r" b="b"/>
              <a:pathLst>
                <a:path w="1917700" h="1085215">
                  <a:moveTo>
                    <a:pt x="1917192" y="0"/>
                  </a:moveTo>
                  <a:lnTo>
                    <a:pt x="0" y="0"/>
                  </a:lnTo>
                  <a:lnTo>
                    <a:pt x="0" y="1085088"/>
                  </a:lnTo>
                  <a:lnTo>
                    <a:pt x="1917192" y="1085088"/>
                  </a:lnTo>
                  <a:lnTo>
                    <a:pt x="191719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479280" y="1161287"/>
              <a:ext cx="2435352" cy="4035552"/>
            </a:xfrm>
            <a:prstGeom prst="rect">
              <a:avLst/>
            </a:prstGeom>
          </p:spPr>
        </p:pic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977674" y="-121762"/>
            <a:ext cx="10515600" cy="1325563"/>
          </a:xfrm>
          <a:prstGeom prst="rect">
            <a:avLst/>
          </a:prstGeom>
        </p:spPr>
        <p:txBody>
          <a:bodyPr vert="horz" wrap="square" lIns="0" tIns="70357" rIns="0" bIns="0" rtlCol="0">
            <a:spAutoFit/>
          </a:bodyPr>
          <a:lstStyle/>
          <a:p>
            <a:pPr marL="584835">
              <a:lnSpc>
                <a:spcPct val="100000"/>
              </a:lnSpc>
              <a:spcBef>
                <a:spcPts val="100"/>
              </a:spcBef>
            </a:pPr>
            <a:r>
              <a:rPr spc="-114" dirty="0"/>
              <a:t>SIDANG</a:t>
            </a:r>
            <a:r>
              <a:rPr spc="-25" dirty="0"/>
              <a:t> </a:t>
            </a:r>
            <a:r>
              <a:rPr spc="-285" dirty="0"/>
              <a:t>BPUPKI</a:t>
            </a:r>
            <a:r>
              <a:rPr dirty="0"/>
              <a:t> </a:t>
            </a:r>
            <a:r>
              <a:rPr spc="-525" dirty="0"/>
              <a:t>II</a:t>
            </a:r>
          </a:p>
        </p:txBody>
      </p:sp>
      <p:grpSp>
        <p:nvGrpSpPr>
          <p:cNvPr id="12" name="object 12"/>
          <p:cNvGrpSpPr/>
          <p:nvPr/>
        </p:nvGrpSpPr>
        <p:grpSpPr>
          <a:xfrm>
            <a:off x="3188207" y="3151632"/>
            <a:ext cx="6059170" cy="3063240"/>
            <a:chOff x="3188207" y="3151632"/>
            <a:chExt cx="6059170" cy="3063240"/>
          </a:xfrm>
        </p:grpSpPr>
        <p:sp>
          <p:nvSpPr>
            <p:cNvPr id="13" name="object 13"/>
            <p:cNvSpPr/>
            <p:nvPr/>
          </p:nvSpPr>
          <p:spPr>
            <a:xfrm>
              <a:off x="3313175" y="3401568"/>
              <a:ext cx="5918835" cy="2797810"/>
            </a:xfrm>
            <a:custGeom>
              <a:avLst/>
              <a:gdLst/>
              <a:ahLst/>
              <a:cxnLst/>
              <a:rect l="l" t="t" r="r" b="b"/>
              <a:pathLst>
                <a:path w="5918834" h="2797810">
                  <a:moveTo>
                    <a:pt x="0" y="46736"/>
                  </a:moveTo>
                  <a:lnTo>
                    <a:pt x="14859" y="28575"/>
                  </a:lnTo>
                  <a:lnTo>
                    <a:pt x="55499" y="13716"/>
                  </a:lnTo>
                  <a:lnTo>
                    <a:pt x="115824" y="3683"/>
                  </a:lnTo>
                  <a:lnTo>
                    <a:pt x="189611" y="0"/>
                  </a:lnTo>
                  <a:lnTo>
                    <a:pt x="5729097" y="0"/>
                  </a:lnTo>
                  <a:lnTo>
                    <a:pt x="5802883" y="3683"/>
                  </a:lnTo>
                  <a:lnTo>
                    <a:pt x="5863082" y="13716"/>
                  </a:lnTo>
                  <a:lnTo>
                    <a:pt x="5903722" y="28575"/>
                  </a:lnTo>
                  <a:lnTo>
                    <a:pt x="5918708" y="46736"/>
                  </a:lnTo>
                  <a:lnTo>
                    <a:pt x="5918708" y="2751048"/>
                  </a:lnTo>
                  <a:lnTo>
                    <a:pt x="5903722" y="2769247"/>
                  </a:lnTo>
                  <a:lnTo>
                    <a:pt x="5863082" y="2784106"/>
                  </a:lnTo>
                  <a:lnTo>
                    <a:pt x="5802883" y="2794127"/>
                  </a:lnTo>
                  <a:lnTo>
                    <a:pt x="5729097" y="2797797"/>
                  </a:lnTo>
                  <a:lnTo>
                    <a:pt x="189611" y="2797797"/>
                  </a:lnTo>
                  <a:lnTo>
                    <a:pt x="115824" y="2794127"/>
                  </a:lnTo>
                  <a:lnTo>
                    <a:pt x="55499" y="2784106"/>
                  </a:lnTo>
                  <a:lnTo>
                    <a:pt x="14859" y="2769247"/>
                  </a:lnTo>
                  <a:lnTo>
                    <a:pt x="0" y="2751048"/>
                  </a:lnTo>
                  <a:lnTo>
                    <a:pt x="0" y="46736"/>
                  </a:lnTo>
                  <a:close/>
                </a:path>
              </a:pathLst>
            </a:custGeom>
            <a:ln w="30480">
              <a:solidFill>
                <a:srgbClr val="402F52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188207" y="3151632"/>
              <a:ext cx="466344" cy="499871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768095" y="856488"/>
            <a:ext cx="1859280" cy="429259"/>
          </a:xfrm>
          <a:prstGeom prst="rect">
            <a:avLst/>
          </a:prstGeom>
          <a:solidFill>
            <a:srgbClr val="1F5768"/>
          </a:solidFill>
        </p:spPr>
        <p:txBody>
          <a:bodyPr vert="horz" wrap="square" lIns="0" tIns="72390" rIns="0" bIns="0" rtlCol="0">
            <a:spAutoFit/>
          </a:bodyPr>
          <a:lstStyle/>
          <a:p>
            <a:pPr marL="251460">
              <a:lnSpc>
                <a:spcPct val="100000"/>
              </a:lnSpc>
              <a:spcBef>
                <a:spcPts val="570"/>
              </a:spcBef>
            </a:pPr>
            <a:r>
              <a:rPr sz="1600" b="1" spc="-7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Hasil</a:t>
            </a:r>
            <a:r>
              <a:rPr sz="1600" b="1" spc="-2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600" b="1" spc="-6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Panitia</a:t>
            </a:r>
            <a:r>
              <a:rPr sz="1600" b="1" spc="-2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600" b="1" spc="-5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9</a:t>
            </a:r>
            <a:endParaRPr sz="16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35381" y="1402461"/>
            <a:ext cx="2498725" cy="47205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41300" marR="571500" indent="-228600">
              <a:lnSpc>
                <a:spcPct val="100000"/>
              </a:lnSpc>
              <a:spcBef>
                <a:spcPts val="90"/>
              </a:spcBef>
              <a:buAutoNum type="arabicPeriod"/>
              <a:tabLst>
                <a:tab pos="241300" algn="l"/>
              </a:tabLst>
            </a:pPr>
            <a:r>
              <a:rPr sz="1400" b="1" spc="-170" dirty="0">
                <a:latin typeface="Tahoma" panose="020B0604030504040204"/>
                <a:cs typeface="Tahoma" panose="020B0604030504040204"/>
              </a:rPr>
              <a:t>Ir.</a:t>
            </a:r>
            <a:r>
              <a:rPr sz="1400" b="1" spc="-30" dirty="0">
                <a:latin typeface="Tahoma" panose="020B0604030504040204"/>
                <a:cs typeface="Tahoma" panose="020B0604030504040204"/>
              </a:rPr>
              <a:t> Soekarno </a:t>
            </a:r>
            <a:r>
              <a:rPr sz="1400" spc="-50" dirty="0">
                <a:latin typeface="Verdana" panose="020B0604030504040204"/>
                <a:cs typeface="Verdana" panose="020B0604030504040204"/>
              </a:rPr>
              <a:t>(ketua, </a:t>
            </a:r>
            <a:r>
              <a:rPr sz="1400" spc="-10" dirty="0">
                <a:latin typeface="Verdana" panose="020B0604030504040204"/>
                <a:cs typeface="Verdana" panose="020B0604030504040204"/>
              </a:rPr>
              <a:t>Nasionalis)</a:t>
            </a:r>
            <a:endParaRPr sz="1400">
              <a:latin typeface="Verdana" panose="020B0604030504040204"/>
              <a:cs typeface="Verdana" panose="020B0604030504040204"/>
            </a:endParaRPr>
          </a:p>
          <a:p>
            <a:pPr marL="240665" indent="-227965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240665" algn="l"/>
              </a:tabLst>
            </a:pPr>
            <a:r>
              <a:rPr sz="1400" b="1" spc="-110" dirty="0">
                <a:latin typeface="Tahoma" panose="020B0604030504040204"/>
                <a:cs typeface="Tahoma" panose="020B0604030504040204"/>
              </a:rPr>
              <a:t>Drs.</a:t>
            </a:r>
            <a:r>
              <a:rPr sz="1400" b="1" dirty="0">
                <a:latin typeface="Tahoma" panose="020B0604030504040204"/>
                <a:cs typeface="Tahoma" panose="020B0604030504040204"/>
              </a:rPr>
              <a:t> Mohammad</a:t>
            </a:r>
            <a:r>
              <a:rPr sz="1400" b="1" spc="70" dirty="0">
                <a:latin typeface="Tahoma" panose="020B0604030504040204"/>
                <a:cs typeface="Tahoma" panose="020B0604030504040204"/>
              </a:rPr>
              <a:t> </a:t>
            </a:r>
            <a:r>
              <a:rPr sz="1400" b="1" spc="-20" dirty="0">
                <a:latin typeface="Tahoma" panose="020B0604030504040204"/>
                <a:cs typeface="Tahoma" panose="020B0604030504040204"/>
              </a:rPr>
              <a:t>Hatta</a:t>
            </a:r>
            <a:endParaRPr sz="1400">
              <a:latin typeface="Tahoma" panose="020B0604030504040204"/>
              <a:cs typeface="Tahoma" panose="020B0604030504040204"/>
            </a:endParaRPr>
          </a:p>
          <a:p>
            <a:pPr marL="241300">
              <a:lnSpc>
                <a:spcPct val="100000"/>
              </a:lnSpc>
            </a:pPr>
            <a:r>
              <a:rPr sz="1400" spc="-75" dirty="0">
                <a:latin typeface="Verdana" panose="020B0604030504040204"/>
                <a:cs typeface="Verdana" panose="020B0604030504040204"/>
              </a:rPr>
              <a:t>(wakil</a:t>
            </a:r>
            <a:r>
              <a:rPr sz="1400" spc="-40" dirty="0">
                <a:latin typeface="Verdana" panose="020B0604030504040204"/>
                <a:cs typeface="Verdana" panose="020B0604030504040204"/>
              </a:rPr>
              <a:t> </a:t>
            </a:r>
            <a:r>
              <a:rPr sz="1400" spc="-45" dirty="0">
                <a:latin typeface="Verdana" panose="020B0604030504040204"/>
                <a:cs typeface="Verdana" panose="020B0604030504040204"/>
              </a:rPr>
              <a:t>ketua,</a:t>
            </a:r>
            <a:r>
              <a:rPr sz="1400" spc="-20" dirty="0">
                <a:latin typeface="Verdana" panose="020B0604030504040204"/>
                <a:cs typeface="Verdana" panose="020B0604030504040204"/>
              </a:rPr>
              <a:t> </a:t>
            </a:r>
            <a:r>
              <a:rPr sz="1400" spc="-10" dirty="0">
                <a:latin typeface="Verdana" panose="020B0604030504040204"/>
                <a:cs typeface="Verdana" panose="020B0604030504040204"/>
              </a:rPr>
              <a:t>nasionalis)</a:t>
            </a:r>
            <a:endParaRPr sz="1400">
              <a:latin typeface="Verdana" panose="020B0604030504040204"/>
              <a:cs typeface="Verdana" panose="020B0604030504040204"/>
            </a:endParaRPr>
          </a:p>
          <a:p>
            <a:pPr marL="241300" marR="72390" indent="-228600">
              <a:lnSpc>
                <a:spcPct val="100000"/>
              </a:lnSpc>
              <a:buAutoNum type="arabicPeriod" startAt="3"/>
              <a:tabLst>
                <a:tab pos="241300" algn="l"/>
              </a:tabLst>
            </a:pPr>
            <a:r>
              <a:rPr sz="1400" b="1" spc="-60" dirty="0">
                <a:latin typeface="Tahoma" panose="020B0604030504040204"/>
                <a:cs typeface="Tahoma" panose="020B0604030504040204"/>
              </a:rPr>
              <a:t>Mr.</a:t>
            </a:r>
            <a:r>
              <a:rPr sz="1400" b="1" spc="-45" dirty="0">
                <a:latin typeface="Tahoma" panose="020B0604030504040204"/>
                <a:cs typeface="Tahoma" panose="020B0604030504040204"/>
              </a:rPr>
              <a:t> </a:t>
            </a:r>
            <a:r>
              <a:rPr sz="1400" b="1" spc="-10" dirty="0">
                <a:latin typeface="Tahoma" panose="020B0604030504040204"/>
                <a:cs typeface="Tahoma" panose="020B0604030504040204"/>
              </a:rPr>
              <a:t>Raden</a:t>
            </a:r>
            <a:r>
              <a:rPr sz="1400" b="1" spc="-80" dirty="0">
                <a:latin typeface="Tahoma" panose="020B0604030504040204"/>
                <a:cs typeface="Tahoma" panose="020B0604030504040204"/>
              </a:rPr>
              <a:t> </a:t>
            </a:r>
            <a:r>
              <a:rPr sz="1400" b="1" spc="-10" dirty="0">
                <a:latin typeface="Tahoma" panose="020B0604030504040204"/>
                <a:cs typeface="Tahoma" panose="020B0604030504040204"/>
              </a:rPr>
              <a:t>Achmad </a:t>
            </a:r>
            <a:r>
              <a:rPr sz="1400" b="1" spc="-25" dirty="0">
                <a:latin typeface="Tahoma" panose="020B0604030504040204"/>
                <a:cs typeface="Tahoma" panose="020B0604030504040204"/>
              </a:rPr>
              <a:t>Soebardjo</a:t>
            </a:r>
            <a:r>
              <a:rPr sz="1400" b="1" spc="-40" dirty="0">
                <a:latin typeface="Tahoma" panose="020B0604030504040204"/>
                <a:cs typeface="Tahoma" panose="020B0604030504040204"/>
              </a:rPr>
              <a:t> </a:t>
            </a:r>
            <a:r>
              <a:rPr sz="1400" b="1" spc="-50" dirty="0">
                <a:latin typeface="Tahoma" panose="020B0604030504040204"/>
                <a:cs typeface="Tahoma" panose="020B0604030504040204"/>
              </a:rPr>
              <a:t>Djojoadisoerjo </a:t>
            </a:r>
            <a:r>
              <a:rPr sz="1400" dirty="0">
                <a:latin typeface="Verdana" panose="020B0604030504040204"/>
                <a:cs typeface="Verdana" panose="020B0604030504040204"/>
              </a:rPr>
              <a:t>(anggota,</a:t>
            </a:r>
            <a:r>
              <a:rPr sz="1400" spc="-80" dirty="0">
                <a:latin typeface="Verdana" panose="020B0604030504040204"/>
                <a:cs typeface="Verdana" panose="020B0604030504040204"/>
              </a:rPr>
              <a:t> </a:t>
            </a:r>
            <a:r>
              <a:rPr sz="1400" spc="-10" dirty="0">
                <a:latin typeface="Verdana" panose="020B0604030504040204"/>
                <a:cs typeface="Verdana" panose="020B0604030504040204"/>
              </a:rPr>
              <a:t>Nasionalis)</a:t>
            </a:r>
            <a:endParaRPr sz="1400">
              <a:latin typeface="Verdana" panose="020B0604030504040204"/>
              <a:cs typeface="Verdana" panose="020B0604030504040204"/>
            </a:endParaRPr>
          </a:p>
          <a:p>
            <a:pPr marL="240665" indent="-227965">
              <a:lnSpc>
                <a:spcPct val="100000"/>
              </a:lnSpc>
              <a:buAutoNum type="arabicPeriod" startAt="3"/>
              <a:tabLst>
                <a:tab pos="240665" algn="l"/>
              </a:tabLst>
            </a:pPr>
            <a:r>
              <a:rPr sz="1400" b="1" spc="-60" dirty="0">
                <a:latin typeface="Tahoma" panose="020B0604030504040204"/>
                <a:cs typeface="Tahoma" panose="020B0604030504040204"/>
              </a:rPr>
              <a:t>Mr.</a:t>
            </a:r>
            <a:r>
              <a:rPr sz="1400" b="1" spc="-25" dirty="0">
                <a:latin typeface="Tahoma" panose="020B0604030504040204"/>
                <a:cs typeface="Tahoma" panose="020B0604030504040204"/>
              </a:rPr>
              <a:t> </a:t>
            </a:r>
            <a:r>
              <a:rPr sz="1400" b="1" spc="-105" dirty="0">
                <a:latin typeface="Tahoma" panose="020B0604030504040204"/>
                <a:cs typeface="Tahoma" panose="020B0604030504040204"/>
              </a:rPr>
              <a:t>Prof.</a:t>
            </a:r>
            <a:r>
              <a:rPr sz="1400" b="1" spc="-10" dirty="0">
                <a:latin typeface="Tahoma" panose="020B0604030504040204"/>
                <a:cs typeface="Tahoma" panose="020B0604030504040204"/>
              </a:rPr>
              <a:t> Mohammad</a:t>
            </a:r>
            <a:endParaRPr sz="1400">
              <a:latin typeface="Tahoma" panose="020B0604030504040204"/>
              <a:cs typeface="Tahoma" panose="020B0604030504040204"/>
            </a:endParaRPr>
          </a:p>
          <a:p>
            <a:pPr marL="241300">
              <a:lnSpc>
                <a:spcPct val="100000"/>
              </a:lnSpc>
            </a:pPr>
            <a:r>
              <a:rPr sz="1400" b="1" spc="-35" dirty="0">
                <a:latin typeface="Tahoma" panose="020B0604030504040204"/>
                <a:cs typeface="Tahoma" panose="020B0604030504040204"/>
              </a:rPr>
              <a:t>Yamin,</a:t>
            </a:r>
            <a:r>
              <a:rPr sz="1400" b="1" spc="-50" dirty="0">
                <a:latin typeface="Tahoma" panose="020B0604030504040204"/>
                <a:cs typeface="Tahoma" panose="020B0604030504040204"/>
              </a:rPr>
              <a:t> </a:t>
            </a:r>
            <a:r>
              <a:rPr sz="1400" b="1" spc="-135" dirty="0">
                <a:latin typeface="Tahoma" panose="020B0604030504040204"/>
                <a:cs typeface="Tahoma" panose="020B0604030504040204"/>
              </a:rPr>
              <a:t>S.H</a:t>
            </a:r>
            <a:r>
              <a:rPr sz="1400" spc="-135" dirty="0">
                <a:latin typeface="Verdana" panose="020B0604030504040204"/>
                <a:cs typeface="Verdana" panose="020B0604030504040204"/>
              </a:rPr>
              <a:t>.</a:t>
            </a:r>
            <a:r>
              <a:rPr sz="1400" spc="-65" dirty="0">
                <a:latin typeface="Verdana" panose="020B0604030504040204"/>
                <a:cs typeface="Verdana" panose="020B0604030504040204"/>
              </a:rPr>
              <a:t> </a:t>
            </a:r>
            <a:r>
              <a:rPr sz="1400" dirty="0">
                <a:latin typeface="Verdana" panose="020B0604030504040204"/>
                <a:cs typeface="Verdana" panose="020B0604030504040204"/>
              </a:rPr>
              <a:t>(anggota,</a:t>
            </a:r>
            <a:r>
              <a:rPr sz="1400" spc="-70" dirty="0">
                <a:latin typeface="Verdana" panose="020B0604030504040204"/>
                <a:cs typeface="Verdana" panose="020B0604030504040204"/>
              </a:rPr>
              <a:t> </a:t>
            </a:r>
            <a:r>
              <a:rPr sz="1400" spc="-50" dirty="0">
                <a:latin typeface="Verdana" panose="020B0604030504040204"/>
                <a:cs typeface="Verdana" panose="020B0604030504040204"/>
              </a:rPr>
              <a:t>)</a:t>
            </a:r>
            <a:endParaRPr sz="1400">
              <a:latin typeface="Verdana" panose="020B0604030504040204"/>
              <a:cs typeface="Verdana" panose="020B0604030504040204"/>
            </a:endParaRPr>
          </a:p>
          <a:p>
            <a:pPr marL="241300" marR="193040" indent="-228600">
              <a:lnSpc>
                <a:spcPct val="100000"/>
              </a:lnSpc>
              <a:buAutoNum type="arabicPeriod" startAt="5"/>
              <a:tabLst>
                <a:tab pos="241300" algn="l"/>
              </a:tabLst>
            </a:pPr>
            <a:r>
              <a:rPr sz="1400" b="1" spc="-110" dirty="0">
                <a:latin typeface="Tahoma" panose="020B0604030504040204"/>
                <a:cs typeface="Tahoma" panose="020B0604030504040204"/>
              </a:rPr>
              <a:t>KH.</a:t>
            </a:r>
            <a:r>
              <a:rPr sz="1400" b="1" spc="-10" dirty="0">
                <a:latin typeface="Tahoma" panose="020B0604030504040204"/>
                <a:cs typeface="Tahoma" panose="020B0604030504040204"/>
              </a:rPr>
              <a:t> </a:t>
            </a:r>
            <a:r>
              <a:rPr sz="1400" b="1" dirty="0">
                <a:latin typeface="Tahoma" panose="020B0604030504040204"/>
                <a:cs typeface="Tahoma" panose="020B0604030504040204"/>
              </a:rPr>
              <a:t>Abdul</a:t>
            </a:r>
            <a:r>
              <a:rPr sz="1400" b="1" spc="-80" dirty="0">
                <a:latin typeface="Tahoma" panose="020B0604030504040204"/>
                <a:cs typeface="Tahoma" panose="020B0604030504040204"/>
              </a:rPr>
              <a:t> </a:t>
            </a:r>
            <a:r>
              <a:rPr sz="1400" b="1" spc="-35" dirty="0">
                <a:latin typeface="Tahoma" panose="020B0604030504040204"/>
                <a:cs typeface="Tahoma" panose="020B0604030504040204"/>
              </a:rPr>
              <a:t>Wahid</a:t>
            </a:r>
            <a:r>
              <a:rPr sz="1400" b="1" spc="-15" dirty="0">
                <a:latin typeface="Tahoma" panose="020B0604030504040204"/>
                <a:cs typeface="Tahoma" panose="020B0604030504040204"/>
              </a:rPr>
              <a:t> </a:t>
            </a:r>
            <a:r>
              <a:rPr sz="1400" b="1" spc="-75" dirty="0">
                <a:latin typeface="Tahoma" panose="020B0604030504040204"/>
                <a:cs typeface="Tahoma" panose="020B0604030504040204"/>
              </a:rPr>
              <a:t>Hasjim </a:t>
            </a:r>
            <a:r>
              <a:rPr sz="1400" dirty="0">
                <a:latin typeface="Verdana" panose="020B0604030504040204"/>
                <a:cs typeface="Verdana" panose="020B0604030504040204"/>
              </a:rPr>
              <a:t>(anggota,</a:t>
            </a:r>
            <a:r>
              <a:rPr sz="1400" spc="-80" dirty="0">
                <a:latin typeface="Verdana" panose="020B0604030504040204"/>
                <a:cs typeface="Verdana" panose="020B0604030504040204"/>
              </a:rPr>
              <a:t> </a:t>
            </a:r>
            <a:r>
              <a:rPr sz="1400" spc="-10" dirty="0">
                <a:latin typeface="Verdana" panose="020B0604030504040204"/>
                <a:cs typeface="Verdana" panose="020B0604030504040204"/>
              </a:rPr>
              <a:t>Golongan islam)</a:t>
            </a:r>
            <a:endParaRPr sz="1400">
              <a:latin typeface="Verdana" panose="020B0604030504040204"/>
              <a:cs typeface="Verdana" panose="020B0604030504040204"/>
            </a:endParaRPr>
          </a:p>
          <a:p>
            <a:pPr marL="241300" marR="218440" indent="-228600">
              <a:lnSpc>
                <a:spcPct val="100000"/>
              </a:lnSpc>
              <a:spcBef>
                <a:spcPts val="5"/>
              </a:spcBef>
              <a:buAutoNum type="arabicPeriod" startAt="5"/>
              <a:tabLst>
                <a:tab pos="241300" algn="l"/>
              </a:tabLst>
            </a:pPr>
            <a:r>
              <a:rPr sz="1400" b="1" dirty="0">
                <a:latin typeface="Tahoma" panose="020B0604030504040204"/>
                <a:cs typeface="Tahoma" panose="020B0604030504040204"/>
              </a:rPr>
              <a:t>Abdoel</a:t>
            </a:r>
            <a:r>
              <a:rPr sz="1400" b="1" spc="80" dirty="0">
                <a:latin typeface="Tahoma" panose="020B0604030504040204"/>
                <a:cs typeface="Tahoma" panose="020B0604030504040204"/>
              </a:rPr>
              <a:t> </a:t>
            </a:r>
            <a:r>
              <a:rPr sz="1400" b="1" spc="-45" dirty="0">
                <a:latin typeface="Tahoma" panose="020B0604030504040204"/>
                <a:cs typeface="Tahoma" panose="020B0604030504040204"/>
              </a:rPr>
              <a:t>Kahar</a:t>
            </a:r>
            <a:r>
              <a:rPr sz="1400" b="1" spc="30" dirty="0">
                <a:latin typeface="Tahoma" panose="020B0604030504040204"/>
                <a:cs typeface="Tahoma" panose="020B0604030504040204"/>
              </a:rPr>
              <a:t> </a:t>
            </a:r>
            <a:r>
              <a:rPr sz="1400" b="1" spc="-30" dirty="0">
                <a:latin typeface="Tahoma" panose="020B0604030504040204"/>
                <a:cs typeface="Tahoma" panose="020B0604030504040204"/>
              </a:rPr>
              <a:t>Moezakir </a:t>
            </a:r>
            <a:r>
              <a:rPr sz="1400" dirty="0">
                <a:latin typeface="Verdana" panose="020B0604030504040204"/>
                <a:cs typeface="Verdana" panose="020B0604030504040204"/>
              </a:rPr>
              <a:t>(anggota,</a:t>
            </a:r>
            <a:r>
              <a:rPr sz="1400" spc="-80" dirty="0">
                <a:latin typeface="Verdana" panose="020B0604030504040204"/>
                <a:cs typeface="Verdana" panose="020B0604030504040204"/>
              </a:rPr>
              <a:t> </a:t>
            </a:r>
            <a:r>
              <a:rPr sz="1400" spc="-10" dirty="0">
                <a:latin typeface="Verdana" panose="020B0604030504040204"/>
                <a:cs typeface="Verdana" panose="020B0604030504040204"/>
              </a:rPr>
              <a:t>Golongan islam)</a:t>
            </a:r>
            <a:endParaRPr sz="1400">
              <a:latin typeface="Verdana" panose="020B0604030504040204"/>
              <a:cs typeface="Verdana" panose="020B0604030504040204"/>
            </a:endParaRPr>
          </a:p>
          <a:p>
            <a:pPr marL="241300" marR="157480" indent="-228600">
              <a:lnSpc>
                <a:spcPct val="100000"/>
              </a:lnSpc>
              <a:buAutoNum type="arabicPeriod" startAt="5"/>
              <a:tabLst>
                <a:tab pos="241300" algn="l"/>
              </a:tabLst>
            </a:pPr>
            <a:r>
              <a:rPr sz="1400" b="1" spc="-10" dirty="0">
                <a:latin typeface="Tahoma" panose="020B0604030504040204"/>
                <a:cs typeface="Tahoma" panose="020B0604030504040204"/>
              </a:rPr>
              <a:t>Raden</a:t>
            </a:r>
            <a:r>
              <a:rPr sz="1400" b="1" spc="-80" dirty="0">
                <a:latin typeface="Tahoma" panose="020B0604030504040204"/>
                <a:cs typeface="Tahoma" panose="020B0604030504040204"/>
              </a:rPr>
              <a:t> </a:t>
            </a:r>
            <a:r>
              <a:rPr sz="1400" b="1" spc="-10" dirty="0">
                <a:latin typeface="Tahoma" panose="020B0604030504040204"/>
                <a:cs typeface="Tahoma" panose="020B0604030504040204"/>
              </a:rPr>
              <a:t>Abikusno </a:t>
            </a:r>
            <a:r>
              <a:rPr sz="1400" b="1" spc="-65" dirty="0">
                <a:latin typeface="Tahoma" panose="020B0604030504040204"/>
                <a:cs typeface="Tahoma" panose="020B0604030504040204"/>
              </a:rPr>
              <a:t>Tjokrosoejoso</a:t>
            </a:r>
            <a:r>
              <a:rPr sz="1400" b="1" spc="-20" dirty="0">
                <a:latin typeface="Tahoma" panose="020B0604030504040204"/>
                <a:cs typeface="Tahoma" panose="020B0604030504040204"/>
              </a:rPr>
              <a:t> </a:t>
            </a:r>
            <a:r>
              <a:rPr sz="1400" spc="-10" dirty="0">
                <a:latin typeface="Verdana" panose="020B0604030504040204"/>
                <a:cs typeface="Verdana" panose="020B0604030504040204"/>
              </a:rPr>
              <a:t>(anggota, </a:t>
            </a:r>
            <a:r>
              <a:rPr sz="1400" dirty="0">
                <a:latin typeface="Verdana" panose="020B0604030504040204"/>
                <a:cs typeface="Verdana" panose="020B0604030504040204"/>
              </a:rPr>
              <a:t>Golongan</a:t>
            </a:r>
            <a:r>
              <a:rPr sz="1400" spc="105" dirty="0">
                <a:latin typeface="Verdana" panose="020B0604030504040204"/>
                <a:cs typeface="Verdana" panose="020B0604030504040204"/>
              </a:rPr>
              <a:t> </a:t>
            </a:r>
            <a:r>
              <a:rPr sz="1400" spc="-10" dirty="0">
                <a:latin typeface="Verdana" panose="020B0604030504040204"/>
                <a:cs typeface="Verdana" panose="020B0604030504040204"/>
              </a:rPr>
              <a:t>islam)</a:t>
            </a:r>
            <a:endParaRPr sz="1400">
              <a:latin typeface="Verdana" panose="020B0604030504040204"/>
              <a:cs typeface="Verdana" panose="020B0604030504040204"/>
            </a:endParaRPr>
          </a:p>
          <a:p>
            <a:pPr marL="241300" marR="5080" indent="-228600">
              <a:lnSpc>
                <a:spcPct val="100000"/>
              </a:lnSpc>
              <a:spcBef>
                <a:spcPts val="5"/>
              </a:spcBef>
              <a:buAutoNum type="arabicPeriod" startAt="5"/>
              <a:tabLst>
                <a:tab pos="241300" algn="l"/>
              </a:tabLst>
            </a:pPr>
            <a:r>
              <a:rPr sz="1400" b="1" spc="-75" dirty="0">
                <a:latin typeface="Tahoma" panose="020B0604030504040204"/>
                <a:cs typeface="Tahoma" panose="020B0604030504040204"/>
              </a:rPr>
              <a:t>Haji</a:t>
            </a:r>
            <a:r>
              <a:rPr sz="1400" b="1" spc="-30" dirty="0">
                <a:latin typeface="Tahoma" panose="020B0604030504040204"/>
                <a:cs typeface="Tahoma" panose="020B0604030504040204"/>
              </a:rPr>
              <a:t> </a:t>
            </a:r>
            <a:r>
              <a:rPr sz="1400" b="1" dirty="0">
                <a:latin typeface="Tahoma" panose="020B0604030504040204"/>
                <a:cs typeface="Tahoma" panose="020B0604030504040204"/>
              </a:rPr>
              <a:t>Agus</a:t>
            </a:r>
            <a:r>
              <a:rPr sz="1400" b="1" spc="-40" dirty="0">
                <a:latin typeface="Tahoma" panose="020B0604030504040204"/>
                <a:cs typeface="Tahoma" panose="020B0604030504040204"/>
              </a:rPr>
              <a:t> </a:t>
            </a:r>
            <a:r>
              <a:rPr sz="1400" b="1" spc="-65" dirty="0">
                <a:latin typeface="Tahoma" panose="020B0604030504040204"/>
                <a:cs typeface="Tahoma" panose="020B0604030504040204"/>
              </a:rPr>
              <a:t>Salim</a:t>
            </a:r>
            <a:r>
              <a:rPr sz="1400" b="1" spc="-40" dirty="0">
                <a:latin typeface="Tahoma" panose="020B0604030504040204"/>
                <a:cs typeface="Tahoma" panose="020B0604030504040204"/>
              </a:rPr>
              <a:t> </a:t>
            </a:r>
            <a:r>
              <a:rPr sz="1400" spc="-10" dirty="0">
                <a:latin typeface="Verdana" panose="020B0604030504040204"/>
                <a:cs typeface="Verdana" panose="020B0604030504040204"/>
              </a:rPr>
              <a:t>(anggota, </a:t>
            </a:r>
            <a:r>
              <a:rPr sz="1400" dirty="0">
                <a:latin typeface="Verdana" panose="020B0604030504040204"/>
                <a:cs typeface="Verdana" panose="020B0604030504040204"/>
              </a:rPr>
              <a:t>Golongan</a:t>
            </a:r>
            <a:r>
              <a:rPr sz="1400" spc="120" dirty="0">
                <a:latin typeface="Verdana" panose="020B0604030504040204"/>
                <a:cs typeface="Verdana" panose="020B0604030504040204"/>
              </a:rPr>
              <a:t> </a:t>
            </a:r>
            <a:r>
              <a:rPr sz="1400" spc="-10" dirty="0">
                <a:latin typeface="Verdana" panose="020B0604030504040204"/>
                <a:cs typeface="Verdana" panose="020B0604030504040204"/>
              </a:rPr>
              <a:t>islam)</a:t>
            </a:r>
            <a:endParaRPr sz="1400">
              <a:latin typeface="Verdana" panose="020B0604030504040204"/>
              <a:cs typeface="Verdana" panose="020B0604030504040204"/>
            </a:endParaRPr>
          </a:p>
          <a:p>
            <a:pPr marL="241300" indent="-228600">
              <a:lnSpc>
                <a:spcPct val="100000"/>
              </a:lnSpc>
              <a:buAutoNum type="arabicPeriod" startAt="5"/>
              <a:tabLst>
                <a:tab pos="241300" algn="l"/>
              </a:tabLst>
            </a:pPr>
            <a:r>
              <a:rPr sz="1400" b="1" spc="-65" dirty="0">
                <a:latin typeface="Tahoma" panose="020B0604030504040204"/>
                <a:cs typeface="Tahoma" panose="020B0604030504040204"/>
              </a:rPr>
              <a:t>Mr.</a:t>
            </a:r>
            <a:r>
              <a:rPr sz="1400" b="1" spc="-40" dirty="0">
                <a:latin typeface="Tahoma" panose="020B0604030504040204"/>
                <a:cs typeface="Tahoma" panose="020B0604030504040204"/>
              </a:rPr>
              <a:t> </a:t>
            </a:r>
            <a:r>
              <a:rPr sz="1400" b="1" spc="-10" dirty="0">
                <a:latin typeface="Tahoma" panose="020B0604030504040204"/>
                <a:cs typeface="Tahoma" panose="020B0604030504040204"/>
              </a:rPr>
              <a:t>Alexander</a:t>
            </a:r>
            <a:r>
              <a:rPr sz="1400" b="1" spc="-50" dirty="0">
                <a:latin typeface="Tahoma" panose="020B0604030504040204"/>
                <a:cs typeface="Tahoma" panose="020B0604030504040204"/>
              </a:rPr>
              <a:t> </a:t>
            </a:r>
            <a:r>
              <a:rPr sz="1400" spc="-10" dirty="0">
                <a:latin typeface="Verdana" panose="020B0604030504040204"/>
                <a:cs typeface="Verdana" panose="020B0604030504040204"/>
              </a:rPr>
              <a:t>Andries</a:t>
            </a:r>
            <a:endParaRPr sz="1400">
              <a:latin typeface="Verdana" panose="020B0604030504040204"/>
              <a:cs typeface="Verdana" panose="020B0604030504040204"/>
            </a:endParaRPr>
          </a:p>
          <a:p>
            <a:pPr marL="241300">
              <a:lnSpc>
                <a:spcPct val="100000"/>
              </a:lnSpc>
            </a:pPr>
            <a:r>
              <a:rPr sz="1400" spc="-40" dirty="0">
                <a:latin typeface="Verdana" panose="020B0604030504040204"/>
                <a:cs typeface="Verdana" panose="020B0604030504040204"/>
              </a:rPr>
              <a:t>Maramis</a:t>
            </a:r>
            <a:r>
              <a:rPr sz="1400" spc="-55" dirty="0">
                <a:latin typeface="Verdana" panose="020B0604030504040204"/>
                <a:cs typeface="Verdana" panose="020B0604030504040204"/>
              </a:rPr>
              <a:t> </a:t>
            </a:r>
            <a:r>
              <a:rPr sz="1400" spc="-10" dirty="0">
                <a:latin typeface="Verdana" panose="020B0604030504040204"/>
                <a:cs typeface="Verdana" panose="020B0604030504040204"/>
              </a:rPr>
              <a:t>(anggota)</a:t>
            </a:r>
            <a:endParaRPr sz="1400">
              <a:latin typeface="Verdana" panose="020B0604030504040204"/>
              <a:cs typeface="Verdana" panose="020B0604030504040204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3285744" y="1091183"/>
            <a:ext cx="5946140" cy="1816735"/>
          </a:xfrm>
          <a:custGeom>
            <a:avLst/>
            <a:gdLst/>
            <a:ahLst/>
            <a:cxnLst/>
            <a:rect l="l" t="t" r="r" b="b"/>
            <a:pathLst>
              <a:path w="5946140" h="1816735">
                <a:moveTo>
                  <a:pt x="5872480" y="0"/>
                </a:moveTo>
                <a:lnTo>
                  <a:pt x="73659" y="0"/>
                </a:lnTo>
                <a:lnTo>
                  <a:pt x="44957" y="8000"/>
                </a:lnTo>
                <a:lnTo>
                  <a:pt x="21589" y="29717"/>
                </a:lnTo>
                <a:lnTo>
                  <a:pt x="5841" y="61849"/>
                </a:lnTo>
                <a:lnTo>
                  <a:pt x="0" y="101345"/>
                </a:lnTo>
                <a:lnTo>
                  <a:pt x="0" y="1715262"/>
                </a:lnTo>
                <a:lnTo>
                  <a:pt x="5841" y="1754758"/>
                </a:lnTo>
                <a:lnTo>
                  <a:pt x="21589" y="1786889"/>
                </a:lnTo>
                <a:lnTo>
                  <a:pt x="44957" y="1808606"/>
                </a:lnTo>
                <a:lnTo>
                  <a:pt x="73659" y="1816607"/>
                </a:lnTo>
                <a:lnTo>
                  <a:pt x="5872480" y="1816607"/>
                </a:lnTo>
                <a:lnTo>
                  <a:pt x="5901182" y="1808606"/>
                </a:lnTo>
                <a:lnTo>
                  <a:pt x="5924550" y="1786889"/>
                </a:lnTo>
                <a:lnTo>
                  <a:pt x="5940425" y="1754758"/>
                </a:lnTo>
                <a:lnTo>
                  <a:pt x="5946139" y="1715262"/>
                </a:lnTo>
                <a:lnTo>
                  <a:pt x="5946139" y="101345"/>
                </a:lnTo>
                <a:lnTo>
                  <a:pt x="5940425" y="61849"/>
                </a:lnTo>
                <a:lnTo>
                  <a:pt x="5924550" y="29717"/>
                </a:lnTo>
                <a:lnTo>
                  <a:pt x="5901182" y="8000"/>
                </a:lnTo>
                <a:lnTo>
                  <a:pt x="5872480" y="0"/>
                </a:lnTo>
                <a:close/>
              </a:path>
            </a:pathLst>
          </a:custGeom>
          <a:solidFill>
            <a:srgbClr val="EBEFDE">
              <a:alpha val="74116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4404359" y="832103"/>
            <a:ext cx="3420110" cy="429259"/>
          </a:xfrm>
          <a:prstGeom prst="rect">
            <a:avLst/>
          </a:prstGeom>
          <a:solidFill>
            <a:srgbClr val="1F5768"/>
          </a:solidFill>
        </p:spPr>
        <p:txBody>
          <a:bodyPr vert="horz" wrap="square" lIns="0" tIns="102870" rIns="0" bIns="0" rtlCol="0">
            <a:spAutoFit/>
          </a:bodyPr>
          <a:lstStyle/>
          <a:p>
            <a:pPr marL="771525">
              <a:lnSpc>
                <a:spcPct val="100000"/>
              </a:lnSpc>
              <a:spcBef>
                <a:spcPts val="810"/>
              </a:spcBef>
            </a:pPr>
            <a:r>
              <a:rPr sz="1600" b="1" spc="-4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Pokok</a:t>
            </a:r>
            <a:r>
              <a:rPr sz="1600" b="1" spc="-4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Bahasan</a:t>
            </a:r>
            <a:endParaRPr sz="16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733927" y="1370837"/>
            <a:ext cx="4208145" cy="13049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39395" indent="-226695">
              <a:lnSpc>
                <a:spcPct val="100000"/>
              </a:lnSpc>
              <a:spcBef>
                <a:spcPts val="90"/>
              </a:spcBef>
              <a:buAutoNum type="arabicPeriod"/>
              <a:tabLst>
                <a:tab pos="239395" algn="l"/>
              </a:tabLst>
            </a:pPr>
            <a:r>
              <a:rPr sz="1400" spc="-25" dirty="0">
                <a:latin typeface="Verdana" panose="020B0604030504040204"/>
                <a:cs typeface="Verdana" panose="020B0604030504040204"/>
              </a:rPr>
              <a:t>wilayah</a:t>
            </a:r>
            <a:r>
              <a:rPr sz="1400" spc="-65" dirty="0">
                <a:latin typeface="Verdana" panose="020B0604030504040204"/>
                <a:cs typeface="Verdana" panose="020B0604030504040204"/>
              </a:rPr>
              <a:t> </a:t>
            </a:r>
            <a:r>
              <a:rPr sz="1400" dirty="0">
                <a:latin typeface="Verdana" panose="020B0604030504040204"/>
                <a:cs typeface="Verdana" panose="020B0604030504040204"/>
              </a:rPr>
              <a:t>Negara</a:t>
            </a:r>
            <a:r>
              <a:rPr sz="1400" spc="10" dirty="0">
                <a:latin typeface="Verdana" panose="020B0604030504040204"/>
                <a:cs typeface="Verdana" panose="020B0604030504040204"/>
              </a:rPr>
              <a:t> </a:t>
            </a:r>
            <a:r>
              <a:rPr sz="1400" spc="-30" dirty="0">
                <a:latin typeface="Verdana" panose="020B0604030504040204"/>
                <a:cs typeface="Verdana" panose="020B0604030504040204"/>
              </a:rPr>
              <a:t>Kesatuan</a:t>
            </a:r>
            <a:r>
              <a:rPr sz="1400" spc="-5" dirty="0">
                <a:latin typeface="Verdana" panose="020B0604030504040204"/>
                <a:cs typeface="Verdana" panose="020B0604030504040204"/>
              </a:rPr>
              <a:t> </a:t>
            </a:r>
            <a:r>
              <a:rPr sz="1400" spc="-50" dirty="0">
                <a:latin typeface="Verdana" panose="020B0604030504040204"/>
                <a:cs typeface="Verdana" panose="020B0604030504040204"/>
              </a:rPr>
              <a:t>Republik </a:t>
            </a:r>
            <a:r>
              <a:rPr sz="1400" spc="-25" dirty="0">
                <a:latin typeface="Verdana" panose="020B0604030504040204"/>
                <a:cs typeface="Verdana" panose="020B0604030504040204"/>
              </a:rPr>
              <a:t>Indonesia,</a:t>
            </a:r>
            <a:endParaRPr sz="1400">
              <a:latin typeface="Verdana" panose="020B0604030504040204"/>
              <a:cs typeface="Verdana" panose="020B0604030504040204"/>
            </a:endParaRPr>
          </a:p>
          <a:p>
            <a:pPr marL="239395" indent="-226695">
              <a:lnSpc>
                <a:spcPct val="100000"/>
              </a:lnSpc>
              <a:buAutoNum type="arabicPeriod"/>
              <a:tabLst>
                <a:tab pos="239395" algn="l"/>
              </a:tabLst>
            </a:pPr>
            <a:r>
              <a:rPr sz="1400" dirty="0">
                <a:latin typeface="Verdana" panose="020B0604030504040204"/>
                <a:cs typeface="Verdana" panose="020B0604030504040204"/>
              </a:rPr>
              <a:t>kewarganegaraan</a:t>
            </a:r>
            <a:r>
              <a:rPr sz="1400" spc="170" dirty="0">
                <a:latin typeface="Verdana" panose="020B0604030504040204"/>
                <a:cs typeface="Verdana" panose="020B0604030504040204"/>
              </a:rPr>
              <a:t> </a:t>
            </a:r>
            <a:r>
              <a:rPr sz="1400" spc="-10" dirty="0">
                <a:latin typeface="Verdana" panose="020B0604030504040204"/>
                <a:cs typeface="Verdana" panose="020B0604030504040204"/>
              </a:rPr>
              <a:t>Indonesia,</a:t>
            </a:r>
            <a:endParaRPr sz="1400">
              <a:latin typeface="Verdana" panose="020B0604030504040204"/>
              <a:cs typeface="Verdana" panose="020B0604030504040204"/>
            </a:endParaRPr>
          </a:p>
          <a:p>
            <a:pPr marL="240030" indent="-227330">
              <a:lnSpc>
                <a:spcPct val="100000"/>
              </a:lnSpc>
              <a:buAutoNum type="arabicPeriod"/>
              <a:tabLst>
                <a:tab pos="239395" algn="l"/>
              </a:tabLst>
            </a:pPr>
            <a:r>
              <a:rPr sz="1400" dirty="0">
                <a:latin typeface="Verdana" panose="020B0604030504040204"/>
                <a:cs typeface="Verdana" panose="020B0604030504040204"/>
              </a:rPr>
              <a:t>rancangan</a:t>
            </a:r>
            <a:r>
              <a:rPr sz="1400" spc="55" dirty="0">
                <a:latin typeface="Verdana" panose="020B0604030504040204"/>
                <a:cs typeface="Verdana" panose="020B0604030504040204"/>
              </a:rPr>
              <a:t> </a:t>
            </a:r>
            <a:r>
              <a:rPr sz="1400" spc="-35" dirty="0">
                <a:latin typeface="Verdana" panose="020B0604030504040204"/>
                <a:cs typeface="Verdana" panose="020B0604030504040204"/>
              </a:rPr>
              <a:t>Undang-</a:t>
            </a:r>
            <a:r>
              <a:rPr sz="1400" dirty="0">
                <a:latin typeface="Verdana" panose="020B0604030504040204"/>
                <a:cs typeface="Verdana" panose="020B0604030504040204"/>
              </a:rPr>
              <a:t>Undang</a:t>
            </a:r>
            <a:r>
              <a:rPr sz="1400" spc="160" dirty="0">
                <a:latin typeface="Verdana" panose="020B0604030504040204"/>
                <a:cs typeface="Verdana" panose="020B0604030504040204"/>
              </a:rPr>
              <a:t> </a:t>
            </a:r>
            <a:r>
              <a:rPr sz="1400" spc="-10" dirty="0">
                <a:latin typeface="Verdana" panose="020B0604030504040204"/>
                <a:cs typeface="Verdana" panose="020B0604030504040204"/>
              </a:rPr>
              <a:t>Dasar,</a:t>
            </a:r>
            <a:endParaRPr sz="1400">
              <a:latin typeface="Verdana" panose="020B0604030504040204"/>
              <a:cs typeface="Verdana" panose="020B0604030504040204"/>
            </a:endParaRPr>
          </a:p>
          <a:p>
            <a:pPr marL="239395" indent="-226695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239395" algn="l"/>
              </a:tabLst>
            </a:pPr>
            <a:r>
              <a:rPr sz="1400" spc="-30" dirty="0">
                <a:latin typeface="Verdana" panose="020B0604030504040204"/>
                <a:cs typeface="Verdana" panose="020B0604030504040204"/>
              </a:rPr>
              <a:t>ekonomi</a:t>
            </a:r>
            <a:r>
              <a:rPr sz="1400" spc="5" dirty="0">
                <a:latin typeface="Verdana" panose="020B0604030504040204"/>
                <a:cs typeface="Verdana" panose="020B0604030504040204"/>
              </a:rPr>
              <a:t> </a:t>
            </a:r>
            <a:r>
              <a:rPr sz="1400" dirty="0">
                <a:latin typeface="Verdana" panose="020B0604030504040204"/>
                <a:cs typeface="Verdana" panose="020B0604030504040204"/>
              </a:rPr>
              <a:t>dan</a:t>
            </a:r>
            <a:r>
              <a:rPr sz="1400" spc="-15" dirty="0">
                <a:latin typeface="Verdana" panose="020B0604030504040204"/>
                <a:cs typeface="Verdana" panose="020B0604030504040204"/>
              </a:rPr>
              <a:t> </a:t>
            </a:r>
            <a:r>
              <a:rPr sz="1400" spc="-10" dirty="0">
                <a:latin typeface="Verdana" panose="020B0604030504040204"/>
                <a:cs typeface="Verdana" panose="020B0604030504040204"/>
              </a:rPr>
              <a:t>keuangan,</a:t>
            </a:r>
            <a:endParaRPr sz="1400">
              <a:latin typeface="Verdana" panose="020B0604030504040204"/>
              <a:cs typeface="Verdana" panose="020B0604030504040204"/>
            </a:endParaRPr>
          </a:p>
          <a:p>
            <a:pPr marL="239395" indent="-226695">
              <a:lnSpc>
                <a:spcPct val="100000"/>
              </a:lnSpc>
              <a:buAutoNum type="arabicPeriod"/>
              <a:tabLst>
                <a:tab pos="239395" algn="l"/>
              </a:tabLst>
            </a:pPr>
            <a:r>
              <a:rPr sz="1400" dirty="0">
                <a:latin typeface="Verdana" panose="020B0604030504040204"/>
                <a:cs typeface="Verdana" panose="020B0604030504040204"/>
              </a:rPr>
              <a:t>pembelaan</a:t>
            </a:r>
            <a:r>
              <a:rPr sz="1400" spc="20" dirty="0">
                <a:latin typeface="Verdana" panose="020B0604030504040204"/>
                <a:cs typeface="Verdana" panose="020B0604030504040204"/>
              </a:rPr>
              <a:t> </a:t>
            </a:r>
            <a:r>
              <a:rPr sz="1400" dirty="0">
                <a:latin typeface="Verdana" panose="020B0604030504040204"/>
                <a:cs typeface="Verdana" panose="020B0604030504040204"/>
              </a:rPr>
              <a:t>negara,</a:t>
            </a:r>
            <a:r>
              <a:rPr sz="1400" spc="80" dirty="0">
                <a:latin typeface="Verdana" panose="020B0604030504040204"/>
                <a:cs typeface="Verdana" panose="020B0604030504040204"/>
              </a:rPr>
              <a:t> </a:t>
            </a:r>
            <a:r>
              <a:rPr sz="1400" spc="-20" dirty="0">
                <a:latin typeface="Verdana" panose="020B0604030504040204"/>
                <a:cs typeface="Verdana" panose="020B0604030504040204"/>
              </a:rPr>
              <a:t>serta</a:t>
            </a:r>
            <a:endParaRPr sz="1400">
              <a:latin typeface="Verdana" panose="020B0604030504040204"/>
              <a:cs typeface="Verdana" panose="020B0604030504040204"/>
            </a:endParaRPr>
          </a:p>
          <a:p>
            <a:pPr marL="239395" indent="-226695">
              <a:lnSpc>
                <a:spcPct val="100000"/>
              </a:lnSpc>
              <a:buAutoNum type="arabicPeriod"/>
              <a:tabLst>
                <a:tab pos="239395" algn="l"/>
              </a:tabLst>
            </a:pPr>
            <a:r>
              <a:rPr sz="1400" spc="-10" dirty="0">
                <a:latin typeface="Verdana" panose="020B0604030504040204"/>
                <a:cs typeface="Verdana" panose="020B0604030504040204"/>
              </a:rPr>
              <a:t>pendidikan</a:t>
            </a:r>
            <a:r>
              <a:rPr sz="1400" spc="20" dirty="0">
                <a:latin typeface="Verdana" panose="020B0604030504040204"/>
                <a:cs typeface="Verdana" panose="020B0604030504040204"/>
              </a:rPr>
              <a:t> </a:t>
            </a:r>
            <a:r>
              <a:rPr sz="1400" dirty="0">
                <a:latin typeface="Verdana" panose="020B0604030504040204"/>
                <a:cs typeface="Verdana" panose="020B0604030504040204"/>
              </a:rPr>
              <a:t>dan</a:t>
            </a:r>
            <a:r>
              <a:rPr sz="1400" spc="-5" dirty="0">
                <a:latin typeface="Verdana" panose="020B0604030504040204"/>
                <a:cs typeface="Verdana" panose="020B0604030504040204"/>
              </a:rPr>
              <a:t> </a:t>
            </a:r>
            <a:r>
              <a:rPr sz="1400" spc="-10" dirty="0">
                <a:latin typeface="Verdana" panose="020B0604030504040204"/>
                <a:cs typeface="Verdana" panose="020B0604030504040204"/>
              </a:rPr>
              <a:t>pengajaran.</a:t>
            </a:r>
            <a:endParaRPr sz="1400">
              <a:latin typeface="Verdana" panose="020B0604030504040204"/>
              <a:cs typeface="Verdana" panose="020B06040305040402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998720" y="3151632"/>
            <a:ext cx="2520950" cy="317500"/>
          </a:xfrm>
          <a:prstGeom prst="rect">
            <a:avLst/>
          </a:prstGeom>
          <a:solidFill>
            <a:srgbClr val="1F5768"/>
          </a:solidFill>
        </p:spPr>
        <p:txBody>
          <a:bodyPr vert="horz" wrap="square" lIns="0" tIns="65405" rIns="0" bIns="0" rtlCol="0">
            <a:spAutoFit/>
          </a:bodyPr>
          <a:lstStyle/>
          <a:p>
            <a:pPr marL="358775">
              <a:lnSpc>
                <a:spcPct val="100000"/>
              </a:lnSpc>
              <a:spcBef>
                <a:spcPts val="515"/>
              </a:spcBef>
            </a:pPr>
            <a:r>
              <a:rPr sz="1600" b="1" spc="-19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Isi</a:t>
            </a:r>
            <a:r>
              <a:rPr sz="1600" b="1" spc="-4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Piagam</a:t>
            </a:r>
            <a:r>
              <a:rPr sz="1600" b="1" spc="-5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Jakarta</a:t>
            </a:r>
            <a:endParaRPr sz="16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420871" y="3600958"/>
            <a:ext cx="5722620" cy="205041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325755" algn="ctr">
              <a:lnSpc>
                <a:spcPct val="100000"/>
              </a:lnSpc>
              <a:spcBef>
                <a:spcPts val="105"/>
              </a:spcBef>
            </a:pPr>
            <a:r>
              <a:rPr sz="1600" b="1" spc="-40" dirty="0">
                <a:latin typeface="Tahoma" panose="020B0604030504040204"/>
                <a:cs typeface="Tahoma" panose="020B0604030504040204"/>
              </a:rPr>
              <a:t>Dasar</a:t>
            </a:r>
            <a:r>
              <a:rPr sz="1600" b="1" spc="-35" dirty="0">
                <a:latin typeface="Tahoma" panose="020B0604030504040204"/>
                <a:cs typeface="Tahoma" panose="020B0604030504040204"/>
              </a:rPr>
              <a:t> </a:t>
            </a:r>
            <a:r>
              <a:rPr sz="1600" b="1" dirty="0">
                <a:latin typeface="Tahoma" panose="020B0604030504040204"/>
                <a:cs typeface="Tahoma" panose="020B0604030504040204"/>
              </a:rPr>
              <a:t>negara</a:t>
            </a:r>
            <a:r>
              <a:rPr sz="1600" b="1" spc="-60" dirty="0">
                <a:latin typeface="Tahoma" panose="020B0604030504040204"/>
                <a:cs typeface="Tahoma" panose="020B0604030504040204"/>
              </a:rPr>
              <a:t> </a:t>
            </a:r>
            <a:r>
              <a:rPr sz="1600" b="1" spc="-40" dirty="0">
                <a:latin typeface="Tahoma" panose="020B0604030504040204"/>
                <a:cs typeface="Tahoma" panose="020B0604030504040204"/>
              </a:rPr>
              <a:t>republik</a:t>
            </a:r>
            <a:r>
              <a:rPr sz="1600" b="1" spc="-15" dirty="0">
                <a:latin typeface="Tahoma" panose="020B0604030504040204"/>
                <a:cs typeface="Tahoma" panose="020B0604030504040204"/>
              </a:rPr>
              <a:t> </a:t>
            </a:r>
            <a:r>
              <a:rPr sz="1600" b="1" spc="-10" dirty="0">
                <a:latin typeface="Tahoma" panose="020B0604030504040204"/>
                <a:cs typeface="Tahoma" panose="020B0604030504040204"/>
              </a:rPr>
              <a:t>indonesia</a:t>
            </a:r>
            <a:endParaRPr sz="1600">
              <a:latin typeface="Tahoma" panose="020B0604030504040204"/>
              <a:cs typeface="Tahoma" panose="020B0604030504040204"/>
            </a:endParaRPr>
          </a:p>
          <a:p>
            <a:pPr marL="356870" marR="5080" indent="-344805">
              <a:lnSpc>
                <a:spcPct val="100000"/>
              </a:lnSpc>
              <a:spcBef>
                <a:spcPts val="1055"/>
              </a:spcBef>
              <a:buAutoNum type="arabicPeriod"/>
              <a:tabLst>
                <a:tab pos="356870" algn="l"/>
              </a:tabLst>
            </a:pPr>
            <a:r>
              <a:rPr sz="1400" spc="-25" dirty="0">
                <a:latin typeface="Verdana" panose="020B0604030504040204"/>
                <a:cs typeface="Verdana" panose="020B0604030504040204"/>
              </a:rPr>
              <a:t>Ketuhanan</a:t>
            </a:r>
            <a:r>
              <a:rPr sz="1400" spc="-5" dirty="0">
                <a:latin typeface="Verdana" panose="020B0604030504040204"/>
                <a:cs typeface="Verdana" panose="020B0604030504040204"/>
              </a:rPr>
              <a:t> </a:t>
            </a:r>
            <a:r>
              <a:rPr sz="1400" dirty="0">
                <a:latin typeface="Verdana" panose="020B0604030504040204"/>
                <a:cs typeface="Verdana" panose="020B0604030504040204"/>
              </a:rPr>
              <a:t>dengan</a:t>
            </a:r>
            <a:r>
              <a:rPr sz="1400" spc="-45" dirty="0">
                <a:latin typeface="Verdana" panose="020B0604030504040204"/>
                <a:cs typeface="Verdana" panose="020B0604030504040204"/>
              </a:rPr>
              <a:t> </a:t>
            </a:r>
            <a:r>
              <a:rPr sz="1400" spc="-25" dirty="0">
                <a:latin typeface="Verdana" panose="020B0604030504040204"/>
                <a:cs typeface="Verdana" panose="020B0604030504040204"/>
              </a:rPr>
              <a:t>kewajiban</a:t>
            </a:r>
            <a:r>
              <a:rPr sz="1400" spc="-30" dirty="0">
                <a:latin typeface="Verdana" panose="020B0604030504040204"/>
                <a:cs typeface="Verdana" panose="020B0604030504040204"/>
              </a:rPr>
              <a:t> menjalankan</a:t>
            </a:r>
            <a:r>
              <a:rPr sz="1400" spc="5" dirty="0">
                <a:latin typeface="Verdana" panose="020B0604030504040204"/>
                <a:cs typeface="Verdana" panose="020B0604030504040204"/>
              </a:rPr>
              <a:t> </a:t>
            </a:r>
            <a:r>
              <a:rPr sz="1400" spc="-85" dirty="0">
                <a:latin typeface="Verdana" panose="020B0604030504040204"/>
                <a:cs typeface="Verdana" panose="020B0604030504040204"/>
              </a:rPr>
              <a:t>Syariat</a:t>
            </a:r>
            <a:r>
              <a:rPr sz="1400" spc="-45" dirty="0">
                <a:latin typeface="Verdana" panose="020B0604030504040204"/>
                <a:cs typeface="Verdana" panose="020B0604030504040204"/>
              </a:rPr>
              <a:t> </a:t>
            </a:r>
            <a:r>
              <a:rPr sz="1400" spc="-105" dirty="0">
                <a:latin typeface="Verdana" panose="020B0604030504040204"/>
                <a:cs typeface="Verdana" panose="020B0604030504040204"/>
              </a:rPr>
              <a:t>Islam</a:t>
            </a:r>
            <a:r>
              <a:rPr sz="1400" spc="-130" dirty="0">
                <a:latin typeface="Verdana" panose="020B0604030504040204"/>
                <a:cs typeface="Verdana" panose="020B0604030504040204"/>
              </a:rPr>
              <a:t> </a:t>
            </a:r>
            <a:r>
              <a:rPr sz="1400" spc="-20" dirty="0">
                <a:latin typeface="Verdana" panose="020B0604030504040204"/>
                <a:cs typeface="Verdana" panose="020B0604030504040204"/>
              </a:rPr>
              <a:t>bagi </a:t>
            </a:r>
            <a:r>
              <a:rPr sz="1400" spc="-50" dirty="0">
                <a:latin typeface="Verdana" panose="020B0604030504040204"/>
                <a:cs typeface="Verdana" panose="020B0604030504040204"/>
              </a:rPr>
              <a:t>pemeluk-</a:t>
            </a:r>
            <a:r>
              <a:rPr sz="1400" spc="-10" dirty="0">
                <a:latin typeface="Verdana" panose="020B0604030504040204"/>
                <a:cs typeface="Verdana" panose="020B0604030504040204"/>
              </a:rPr>
              <a:t>pemeluknya,</a:t>
            </a:r>
            <a:endParaRPr sz="1400">
              <a:latin typeface="Verdana" panose="020B0604030504040204"/>
              <a:cs typeface="Verdana" panose="020B0604030504040204"/>
            </a:endParaRPr>
          </a:p>
          <a:p>
            <a:pPr marL="356870" indent="-344170">
              <a:lnSpc>
                <a:spcPct val="100000"/>
              </a:lnSpc>
              <a:spcBef>
                <a:spcPts val="315"/>
              </a:spcBef>
              <a:buAutoNum type="arabicPeriod"/>
              <a:tabLst>
                <a:tab pos="356870" algn="l"/>
              </a:tabLst>
            </a:pPr>
            <a:r>
              <a:rPr sz="1400" spc="-35" dirty="0">
                <a:latin typeface="Verdana" panose="020B0604030504040204"/>
                <a:cs typeface="Verdana" panose="020B0604030504040204"/>
              </a:rPr>
              <a:t>Kemanusiaan</a:t>
            </a:r>
            <a:r>
              <a:rPr sz="1400" spc="-30" dirty="0">
                <a:latin typeface="Verdana" panose="020B0604030504040204"/>
                <a:cs typeface="Verdana" panose="020B0604030504040204"/>
              </a:rPr>
              <a:t> </a:t>
            </a:r>
            <a:r>
              <a:rPr sz="1400" dirty="0">
                <a:latin typeface="Verdana" panose="020B0604030504040204"/>
                <a:cs typeface="Verdana" panose="020B0604030504040204"/>
              </a:rPr>
              <a:t>yang</a:t>
            </a:r>
            <a:r>
              <a:rPr sz="1400" spc="-55" dirty="0">
                <a:latin typeface="Verdana" panose="020B0604030504040204"/>
                <a:cs typeface="Verdana" panose="020B0604030504040204"/>
              </a:rPr>
              <a:t> </a:t>
            </a:r>
            <a:r>
              <a:rPr sz="1400" spc="-20" dirty="0">
                <a:latin typeface="Verdana" panose="020B0604030504040204"/>
                <a:cs typeface="Verdana" panose="020B0604030504040204"/>
              </a:rPr>
              <a:t>adil</a:t>
            </a:r>
            <a:r>
              <a:rPr sz="1400" spc="-40" dirty="0">
                <a:latin typeface="Verdana" panose="020B0604030504040204"/>
                <a:cs typeface="Verdana" panose="020B0604030504040204"/>
              </a:rPr>
              <a:t> </a:t>
            </a:r>
            <a:r>
              <a:rPr sz="1400" dirty="0">
                <a:latin typeface="Verdana" panose="020B0604030504040204"/>
                <a:cs typeface="Verdana" panose="020B0604030504040204"/>
              </a:rPr>
              <a:t>dan</a:t>
            </a:r>
            <a:r>
              <a:rPr sz="1400" spc="-40" dirty="0">
                <a:latin typeface="Verdana" panose="020B0604030504040204"/>
                <a:cs typeface="Verdana" panose="020B0604030504040204"/>
              </a:rPr>
              <a:t> </a:t>
            </a:r>
            <a:r>
              <a:rPr sz="1400" spc="-10" dirty="0">
                <a:latin typeface="Verdana" panose="020B0604030504040204"/>
                <a:cs typeface="Verdana" panose="020B0604030504040204"/>
              </a:rPr>
              <a:t>beradab,</a:t>
            </a:r>
            <a:endParaRPr sz="1400">
              <a:latin typeface="Verdana" panose="020B0604030504040204"/>
              <a:cs typeface="Verdana" panose="020B0604030504040204"/>
            </a:endParaRPr>
          </a:p>
          <a:p>
            <a:pPr marL="356870" indent="-344170">
              <a:lnSpc>
                <a:spcPct val="100000"/>
              </a:lnSpc>
              <a:spcBef>
                <a:spcPts val="285"/>
              </a:spcBef>
              <a:buAutoNum type="arabicPeriod"/>
              <a:tabLst>
                <a:tab pos="356870" algn="l"/>
              </a:tabLst>
            </a:pPr>
            <a:r>
              <a:rPr sz="1400" spc="-45" dirty="0">
                <a:latin typeface="Verdana" panose="020B0604030504040204"/>
                <a:cs typeface="Verdana" panose="020B0604030504040204"/>
              </a:rPr>
              <a:t>Persatuan</a:t>
            </a:r>
            <a:r>
              <a:rPr sz="1400" spc="-40" dirty="0">
                <a:latin typeface="Verdana" panose="020B0604030504040204"/>
                <a:cs typeface="Verdana" panose="020B0604030504040204"/>
              </a:rPr>
              <a:t> </a:t>
            </a:r>
            <a:r>
              <a:rPr sz="1400" spc="-10" dirty="0">
                <a:latin typeface="Verdana" panose="020B0604030504040204"/>
                <a:cs typeface="Verdana" panose="020B0604030504040204"/>
              </a:rPr>
              <a:t>Indonesia,</a:t>
            </a:r>
            <a:endParaRPr sz="1400">
              <a:latin typeface="Verdana" panose="020B0604030504040204"/>
              <a:cs typeface="Verdana" panose="020B0604030504040204"/>
            </a:endParaRPr>
          </a:p>
          <a:p>
            <a:pPr marL="356870" marR="130810" indent="-344805">
              <a:lnSpc>
                <a:spcPct val="100000"/>
              </a:lnSpc>
              <a:spcBef>
                <a:spcPts val="315"/>
              </a:spcBef>
              <a:buAutoNum type="arabicPeriod"/>
              <a:tabLst>
                <a:tab pos="356870" algn="l"/>
              </a:tabLst>
            </a:pPr>
            <a:r>
              <a:rPr sz="1400" spc="-35" dirty="0">
                <a:latin typeface="Verdana" panose="020B0604030504040204"/>
                <a:cs typeface="Verdana" panose="020B0604030504040204"/>
              </a:rPr>
              <a:t>Kerakyatan</a:t>
            </a:r>
            <a:r>
              <a:rPr sz="1400" spc="-65" dirty="0">
                <a:latin typeface="Verdana" panose="020B0604030504040204"/>
                <a:cs typeface="Verdana" panose="020B0604030504040204"/>
              </a:rPr>
              <a:t> </a:t>
            </a:r>
            <a:r>
              <a:rPr sz="1400" dirty="0">
                <a:latin typeface="Verdana" panose="020B0604030504040204"/>
                <a:cs typeface="Verdana" panose="020B0604030504040204"/>
              </a:rPr>
              <a:t>yang</a:t>
            </a:r>
            <a:r>
              <a:rPr sz="1400" spc="-95" dirty="0">
                <a:latin typeface="Verdana" panose="020B0604030504040204"/>
                <a:cs typeface="Verdana" panose="020B0604030504040204"/>
              </a:rPr>
              <a:t> </a:t>
            </a:r>
            <a:r>
              <a:rPr sz="1400" spc="-40" dirty="0">
                <a:latin typeface="Verdana" panose="020B0604030504040204"/>
                <a:cs typeface="Verdana" panose="020B0604030504040204"/>
              </a:rPr>
              <a:t>dipimpin</a:t>
            </a:r>
            <a:r>
              <a:rPr sz="1400" spc="-70" dirty="0">
                <a:latin typeface="Verdana" panose="020B0604030504040204"/>
                <a:cs typeface="Verdana" panose="020B0604030504040204"/>
              </a:rPr>
              <a:t> </a:t>
            </a:r>
            <a:r>
              <a:rPr sz="1400" spc="-10" dirty="0">
                <a:latin typeface="Verdana" panose="020B0604030504040204"/>
                <a:cs typeface="Verdana" panose="020B0604030504040204"/>
              </a:rPr>
              <a:t>oleh</a:t>
            </a:r>
            <a:r>
              <a:rPr sz="1400" spc="-95" dirty="0">
                <a:latin typeface="Verdana" panose="020B0604030504040204"/>
                <a:cs typeface="Verdana" panose="020B0604030504040204"/>
              </a:rPr>
              <a:t> </a:t>
            </a:r>
            <a:r>
              <a:rPr sz="1400" spc="-65" dirty="0">
                <a:latin typeface="Verdana" panose="020B0604030504040204"/>
                <a:cs typeface="Verdana" panose="020B0604030504040204"/>
              </a:rPr>
              <a:t>hikmat</a:t>
            </a:r>
            <a:r>
              <a:rPr sz="1400" spc="-55" dirty="0">
                <a:latin typeface="Verdana" panose="020B0604030504040204"/>
                <a:cs typeface="Verdana" panose="020B0604030504040204"/>
              </a:rPr>
              <a:t> </a:t>
            </a:r>
            <a:r>
              <a:rPr sz="1400" spc="-30" dirty="0">
                <a:latin typeface="Verdana" panose="020B0604030504040204"/>
                <a:cs typeface="Verdana" panose="020B0604030504040204"/>
              </a:rPr>
              <a:t>kebijaksanaan</a:t>
            </a:r>
            <a:r>
              <a:rPr sz="1400" spc="-90" dirty="0">
                <a:latin typeface="Verdana" panose="020B0604030504040204"/>
                <a:cs typeface="Verdana" panose="020B0604030504040204"/>
              </a:rPr>
              <a:t> </a:t>
            </a:r>
            <a:r>
              <a:rPr sz="1400" spc="-10" dirty="0">
                <a:latin typeface="Verdana" panose="020B0604030504040204"/>
                <a:cs typeface="Verdana" panose="020B0604030504040204"/>
              </a:rPr>
              <a:t>dalam </a:t>
            </a:r>
            <a:r>
              <a:rPr sz="1400" spc="-30" dirty="0">
                <a:latin typeface="Verdana" panose="020B0604030504040204"/>
                <a:cs typeface="Verdana" panose="020B0604030504040204"/>
              </a:rPr>
              <a:t>permusyawaratan</a:t>
            </a:r>
            <a:r>
              <a:rPr sz="1400" spc="15" dirty="0">
                <a:latin typeface="Verdana" panose="020B0604030504040204"/>
                <a:cs typeface="Verdana" panose="020B0604030504040204"/>
              </a:rPr>
              <a:t> </a:t>
            </a:r>
            <a:r>
              <a:rPr sz="1400" spc="-10" dirty="0">
                <a:latin typeface="Verdana" panose="020B0604030504040204"/>
                <a:cs typeface="Verdana" panose="020B0604030504040204"/>
              </a:rPr>
              <a:t>perwakilan,</a:t>
            </a:r>
            <a:endParaRPr sz="1400">
              <a:latin typeface="Verdana" panose="020B0604030504040204"/>
              <a:cs typeface="Verdana" panose="020B0604030504040204"/>
            </a:endParaRPr>
          </a:p>
          <a:p>
            <a:pPr marL="356870" indent="-344170">
              <a:lnSpc>
                <a:spcPct val="100000"/>
              </a:lnSpc>
              <a:spcBef>
                <a:spcPts val="290"/>
              </a:spcBef>
              <a:buAutoNum type="arabicPeriod"/>
              <a:tabLst>
                <a:tab pos="356870" algn="l"/>
              </a:tabLst>
            </a:pPr>
            <a:r>
              <a:rPr sz="1400" spc="-10" dirty="0">
                <a:latin typeface="Verdana" panose="020B0604030504040204"/>
                <a:cs typeface="Verdana" panose="020B0604030504040204"/>
              </a:rPr>
              <a:t>Keadilan</a:t>
            </a:r>
            <a:r>
              <a:rPr sz="1400" spc="-80" dirty="0">
                <a:latin typeface="Verdana" panose="020B0604030504040204"/>
                <a:cs typeface="Verdana" panose="020B0604030504040204"/>
              </a:rPr>
              <a:t> sosial</a:t>
            </a:r>
            <a:r>
              <a:rPr sz="1400" spc="-85" dirty="0">
                <a:latin typeface="Verdana" panose="020B0604030504040204"/>
                <a:cs typeface="Verdana" panose="020B0604030504040204"/>
              </a:rPr>
              <a:t> </a:t>
            </a:r>
            <a:r>
              <a:rPr sz="1400" dirty="0">
                <a:latin typeface="Verdana" panose="020B0604030504040204"/>
                <a:cs typeface="Verdana" panose="020B0604030504040204"/>
              </a:rPr>
              <a:t>bagi</a:t>
            </a:r>
            <a:r>
              <a:rPr sz="1400" spc="-90" dirty="0">
                <a:latin typeface="Verdana" panose="020B0604030504040204"/>
                <a:cs typeface="Verdana" panose="020B0604030504040204"/>
              </a:rPr>
              <a:t> seluruh</a:t>
            </a:r>
            <a:r>
              <a:rPr sz="1400" spc="-85" dirty="0">
                <a:latin typeface="Verdana" panose="020B0604030504040204"/>
                <a:cs typeface="Verdana" panose="020B0604030504040204"/>
              </a:rPr>
              <a:t> </a:t>
            </a:r>
            <a:r>
              <a:rPr sz="1400" spc="-50" dirty="0">
                <a:latin typeface="Verdana" panose="020B0604030504040204"/>
                <a:cs typeface="Verdana" panose="020B0604030504040204"/>
              </a:rPr>
              <a:t>rakyat</a:t>
            </a:r>
            <a:r>
              <a:rPr sz="1400" spc="-60" dirty="0">
                <a:latin typeface="Verdana" panose="020B0604030504040204"/>
                <a:cs typeface="Verdana" panose="020B0604030504040204"/>
              </a:rPr>
              <a:t> </a:t>
            </a:r>
            <a:r>
              <a:rPr sz="1400" spc="-10" dirty="0">
                <a:latin typeface="Verdana" panose="020B0604030504040204"/>
                <a:cs typeface="Verdana" panose="020B0604030504040204"/>
              </a:rPr>
              <a:t>Indonesia.</a:t>
            </a:r>
            <a:endParaRPr sz="1400">
              <a:latin typeface="Verdana" panose="020B0604030504040204"/>
              <a:cs typeface="Verdana" panose="020B0604030504040204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16768" y="240791"/>
            <a:ext cx="1139952" cy="1002791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0" y="6257544"/>
            <a:ext cx="4151629" cy="481965"/>
            <a:chOff x="0" y="6257544"/>
            <a:chExt cx="4151629" cy="481965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6257544"/>
              <a:ext cx="3532632" cy="48158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151632" y="6550152"/>
              <a:ext cx="1000125" cy="182880"/>
            </a:xfrm>
            <a:custGeom>
              <a:avLst/>
              <a:gdLst/>
              <a:ahLst/>
              <a:cxnLst/>
              <a:rect l="l" t="t" r="r" b="b"/>
              <a:pathLst>
                <a:path w="1000125" h="182879">
                  <a:moveTo>
                    <a:pt x="999617" y="0"/>
                  </a:moveTo>
                  <a:lnTo>
                    <a:pt x="0" y="0"/>
                  </a:lnTo>
                  <a:lnTo>
                    <a:pt x="0" y="182880"/>
                  </a:lnTo>
                  <a:lnTo>
                    <a:pt x="999617" y="182880"/>
                  </a:lnTo>
                  <a:lnTo>
                    <a:pt x="999617" y="0"/>
                  </a:lnTo>
                  <a:close/>
                </a:path>
              </a:pathLst>
            </a:custGeom>
            <a:solidFill>
              <a:srgbClr val="F8AC4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0" y="0"/>
            <a:ext cx="12171045" cy="1414780"/>
            <a:chOff x="0" y="0"/>
            <a:chExt cx="12171045" cy="1414780"/>
          </a:xfrm>
        </p:grpSpPr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35279" y="274320"/>
              <a:ext cx="588264" cy="633983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0" y="0"/>
              <a:ext cx="12171045" cy="1414780"/>
            </a:xfrm>
            <a:custGeom>
              <a:avLst/>
              <a:gdLst/>
              <a:ahLst/>
              <a:cxnLst/>
              <a:rect l="l" t="t" r="r" b="b"/>
              <a:pathLst>
                <a:path w="12171045" h="1414780">
                  <a:moveTo>
                    <a:pt x="12170664" y="0"/>
                  </a:moveTo>
                  <a:lnTo>
                    <a:pt x="0" y="0"/>
                  </a:lnTo>
                  <a:lnTo>
                    <a:pt x="0" y="1414272"/>
                  </a:lnTo>
                  <a:lnTo>
                    <a:pt x="12170664" y="1414272"/>
                  </a:lnTo>
                  <a:lnTo>
                    <a:pt x="1217066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15240"/>
              <a:ext cx="12170664" cy="810767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4112" y="131063"/>
              <a:ext cx="588264" cy="633983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7160" y="512063"/>
              <a:ext cx="518159" cy="21945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9728" y="603504"/>
              <a:ext cx="551688" cy="216408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165912" y="534416"/>
            <a:ext cx="438784" cy="220345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12700" marR="5080" indent="30480">
              <a:lnSpc>
                <a:spcPts val="700"/>
              </a:lnSpc>
              <a:spcBef>
                <a:spcPts val="235"/>
              </a:spcBef>
            </a:pPr>
            <a:r>
              <a:rPr sz="700" b="1" spc="-10" dirty="0">
                <a:solidFill>
                  <a:srgbClr val="7D5F00"/>
                </a:solidFill>
                <a:latin typeface="Calibri" panose="020F0502020204030204"/>
                <a:cs typeface="Calibri" panose="020F0502020204030204"/>
              </a:rPr>
              <a:t>REPUBLIK</a:t>
            </a:r>
            <a:r>
              <a:rPr sz="700" b="1" spc="500" dirty="0">
                <a:solidFill>
                  <a:srgbClr val="7D5F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700" b="1" spc="-10" dirty="0">
                <a:solidFill>
                  <a:srgbClr val="7D5F00"/>
                </a:solidFill>
                <a:latin typeface="Calibri" panose="020F0502020204030204"/>
                <a:cs typeface="Calibri" panose="020F0502020204030204"/>
              </a:rPr>
              <a:t>INDONESIA</a:t>
            </a:r>
            <a:endParaRPr sz="7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97281" y="765048"/>
            <a:ext cx="3289300" cy="5742940"/>
            <a:chOff x="97281" y="765048"/>
            <a:chExt cx="3289300" cy="5742940"/>
          </a:xfrm>
        </p:grpSpPr>
        <p:sp>
          <p:nvSpPr>
            <p:cNvPr id="15" name="object 15"/>
            <p:cNvSpPr/>
            <p:nvPr/>
          </p:nvSpPr>
          <p:spPr>
            <a:xfrm>
              <a:off x="109727" y="1072896"/>
              <a:ext cx="3261360" cy="5273040"/>
            </a:xfrm>
            <a:custGeom>
              <a:avLst/>
              <a:gdLst/>
              <a:ahLst/>
              <a:cxnLst/>
              <a:rect l="l" t="t" r="r" b="b"/>
              <a:pathLst>
                <a:path w="3261360" h="5273040">
                  <a:moveTo>
                    <a:pt x="3149854" y="0"/>
                  </a:moveTo>
                  <a:lnTo>
                    <a:pt x="111201" y="0"/>
                  </a:lnTo>
                  <a:lnTo>
                    <a:pt x="67919" y="8762"/>
                  </a:lnTo>
                  <a:lnTo>
                    <a:pt x="32562" y="32638"/>
                  </a:lnTo>
                  <a:lnTo>
                    <a:pt x="8736" y="67944"/>
                  </a:lnTo>
                  <a:lnTo>
                    <a:pt x="0" y="111251"/>
                  </a:lnTo>
                  <a:lnTo>
                    <a:pt x="0" y="5161495"/>
                  </a:lnTo>
                  <a:lnTo>
                    <a:pt x="8736" y="5204815"/>
                  </a:lnTo>
                  <a:lnTo>
                    <a:pt x="32562" y="5240185"/>
                  </a:lnTo>
                  <a:lnTo>
                    <a:pt x="67919" y="5264035"/>
                  </a:lnTo>
                  <a:lnTo>
                    <a:pt x="111201" y="5272785"/>
                  </a:lnTo>
                  <a:lnTo>
                    <a:pt x="3149854" y="5272785"/>
                  </a:lnTo>
                  <a:lnTo>
                    <a:pt x="3193034" y="5264035"/>
                  </a:lnTo>
                  <a:lnTo>
                    <a:pt x="3228467" y="5240185"/>
                  </a:lnTo>
                  <a:lnTo>
                    <a:pt x="3252216" y="5204815"/>
                  </a:lnTo>
                  <a:lnTo>
                    <a:pt x="3260979" y="5161495"/>
                  </a:lnTo>
                  <a:lnTo>
                    <a:pt x="3260979" y="111251"/>
                  </a:lnTo>
                  <a:lnTo>
                    <a:pt x="3252216" y="67944"/>
                  </a:lnTo>
                  <a:lnTo>
                    <a:pt x="3228467" y="32638"/>
                  </a:lnTo>
                  <a:lnTo>
                    <a:pt x="3193034" y="8762"/>
                  </a:lnTo>
                  <a:lnTo>
                    <a:pt x="3149854" y="0"/>
                  </a:lnTo>
                  <a:close/>
                </a:path>
              </a:pathLst>
            </a:custGeom>
            <a:solidFill>
              <a:srgbClr val="FFFFFF">
                <a:alpha val="6588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11251" y="1220724"/>
              <a:ext cx="3261360" cy="5273040"/>
            </a:xfrm>
            <a:custGeom>
              <a:avLst/>
              <a:gdLst/>
              <a:ahLst/>
              <a:cxnLst/>
              <a:rect l="l" t="t" r="r" b="b"/>
              <a:pathLst>
                <a:path w="3261360" h="5273040">
                  <a:moveTo>
                    <a:pt x="0" y="111251"/>
                  </a:moveTo>
                  <a:lnTo>
                    <a:pt x="8736" y="67945"/>
                  </a:lnTo>
                  <a:lnTo>
                    <a:pt x="32562" y="32638"/>
                  </a:lnTo>
                  <a:lnTo>
                    <a:pt x="67919" y="8762"/>
                  </a:lnTo>
                  <a:lnTo>
                    <a:pt x="111201" y="0"/>
                  </a:lnTo>
                  <a:lnTo>
                    <a:pt x="3149854" y="0"/>
                  </a:lnTo>
                  <a:lnTo>
                    <a:pt x="3193034" y="8762"/>
                  </a:lnTo>
                  <a:lnTo>
                    <a:pt x="3228467" y="32638"/>
                  </a:lnTo>
                  <a:lnTo>
                    <a:pt x="3252216" y="67945"/>
                  </a:lnTo>
                  <a:lnTo>
                    <a:pt x="3260979" y="111251"/>
                  </a:lnTo>
                  <a:lnTo>
                    <a:pt x="3260979" y="5161495"/>
                  </a:lnTo>
                  <a:lnTo>
                    <a:pt x="3252216" y="5204815"/>
                  </a:lnTo>
                  <a:lnTo>
                    <a:pt x="3228467" y="5240185"/>
                  </a:lnTo>
                  <a:lnTo>
                    <a:pt x="3193034" y="5264035"/>
                  </a:lnTo>
                  <a:lnTo>
                    <a:pt x="3149854" y="5272786"/>
                  </a:lnTo>
                  <a:lnTo>
                    <a:pt x="111201" y="5272786"/>
                  </a:lnTo>
                  <a:lnTo>
                    <a:pt x="67919" y="5264035"/>
                  </a:lnTo>
                  <a:lnTo>
                    <a:pt x="32562" y="5240185"/>
                  </a:lnTo>
                  <a:lnTo>
                    <a:pt x="8736" y="5204815"/>
                  </a:lnTo>
                  <a:lnTo>
                    <a:pt x="0" y="5161495"/>
                  </a:lnTo>
                  <a:lnTo>
                    <a:pt x="0" y="111251"/>
                  </a:lnTo>
                  <a:close/>
                </a:path>
              </a:pathLst>
            </a:custGeom>
            <a:ln w="27431">
              <a:solidFill>
                <a:srgbClr val="385D88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43127" y="765048"/>
              <a:ext cx="2642235" cy="432434"/>
            </a:xfrm>
            <a:custGeom>
              <a:avLst/>
              <a:gdLst/>
              <a:ahLst/>
              <a:cxnLst/>
              <a:rect l="l" t="t" r="r" b="b"/>
              <a:pathLst>
                <a:path w="2642235" h="432434">
                  <a:moveTo>
                    <a:pt x="2570226" y="0"/>
                  </a:moveTo>
                  <a:lnTo>
                    <a:pt x="71907" y="0"/>
                  </a:lnTo>
                  <a:lnTo>
                    <a:pt x="43916" y="5714"/>
                  </a:lnTo>
                  <a:lnTo>
                    <a:pt x="21056" y="21081"/>
                  </a:lnTo>
                  <a:lnTo>
                    <a:pt x="5651" y="43941"/>
                  </a:lnTo>
                  <a:lnTo>
                    <a:pt x="0" y="72009"/>
                  </a:lnTo>
                  <a:lnTo>
                    <a:pt x="0" y="360299"/>
                  </a:lnTo>
                  <a:lnTo>
                    <a:pt x="5651" y="388365"/>
                  </a:lnTo>
                  <a:lnTo>
                    <a:pt x="21056" y="411225"/>
                  </a:lnTo>
                  <a:lnTo>
                    <a:pt x="43916" y="426592"/>
                  </a:lnTo>
                  <a:lnTo>
                    <a:pt x="71907" y="432307"/>
                  </a:lnTo>
                  <a:lnTo>
                    <a:pt x="2570226" y="432307"/>
                  </a:lnTo>
                  <a:lnTo>
                    <a:pt x="2598166" y="426592"/>
                  </a:lnTo>
                  <a:lnTo>
                    <a:pt x="2621026" y="411225"/>
                  </a:lnTo>
                  <a:lnTo>
                    <a:pt x="2636520" y="388365"/>
                  </a:lnTo>
                  <a:lnTo>
                    <a:pt x="2642108" y="360299"/>
                  </a:lnTo>
                  <a:lnTo>
                    <a:pt x="2642108" y="72009"/>
                  </a:lnTo>
                  <a:lnTo>
                    <a:pt x="2636520" y="43941"/>
                  </a:lnTo>
                  <a:lnTo>
                    <a:pt x="2621026" y="21081"/>
                  </a:lnTo>
                  <a:lnTo>
                    <a:pt x="2598166" y="5714"/>
                  </a:lnTo>
                  <a:lnTo>
                    <a:pt x="2570226" y="0"/>
                  </a:lnTo>
                  <a:close/>
                </a:path>
              </a:pathLst>
            </a:custGeom>
            <a:solidFill>
              <a:srgbClr val="1F4E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968146" y="820928"/>
            <a:ext cx="17862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F0F0F0"/>
                </a:solidFill>
                <a:latin typeface="Tahoma" panose="020B0604030504040204"/>
                <a:cs typeface="Tahoma" panose="020B0604030504040204"/>
              </a:rPr>
              <a:t>Sidang</a:t>
            </a:r>
            <a:r>
              <a:rPr sz="1800" b="1" spc="-100" dirty="0">
                <a:solidFill>
                  <a:srgbClr val="F0F0F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800" b="1" spc="-35" dirty="0">
                <a:solidFill>
                  <a:srgbClr val="F0F0F0"/>
                </a:solidFill>
                <a:latin typeface="Tahoma" panose="020B0604030504040204"/>
                <a:cs typeface="Tahoma" panose="020B0604030504040204"/>
              </a:rPr>
              <a:t>Pertama</a:t>
            </a:r>
            <a:endParaRPr sz="1800">
              <a:latin typeface="Tahoma" panose="020B0604030504040204"/>
              <a:cs typeface="Tahoma" panose="020B0604030504040204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-12382" y="844105"/>
            <a:ext cx="8675370" cy="5614670"/>
            <a:chOff x="-12382" y="844105"/>
            <a:chExt cx="8675370" cy="5614670"/>
          </a:xfrm>
        </p:grpSpPr>
        <p:sp>
          <p:nvSpPr>
            <p:cNvPr id="20" name="object 20"/>
            <p:cNvSpPr/>
            <p:nvPr/>
          </p:nvSpPr>
          <p:spPr>
            <a:xfrm>
              <a:off x="0" y="856487"/>
              <a:ext cx="631190" cy="649605"/>
            </a:xfrm>
            <a:custGeom>
              <a:avLst/>
              <a:gdLst/>
              <a:ahLst/>
              <a:cxnLst/>
              <a:rect l="l" t="t" r="r" b="b"/>
              <a:pathLst>
                <a:path w="631190" h="649605">
                  <a:moveTo>
                    <a:pt x="307416" y="0"/>
                  </a:moveTo>
                  <a:lnTo>
                    <a:pt x="259626" y="3556"/>
                  </a:lnTo>
                  <a:lnTo>
                    <a:pt x="214020" y="13715"/>
                  </a:lnTo>
                  <a:lnTo>
                    <a:pt x="171081" y="30225"/>
                  </a:lnTo>
                  <a:lnTo>
                    <a:pt x="131318" y="52324"/>
                  </a:lnTo>
                  <a:lnTo>
                    <a:pt x="95244" y="79628"/>
                  </a:lnTo>
                  <a:lnTo>
                    <a:pt x="63345" y="111633"/>
                  </a:lnTo>
                  <a:lnTo>
                    <a:pt x="36122" y="147827"/>
                  </a:lnTo>
                  <a:lnTo>
                    <a:pt x="14076" y="187833"/>
                  </a:lnTo>
                  <a:lnTo>
                    <a:pt x="0" y="224789"/>
                  </a:lnTo>
                  <a:lnTo>
                    <a:pt x="0" y="424434"/>
                  </a:lnTo>
                  <a:lnTo>
                    <a:pt x="14076" y="461390"/>
                  </a:lnTo>
                  <a:lnTo>
                    <a:pt x="36122" y="501396"/>
                  </a:lnTo>
                  <a:lnTo>
                    <a:pt x="63345" y="537590"/>
                  </a:lnTo>
                  <a:lnTo>
                    <a:pt x="95244" y="569595"/>
                  </a:lnTo>
                  <a:lnTo>
                    <a:pt x="131318" y="596900"/>
                  </a:lnTo>
                  <a:lnTo>
                    <a:pt x="171081" y="618998"/>
                  </a:lnTo>
                  <a:lnTo>
                    <a:pt x="214020" y="635508"/>
                  </a:lnTo>
                  <a:lnTo>
                    <a:pt x="259626" y="645667"/>
                  </a:lnTo>
                  <a:lnTo>
                    <a:pt x="307416" y="649224"/>
                  </a:lnTo>
                  <a:lnTo>
                    <a:pt x="355206" y="645667"/>
                  </a:lnTo>
                  <a:lnTo>
                    <a:pt x="400812" y="635508"/>
                  </a:lnTo>
                  <a:lnTo>
                    <a:pt x="443750" y="618998"/>
                  </a:lnTo>
                  <a:lnTo>
                    <a:pt x="483501" y="596900"/>
                  </a:lnTo>
                  <a:lnTo>
                    <a:pt x="519582" y="569595"/>
                  </a:lnTo>
                  <a:lnTo>
                    <a:pt x="551484" y="537590"/>
                  </a:lnTo>
                  <a:lnTo>
                    <a:pt x="578700" y="501396"/>
                  </a:lnTo>
                  <a:lnTo>
                    <a:pt x="600748" y="461390"/>
                  </a:lnTo>
                  <a:lnTo>
                    <a:pt x="617118" y="418338"/>
                  </a:lnTo>
                  <a:lnTo>
                    <a:pt x="627303" y="372617"/>
                  </a:lnTo>
                  <a:lnTo>
                    <a:pt x="630809" y="324612"/>
                  </a:lnTo>
                  <a:lnTo>
                    <a:pt x="627303" y="276606"/>
                  </a:lnTo>
                  <a:lnTo>
                    <a:pt x="617118" y="230886"/>
                  </a:lnTo>
                  <a:lnTo>
                    <a:pt x="600748" y="187833"/>
                  </a:lnTo>
                  <a:lnTo>
                    <a:pt x="578700" y="147827"/>
                  </a:lnTo>
                  <a:lnTo>
                    <a:pt x="551484" y="111633"/>
                  </a:lnTo>
                  <a:lnTo>
                    <a:pt x="519582" y="79628"/>
                  </a:lnTo>
                  <a:lnTo>
                    <a:pt x="483501" y="52324"/>
                  </a:lnTo>
                  <a:lnTo>
                    <a:pt x="443750" y="30225"/>
                  </a:lnTo>
                  <a:lnTo>
                    <a:pt x="400812" y="13715"/>
                  </a:lnTo>
                  <a:lnTo>
                    <a:pt x="355206" y="3556"/>
                  </a:lnTo>
                  <a:lnTo>
                    <a:pt x="307416" y="0"/>
                  </a:lnTo>
                  <a:close/>
                </a:path>
              </a:pathLst>
            </a:custGeom>
            <a:solidFill>
              <a:srgbClr val="DBEC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0" y="856487"/>
              <a:ext cx="631190" cy="649605"/>
            </a:xfrm>
            <a:custGeom>
              <a:avLst/>
              <a:gdLst/>
              <a:ahLst/>
              <a:cxnLst/>
              <a:rect l="l" t="t" r="r" b="b"/>
              <a:pathLst>
                <a:path w="631190" h="649605">
                  <a:moveTo>
                    <a:pt x="0" y="224789"/>
                  </a:moveTo>
                  <a:lnTo>
                    <a:pt x="14076" y="187833"/>
                  </a:lnTo>
                  <a:lnTo>
                    <a:pt x="36122" y="147827"/>
                  </a:lnTo>
                  <a:lnTo>
                    <a:pt x="63345" y="111633"/>
                  </a:lnTo>
                  <a:lnTo>
                    <a:pt x="95244" y="79628"/>
                  </a:lnTo>
                  <a:lnTo>
                    <a:pt x="131318" y="52324"/>
                  </a:lnTo>
                  <a:lnTo>
                    <a:pt x="171081" y="30225"/>
                  </a:lnTo>
                  <a:lnTo>
                    <a:pt x="214020" y="13715"/>
                  </a:lnTo>
                  <a:lnTo>
                    <a:pt x="259626" y="3556"/>
                  </a:lnTo>
                  <a:lnTo>
                    <a:pt x="307416" y="0"/>
                  </a:lnTo>
                  <a:lnTo>
                    <a:pt x="355206" y="3556"/>
                  </a:lnTo>
                  <a:lnTo>
                    <a:pt x="400812" y="13715"/>
                  </a:lnTo>
                  <a:lnTo>
                    <a:pt x="443750" y="30225"/>
                  </a:lnTo>
                  <a:lnTo>
                    <a:pt x="483501" y="52324"/>
                  </a:lnTo>
                  <a:lnTo>
                    <a:pt x="519582" y="79628"/>
                  </a:lnTo>
                  <a:lnTo>
                    <a:pt x="551484" y="111633"/>
                  </a:lnTo>
                  <a:lnTo>
                    <a:pt x="578700" y="147827"/>
                  </a:lnTo>
                  <a:lnTo>
                    <a:pt x="600748" y="187833"/>
                  </a:lnTo>
                  <a:lnTo>
                    <a:pt x="617118" y="230886"/>
                  </a:lnTo>
                  <a:lnTo>
                    <a:pt x="627303" y="276606"/>
                  </a:lnTo>
                  <a:lnTo>
                    <a:pt x="630809" y="324612"/>
                  </a:lnTo>
                  <a:lnTo>
                    <a:pt x="627303" y="372617"/>
                  </a:lnTo>
                  <a:lnTo>
                    <a:pt x="617118" y="418338"/>
                  </a:lnTo>
                  <a:lnTo>
                    <a:pt x="600748" y="461390"/>
                  </a:lnTo>
                  <a:lnTo>
                    <a:pt x="578700" y="501396"/>
                  </a:lnTo>
                  <a:lnTo>
                    <a:pt x="551484" y="537590"/>
                  </a:lnTo>
                  <a:lnTo>
                    <a:pt x="519582" y="569595"/>
                  </a:lnTo>
                  <a:lnTo>
                    <a:pt x="483501" y="596900"/>
                  </a:lnTo>
                  <a:lnTo>
                    <a:pt x="443750" y="618998"/>
                  </a:lnTo>
                  <a:lnTo>
                    <a:pt x="400812" y="635508"/>
                  </a:lnTo>
                  <a:lnTo>
                    <a:pt x="355206" y="645667"/>
                  </a:lnTo>
                  <a:lnTo>
                    <a:pt x="307416" y="649224"/>
                  </a:lnTo>
                  <a:lnTo>
                    <a:pt x="259626" y="645667"/>
                  </a:lnTo>
                  <a:lnTo>
                    <a:pt x="214020" y="635508"/>
                  </a:lnTo>
                  <a:lnTo>
                    <a:pt x="171081" y="618998"/>
                  </a:lnTo>
                  <a:lnTo>
                    <a:pt x="131318" y="596900"/>
                  </a:lnTo>
                  <a:lnTo>
                    <a:pt x="95244" y="569595"/>
                  </a:lnTo>
                  <a:lnTo>
                    <a:pt x="63345" y="537590"/>
                  </a:lnTo>
                  <a:lnTo>
                    <a:pt x="36122" y="501396"/>
                  </a:lnTo>
                  <a:lnTo>
                    <a:pt x="14076" y="461390"/>
                  </a:lnTo>
                  <a:lnTo>
                    <a:pt x="0" y="424434"/>
                  </a:lnTo>
                </a:path>
              </a:pathLst>
            </a:custGeom>
            <a:ln w="24383">
              <a:solidFill>
                <a:srgbClr val="385D8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4007" y="941831"/>
              <a:ext cx="612648" cy="612648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3726179" y="1232915"/>
              <a:ext cx="4922520" cy="5212080"/>
            </a:xfrm>
            <a:custGeom>
              <a:avLst/>
              <a:gdLst/>
              <a:ahLst/>
              <a:cxnLst/>
              <a:rect l="l" t="t" r="r" b="b"/>
              <a:pathLst>
                <a:path w="4922520" h="5212080">
                  <a:moveTo>
                    <a:pt x="0" y="156718"/>
                  </a:moveTo>
                  <a:lnTo>
                    <a:pt x="8000" y="107187"/>
                  </a:lnTo>
                  <a:lnTo>
                    <a:pt x="30225" y="64135"/>
                  </a:lnTo>
                  <a:lnTo>
                    <a:pt x="64262" y="30225"/>
                  </a:lnTo>
                  <a:lnTo>
                    <a:pt x="107187" y="8000"/>
                  </a:lnTo>
                  <a:lnTo>
                    <a:pt x="156718" y="0"/>
                  </a:lnTo>
                  <a:lnTo>
                    <a:pt x="4765548" y="0"/>
                  </a:lnTo>
                  <a:lnTo>
                    <a:pt x="4815078" y="8000"/>
                  </a:lnTo>
                  <a:lnTo>
                    <a:pt x="4858004" y="30225"/>
                  </a:lnTo>
                  <a:lnTo>
                    <a:pt x="4892040" y="64135"/>
                  </a:lnTo>
                  <a:lnTo>
                    <a:pt x="4914265" y="107187"/>
                  </a:lnTo>
                  <a:lnTo>
                    <a:pt x="4922266" y="156718"/>
                  </a:lnTo>
                  <a:lnTo>
                    <a:pt x="4922266" y="5055031"/>
                  </a:lnTo>
                  <a:lnTo>
                    <a:pt x="4914265" y="5104549"/>
                  </a:lnTo>
                  <a:lnTo>
                    <a:pt x="4892040" y="5147551"/>
                  </a:lnTo>
                  <a:lnTo>
                    <a:pt x="4858004" y="5181473"/>
                  </a:lnTo>
                  <a:lnTo>
                    <a:pt x="4815078" y="5203710"/>
                  </a:lnTo>
                  <a:lnTo>
                    <a:pt x="4765548" y="5211699"/>
                  </a:lnTo>
                  <a:lnTo>
                    <a:pt x="156718" y="5211699"/>
                  </a:lnTo>
                  <a:lnTo>
                    <a:pt x="107187" y="5203710"/>
                  </a:lnTo>
                  <a:lnTo>
                    <a:pt x="64262" y="5181473"/>
                  </a:lnTo>
                  <a:lnTo>
                    <a:pt x="30225" y="5147551"/>
                  </a:lnTo>
                  <a:lnTo>
                    <a:pt x="8000" y="5104549"/>
                  </a:lnTo>
                  <a:lnTo>
                    <a:pt x="0" y="5055031"/>
                  </a:lnTo>
                  <a:lnTo>
                    <a:pt x="0" y="156718"/>
                  </a:lnTo>
                  <a:close/>
                </a:path>
              </a:pathLst>
            </a:custGeom>
            <a:ln w="27432">
              <a:solidFill>
                <a:srgbClr val="1F5768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858768" y="1502663"/>
              <a:ext cx="4687570" cy="2535555"/>
            </a:xfrm>
            <a:custGeom>
              <a:avLst/>
              <a:gdLst/>
              <a:ahLst/>
              <a:cxnLst/>
              <a:rect l="l" t="t" r="r" b="b"/>
              <a:pathLst>
                <a:path w="4687570" h="2535554">
                  <a:moveTo>
                    <a:pt x="4583176" y="0"/>
                  </a:moveTo>
                  <a:lnTo>
                    <a:pt x="104267" y="0"/>
                  </a:lnTo>
                  <a:lnTo>
                    <a:pt x="63754" y="7112"/>
                  </a:lnTo>
                  <a:lnTo>
                    <a:pt x="30607" y="26415"/>
                  </a:lnTo>
                  <a:lnTo>
                    <a:pt x="8255" y="54990"/>
                  </a:lnTo>
                  <a:lnTo>
                    <a:pt x="0" y="89915"/>
                  </a:lnTo>
                  <a:lnTo>
                    <a:pt x="0" y="2445512"/>
                  </a:lnTo>
                  <a:lnTo>
                    <a:pt x="8255" y="2480564"/>
                  </a:lnTo>
                  <a:lnTo>
                    <a:pt x="30607" y="2509139"/>
                  </a:lnTo>
                  <a:lnTo>
                    <a:pt x="63754" y="2528443"/>
                  </a:lnTo>
                  <a:lnTo>
                    <a:pt x="104267" y="2535555"/>
                  </a:lnTo>
                  <a:lnTo>
                    <a:pt x="4583176" y="2535555"/>
                  </a:lnTo>
                  <a:lnTo>
                    <a:pt x="4623816" y="2528443"/>
                  </a:lnTo>
                  <a:lnTo>
                    <a:pt x="4656963" y="2509139"/>
                  </a:lnTo>
                  <a:lnTo>
                    <a:pt x="4679315" y="2480564"/>
                  </a:lnTo>
                  <a:lnTo>
                    <a:pt x="4687570" y="2445512"/>
                  </a:lnTo>
                  <a:lnTo>
                    <a:pt x="4687570" y="89915"/>
                  </a:lnTo>
                  <a:lnTo>
                    <a:pt x="4679315" y="54990"/>
                  </a:lnTo>
                  <a:lnTo>
                    <a:pt x="4656963" y="26415"/>
                  </a:lnTo>
                  <a:lnTo>
                    <a:pt x="4623816" y="7112"/>
                  </a:lnTo>
                  <a:lnTo>
                    <a:pt x="4583176" y="0"/>
                  </a:lnTo>
                  <a:close/>
                </a:path>
              </a:pathLst>
            </a:custGeom>
            <a:solidFill>
              <a:srgbClr val="D994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292100" y="2506218"/>
            <a:ext cx="2706370" cy="8782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99060" marR="5080" indent="-86995">
              <a:lnSpc>
                <a:spcPct val="100000"/>
              </a:lnSpc>
              <a:spcBef>
                <a:spcPts val="90"/>
              </a:spcBef>
              <a:buFont typeface="Arial MT"/>
              <a:buChar char="•"/>
              <a:tabLst>
                <a:tab pos="100965" algn="l"/>
              </a:tabLst>
            </a:pPr>
            <a:r>
              <a:rPr sz="1400" spc="-45" dirty="0">
                <a:latin typeface="Verdana" panose="020B0604030504040204"/>
                <a:cs typeface="Verdana" panose="020B0604030504040204"/>
              </a:rPr>
              <a:t>Setelah</a:t>
            </a:r>
            <a:r>
              <a:rPr sz="1400" spc="-60" dirty="0">
                <a:latin typeface="Verdana" panose="020B0604030504040204"/>
                <a:cs typeface="Verdana" panose="020B0604030504040204"/>
              </a:rPr>
              <a:t> </a:t>
            </a:r>
            <a:r>
              <a:rPr sz="1400" spc="-30" dirty="0">
                <a:latin typeface="Verdana" panose="020B0604030504040204"/>
                <a:cs typeface="Verdana" panose="020B0604030504040204"/>
              </a:rPr>
              <a:t>melakukan</a:t>
            </a:r>
            <a:r>
              <a:rPr sz="1400" spc="-35" dirty="0">
                <a:latin typeface="Verdana" panose="020B0604030504040204"/>
                <a:cs typeface="Verdana" panose="020B0604030504040204"/>
              </a:rPr>
              <a:t> </a:t>
            </a:r>
            <a:r>
              <a:rPr sz="1400" spc="35" dirty="0">
                <a:latin typeface="Verdana" panose="020B0604030504040204"/>
                <a:cs typeface="Verdana" panose="020B0604030504040204"/>
              </a:rPr>
              <a:t>beberapa 	</a:t>
            </a:r>
            <a:r>
              <a:rPr sz="1400" dirty="0">
                <a:latin typeface="Verdana" panose="020B0604030504040204"/>
                <a:cs typeface="Verdana" panose="020B0604030504040204"/>
              </a:rPr>
              <a:t>perubahan</a:t>
            </a:r>
            <a:r>
              <a:rPr sz="1400" spc="-10" dirty="0">
                <a:latin typeface="Verdana" panose="020B0604030504040204"/>
                <a:cs typeface="Verdana" panose="020B0604030504040204"/>
              </a:rPr>
              <a:t> </a:t>
            </a:r>
            <a:r>
              <a:rPr sz="1400" spc="90" dirty="0">
                <a:latin typeface="Verdana" panose="020B0604030504040204"/>
                <a:cs typeface="Verdana" panose="020B0604030504040204"/>
              </a:rPr>
              <a:t>pada</a:t>
            </a:r>
            <a:r>
              <a:rPr sz="1400" spc="-45" dirty="0">
                <a:latin typeface="Verdana" panose="020B0604030504040204"/>
                <a:cs typeface="Verdana" panose="020B0604030504040204"/>
              </a:rPr>
              <a:t> </a:t>
            </a:r>
            <a:r>
              <a:rPr sz="1400" spc="-10" dirty="0">
                <a:latin typeface="Verdana" panose="020B0604030504040204"/>
                <a:cs typeface="Verdana" panose="020B0604030504040204"/>
              </a:rPr>
              <a:t>piagam 	</a:t>
            </a:r>
            <a:r>
              <a:rPr sz="1400" spc="-40" dirty="0">
                <a:latin typeface="Verdana" panose="020B0604030504040204"/>
                <a:cs typeface="Verdana" panose="020B0604030504040204"/>
              </a:rPr>
              <a:t>jakarta</a:t>
            </a:r>
            <a:r>
              <a:rPr sz="1400" spc="-60" dirty="0">
                <a:latin typeface="Verdana" panose="020B0604030504040204"/>
                <a:cs typeface="Verdana" panose="020B0604030504040204"/>
              </a:rPr>
              <a:t> </a:t>
            </a:r>
            <a:r>
              <a:rPr sz="1400" spc="-20" dirty="0">
                <a:latin typeface="Verdana" panose="020B0604030504040204"/>
                <a:cs typeface="Verdana" panose="020B0604030504040204"/>
              </a:rPr>
              <a:t>kemudian</a:t>
            </a:r>
            <a:r>
              <a:rPr sz="1400" spc="-70" dirty="0">
                <a:latin typeface="Verdana" panose="020B0604030504040204"/>
                <a:cs typeface="Verdana" panose="020B0604030504040204"/>
              </a:rPr>
              <a:t> </a:t>
            </a:r>
            <a:r>
              <a:rPr sz="1400" spc="-10" dirty="0">
                <a:latin typeface="Verdana" panose="020B0604030504040204"/>
                <a:cs typeface="Verdana" panose="020B0604030504040204"/>
              </a:rPr>
              <a:t>berfungsi 	</a:t>
            </a:r>
            <a:r>
              <a:rPr sz="1400" dirty="0">
                <a:latin typeface="Verdana" panose="020B0604030504040204"/>
                <a:cs typeface="Verdana" panose="020B0604030504040204"/>
              </a:rPr>
              <a:t>sebagai</a:t>
            </a:r>
            <a:r>
              <a:rPr sz="1400" spc="-60" dirty="0">
                <a:latin typeface="Verdana" panose="020B0604030504040204"/>
                <a:cs typeface="Verdana" panose="020B0604030504040204"/>
              </a:rPr>
              <a:t> </a:t>
            </a:r>
            <a:r>
              <a:rPr sz="1400" dirty="0">
                <a:latin typeface="Verdana" panose="020B0604030504040204"/>
                <a:cs typeface="Verdana" panose="020B0604030504040204"/>
              </a:rPr>
              <a:t>pembukan</a:t>
            </a:r>
            <a:r>
              <a:rPr sz="1400" spc="-25" dirty="0">
                <a:latin typeface="Verdana" panose="020B0604030504040204"/>
                <a:cs typeface="Verdana" panose="020B0604030504040204"/>
              </a:rPr>
              <a:t> </a:t>
            </a:r>
            <a:r>
              <a:rPr sz="1400" spc="-120" dirty="0">
                <a:latin typeface="Verdana" panose="020B0604030504040204"/>
                <a:cs typeface="Verdana" panose="020B0604030504040204"/>
              </a:rPr>
              <a:t>UUD</a:t>
            </a:r>
            <a:r>
              <a:rPr sz="1400" spc="5" dirty="0">
                <a:latin typeface="Verdana" panose="020B0604030504040204"/>
                <a:cs typeface="Verdana" panose="020B0604030504040204"/>
              </a:rPr>
              <a:t> </a:t>
            </a:r>
            <a:r>
              <a:rPr sz="1400" spc="-30" dirty="0">
                <a:latin typeface="Verdana" panose="020B0604030504040204"/>
                <a:cs typeface="Verdana" panose="020B0604030504040204"/>
              </a:rPr>
              <a:t>1945</a:t>
            </a:r>
            <a:endParaRPr sz="1400">
              <a:latin typeface="Verdana" panose="020B0604030504040204"/>
              <a:cs typeface="Verdana" panose="020B0604030504040204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92100" y="3597655"/>
            <a:ext cx="2416175" cy="6648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99060" marR="5080" indent="-86995">
              <a:lnSpc>
                <a:spcPct val="100000"/>
              </a:lnSpc>
              <a:spcBef>
                <a:spcPts val="90"/>
              </a:spcBef>
              <a:buFont typeface="Arial MT"/>
              <a:buChar char="•"/>
              <a:tabLst>
                <a:tab pos="100965" algn="l"/>
              </a:tabLst>
            </a:pPr>
            <a:r>
              <a:rPr sz="1400" dirty="0">
                <a:latin typeface="Verdana" panose="020B0604030504040204"/>
                <a:cs typeface="Verdana" panose="020B0604030504040204"/>
              </a:rPr>
              <a:t>Menetapkan</a:t>
            </a:r>
            <a:r>
              <a:rPr sz="1400" spc="130" dirty="0">
                <a:latin typeface="Verdana" panose="020B0604030504040204"/>
                <a:cs typeface="Verdana" panose="020B0604030504040204"/>
              </a:rPr>
              <a:t> </a:t>
            </a:r>
            <a:r>
              <a:rPr sz="1400" spc="-10" dirty="0">
                <a:latin typeface="Verdana" panose="020B0604030504040204"/>
                <a:cs typeface="Verdana" panose="020B0604030504040204"/>
              </a:rPr>
              <a:t>Rancangan 	</a:t>
            </a:r>
            <a:r>
              <a:rPr sz="1400" spc="-90" dirty="0">
                <a:latin typeface="Verdana" panose="020B0604030504040204"/>
                <a:cs typeface="Verdana" panose="020B0604030504040204"/>
              </a:rPr>
              <a:t>Hukum</a:t>
            </a:r>
            <a:r>
              <a:rPr sz="1400" spc="-5" dirty="0">
                <a:latin typeface="Verdana" panose="020B0604030504040204"/>
                <a:cs typeface="Verdana" panose="020B0604030504040204"/>
              </a:rPr>
              <a:t> </a:t>
            </a:r>
            <a:r>
              <a:rPr sz="1400" spc="-40" dirty="0">
                <a:latin typeface="Verdana" panose="020B0604030504040204"/>
                <a:cs typeface="Verdana" panose="020B0604030504040204"/>
              </a:rPr>
              <a:t>Dasar</a:t>
            </a:r>
            <a:r>
              <a:rPr sz="1400" spc="-35" dirty="0">
                <a:latin typeface="Verdana" panose="020B0604030504040204"/>
                <a:cs typeface="Verdana" panose="020B0604030504040204"/>
              </a:rPr>
              <a:t> </a:t>
            </a:r>
            <a:r>
              <a:rPr sz="1400" dirty="0">
                <a:latin typeface="Verdana" panose="020B0604030504040204"/>
                <a:cs typeface="Verdana" panose="020B0604030504040204"/>
              </a:rPr>
              <a:t>sebagai</a:t>
            </a:r>
            <a:r>
              <a:rPr sz="1400" spc="-55" dirty="0">
                <a:latin typeface="Verdana" panose="020B0604030504040204"/>
                <a:cs typeface="Verdana" panose="020B0604030504040204"/>
              </a:rPr>
              <a:t> </a:t>
            </a:r>
            <a:r>
              <a:rPr sz="1400" spc="-80" dirty="0">
                <a:latin typeface="Verdana" panose="020B0604030504040204"/>
                <a:cs typeface="Verdana" panose="020B0604030504040204"/>
              </a:rPr>
              <a:t>UUD 	</a:t>
            </a:r>
            <a:r>
              <a:rPr sz="1400" spc="-20" dirty="0">
                <a:latin typeface="Verdana" panose="020B0604030504040204"/>
                <a:cs typeface="Verdana" panose="020B0604030504040204"/>
              </a:rPr>
              <a:t>1945</a:t>
            </a:r>
            <a:endParaRPr sz="1400">
              <a:latin typeface="Verdana" panose="020B0604030504040204"/>
              <a:cs typeface="Verdana" panose="020B0604030504040204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92100" y="4479163"/>
            <a:ext cx="2442210" cy="45148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99060" marR="5080" indent="-86995">
              <a:lnSpc>
                <a:spcPct val="100000"/>
              </a:lnSpc>
              <a:spcBef>
                <a:spcPts val="90"/>
              </a:spcBef>
              <a:buFont typeface="Arial MT"/>
              <a:buChar char="•"/>
              <a:tabLst>
                <a:tab pos="100965" algn="l"/>
              </a:tabLst>
            </a:pPr>
            <a:r>
              <a:rPr sz="1400" spc="-45" dirty="0">
                <a:latin typeface="Verdana" panose="020B0604030504040204"/>
                <a:cs typeface="Verdana" panose="020B0604030504040204"/>
              </a:rPr>
              <a:t>Memilih</a:t>
            </a:r>
            <a:r>
              <a:rPr sz="1400" spc="-40" dirty="0">
                <a:latin typeface="Verdana" panose="020B0604030504040204"/>
                <a:cs typeface="Verdana" panose="020B0604030504040204"/>
              </a:rPr>
              <a:t> </a:t>
            </a:r>
            <a:r>
              <a:rPr sz="1400" spc="-55" dirty="0">
                <a:latin typeface="Verdana" panose="020B0604030504040204"/>
                <a:cs typeface="Verdana" panose="020B0604030504040204"/>
              </a:rPr>
              <a:t>Presiden</a:t>
            </a:r>
            <a:r>
              <a:rPr sz="1400" spc="20" dirty="0">
                <a:latin typeface="Verdana" panose="020B0604030504040204"/>
                <a:cs typeface="Verdana" panose="020B0604030504040204"/>
              </a:rPr>
              <a:t> </a:t>
            </a:r>
            <a:r>
              <a:rPr sz="1400" dirty="0">
                <a:latin typeface="Verdana" panose="020B0604030504040204"/>
                <a:cs typeface="Verdana" panose="020B0604030504040204"/>
              </a:rPr>
              <a:t>dan</a:t>
            </a:r>
            <a:r>
              <a:rPr sz="1400" spc="-20" dirty="0">
                <a:latin typeface="Verdana" panose="020B0604030504040204"/>
                <a:cs typeface="Verdana" panose="020B0604030504040204"/>
              </a:rPr>
              <a:t> </a:t>
            </a:r>
            <a:r>
              <a:rPr sz="1400" spc="-50" dirty="0">
                <a:latin typeface="Verdana" panose="020B0604030504040204"/>
                <a:cs typeface="Verdana" panose="020B0604030504040204"/>
              </a:rPr>
              <a:t>Wakil 	</a:t>
            </a:r>
            <a:r>
              <a:rPr sz="1400" spc="-10" dirty="0">
                <a:latin typeface="Verdana" panose="020B0604030504040204"/>
                <a:cs typeface="Verdana" panose="020B0604030504040204"/>
              </a:rPr>
              <a:t>Presiden</a:t>
            </a:r>
            <a:endParaRPr sz="1400">
              <a:latin typeface="Verdana" panose="020B0604030504040204"/>
              <a:cs typeface="Verdana" panose="020B0604030504040204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92100" y="5143880"/>
            <a:ext cx="2771775" cy="8782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99060" marR="5080" indent="-86995">
              <a:lnSpc>
                <a:spcPct val="100000"/>
              </a:lnSpc>
              <a:spcBef>
                <a:spcPts val="90"/>
              </a:spcBef>
              <a:buFont typeface="Arial MT"/>
              <a:buChar char="•"/>
              <a:tabLst>
                <a:tab pos="100965" algn="l"/>
              </a:tabLst>
            </a:pPr>
            <a:r>
              <a:rPr sz="1400" dirty="0">
                <a:latin typeface="Verdana" panose="020B0604030504040204"/>
                <a:cs typeface="Verdana" panose="020B0604030504040204"/>
              </a:rPr>
              <a:t>Menetapkan</a:t>
            </a:r>
            <a:r>
              <a:rPr sz="1400" spc="25" dirty="0">
                <a:latin typeface="Verdana" panose="020B0604030504040204"/>
                <a:cs typeface="Verdana" panose="020B0604030504040204"/>
              </a:rPr>
              <a:t> </a:t>
            </a:r>
            <a:r>
              <a:rPr sz="1400" spc="-75" dirty="0">
                <a:latin typeface="Verdana" panose="020B0604030504040204"/>
                <a:cs typeface="Verdana" panose="020B0604030504040204"/>
              </a:rPr>
              <a:t>Berdirinya</a:t>
            </a:r>
            <a:r>
              <a:rPr sz="1400" spc="140" dirty="0">
                <a:latin typeface="Verdana" panose="020B0604030504040204"/>
                <a:cs typeface="Verdana" panose="020B0604030504040204"/>
              </a:rPr>
              <a:t> </a:t>
            </a:r>
            <a:r>
              <a:rPr sz="1400" spc="-40" dirty="0">
                <a:latin typeface="Verdana" panose="020B0604030504040204"/>
                <a:cs typeface="Verdana" panose="020B0604030504040204"/>
              </a:rPr>
              <a:t>Komite 	</a:t>
            </a:r>
            <a:r>
              <a:rPr sz="1400" spc="-30" dirty="0">
                <a:latin typeface="Verdana" panose="020B0604030504040204"/>
                <a:cs typeface="Verdana" panose="020B0604030504040204"/>
              </a:rPr>
              <a:t>Nasional</a:t>
            </a:r>
            <a:r>
              <a:rPr sz="1400" spc="-65" dirty="0">
                <a:latin typeface="Verdana" panose="020B0604030504040204"/>
                <a:cs typeface="Verdana" panose="020B0604030504040204"/>
              </a:rPr>
              <a:t> </a:t>
            </a:r>
            <a:r>
              <a:rPr sz="1400" spc="-45" dirty="0">
                <a:latin typeface="Verdana" panose="020B0604030504040204"/>
                <a:cs typeface="Verdana" panose="020B0604030504040204"/>
              </a:rPr>
              <a:t>Indonesia</a:t>
            </a:r>
            <a:r>
              <a:rPr sz="1400" spc="-60" dirty="0">
                <a:latin typeface="Verdana" panose="020B0604030504040204"/>
                <a:cs typeface="Verdana" panose="020B0604030504040204"/>
              </a:rPr>
              <a:t> </a:t>
            </a:r>
            <a:r>
              <a:rPr sz="1400" spc="-20" dirty="0">
                <a:latin typeface="Verdana" panose="020B0604030504040204"/>
                <a:cs typeface="Verdana" panose="020B0604030504040204"/>
              </a:rPr>
              <a:t>Pusat 	</a:t>
            </a:r>
            <a:r>
              <a:rPr sz="1400" dirty="0">
                <a:latin typeface="Verdana" panose="020B0604030504040204"/>
                <a:cs typeface="Verdana" panose="020B0604030504040204"/>
              </a:rPr>
              <a:t>sebagai</a:t>
            </a:r>
            <a:r>
              <a:rPr sz="1400" spc="-45" dirty="0">
                <a:latin typeface="Verdana" panose="020B0604030504040204"/>
                <a:cs typeface="Verdana" panose="020B0604030504040204"/>
              </a:rPr>
              <a:t> </a:t>
            </a:r>
            <a:r>
              <a:rPr sz="1400" spc="65" dirty="0">
                <a:latin typeface="Verdana" panose="020B0604030504040204"/>
                <a:cs typeface="Verdana" panose="020B0604030504040204"/>
              </a:rPr>
              <a:t>badan</a:t>
            </a:r>
            <a:r>
              <a:rPr sz="1400" spc="-40" dirty="0">
                <a:latin typeface="Verdana" panose="020B0604030504040204"/>
                <a:cs typeface="Verdana" panose="020B0604030504040204"/>
              </a:rPr>
              <a:t> </a:t>
            </a:r>
            <a:r>
              <a:rPr sz="1400" spc="-10" dirty="0">
                <a:latin typeface="Verdana" panose="020B0604030504040204"/>
                <a:cs typeface="Verdana" panose="020B0604030504040204"/>
              </a:rPr>
              <a:t>musyawarah 	darurat</a:t>
            </a:r>
            <a:endParaRPr sz="1400">
              <a:latin typeface="Verdana" panose="020B0604030504040204"/>
              <a:cs typeface="Verdana" panose="020B0604030504040204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984752" y="1586941"/>
            <a:ext cx="3544570" cy="51498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600" b="1" dirty="0">
                <a:latin typeface="Tahoma" panose="020B0604030504040204"/>
                <a:cs typeface="Tahoma" panose="020B0604030504040204"/>
              </a:rPr>
              <a:t>1.</a:t>
            </a:r>
            <a:r>
              <a:rPr sz="1600" b="1" spc="215" dirty="0">
                <a:latin typeface="Tahoma" panose="020B0604030504040204"/>
                <a:cs typeface="Tahoma" panose="020B0604030504040204"/>
              </a:rPr>
              <a:t> </a:t>
            </a:r>
            <a:r>
              <a:rPr sz="1600" b="1" spc="-65" dirty="0">
                <a:latin typeface="Tahoma" panose="020B0604030504040204"/>
                <a:cs typeface="Tahoma" panose="020B0604030504040204"/>
              </a:rPr>
              <a:t>Tentang</a:t>
            </a:r>
            <a:r>
              <a:rPr sz="1600" b="1" spc="-35" dirty="0">
                <a:latin typeface="Tahoma" panose="020B0604030504040204"/>
                <a:cs typeface="Tahoma" panose="020B0604030504040204"/>
              </a:rPr>
              <a:t> </a:t>
            </a:r>
            <a:r>
              <a:rPr sz="1600" b="1" dirty="0">
                <a:latin typeface="Tahoma" panose="020B0604030504040204"/>
                <a:cs typeface="Tahoma" panose="020B0604030504040204"/>
              </a:rPr>
              <a:t>daerah</a:t>
            </a:r>
            <a:r>
              <a:rPr sz="1600" b="1" spc="-15" dirty="0">
                <a:latin typeface="Tahoma" panose="020B0604030504040204"/>
                <a:cs typeface="Tahoma" panose="020B0604030504040204"/>
              </a:rPr>
              <a:t> </a:t>
            </a:r>
            <a:r>
              <a:rPr sz="1600" b="1" spc="-95" dirty="0">
                <a:latin typeface="Tahoma" panose="020B0604030504040204"/>
                <a:cs typeface="Tahoma" panose="020B0604030504040204"/>
              </a:rPr>
              <a:t>Provinsi,</a:t>
            </a:r>
            <a:r>
              <a:rPr sz="1600" b="1" spc="-35" dirty="0">
                <a:latin typeface="Tahoma" panose="020B0604030504040204"/>
                <a:cs typeface="Tahoma" panose="020B0604030504040204"/>
              </a:rPr>
              <a:t> </a:t>
            </a:r>
            <a:r>
              <a:rPr sz="1600" b="1" spc="-10" dirty="0">
                <a:latin typeface="Tahoma" panose="020B0604030504040204"/>
                <a:cs typeface="Tahoma" panose="020B0604030504040204"/>
              </a:rPr>
              <a:t>dengan</a:t>
            </a:r>
            <a:endParaRPr sz="1600">
              <a:latin typeface="Tahoma" panose="020B0604030504040204"/>
              <a:cs typeface="Tahoma" panose="020B0604030504040204"/>
            </a:endParaRPr>
          </a:p>
          <a:p>
            <a:pPr marL="277495">
              <a:lnSpc>
                <a:spcPct val="100000"/>
              </a:lnSpc>
            </a:pPr>
            <a:r>
              <a:rPr sz="1600" b="1" dirty="0">
                <a:latin typeface="Tahoma" panose="020B0604030504040204"/>
                <a:cs typeface="Tahoma" panose="020B0604030504040204"/>
              </a:rPr>
              <a:t>Pembagian</a:t>
            </a:r>
            <a:r>
              <a:rPr sz="1600" b="1" spc="-75" dirty="0">
                <a:latin typeface="Tahoma" panose="020B0604030504040204"/>
                <a:cs typeface="Tahoma" panose="020B0604030504040204"/>
              </a:rPr>
              <a:t> </a:t>
            </a:r>
            <a:r>
              <a:rPr sz="1600" b="1" spc="-50" dirty="0">
                <a:latin typeface="Tahoma" panose="020B0604030504040204"/>
                <a:cs typeface="Tahoma" panose="020B0604030504040204"/>
              </a:rPr>
              <a:t>:</a:t>
            </a:r>
            <a:endParaRPr sz="16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249928" y="2081021"/>
            <a:ext cx="1294765" cy="1892300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271780" indent="-259080">
              <a:lnSpc>
                <a:spcPct val="100000"/>
              </a:lnSpc>
              <a:spcBef>
                <a:spcPts val="485"/>
              </a:spcBef>
              <a:buAutoNum type="alphaLcPeriod"/>
              <a:tabLst>
                <a:tab pos="271780" algn="l"/>
              </a:tabLst>
            </a:pPr>
            <a:r>
              <a:rPr sz="1200" dirty="0">
                <a:latin typeface="Verdana" panose="020B0604030504040204"/>
                <a:cs typeface="Verdana" panose="020B0604030504040204"/>
              </a:rPr>
              <a:t>Jawa</a:t>
            </a:r>
            <a:r>
              <a:rPr sz="1200" spc="105" dirty="0">
                <a:latin typeface="Verdana" panose="020B0604030504040204"/>
                <a:cs typeface="Verdana" panose="020B0604030504040204"/>
              </a:rPr>
              <a:t> </a:t>
            </a:r>
            <a:r>
              <a:rPr sz="1200" spc="-10" dirty="0">
                <a:latin typeface="Verdana" panose="020B0604030504040204"/>
                <a:cs typeface="Verdana" panose="020B0604030504040204"/>
              </a:rPr>
              <a:t>Barat</a:t>
            </a:r>
            <a:endParaRPr sz="1200">
              <a:latin typeface="Verdana" panose="020B0604030504040204"/>
              <a:cs typeface="Verdana" panose="020B0604030504040204"/>
            </a:endParaRPr>
          </a:p>
          <a:p>
            <a:pPr marL="271780" indent="-259080">
              <a:lnSpc>
                <a:spcPct val="100000"/>
              </a:lnSpc>
              <a:spcBef>
                <a:spcPts val="385"/>
              </a:spcBef>
              <a:buAutoNum type="alphaLcPeriod"/>
              <a:tabLst>
                <a:tab pos="271780" algn="l"/>
              </a:tabLst>
            </a:pPr>
            <a:r>
              <a:rPr sz="1200" dirty="0">
                <a:latin typeface="Verdana" panose="020B0604030504040204"/>
                <a:cs typeface="Verdana" panose="020B0604030504040204"/>
              </a:rPr>
              <a:t>Jawa</a:t>
            </a:r>
            <a:r>
              <a:rPr sz="1200" spc="105" dirty="0">
                <a:latin typeface="Verdana" panose="020B0604030504040204"/>
                <a:cs typeface="Verdana" panose="020B0604030504040204"/>
              </a:rPr>
              <a:t> </a:t>
            </a:r>
            <a:r>
              <a:rPr sz="1200" spc="-10" dirty="0">
                <a:latin typeface="Verdana" panose="020B0604030504040204"/>
                <a:cs typeface="Verdana" panose="020B0604030504040204"/>
              </a:rPr>
              <a:t>Tengah</a:t>
            </a:r>
            <a:endParaRPr sz="1200">
              <a:latin typeface="Verdana" panose="020B0604030504040204"/>
              <a:cs typeface="Verdana" panose="020B0604030504040204"/>
            </a:endParaRPr>
          </a:p>
          <a:p>
            <a:pPr marL="271780" indent="-259080">
              <a:lnSpc>
                <a:spcPct val="100000"/>
              </a:lnSpc>
              <a:spcBef>
                <a:spcPts val="410"/>
              </a:spcBef>
              <a:buAutoNum type="alphaLcPeriod"/>
              <a:tabLst>
                <a:tab pos="271780" algn="l"/>
              </a:tabLst>
            </a:pPr>
            <a:r>
              <a:rPr sz="1200" dirty="0">
                <a:latin typeface="Verdana" panose="020B0604030504040204"/>
                <a:cs typeface="Verdana" panose="020B0604030504040204"/>
              </a:rPr>
              <a:t>Jawa</a:t>
            </a:r>
            <a:r>
              <a:rPr sz="1200" spc="105" dirty="0">
                <a:latin typeface="Verdana" panose="020B0604030504040204"/>
                <a:cs typeface="Verdana" panose="020B0604030504040204"/>
              </a:rPr>
              <a:t> </a:t>
            </a:r>
            <a:r>
              <a:rPr sz="1200" spc="-10" dirty="0">
                <a:latin typeface="Verdana" panose="020B0604030504040204"/>
                <a:cs typeface="Verdana" panose="020B0604030504040204"/>
              </a:rPr>
              <a:t>Timur</a:t>
            </a:r>
            <a:endParaRPr sz="1200">
              <a:latin typeface="Verdana" panose="020B0604030504040204"/>
              <a:cs typeface="Verdana" panose="020B0604030504040204"/>
            </a:endParaRPr>
          </a:p>
          <a:p>
            <a:pPr marL="271145" indent="-258445">
              <a:lnSpc>
                <a:spcPct val="100000"/>
              </a:lnSpc>
              <a:spcBef>
                <a:spcPts val="405"/>
              </a:spcBef>
              <a:buAutoNum type="alphaLcPeriod"/>
              <a:tabLst>
                <a:tab pos="271145" algn="l"/>
              </a:tabLst>
            </a:pPr>
            <a:r>
              <a:rPr sz="1200" spc="-10" dirty="0">
                <a:latin typeface="Verdana" panose="020B0604030504040204"/>
                <a:cs typeface="Verdana" panose="020B0604030504040204"/>
              </a:rPr>
              <a:t>Sumatera</a:t>
            </a:r>
            <a:endParaRPr sz="1200">
              <a:latin typeface="Verdana" panose="020B0604030504040204"/>
              <a:cs typeface="Verdana" panose="020B0604030504040204"/>
            </a:endParaRPr>
          </a:p>
          <a:p>
            <a:pPr marL="271780" indent="-259080">
              <a:lnSpc>
                <a:spcPct val="100000"/>
              </a:lnSpc>
              <a:spcBef>
                <a:spcPts val="390"/>
              </a:spcBef>
              <a:buAutoNum type="alphaLcPeriod"/>
              <a:tabLst>
                <a:tab pos="271780" algn="l"/>
              </a:tabLst>
            </a:pPr>
            <a:r>
              <a:rPr sz="1200" spc="-10" dirty="0">
                <a:latin typeface="Verdana" panose="020B0604030504040204"/>
                <a:cs typeface="Verdana" panose="020B0604030504040204"/>
              </a:rPr>
              <a:t>Borneo</a:t>
            </a:r>
            <a:endParaRPr sz="1200">
              <a:latin typeface="Verdana" panose="020B0604030504040204"/>
              <a:cs typeface="Verdana" panose="020B0604030504040204"/>
            </a:endParaRPr>
          </a:p>
          <a:p>
            <a:pPr marL="271145" indent="-258445">
              <a:lnSpc>
                <a:spcPct val="100000"/>
              </a:lnSpc>
              <a:spcBef>
                <a:spcPts val="405"/>
              </a:spcBef>
              <a:buAutoNum type="alphaLcPeriod"/>
              <a:tabLst>
                <a:tab pos="271145" algn="l"/>
              </a:tabLst>
            </a:pPr>
            <a:r>
              <a:rPr sz="1200" spc="-10" dirty="0">
                <a:latin typeface="Verdana" panose="020B0604030504040204"/>
                <a:cs typeface="Verdana" panose="020B0604030504040204"/>
              </a:rPr>
              <a:t>Sulawesi</a:t>
            </a:r>
            <a:endParaRPr sz="1200">
              <a:latin typeface="Verdana" panose="020B0604030504040204"/>
              <a:cs typeface="Verdana" panose="020B0604030504040204"/>
            </a:endParaRPr>
          </a:p>
          <a:p>
            <a:pPr marL="271780" indent="-259080">
              <a:lnSpc>
                <a:spcPct val="100000"/>
              </a:lnSpc>
              <a:spcBef>
                <a:spcPts val="410"/>
              </a:spcBef>
              <a:buAutoNum type="alphaLcPeriod"/>
              <a:tabLst>
                <a:tab pos="271780" algn="l"/>
              </a:tabLst>
            </a:pPr>
            <a:r>
              <a:rPr sz="1200" spc="-10" dirty="0">
                <a:latin typeface="Verdana" panose="020B0604030504040204"/>
                <a:cs typeface="Verdana" panose="020B0604030504040204"/>
              </a:rPr>
              <a:t>Maluku</a:t>
            </a:r>
            <a:endParaRPr sz="1200">
              <a:latin typeface="Verdana" panose="020B0604030504040204"/>
              <a:cs typeface="Verdana" panose="020B0604030504040204"/>
            </a:endParaRPr>
          </a:p>
          <a:p>
            <a:pPr marL="271780" indent="-259080">
              <a:lnSpc>
                <a:spcPct val="100000"/>
              </a:lnSpc>
              <a:spcBef>
                <a:spcPts val="385"/>
              </a:spcBef>
              <a:buAutoNum type="alphaLcPeriod"/>
              <a:tabLst>
                <a:tab pos="271780" algn="l"/>
              </a:tabLst>
            </a:pPr>
            <a:r>
              <a:rPr sz="1200" spc="-30" dirty="0">
                <a:latin typeface="Verdana" panose="020B0604030504040204"/>
                <a:cs typeface="Verdana" panose="020B0604030504040204"/>
              </a:rPr>
              <a:t>Sunda</a:t>
            </a:r>
            <a:r>
              <a:rPr sz="1200" spc="-75" dirty="0">
                <a:latin typeface="Verdana" panose="020B0604030504040204"/>
                <a:cs typeface="Verdana" panose="020B0604030504040204"/>
              </a:rPr>
              <a:t> </a:t>
            </a:r>
            <a:r>
              <a:rPr sz="1200" spc="-10" dirty="0">
                <a:latin typeface="Verdana" panose="020B0604030504040204"/>
                <a:cs typeface="Verdana" panose="020B0604030504040204"/>
              </a:rPr>
              <a:t>Kecil</a:t>
            </a:r>
            <a:endParaRPr sz="1200">
              <a:latin typeface="Verdana" panose="020B0604030504040204"/>
              <a:cs typeface="Verdana" panose="020B0604030504040204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146304" y="603313"/>
            <a:ext cx="6858000" cy="1777364"/>
            <a:chOff x="146304" y="603313"/>
            <a:chExt cx="6858000" cy="1777364"/>
          </a:xfrm>
        </p:grpSpPr>
        <p:sp>
          <p:nvSpPr>
            <p:cNvPr id="32" name="object 32"/>
            <p:cNvSpPr/>
            <p:nvPr/>
          </p:nvSpPr>
          <p:spPr>
            <a:xfrm>
              <a:off x="4017263" y="795528"/>
              <a:ext cx="2987040" cy="433070"/>
            </a:xfrm>
            <a:custGeom>
              <a:avLst/>
              <a:gdLst/>
              <a:ahLst/>
              <a:cxnLst/>
              <a:rect l="l" t="t" r="r" b="b"/>
              <a:pathLst>
                <a:path w="2987040" h="433069">
                  <a:moveTo>
                    <a:pt x="2914904" y="0"/>
                  </a:moveTo>
                  <a:lnTo>
                    <a:pt x="72136" y="0"/>
                  </a:lnTo>
                  <a:lnTo>
                    <a:pt x="44069" y="5714"/>
                  </a:lnTo>
                  <a:lnTo>
                    <a:pt x="21082" y="21082"/>
                  </a:lnTo>
                  <a:lnTo>
                    <a:pt x="5714" y="44069"/>
                  </a:lnTo>
                  <a:lnTo>
                    <a:pt x="0" y="72136"/>
                  </a:lnTo>
                  <a:lnTo>
                    <a:pt x="0" y="360425"/>
                  </a:lnTo>
                  <a:lnTo>
                    <a:pt x="5714" y="388493"/>
                  </a:lnTo>
                  <a:lnTo>
                    <a:pt x="21082" y="411480"/>
                  </a:lnTo>
                  <a:lnTo>
                    <a:pt x="44069" y="426847"/>
                  </a:lnTo>
                  <a:lnTo>
                    <a:pt x="72136" y="432562"/>
                  </a:lnTo>
                  <a:lnTo>
                    <a:pt x="2914904" y="432562"/>
                  </a:lnTo>
                  <a:lnTo>
                    <a:pt x="2942970" y="426847"/>
                  </a:lnTo>
                  <a:lnTo>
                    <a:pt x="2965958" y="411480"/>
                  </a:lnTo>
                  <a:lnTo>
                    <a:pt x="2981325" y="388493"/>
                  </a:lnTo>
                  <a:lnTo>
                    <a:pt x="2987040" y="360425"/>
                  </a:lnTo>
                  <a:lnTo>
                    <a:pt x="2987040" y="72136"/>
                  </a:lnTo>
                  <a:lnTo>
                    <a:pt x="2981325" y="44069"/>
                  </a:lnTo>
                  <a:lnTo>
                    <a:pt x="2965958" y="21082"/>
                  </a:lnTo>
                  <a:lnTo>
                    <a:pt x="2942970" y="5714"/>
                  </a:lnTo>
                  <a:lnTo>
                    <a:pt x="2914904" y="0"/>
                  </a:lnTo>
                  <a:close/>
                </a:path>
              </a:pathLst>
            </a:custGeom>
            <a:solidFill>
              <a:srgbClr val="1F4E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304031" y="658368"/>
              <a:ext cx="649605" cy="646430"/>
            </a:xfrm>
            <a:custGeom>
              <a:avLst/>
              <a:gdLst/>
              <a:ahLst/>
              <a:cxnLst/>
              <a:rect l="l" t="t" r="r" b="b"/>
              <a:pathLst>
                <a:path w="649604" h="646430">
                  <a:moveTo>
                    <a:pt x="324612" y="0"/>
                  </a:moveTo>
                  <a:lnTo>
                    <a:pt x="276605" y="3556"/>
                  </a:lnTo>
                  <a:lnTo>
                    <a:pt x="230885" y="13716"/>
                  </a:lnTo>
                  <a:lnTo>
                    <a:pt x="187832" y="29972"/>
                  </a:lnTo>
                  <a:lnTo>
                    <a:pt x="147827" y="52070"/>
                  </a:lnTo>
                  <a:lnTo>
                    <a:pt x="111632" y="79248"/>
                  </a:lnTo>
                  <a:lnTo>
                    <a:pt x="79628" y="111125"/>
                  </a:lnTo>
                  <a:lnTo>
                    <a:pt x="52323" y="147193"/>
                  </a:lnTo>
                  <a:lnTo>
                    <a:pt x="30225" y="186944"/>
                  </a:lnTo>
                  <a:lnTo>
                    <a:pt x="13715" y="229743"/>
                  </a:lnTo>
                  <a:lnTo>
                    <a:pt x="3555" y="275336"/>
                  </a:lnTo>
                  <a:lnTo>
                    <a:pt x="0" y="323088"/>
                  </a:lnTo>
                  <a:lnTo>
                    <a:pt x="3555" y="370840"/>
                  </a:lnTo>
                  <a:lnTo>
                    <a:pt x="13715" y="416433"/>
                  </a:lnTo>
                  <a:lnTo>
                    <a:pt x="30225" y="459232"/>
                  </a:lnTo>
                  <a:lnTo>
                    <a:pt x="52323" y="498983"/>
                  </a:lnTo>
                  <a:lnTo>
                    <a:pt x="79628" y="535051"/>
                  </a:lnTo>
                  <a:lnTo>
                    <a:pt x="111632" y="566928"/>
                  </a:lnTo>
                  <a:lnTo>
                    <a:pt x="147827" y="594106"/>
                  </a:lnTo>
                  <a:lnTo>
                    <a:pt x="187832" y="616077"/>
                  </a:lnTo>
                  <a:lnTo>
                    <a:pt x="230885" y="632460"/>
                  </a:lnTo>
                  <a:lnTo>
                    <a:pt x="276605" y="642620"/>
                  </a:lnTo>
                  <a:lnTo>
                    <a:pt x="324612" y="646176"/>
                  </a:lnTo>
                  <a:lnTo>
                    <a:pt x="372617" y="642620"/>
                  </a:lnTo>
                  <a:lnTo>
                    <a:pt x="418338" y="632460"/>
                  </a:lnTo>
                  <a:lnTo>
                    <a:pt x="461390" y="616077"/>
                  </a:lnTo>
                  <a:lnTo>
                    <a:pt x="501395" y="594106"/>
                  </a:lnTo>
                  <a:lnTo>
                    <a:pt x="537590" y="566928"/>
                  </a:lnTo>
                  <a:lnTo>
                    <a:pt x="569594" y="535051"/>
                  </a:lnTo>
                  <a:lnTo>
                    <a:pt x="596900" y="498983"/>
                  </a:lnTo>
                  <a:lnTo>
                    <a:pt x="618997" y="459232"/>
                  </a:lnTo>
                  <a:lnTo>
                    <a:pt x="635507" y="416433"/>
                  </a:lnTo>
                  <a:lnTo>
                    <a:pt x="645667" y="370840"/>
                  </a:lnTo>
                  <a:lnTo>
                    <a:pt x="649223" y="323088"/>
                  </a:lnTo>
                  <a:lnTo>
                    <a:pt x="645667" y="275336"/>
                  </a:lnTo>
                  <a:lnTo>
                    <a:pt x="635507" y="229743"/>
                  </a:lnTo>
                  <a:lnTo>
                    <a:pt x="618997" y="186944"/>
                  </a:lnTo>
                  <a:lnTo>
                    <a:pt x="596900" y="147193"/>
                  </a:lnTo>
                  <a:lnTo>
                    <a:pt x="569594" y="111125"/>
                  </a:lnTo>
                  <a:lnTo>
                    <a:pt x="537590" y="79248"/>
                  </a:lnTo>
                  <a:lnTo>
                    <a:pt x="501395" y="52070"/>
                  </a:lnTo>
                  <a:lnTo>
                    <a:pt x="461390" y="29972"/>
                  </a:lnTo>
                  <a:lnTo>
                    <a:pt x="418338" y="13716"/>
                  </a:lnTo>
                  <a:lnTo>
                    <a:pt x="372617" y="3556"/>
                  </a:lnTo>
                  <a:lnTo>
                    <a:pt x="324612" y="0"/>
                  </a:lnTo>
                  <a:close/>
                </a:path>
              </a:pathLst>
            </a:custGeom>
            <a:solidFill>
              <a:srgbClr val="E6DF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304031" y="615696"/>
              <a:ext cx="649605" cy="649605"/>
            </a:xfrm>
            <a:custGeom>
              <a:avLst/>
              <a:gdLst/>
              <a:ahLst/>
              <a:cxnLst/>
              <a:rect l="l" t="t" r="r" b="b"/>
              <a:pathLst>
                <a:path w="649604" h="649605">
                  <a:moveTo>
                    <a:pt x="0" y="324612"/>
                  </a:moveTo>
                  <a:lnTo>
                    <a:pt x="3555" y="276605"/>
                  </a:lnTo>
                  <a:lnTo>
                    <a:pt x="13715" y="230886"/>
                  </a:lnTo>
                  <a:lnTo>
                    <a:pt x="30225" y="187832"/>
                  </a:lnTo>
                  <a:lnTo>
                    <a:pt x="52323" y="147827"/>
                  </a:lnTo>
                  <a:lnTo>
                    <a:pt x="79628" y="111632"/>
                  </a:lnTo>
                  <a:lnTo>
                    <a:pt x="111632" y="79628"/>
                  </a:lnTo>
                  <a:lnTo>
                    <a:pt x="147827" y="52324"/>
                  </a:lnTo>
                  <a:lnTo>
                    <a:pt x="187832" y="30225"/>
                  </a:lnTo>
                  <a:lnTo>
                    <a:pt x="230885" y="13715"/>
                  </a:lnTo>
                  <a:lnTo>
                    <a:pt x="276605" y="3555"/>
                  </a:lnTo>
                  <a:lnTo>
                    <a:pt x="324612" y="0"/>
                  </a:lnTo>
                  <a:lnTo>
                    <a:pt x="372617" y="3555"/>
                  </a:lnTo>
                  <a:lnTo>
                    <a:pt x="418338" y="13715"/>
                  </a:lnTo>
                  <a:lnTo>
                    <a:pt x="461390" y="30225"/>
                  </a:lnTo>
                  <a:lnTo>
                    <a:pt x="501395" y="52324"/>
                  </a:lnTo>
                  <a:lnTo>
                    <a:pt x="537590" y="79628"/>
                  </a:lnTo>
                  <a:lnTo>
                    <a:pt x="569594" y="111632"/>
                  </a:lnTo>
                  <a:lnTo>
                    <a:pt x="596900" y="147827"/>
                  </a:lnTo>
                  <a:lnTo>
                    <a:pt x="618997" y="187832"/>
                  </a:lnTo>
                  <a:lnTo>
                    <a:pt x="635507" y="230886"/>
                  </a:lnTo>
                  <a:lnTo>
                    <a:pt x="645667" y="276605"/>
                  </a:lnTo>
                  <a:lnTo>
                    <a:pt x="649223" y="324612"/>
                  </a:lnTo>
                  <a:lnTo>
                    <a:pt x="645667" y="372617"/>
                  </a:lnTo>
                  <a:lnTo>
                    <a:pt x="635507" y="418338"/>
                  </a:lnTo>
                  <a:lnTo>
                    <a:pt x="618997" y="461390"/>
                  </a:lnTo>
                  <a:lnTo>
                    <a:pt x="596900" y="501395"/>
                  </a:lnTo>
                  <a:lnTo>
                    <a:pt x="569594" y="537590"/>
                  </a:lnTo>
                  <a:lnTo>
                    <a:pt x="537590" y="569594"/>
                  </a:lnTo>
                  <a:lnTo>
                    <a:pt x="501395" y="596900"/>
                  </a:lnTo>
                  <a:lnTo>
                    <a:pt x="461390" y="618998"/>
                  </a:lnTo>
                  <a:lnTo>
                    <a:pt x="418338" y="635507"/>
                  </a:lnTo>
                  <a:lnTo>
                    <a:pt x="372617" y="645667"/>
                  </a:lnTo>
                  <a:lnTo>
                    <a:pt x="324612" y="649224"/>
                  </a:lnTo>
                  <a:lnTo>
                    <a:pt x="276605" y="645667"/>
                  </a:lnTo>
                  <a:lnTo>
                    <a:pt x="230885" y="635507"/>
                  </a:lnTo>
                  <a:lnTo>
                    <a:pt x="187832" y="618998"/>
                  </a:lnTo>
                  <a:lnTo>
                    <a:pt x="147827" y="596900"/>
                  </a:lnTo>
                  <a:lnTo>
                    <a:pt x="111632" y="569594"/>
                  </a:lnTo>
                  <a:lnTo>
                    <a:pt x="79628" y="537590"/>
                  </a:lnTo>
                  <a:lnTo>
                    <a:pt x="52323" y="501395"/>
                  </a:lnTo>
                  <a:lnTo>
                    <a:pt x="30225" y="461390"/>
                  </a:lnTo>
                  <a:lnTo>
                    <a:pt x="13715" y="418338"/>
                  </a:lnTo>
                  <a:lnTo>
                    <a:pt x="3555" y="372617"/>
                  </a:lnTo>
                  <a:lnTo>
                    <a:pt x="0" y="324612"/>
                  </a:lnTo>
                  <a:close/>
                </a:path>
              </a:pathLst>
            </a:custGeom>
            <a:ln w="24384">
              <a:solidFill>
                <a:srgbClr val="402F5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374136" y="743712"/>
              <a:ext cx="548639" cy="548639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146304" y="1563623"/>
              <a:ext cx="3081655" cy="817244"/>
            </a:xfrm>
            <a:custGeom>
              <a:avLst/>
              <a:gdLst/>
              <a:ahLst/>
              <a:cxnLst/>
              <a:rect l="l" t="t" r="r" b="b"/>
              <a:pathLst>
                <a:path w="3081655" h="817244">
                  <a:moveTo>
                    <a:pt x="3037966" y="0"/>
                  </a:moveTo>
                  <a:lnTo>
                    <a:pt x="43459" y="0"/>
                  </a:lnTo>
                  <a:lnTo>
                    <a:pt x="26543" y="4699"/>
                  </a:lnTo>
                  <a:lnTo>
                    <a:pt x="12725" y="17652"/>
                  </a:lnTo>
                  <a:lnTo>
                    <a:pt x="3416" y="36702"/>
                  </a:lnTo>
                  <a:lnTo>
                    <a:pt x="0" y="60198"/>
                  </a:lnTo>
                  <a:lnTo>
                    <a:pt x="0" y="756538"/>
                  </a:lnTo>
                  <a:lnTo>
                    <a:pt x="3416" y="779906"/>
                  </a:lnTo>
                  <a:lnTo>
                    <a:pt x="12725" y="799084"/>
                  </a:lnTo>
                  <a:lnTo>
                    <a:pt x="26543" y="811911"/>
                  </a:lnTo>
                  <a:lnTo>
                    <a:pt x="43459" y="816737"/>
                  </a:lnTo>
                  <a:lnTo>
                    <a:pt x="3037966" y="816737"/>
                  </a:lnTo>
                  <a:lnTo>
                    <a:pt x="3054858" y="811911"/>
                  </a:lnTo>
                  <a:lnTo>
                    <a:pt x="3068701" y="799084"/>
                  </a:lnTo>
                  <a:lnTo>
                    <a:pt x="3077972" y="779906"/>
                  </a:lnTo>
                  <a:lnTo>
                    <a:pt x="3081401" y="756538"/>
                  </a:lnTo>
                  <a:lnTo>
                    <a:pt x="3081401" y="60198"/>
                  </a:lnTo>
                  <a:lnTo>
                    <a:pt x="3077972" y="36702"/>
                  </a:lnTo>
                  <a:lnTo>
                    <a:pt x="3068701" y="17652"/>
                  </a:lnTo>
                  <a:lnTo>
                    <a:pt x="3054858" y="4699"/>
                  </a:lnTo>
                  <a:lnTo>
                    <a:pt x="3037966" y="0"/>
                  </a:lnTo>
                  <a:close/>
                </a:path>
              </a:pathLst>
            </a:custGeom>
            <a:solidFill>
              <a:srgbClr val="DCE6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253390" y="1661871"/>
            <a:ext cx="2759710" cy="51498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600" b="1" spc="-70" dirty="0">
                <a:latin typeface="Tahoma" panose="020B0604030504040204"/>
                <a:cs typeface="Tahoma" panose="020B0604030504040204"/>
              </a:rPr>
              <a:t>Dihadiri</a:t>
            </a:r>
            <a:r>
              <a:rPr sz="1600" b="1" spc="-35" dirty="0">
                <a:latin typeface="Tahoma" panose="020B0604030504040204"/>
                <a:cs typeface="Tahoma" panose="020B0604030504040204"/>
              </a:rPr>
              <a:t> </a:t>
            </a:r>
            <a:r>
              <a:rPr sz="1600" b="1" spc="-105" dirty="0">
                <a:latin typeface="Tahoma" panose="020B0604030504040204"/>
                <a:cs typeface="Tahoma" panose="020B0604030504040204"/>
              </a:rPr>
              <a:t>27,</a:t>
            </a:r>
            <a:r>
              <a:rPr sz="1600" b="1" spc="-45" dirty="0">
                <a:latin typeface="Tahoma" panose="020B0604030504040204"/>
                <a:cs typeface="Tahoma" panose="020B0604030504040204"/>
              </a:rPr>
              <a:t> </a:t>
            </a:r>
            <a:r>
              <a:rPr sz="1600" b="1" spc="-10" dirty="0">
                <a:latin typeface="Tahoma" panose="020B0604030504040204"/>
                <a:cs typeface="Tahoma" panose="020B0604030504040204"/>
              </a:rPr>
              <a:t>menghasilkan</a:t>
            </a:r>
            <a:endParaRPr sz="1600">
              <a:latin typeface="Tahoma" panose="020B0604030504040204"/>
              <a:cs typeface="Tahoma" panose="020B0604030504040204"/>
            </a:endParaRPr>
          </a:p>
          <a:p>
            <a:pPr marL="12700">
              <a:lnSpc>
                <a:spcPct val="100000"/>
              </a:lnSpc>
            </a:pPr>
            <a:r>
              <a:rPr sz="1600" b="1" spc="-45" dirty="0">
                <a:latin typeface="Tahoma" panose="020B0604030504040204"/>
                <a:cs typeface="Tahoma" panose="020B0604030504040204"/>
              </a:rPr>
              <a:t>keputusan</a:t>
            </a:r>
            <a:r>
              <a:rPr sz="1600" b="1" spc="-30" dirty="0">
                <a:latin typeface="Tahoma" panose="020B0604030504040204"/>
                <a:cs typeface="Tahoma" panose="020B0604030504040204"/>
              </a:rPr>
              <a:t> </a:t>
            </a:r>
            <a:r>
              <a:rPr sz="1600" b="1" dirty="0">
                <a:latin typeface="Tahoma" panose="020B0604030504040204"/>
                <a:cs typeface="Tahoma" panose="020B0604030504040204"/>
              </a:rPr>
              <a:t>sebagai</a:t>
            </a:r>
            <a:r>
              <a:rPr sz="1600" b="1" spc="-5" dirty="0">
                <a:latin typeface="Tahoma" panose="020B0604030504040204"/>
                <a:cs typeface="Tahoma" panose="020B0604030504040204"/>
              </a:rPr>
              <a:t> </a:t>
            </a:r>
            <a:r>
              <a:rPr sz="1600" b="1" spc="-70" dirty="0">
                <a:latin typeface="Tahoma" panose="020B0604030504040204"/>
                <a:cs typeface="Tahoma" panose="020B0604030504040204"/>
              </a:rPr>
              <a:t>berikut</a:t>
            </a:r>
            <a:r>
              <a:rPr sz="1600" b="1" spc="-40" dirty="0">
                <a:latin typeface="Tahoma" panose="020B0604030504040204"/>
                <a:cs typeface="Tahoma" panose="020B0604030504040204"/>
              </a:rPr>
              <a:t> </a:t>
            </a:r>
            <a:r>
              <a:rPr sz="1600" b="1" spc="-50" dirty="0">
                <a:latin typeface="Tahoma" panose="020B0604030504040204"/>
                <a:cs typeface="Tahoma" panose="020B0604030504040204"/>
              </a:rPr>
              <a:t>:</a:t>
            </a:r>
            <a:endParaRPr sz="16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726304" y="844677"/>
            <a:ext cx="15817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30" dirty="0">
                <a:solidFill>
                  <a:srgbClr val="F0F0F0"/>
                </a:solidFill>
                <a:latin typeface="Tahoma" panose="020B0604030504040204"/>
                <a:cs typeface="Tahoma" panose="020B0604030504040204"/>
              </a:rPr>
              <a:t>Sidang</a:t>
            </a:r>
            <a:r>
              <a:rPr sz="1800" b="1" spc="-75" dirty="0">
                <a:solidFill>
                  <a:srgbClr val="F0F0F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800" b="1" spc="-20" dirty="0">
                <a:solidFill>
                  <a:srgbClr val="F0F0F0"/>
                </a:solidFill>
                <a:latin typeface="Tahoma" panose="020B0604030504040204"/>
                <a:cs typeface="Tahoma" panose="020B0604030504040204"/>
              </a:rPr>
              <a:t>Kedua</a:t>
            </a:r>
            <a:endParaRPr sz="18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39" name="object 39"/>
          <p:cNvSpPr txBox="1">
            <a:spLocks noGrp="1"/>
          </p:cNvSpPr>
          <p:nvPr>
            <p:ph type="title"/>
          </p:nvPr>
        </p:nvSpPr>
        <p:spPr>
          <a:xfrm>
            <a:off x="838200" y="67567"/>
            <a:ext cx="8080629" cy="748153"/>
          </a:xfrm>
          <a:prstGeom prst="rect">
            <a:avLst/>
          </a:prstGeom>
        </p:spPr>
        <p:txBody>
          <a:bodyPr vert="horz" wrap="square" lIns="0" tIns="70357" rIns="0" bIns="0" rtlCol="0">
            <a:spAutoFit/>
          </a:bodyPr>
          <a:lstStyle/>
          <a:p>
            <a:pPr marL="901700">
              <a:lnSpc>
                <a:spcPct val="100000"/>
              </a:lnSpc>
              <a:spcBef>
                <a:spcPts val="100"/>
              </a:spcBef>
            </a:pPr>
            <a:r>
              <a:rPr spc="-114" dirty="0"/>
              <a:t>SIDANG</a:t>
            </a:r>
            <a:r>
              <a:rPr spc="-30" dirty="0"/>
              <a:t> </a:t>
            </a:r>
            <a:r>
              <a:rPr spc="-320" dirty="0"/>
              <a:t>PPKI</a:t>
            </a:r>
          </a:p>
        </p:txBody>
      </p:sp>
      <p:pic>
        <p:nvPicPr>
          <p:cNvPr id="40" name="object 4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5193791" y="6650734"/>
            <a:ext cx="6995160" cy="192024"/>
          </a:xfrm>
          <a:prstGeom prst="rect">
            <a:avLst/>
          </a:prstGeom>
        </p:spPr>
      </p:pic>
      <p:grpSp>
        <p:nvGrpSpPr>
          <p:cNvPr id="41" name="object 41"/>
          <p:cNvGrpSpPr/>
          <p:nvPr/>
        </p:nvGrpSpPr>
        <p:grpSpPr>
          <a:xfrm>
            <a:off x="8607552" y="795527"/>
            <a:ext cx="3581400" cy="5694045"/>
            <a:chOff x="8607552" y="795527"/>
            <a:chExt cx="3581400" cy="5694045"/>
          </a:xfrm>
        </p:grpSpPr>
        <p:sp>
          <p:nvSpPr>
            <p:cNvPr id="42" name="object 42"/>
            <p:cNvSpPr/>
            <p:nvPr/>
          </p:nvSpPr>
          <p:spPr>
            <a:xfrm>
              <a:off x="8726424" y="1292351"/>
              <a:ext cx="3462654" cy="5196840"/>
            </a:xfrm>
            <a:custGeom>
              <a:avLst/>
              <a:gdLst/>
              <a:ahLst/>
              <a:cxnLst/>
              <a:rect l="l" t="t" r="r" b="b"/>
              <a:pathLst>
                <a:path w="3462654" h="5196840">
                  <a:moveTo>
                    <a:pt x="3372739" y="0"/>
                  </a:moveTo>
                  <a:lnTo>
                    <a:pt x="110998" y="0"/>
                  </a:lnTo>
                  <a:lnTo>
                    <a:pt x="67691" y="8762"/>
                  </a:lnTo>
                  <a:lnTo>
                    <a:pt x="32511" y="32512"/>
                  </a:lnTo>
                  <a:lnTo>
                    <a:pt x="8762" y="67818"/>
                  </a:lnTo>
                  <a:lnTo>
                    <a:pt x="0" y="110998"/>
                  </a:lnTo>
                  <a:lnTo>
                    <a:pt x="0" y="5085829"/>
                  </a:lnTo>
                  <a:lnTo>
                    <a:pt x="8762" y="5129047"/>
                  </a:lnTo>
                  <a:lnTo>
                    <a:pt x="32511" y="5164328"/>
                  </a:lnTo>
                  <a:lnTo>
                    <a:pt x="67691" y="5188115"/>
                  </a:lnTo>
                  <a:lnTo>
                    <a:pt x="110998" y="5196840"/>
                  </a:lnTo>
                  <a:lnTo>
                    <a:pt x="3372739" y="5196840"/>
                  </a:lnTo>
                  <a:lnTo>
                    <a:pt x="3416046" y="5188115"/>
                  </a:lnTo>
                  <a:lnTo>
                    <a:pt x="3451225" y="5164328"/>
                  </a:lnTo>
                  <a:lnTo>
                    <a:pt x="3462528" y="5147536"/>
                  </a:lnTo>
                  <a:lnTo>
                    <a:pt x="3462528" y="49315"/>
                  </a:lnTo>
                  <a:lnTo>
                    <a:pt x="3451225" y="32512"/>
                  </a:lnTo>
                  <a:lnTo>
                    <a:pt x="3416046" y="8762"/>
                  </a:lnTo>
                  <a:lnTo>
                    <a:pt x="3372739" y="0"/>
                  </a:lnTo>
                  <a:close/>
                </a:path>
              </a:pathLst>
            </a:custGeom>
            <a:solidFill>
              <a:srgbClr val="FFFFFF">
                <a:alpha val="6588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9083040" y="795527"/>
              <a:ext cx="2691130" cy="432434"/>
            </a:xfrm>
            <a:custGeom>
              <a:avLst/>
              <a:gdLst/>
              <a:ahLst/>
              <a:cxnLst/>
              <a:rect l="l" t="t" r="r" b="b"/>
              <a:pathLst>
                <a:path w="2691129" h="432434">
                  <a:moveTo>
                    <a:pt x="2619120" y="0"/>
                  </a:moveTo>
                  <a:lnTo>
                    <a:pt x="71881" y="0"/>
                  </a:lnTo>
                  <a:lnTo>
                    <a:pt x="43814" y="5714"/>
                  </a:lnTo>
                  <a:lnTo>
                    <a:pt x="21081" y="21082"/>
                  </a:lnTo>
                  <a:lnTo>
                    <a:pt x="5587" y="43942"/>
                  </a:lnTo>
                  <a:lnTo>
                    <a:pt x="0" y="72009"/>
                  </a:lnTo>
                  <a:lnTo>
                    <a:pt x="0" y="360299"/>
                  </a:lnTo>
                  <a:lnTo>
                    <a:pt x="5587" y="388366"/>
                  </a:lnTo>
                  <a:lnTo>
                    <a:pt x="21081" y="411225"/>
                  </a:lnTo>
                  <a:lnTo>
                    <a:pt x="43814" y="426593"/>
                  </a:lnTo>
                  <a:lnTo>
                    <a:pt x="71881" y="432308"/>
                  </a:lnTo>
                  <a:lnTo>
                    <a:pt x="2619120" y="432308"/>
                  </a:lnTo>
                  <a:lnTo>
                    <a:pt x="2647187" y="426593"/>
                  </a:lnTo>
                  <a:lnTo>
                    <a:pt x="2669920" y="411225"/>
                  </a:lnTo>
                  <a:lnTo>
                    <a:pt x="2685414" y="388366"/>
                  </a:lnTo>
                  <a:lnTo>
                    <a:pt x="2691003" y="360299"/>
                  </a:lnTo>
                  <a:lnTo>
                    <a:pt x="2691003" y="72009"/>
                  </a:lnTo>
                  <a:lnTo>
                    <a:pt x="2685414" y="43942"/>
                  </a:lnTo>
                  <a:lnTo>
                    <a:pt x="2669920" y="21082"/>
                  </a:lnTo>
                  <a:lnTo>
                    <a:pt x="2647187" y="5714"/>
                  </a:lnTo>
                  <a:lnTo>
                    <a:pt x="2619120" y="0"/>
                  </a:lnTo>
                  <a:close/>
                </a:path>
              </a:pathLst>
            </a:custGeom>
            <a:solidFill>
              <a:srgbClr val="1F4E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4" name="object 4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607552" y="798575"/>
              <a:ext cx="502920" cy="502920"/>
            </a:xfrm>
            <a:prstGeom prst="rect">
              <a:avLst/>
            </a:prstGeom>
          </p:spPr>
        </p:pic>
      </p:grpSp>
      <p:sp>
        <p:nvSpPr>
          <p:cNvPr id="45" name="object 45"/>
          <p:cNvSpPr txBox="1"/>
          <p:nvPr/>
        </p:nvSpPr>
        <p:spPr>
          <a:xfrm>
            <a:off x="8918829" y="1618869"/>
            <a:ext cx="2867660" cy="16751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0"/>
              </a:spcBef>
            </a:pPr>
            <a:r>
              <a:rPr sz="1800" spc="-60" dirty="0">
                <a:latin typeface="Verdana" panose="020B0604030504040204"/>
                <a:cs typeface="Verdana" panose="020B0604030504040204"/>
              </a:rPr>
              <a:t>Dilakukan</a:t>
            </a:r>
            <a:r>
              <a:rPr sz="1800" spc="-135" dirty="0">
                <a:latin typeface="Verdana" panose="020B0604030504040204"/>
                <a:cs typeface="Verdana" panose="020B0604030504040204"/>
              </a:rPr>
              <a:t> </a:t>
            </a:r>
            <a:r>
              <a:rPr sz="1800" spc="-10" dirty="0">
                <a:latin typeface="Verdana" panose="020B0604030504040204"/>
                <a:cs typeface="Verdana" panose="020B0604030504040204"/>
              </a:rPr>
              <a:t>pembahasan </a:t>
            </a:r>
            <a:r>
              <a:rPr sz="1800" dirty="0">
                <a:latin typeface="Verdana" panose="020B0604030504040204"/>
                <a:cs typeface="Verdana" panose="020B0604030504040204"/>
              </a:rPr>
              <a:t>terhadap</a:t>
            </a:r>
            <a:r>
              <a:rPr sz="1800" spc="-5" dirty="0">
                <a:latin typeface="Verdana" panose="020B0604030504040204"/>
                <a:cs typeface="Verdana" panose="020B0604030504040204"/>
              </a:rPr>
              <a:t> </a:t>
            </a:r>
            <a:r>
              <a:rPr sz="1800" spc="-10" dirty="0">
                <a:latin typeface="Verdana" panose="020B0604030504040204"/>
                <a:cs typeface="Verdana" panose="020B0604030504040204"/>
              </a:rPr>
              <a:t>“</a:t>
            </a:r>
            <a:r>
              <a:rPr sz="1800" b="1" spc="-10" dirty="0">
                <a:latin typeface="Tahoma" panose="020B0604030504040204"/>
                <a:cs typeface="Tahoma" panose="020B0604030504040204"/>
              </a:rPr>
              <a:t>Badan penolong</a:t>
            </a:r>
            <a:r>
              <a:rPr sz="1800" b="1" spc="-75" dirty="0">
                <a:latin typeface="Tahoma" panose="020B0604030504040204"/>
                <a:cs typeface="Tahoma" panose="020B0604030504040204"/>
              </a:rPr>
              <a:t> </a:t>
            </a:r>
            <a:r>
              <a:rPr sz="1800" b="1" spc="-10" dirty="0">
                <a:latin typeface="Tahoma" panose="020B0604030504040204"/>
                <a:cs typeface="Tahoma" panose="020B0604030504040204"/>
              </a:rPr>
              <a:t>Keluarga </a:t>
            </a:r>
            <a:r>
              <a:rPr sz="1800" b="1" spc="-40" dirty="0">
                <a:latin typeface="Tahoma" panose="020B0604030504040204"/>
                <a:cs typeface="Tahoma" panose="020B0604030504040204"/>
              </a:rPr>
              <a:t>Korban”</a:t>
            </a:r>
            <a:r>
              <a:rPr sz="1800" b="1" spc="-85" dirty="0">
                <a:latin typeface="Tahoma" panose="020B0604030504040204"/>
                <a:cs typeface="Tahoma" panose="020B0604030504040204"/>
              </a:rPr>
              <a:t> </a:t>
            </a:r>
            <a:r>
              <a:rPr sz="1800" dirty="0">
                <a:latin typeface="Verdana" panose="020B0604030504040204"/>
                <a:cs typeface="Verdana" panose="020B0604030504040204"/>
              </a:rPr>
              <a:t>Dan</a:t>
            </a:r>
            <a:r>
              <a:rPr sz="1800" spc="-100" dirty="0">
                <a:latin typeface="Verdana" panose="020B0604030504040204"/>
                <a:cs typeface="Verdana" panose="020B0604030504040204"/>
              </a:rPr>
              <a:t> </a:t>
            </a:r>
            <a:r>
              <a:rPr sz="1800" spc="-10" dirty="0">
                <a:latin typeface="Verdana" panose="020B0604030504040204"/>
                <a:cs typeface="Verdana" panose="020B0604030504040204"/>
              </a:rPr>
              <a:t>dibentuklah </a:t>
            </a:r>
            <a:r>
              <a:rPr sz="1800" b="1" dirty="0">
                <a:latin typeface="Tahoma" panose="020B0604030504040204"/>
                <a:cs typeface="Tahoma" panose="020B0604030504040204"/>
              </a:rPr>
              <a:t>Badan</a:t>
            </a:r>
            <a:r>
              <a:rPr sz="1800" b="1" spc="-55" dirty="0">
                <a:latin typeface="Tahoma" panose="020B0604030504040204"/>
                <a:cs typeface="Tahoma" panose="020B0604030504040204"/>
              </a:rPr>
              <a:t> </a:t>
            </a:r>
            <a:r>
              <a:rPr sz="1800" b="1" dirty="0">
                <a:latin typeface="Tahoma" panose="020B0604030504040204"/>
                <a:cs typeface="Tahoma" panose="020B0604030504040204"/>
              </a:rPr>
              <a:t>Keamanan</a:t>
            </a:r>
            <a:r>
              <a:rPr sz="1800" b="1" spc="-90" dirty="0">
                <a:latin typeface="Tahoma" panose="020B0604030504040204"/>
                <a:cs typeface="Tahoma" panose="020B0604030504040204"/>
              </a:rPr>
              <a:t> </a:t>
            </a:r>
            <a:r>
              <a:rPr sz="1800" b="1" spc="-30" dirty="0">
                <a:latin typeface="Tahoma" panose="020B0604030504040204"/>
                <a:cs typeface="Tahoma" panose="020B0604030504040204"/>
              </a:rPr>
              <a:t>Rakyat </a:t>
            </a:r>
            <a:r>
              <a:rPr sz="1800" b="1" spc="-10" dirty="0">
                <a:latin typeface="Tahoma" panose="020B0604030504040204"/>
                <a:cs typeface="Tahoma" panose="020B0604030504040204"/>
              </a:rPr>
              <a:t>(BKR)</a:t>
            </a:r>
            <a:endParaRPr sz="18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9590278" y="857503"/>
            <a:ext cx="15665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F0F0F0"/>
                </a:solidFill>
                <a:latin typeface="Tahoma" panose="020B0604030504040204"/>
                <a:cs typeface="Tahoma" panose="020B0604030504040204"/>
              </a:rPr>
              <a:t>Sidang</a:t>
            </a:r>
            <a:r>
              <a:rPr sz="1800" b="1" spc="-100" dirty="0">
                <a:solidFill>
                  <a:srgbClr val="F0F0F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800" b="1" spc="-25" dirty="0">
                <a:solidFill>
                  <a:srgbClr val="F0F0F0"/>
                </a:solidFill>
                <a:latin typeface="Tahoma" panose="020B0604030504040204"/>
                <a:cs typeface="Tahoma" panose="020B0604030504040204"/>
              </a:rPr>
              <a:t>Ketiga</a:t>
            </a:r>
            <a:endParaRPr sz="18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3843528" y="4203191"/>
            <a:ext cx="4685030" cy="810895"/>
          </a:xfrm>
          <a:custGeom>
            <a:avLst/>
            <a:gdLst/>
            <a:ahLst/>
            <a:cxnLst/>
            <a:rect l="l" t="t" r="r" b="b"/>
            <a:pathLst>
              <a:path w="4685030" h="810895">
                <a:moveTo>
                  <a:pt x="4580255" y="0"/>
                </a:moveTo>
                <a:lnTo>
                  <a:pt x="104267" y="0"/>
                </a:lnTo>
                <a:lnTo>
                  <a:pt x="63754" y="2285"/>
                </a:lnTo>
                <a:lnTo>
                  <a:pt x="30607" y="8381"/>
                </a:lnTo>
                <a:lnTo>
                  <a:pt x="8255" y="17525"/>
                </a:lnTo>
                <a:lnTo>
                  <a:pt x="0" y="28828"/>
                </a:lnTo>
                <a:lnTo>
                  <a:pt x="0" y="781811"/>
                </a:lnTo>
                <a:lnTo>
                  <a:pt x="8255" y="793114"/>
                </a:lnTo>
                <a:lnTo>
                  <a:pt x="30607" y="802258"/>
                </a:lnTo>
                <a:lnTo>
                  <a:pt x="63754" y="808354"/>
                </a:lnTo>
                <a:lnTo>
                  <a:pt x="104267" y="810640"/>
                </a:lnTo>
                <a:lnTo>
                  <a:pt x="4580255" y="810640"/>
                </a:lnTo>
                <a:lnTo>
                  <a:pt x="4620768" y="808354"/>
                </a:lnTo>
                <a:lnTo>
                  <a:pt x="4653915" y="802258"/>
                </a:lnTo>
                <a:lnTo>
                  <a:pt x="4676267" y="793114"/>
                </a:lnTo>
                <a:lnTo>
                  <a:pt x="4684522" y="781811"/>
                </a:lnTo>
                <a:lnTo>
                  <a:pt x="4684522" y="28828"/>
                </a:lnTo>
                <a:lnTo>
                  <a:pt x="4676267" y="17525"/>
                </a:lnTo>
                <a:lnTo>
                  <a:pt x="4653915" y="8381"/>
                </a:lnTo>
                <a:lnTo>
                  <a:pt x="4620768" y="2285"/>
                </a:lnTo>
                <a:lnTo>
                  <a:pt x="4580255" y="0"/>
                </a:lnTo>
                <a:close/>
              </a:path>
            </a:pathLst>
          </a:custGeom>
          <a:solidFill>
            <a:srgbClr val="D9949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 txBox="1"/>
          <p:nvPr/>
        </p:nvSpPr>
        <p:spPr>
          <a:xfrm>
            <a:off x="3988689" y="4343146"/>
            <a:ext cx="4004945" cy="4997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0195" marR="5080" indent="-278130">
              <a:lnSpc>
                <a:spcPct val="100000"/>
              </a:lnSpc>
              <a:spcBef>
                <a:spcPts val="105"/>
              </a:spcBef>
            </a:pPr>
            <a:r>
              <a:rPr sz="1600" b="1" dirty="0">
                <a:latin typeface="Tahoma" panose="020B0604030504040204"/>
                <a:cs typeface="Tahoma" panose="020B0604030504040204"/>
              </a:rPr>
              <a:t>2.</a:t>
            </a:r>
            <a:r>
              <a:rPr sz="1600" b="1" spc="370" dirty="0">
                <a:latin typeface="Tahoma" panose="020B0604030504040204"/>
                <a:cs typeface="Tahoma" panose="020B0604030504040204"/>
              </a:rPr>
              <a:t> </a:t>
            </a:r>
            <a:r>
              <a:rPr sz="1500" b="1" spc="-105" dirty="0">
                <a:latin typeface="Tahoma" panose="020B0604030504040204"/>
                <a:cs typeface="Tahoma" panose="020B0604030504040204"/>
              </a:rPr>
              <a:t>Untuk</a:t>
            </a:r>
            <a:r>
              <a:rPr sz="1500" b="1" spc="-45" dirty="0">
                <a:latin typeface="Tahoma" panose="020B0604030504040204"/>
                <a:cs typeface="Tahoma" panose="020B0604030504040204"/>
              </a:rPr>
              <a:t> </a:t>
            </a:r>
            <a:r>
              <a:rPr sz="1500" b="1" spc="-30" dirty="0">
                <a:latin typeface="Tahoma" panose="020B0604030504040204"/>
                <a:cs typeface="Tahoma" panose="020B0604030504040204"/>
              </a:rPr>
              <a:t>sementara</a:t>
            </a:r>
            <a:r>
              <a:rPr sz="1500" b="1" spc="-90" dirty="0">
                <a:latin typeface="Tahoma" panose="020B0604030504040204"/>
                <a:cs typeface="Tahoma" panose="020B0604030504040204"/>
              </a:rPr>
              <a:t> </a:t>
            </a:r>
            <a:r>
              <a:rPr sz="1500" b="1" spc="-65" dirty="0">
                <a:latin typeface="Tahoma" panose="020B0604030504040204"/>
                <a:cs typeface="Tahoma" panose="020B0604030504040204"/>
              </a:rPr>
              <a:t>waktu</a:t>
            </a:r>
            <a:r>
              <a:rPr sz="1500" b="1" spc="-45" dirty="0">
                <a:latin typeface="Tahoma" panose="020B0604030504040204"/>
                <a:cs typeface="Tahoma" panose="020B0604030504040204"/>
              </a:rPr>
              <a:t> </a:t>
            </a:r>
            <a:r>
              <a:rPr sz="1500" b="1" spc="-10" dirty="0">
                <a:latin typeface="Tahoma" panose="020B0604030504040204"/>
                <a:cs typeface="Tahoma" panose="020B0604030504040204"/>
              </a:rPr>
              <a:t>kedudukan </a:t>
            </a:r>
            <a:r>
              <a:rPr sz="1500" b="1" spc="-70" dirty="0">
                <a:latin typeface="Tahoma" panose="020B0604030504040204"/>
                <a:cs typeface="Tahoma" panose="020B0604030504040204"/>
              </a:rPr>
              <a:t>Kooti</a:t>
            </a:r>
            <a:r>
              <a:rPr sz="1500" b="1" spc="-15" dirty="0">
                <a:latin typeface="Tahoma" panose="020B0604030504040204"/>
                <a:cs typeface="Tahoma" panose="020B0604030504040204"/>
              </a:rPr>
              <a:t> </a:t>
            </a:r>
            <a:r>
              <a:rPr sz="1500" b="1" spc="-180" dirty="0">
                <a:latin typeface="Tahoma" panose="020B0604030504040204"/>
                <a:cs typeface="Tahoma" panose="020B0604030504040204"/>
              </a:rPr>
              <a:t>/</a:t>
            </a:r>
            <a:r>
              <a:rPr sz="1500" b="1" spc="15" dirty="0">
                <a:latin typeface="Tahoma" panose="020B0604030504040204"/>
                <a:cs typeface="Tahoma" panose="020B0604030504040204"/>
              </a:rPr>
              <a:t> </a:t>
            </a:r>
            <a:r>
              <a:rPr sz="1500" b="1" spc="-45" dirty="0">
                <a:latin typeface="Tahoma" panose="020B0604030504040204"/>
                <a:cs typeface="Tahoma" panose="020B0604030504040204"/>
              </a:rPr>
              <a:t>Kota</a:t>
            </a:r>
            <a:r>
              <a:rPr sz="1500" b="1" spc="-15" dirty="0">
                <a:latin typeface="Tahoma" panose="020B0604030504040204"/>
                <a:cs typeface="Tahoma" panose="020B0604030504040204"/>
              </a:rPr>
              <a:t> </a:t>
            </a:r>
            <a:r>
              <a:rPr sz="1500" b="1" spc="-55" dirty="0">
                <a:latin typeface="Tahoma" panose="020B0604030504040204"/>
                <a:cs typeface="Tahoma" panose="020B0604030504040204"/>
              </a:rPr>
              <a:t>diteruskan</a:t>
            </a:r>
            <a:r>
              <a:rPr sz="1500" b="1" spc="-75" dirty="0">
                <a:latin typeface="Tahoma" panose="020B0604030504040204"/>
                <a:cs typeface="Tahoma" panose="020B0604030504040204"/>
              </a:rPr>
              <a:t> </a:t>
            </a:r>
            <a:r>
              <a:rPr sz="1500" b="1" spc="-50" dirty="0">
                <a:latin typeface="Tahoma" panose="020B0604030504040204"/>
                <a:cs typeface="Tahoma" panose="020B0604030504040204"/>
              </a:rPr>
              <a:t>seperti </a:t>
            </a:r>
            <a:r>
              <a:rPr sz="1500" b="1" spc="-10" dirty="0">
                <a:latin typeface="Tahoma" panose="020B0604030504040204"/>
                <a:cs typeface="Tahoma" panose="020B0604030504040204"/>
              </a:rPr>
              <a:t>sekarang</a:t>
            </a:r>
            <a:endParaRPr sz="15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3855720" y="5178552"/>
            <a:ext cx="4685030" cy="810895"/>
          </a:xfrm>
          <a:custGeom>
            <a:avLst/>
            <a:gdLst/>
            <a:ahLst/>
            <a:cxnLst/>
            <a:rect l="l" t="t" r="r" b="b"/>
            <a:pathLst>
              <a:path w="4685030" h="810895">
                <a:moveTo>
                  <a:pt x="4580255" y="0"/>
                </a:moveTo>
                <a:lnTo>
                  <a:pt x="104266" y="0"/>
                </a:lnTo>
                <a:lnTo>
                  <a:pt x="63753" y="2286"/>
                </a:lnTo>
                <a:lnTo>
                  <a:pt x="30606" y="8381"/>
                </a:lnTo>
                <a:lnTo>
                  <a:pt x="8254" y="17525"/>
                </a:lnTo>
                <a:lnTo>
                  <a:pt x="0" y="28702"/>
                </a:lnTo>
                <a:lnTo>
                  <a:pt x="0" y="781862"/>
                </a:lnTo>
                <a:lnTo>
                  <a:pt x="8254" y="793051"/>
                </a:lnTo>
                <a:lnTo>
                  <a:pt x="30606" y="802195"/>
                </a:lnTo>
                <a:lnTo>
                  <a:pt x="63753" y="808367"/>
                </a:lnTo>
                <a:lnTo>
                  <a:pt x="104266" y="810628"/>
                </a:lnTo>
                <a:lnTo>
                  <a:pt x="4580255" y="810628"/>
                </a:lnTo>
                <a:lnTo>
                  <a:pt x="4620768" y="808367"/>
                </a:lnTo>
                <a:lnTo>
                  <a:pt x="4653914" y="802195"/>
                </a:lnTo>
                <a:lnTo>
                  <a:pt x="4676266" y="793051"/>
                </a:lnTo>
                <a:lnTo>
                  <a:pt x="4684522" y="781862"/>
                </a:lnTo>
                <a:lnTo>
                  <a:pt x="4684522" y="28702"/>
                </a:lnTo>
                <a:lnTo>
                  <a:pt x="4676266" y="17525"/>
                </a:lnTo>
                <a:lnTo>
                  <a:pt x="4653914" y="8381"/>
                </a:lnTo>
                <a:lnTo>
                  <a:pt x="4620768" y="2286"/>
                </a:lnTo>
                <a:lnTo>
                  <a:pt x="4580255" y="0"/>
                </a:lnTo>
                <a:close/>
              </a:path>
            </a:pathLst>
          </a:custGeom>
          <a:solidFill>
            <a:srgbClr val="D9949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 txBox="1"/>
          <p:nvPr/>
        </p:nvSpPr>
        <p:spPr>
          <a:xfrm>
            <a:off x="4009771" y="5354828"/>
            <a:ext cx="3656965" cy="4997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0195" marR="5080" indent="-278130">
              <a:lnSpc>
                <a:spcPct val="100000"/>
              </a:lnSpc>
              <a:spcBef>
                <a:spcPts val="105"/>
              </a:spcBef>
            </a:pPr>
            <a:r>
              <a:rPr sz="1600" b="1" dirty="0">
                <a:latin typeface="Tahoma" panose="020B0604030504040204"/>
                <a:cs typeface="Tahoma" panose="020B0604030504040204"/>
              </a:rPr>
              <a:t>3.</a:t>
            </a:r>
            <a:r>
              <a:rPr sz="1600" b="1" spc="375" dirty="0">
                <a:latin typeface="Tahoma" panose="020B0604030504040204"/>
                <a:cs typeface="Tahoma" panose="020B0604030504040204"/>
              </a:rPr>
              <a:t> </a:t>
            </a:r>
            <a:r>
              <a:rPr sz="1500" b="1" spc="-35" dirty="0">
                <a:latin typeface="Tahoma" panose="020B0604030504040204"/>
                <a:cs typeface="Tahoma" panose="020B0604030504040204"/>
              </a:rPr>
              <a:t>Dibentuknya</a:t>
            </a:r>
            <a:r>
              <a:rPr sz="1500" b="1" spc="-85" dirty="0">
                <a:latin typeface="Tahoma" panose="020B0604030504040204"/>
                <a:cs typeface="Tahoma" panose="020B0604030504040204"/>
              </a:rPr>
              <a:t> </a:t>
            </a:r>
            <a:r>
              <a:rPr sz="1500" b="1" spc="-50" dirty="0">
                <a:latin typeface="Tahoma" panose="020B0604030504040204"/>
                <a:cs typeface="Tahoma" panose="020B0604030504040204"/>
              </a:rPr>
              <a:t>Kementrian</a:t>
            </a:r>
            <a:r>
              <a:rPr sz="1500" b="1" spc="-70" dirty="0">
                <a:latin typeface="Tahoma" panose="020B0604030504040204"/>
                <a:cs typeface="Tahoma" panose="020B0604030504040204"/>
              </a:rPr>
              <a:t> </a:t>
            </a:r>
            <a:r>
              <a:rPr sz="1500" b="1" spc="-60" dirty="0">
                <a:latin typeface="Tahoma" panose="020B0604030504040204"/>
                <a:cs typeface="Tahoma" panose="020B0604030504040204"/>
              </a:rPr>
              <a:t>meliputi</a:t>
            </a:r>
            <a:r>
              <a:rPr sz="1500" b="1" spc="-55" dirty="0">
                <a:latin typeface="Tahoma" panose="020B0604030504040204"/>
                <a:cs typeface="Tahoma" panose="020B0604030504040204"/>
              </a:rPr>
              <a:t> </a:t>
            </a:r>
            <a:r>
              <a:rPr sz="1500" b="1" spc="-35" dirty="0">
                <a:latin typeface="Tahoma" panose="020B0604030504040204"/>
                <a:cs typeface="Tahoma" panose="020B0604030504040204"/>
              </a:rPr>
              <a:t>12 </a:t>
            </a:r>
            <a:r>
              <a:rPr sz="1500" b="1" spc="-10" dirty="0">
                <a:latin typeface="Tahoma" panose="020B0604030504040204"/>
                <a:cs typeface="Tahoma" panose="020B0604030504040204"/>
              </a:rPr>
              <a:t>Departemen</a:t>
            </a:r>
            <a:endParaRPr sz="15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9092183" y="3770376"/>
            <a:ext cx="2694305" cy="432434"/>
          </a:xfrm>
          <a:custGeom>
            <a:avLst/>
            <a:gdLst/>
            <a:ahLst/>
            <a:cxnLst/>
            <a:rect l="l" t="t" r="r" b="b"/>
            <a:pathLst>
              <a:path w="2694304" h="432435">
                <a:moveTo>
                  <a:pt x="2622042" y="0"/>
                </a:moveTo>
                <a:lnTo>
                  <a:pt x="72009" y="0"/>
                </a:lnTo>
                <a:lnTo>
                  <a:pt x="43942" y="5715"/>
                </a:lnTo>
                <a:lnTo>
                  <a:pt x="21082" y="21081"/>
                </a:lnTo>
                <a:lnTo>
                  <a:pt x="5588" y="43942"/>
                </a:lnTo>
                <a:lnTo>
                  <a:pt x="0" y="72009"/>
                </a:lnTo>
                <a:lnTo>
                  <a:pt x="0" y="360299"/>
                </a:lnTo>
                <a:lnTo>
                  <a:pt x="5588" y="388366"/>
                </a:lnTo>
                <a:lnTo>
                  <a:pt x="21082" y="411225"/>
                </a:lnTo>
                <a:lnTo>
                  <a:pt x="43942" y="426593"/>
                </a:lnTo>
                <a:lnTo>
                  <a:pt x="72009" y="432307"/>
                </a:lnTo>
                <a:lnTo>
                  <a:pt x="2622042" y="432307"/>
                </a:lnTo>
                <a:lnTo>
                  <a:pt x="2650109" y="426593"/>
                </a:lnTo>
                <a:lnTo>
                  <a:pt x="2672969" y="411225"/>
                </a:lnTo>
                <a:lnTo>
                  <a:pt x="2688463" y="388366"/>
                </a:lnTo>
                <a:lnTo>
                  <a:pt x="2694051" y="360299"/>
                </a:lnTo>
                <a:lnTo>
                  <a:pt x="2694051" y="72009"/>
                </a:lnTo>
                <a:lnTo>
                  <a:pt x="2688463" y="43942"/>
                </a:lnTo>
                <a:lnTo>
                  <a:pt x="2672969" y="21081"/>
                </a:lnTo>
                <a:lnTo>
                  <a:pt x="2650109" y="5715"/>
                </a:lnTo>
                <a:lnTo>
                  <a:pt x="2622042" y="0"/>
                </a:lnTo>
                <a:close/>
              </a:path>
            </a:pathLst>
          </a:custGeom>
          <a:solidFill>
            <a:srgbClr val="1F4E7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 txBox="1"/>
          <p:nvPr/>
        </p:nvSpPr>
        <p:spPr>
          <a:xfrm>
            <a:off x="9226422" y="3833621"/>
            <a:ext cx="18770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30" dirty="0">
                <a:solidFill>
                  <a:srgbClr val="F0F0F0"/>
                </a:solidFill>
                <a:latin typeface="Tahoma" panose="020B0604030504040204"/>
                <a:cs typeface="Tahoma" panose="020B0604030504040204"/>
              </a:rPr>
              <a:t>Sidang</a:t>
            </a:r>
            <a:r>
              <a:rPr sz="1800" b="1" spc="-75" dirty="0">
                <a:solidFill>
                  <a:srgbClr val="F0F0F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800" b="1" spc="-10" dirty="0">
                <a:solidFill>
                  <a:srgbClr val="F0F0F0"/>
                </a:solidFill>
                <a:latin typeface="Tahoma" panose="020B0604030504040204"/>
                <a:cs typeface="Tahoma" panose="020B0604030504040204"/>
              </a:rPr>
              <a:t>Keempat</a:t>
            </a:r>
            <a:endParaRPr sz="1800">
              <a:latin typeface="Tahoma" panose="020B0604030504040204"/>
              <a:cs typeface="Tahoma" panose="020B0604030504040204"/>
            </a:endParaRPr>
          </a:p>
        </p:txBody>
      </p:sp>
      <p:pic>
        <p:nvPicPr>
          <p:cNvPr id="53" name="object 53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8668511" y="3736847"/>
            <a:ext cx="466344" cy="496824"/>
          </a:xfrm>
          <a:prstGeom prst="rect">
            <a:avLst/>
          </a:prstGeom>
        </p:spPr>
      </p:pic>
      <p:sp>
        <p:nvSpPr>
          <p:cNvPr id="54" name="object 54"/>
          <p:cNvSpPr txBox="1"/>
          <p:nvPr/>
        </p:nvSpPr>
        <p:spPr>
          <a:xfrm>
            <a:off x="8918829" y="4399610"/>
            <a:ext cx="2858135" cy="10026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10"/>
              </a:spcBef>
            </a:pPr>
            <a:r>
              <a:rPr sz="1600" dirty="0">
                <a:latin typeface="Verdana" panose="020B0604030504040204"/>
                <a:cs typeface="Verdana" panose="020B0604030504040204"/>
              </a:rPr>
              <a:t>Membahas</a:t>
            </a:r>
            <a:r>
              <a:rPr sz="1600" spc="-90" dirty="0">
                <a:latin typeface="Verdana" panose="020B0604030504040204"/>
                <a:cs typeface="Verdana" panose="020B0604030504040204"/>
              </a:rPr>
              <a:t> </a:t>
            </a:r>
            <a:r>
              <a:rPr sz="1600" spc="80" dirty="0">
                <a:latin typeface="Verdana" panose="020B0604030504040204"/>
                <a:cs typeface="Verdana" panose="020B0604030504040204"/>
              </a:rPr>
              <a:t>agenda</a:t>
            </a:r>
            <a:r>
              <a:rPr sz="1600" spc="-110" dirty="0">
                <a:latin typeface="Verdana" panose="020B0604030504040204"/>
                <a:cs typeface="Verdana" panose="020B0604030504040204"/>
              </a:rPr>
              <a:t> </a:t>
            </a:r>
            <a:r>
              <a:rPr sz="1600" spc="-10" dirty="0">
                <a:latin typeface="Verdana" panose="020B0604030504040204"/>
                <a:cs typeface="Verdana" panose="020B0604030504040204"/>
              </a:rPr>
              <a:t>tentang </a:t>
            </a:r>
            <a:r>
              <a:rPr sz="1600" b="1" spc="-60" dirty="0">
                <a:latin typeface="Tahoma" panose="020B0604030504040204"/>
                <a:cs typeface="Tahoma" panose="020B0604030504040204"/>
              </a:rPr>
              <a:t>Komite</a:t>
            </a:r>
            <a:r>
              <a:rPr sz="1600" b="1" spc="-75" dirty="0">
                <a:latin typeface="Tahoma" panose="020B0604030504040204"/>
                <a:cs typeface="Tahoma" panose="020B0604030504040204"/>
              </a:rPr>
              <a:t> </a:t>
            </a:r>
            <a:r>
              <a:rPr sz="1600" b="1" spc="-85" dirty="0">
                <a:latin typeface="Tahoma" panose="020B0604030504040204"/>
                <a:cs typeface="Tahoma" panose="020B0604030504040204"/>
              </a:rPr>
              <a:t>Partai</a:t>
            </a:r>
            <a:r>
              <a:rPr sz="1600" b="1" spc="-5" dirty="0">
                <a:latin typeface="Tahoma" panose="020B0604030504040204"/>
                <a:cs typeface="Tahoma" panose="020B0604030504040204"/>
              </a:rPr>
              <a:t> </a:t>
            </a:r>
            <a:r>
              <a:rPr sz="1600" b="1" spc="-10" dirty="0">
                <a:latin typeface="Tahoma" panose="020B0604030504040204"/>
                <a:cs typeface="Tahoma" panose="020B0604030504040204"/>
              </a:rPr>
              <a:t>Nasional </a:t>
            </a:r>
            <a:r>
              <a:rPr sz="1600" b="1" spc="-55" dirty="0">
                <a:latin typeface="Tahoma" panose="020B0604030504040204"/>
                <a:cs typeface="Tahoma" panose="020B0604030504040204"/>
              </a:rPr>
              <a:t>Indonesia</a:t>
            </a:r>
            <a:r>
              <a:rPr sz="1600" b="1" spc="-10" dirty="0">
                <a:latin typeface="Tahoma" panose="020B0604030504040204"/>
                <a:cs typeface="Tahoma" panose="020B0604030504040204"/>
              </a:rPr>
              <a:t> </a:t>
            </a:r>
            <a:r>
              <a:rPr sz="1600" dirty="0">
                <a:latin typeface="Verdana" panose="020B0604030504040204"/>
                <a:cs typeface="Verdana" panose="020B0604030504040204"/>
              </a:rPr>
              <a:t>yang</a:t>
            </a:r>
            <a:r>
              <a:rPr sz="1600" spc="-130" dirty="0">
                <a:latin typeface="Verdana" panose="020B0604030504040204"/>
                <a:cs typeface="Verdana" panose="020B0604030504040204"/>
              </a:rPr>
              <a:t> </a:t>
            </a:r>
            <a:r>
              <a:rPr sz="1600" spc="-10" dirty="0">
                <a:latin typeface="Verdana" panose="020B0604030504040204"/>
                <a:cs typeface="Verdana" panose="020B0604030504040204"/>
              </a:rPr>
              <a:t>pusatnya berkedudukan</a:t>
            </a:r>
            <a:r>
              <a:rPr sz="1600" spc="-200" dirty="0">
                <a:latin typeface="Verdana" panose="020B0604030504040204"/>
                <a:cs typeface="Verdana" panose="020B0604030504040204"/>
              </a:rPr>
              <a:t> </a:t>
            </a:r>
            <a:r>
              <a:rPr sz="1600" spc="-10" dirty="0">
                <a:latin typeface="Verdana" panose="020B0604030504040204"/>
                <a:cs typeface="Verdana" panose="020B0604030504040204"/>
              </a:rPr>
              <a:t>di</a:t>
            </a:r>
            <a:r>
              <a:rPr sz="1600" spc="-110" dirty="0">
                <a:latin typeface="Verdana" panose="020B0604030504040204"/>
                <a:cs typeface="Verdana" panose="020B0604030504040204"/>
              </a:rPr>
              <a:t> </a:t>
            </a:r>
            <a:r>
              <a:rPr sz="1600" spc="-10" dirty="0">
                <a:latin typeface="Verdana" panose="020B0604030504040204"/>
                <a:cs typeface="Verdana" panose="020B0604030504040204"/>
              </a:rPr>
              <a:t>Jakarta</a:t>
            </a:r>
            <a:endParaRPr sz="1600">
              <a:latin typeface="Verdana" panose="020B0604030504040204"/>
              <a:cs typeface="Verdana" panose="020B0604030504040204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16768" y="240791"/>
            <a:ext cx="1139952" cy="1002791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0" y="6257544"/>
            <a:ext cx="4151629" cy="481965"/>
            <a:chOff x="0" y="6257544"/>
            <a:chExt cx="4151629" cy="481965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6257544"/>
              <a:ext cx="3532632" cy="48158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151632" y="6550152"/>
              <a:ext cx="1000125" cy="182880"/>
            </a:xfrm>
            <a:custGeom>
              <a:avLst/>
              <a:gdLst/>
              <a:ahLst/>
              <a:cxnLst/>
              <a:rect l="l" t="t" r="r" b="b"/>
              <a:pathLst>
                <a:path w="1000125" h="182879">
                  <a:moveTo>
                    <a:pt x="999617" y="0"/>
                  </a:moveTo>
                  <a:lnTo>
                    <a:pt x="0" y="0"/>
                  </a:lnTo>
                  <a:lnTo>
                    <a:pt x="0" y="182880"/>
                  </a:lnTo>
                  <a:lnTo>
                    <a:pt x="999617" y="182880"/>
                  </a:lnTo>
                  <a:lnTo>
                    <a:pt x="999617" y="0"/>
                  </a:lnTo>
                  <a:close/>
                </a:path>
              </a:pathLst>
            </a:custGeom>
            <a:solidFill>
              <a:srgbClr val="F8AC4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35279" y="274320"/>
            <a:ext cx="588264" cy="633983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10271759" y="188976"/>
            <a:ext cx="1917700" cy="1085215"/>
          </a:xfrm>
          <a:custGeom>
            <a:avLst/>
            <a:gdLst/>
            <a:ahLst/>
            <a:cxnLst/>
            <a:rect l="l" t="t" r="r" b="b"/>
            <a:pathLst>
              <a:path w="1917700" h="1085215">
                <a:moveTo>
                  <a:pt x="1917192" y="0"/>
                </a:moveTo>
                <a:lnTo>
                  <a:pt x="0" y="0"/>
                </a:lnTo>
                <a:lnTo>
                  <a:pt x="0" y="1085088"/>
                </a:lnTo>
                <a:lnTo>
                  <a:pt x="1917192" y="1085088"/>
                </a:lnTo>
                <a:lnTo>
                  <a:pt x="191719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368552" y="24543"/>
            <a:ext cx="10488167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14" dirty="0"/>
              <a:t>SIDANG</a:t>
            </a:r>
            <a:r>
              <a:rPr spc="-10" dirty="0"/>
              <a:t> </a:t>
            </a:r>
            <a:r>
              <a:rPr spc="-300" dirty="0"/>
              <a:t>PPKI</a:t>
            </a:r>
            <a:r>
              <a:rPr spc="25" dirty="0"/>
              <a:t> </a:t>
            </a:r>
            <a:r>
              <a:rPr spc="-250" dirty="0"/>
              <a:t>&amp;</a:t>
            </a:r>
            <a:r>
              <a:rPr dirty="0"/>
              <a:t> </a:t>
            </a:r>
            <a:r>
              <a:rPr spc="-155" dirty="0"/>
              <a:t>PROKLAMASI</a:t>
            </a:r>
            <a:r>
              <a:rPr spc="-10" dirty="0"/>
              <a:t> </a:t>
            </a:r>
            <a:r>
              <a:rPr spc="-140" dirty="0"/>
              <a:t>KEMERDEKAAN</a:t>
            </a:r>
            <a:r>
              <a:rPr spc="-5" dirty="0"/>
              <a:t> </a:t>
            </a:r>
            <a:r>
              <a:rPr spc="-450" dirty="0"/>
              <a:t>RI</a:t>
            </a:r>
          </a:p>
        </p:txBody>
      </p:sp>
      <p:grpSp>
        <p:nvGrpSpPr>
          <p:cNvPr id="9" name="object 9"/>
          <p:cNvGrpSpPr/>
          <p:nvPr/>
        </p:nvGrpSpPr>
        <p:grpSpPr>
          <a:xfrm>
            <a:off x="27432" y="2828544"/>
            <a:ext cx="8074025" cy="572770"/>
            <a:chOff x="27432" y="2828544"/>
            <a:chExt cx="8074025" cy="572770"/>
          </a:xfrm>
        </p:grpSpPr>
        <p:sp>
          <p:nvSpPr>
            <p:cNvPr id="10" name="object 10"/>
            <p:cNvSpPr/>
            <p:nvPr/>
          </p:nvSpPr>
          <p:spPr>
            <a:xfrm>
              <a:off x="268211" y="2917063"/>
              <a:ext cx="7833359" cy="484505"/>
            </a:xfrm>
            <a:custGeom>
              <a:avLst/>
              <a:gdLst/>
              <a:ahLst/>
              <a:cxnLst/>
              <a:rect l="l" t="t" r="r" b="b"/>
              <a:pathLst>
                <a:path w="7833359" h="484504">
                  <a:moveTo>
                    <a:pt x="7752600" y="0"/>
                  </a:moveTo>
                  <a:lnTo>
                    <a:pt x="80556" y="0"/>
                  </a:lnTo>
                  <a:lnTo>
                    <a:pt x="55092" y="4063"/>
                  </a:lnTo>
                  <a:lnTo>
                    <a:pt x="32981" y="15494"/>
                  </a:lnTo>
                  <a:lnTo>
                    <a:pt x="15544" y="33020"/>
                  </a:lnTo>
                  <a:lnTo>
                    <a:pt x="4114" y="55117"/>
                  </a:lnTo>
                  <a:lnTo>
                    <a:pt x="0" y="80645"/>
                  </a:lnTo>
                  <a:lnTo>
                    <a:pt x="0" y="403606"/>
                  </a:lnTo>
                  <a:lnTo>
                    <a:pt x="15544" y="451231"/>
                  </a:lnTo>
                  <a:lnTo>
                    <a:pt x="55092" y="480187"/>
                  </a:lnTo>
                  <a:lnTo>
                    <a:pt x="80556" y="484250"/>
                  </a:lnTo>
                  <a:lnTo>
                    <a:pt x="7752600" y="484250"/>
                  </a:lnTo>
                  <a:lnTo>
                    <a:pt x="7800098" y="468757"/>
                  </a:lnTo>
                  <a:lnTo>
                    <a:pt x="7828927" y="429133"/>
                  </a:lnTo>
                  <a:lnTo>
                    <a:pt x="7833118" y="403606"/>
                  </a:lnTo>
                  <a:lnTo>
                    <a:pt x="7833118" y="80645"/>
                  </a:lnTo>
                  <a:lnTo>
                    <a:pt x="7817497" y="33020"/>
                  </a:lnTo>
                  <a:lnTo>
                    <a:pt x="7778000" y="4063"/>
                  </a:lnTo>
                  <a:lnTo>
                    <a:pt x="7752600" y="0"/>
                  </a:lnTo>
                  <a:close/>
                </a:path>
              </a:pathLst>
            </a:custGeom>
            <a:solidFill>
              <a:srgbClr val="333D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7432" y="2828544"/>
              <a:ext cx="484631" cy="524255"/>
            </a:xfrm>
            <a:prstGeom prst="rect">
              <a:avLst/>
            </a:prstGeom>
          </p:spPr>
        </p:pic>
      </p:grpSp>
      <p:pic>
        <p:nvPicPr>
          <p:cNvPr id="12" name="object 1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968240" y="5111496"/>
            <a:ext cx="551688" cy="542543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939800" y="4414520"/>
            <a:ext cx="3218815" cy="6978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00" b="1" dirty="0">
                <a:latin typeface="Calibri" panose="020F0502020204030204"/>
                <a:cs typeface="Calibri" panose="020F0502020204030204"/>
              </a:rPr>
              <a:t>Kemanusiaan</a:t>
            </a:r>
            <a:r>
              <a:rPr sz="2200" b="1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2200" b="1" spc="-20" dirty="0">
                <a:latin typeface="Calibri" panose="020F0502020204030204"/>
                <a:cs typeface="Calibri" panose="020F0502020204030204"/>
              </a:rPr>
              <a:t>Yang</a:t>
            </a:r>
            <a:r>
              <a:rPr sz="2200" b="1" spc="-80" dirty="0">
                <a:latin typeface="Calibri" panose="020F0502020204030204"/>
                <a:cs typeface="Calibri" panose="020F0502020204030204"/>
              </a:rPr>
              <a:t> </a:t>
            </a:r>
            <a:r>
              <a:rPr sz="2200" b="1" dirty="0">
                <a:latin typeface="Calibri" panose="020F0502020204030204"/>
                <a:cs typeface="Calibri" panose="020F0502020204030204"/>
              </a:rPr>
              <a:t>Adil</a:t>
            </a:r>
            <a:r>
              <a:rPr sz="2200" b="1" spc="-75" dirty="0">
                <a:latin typeface="Calibri" panose="020F0502020204030204"/>
                <a:cs typeface="Calibri" panose="020F0502020204030204"/>
              </a:rPr>
              <a:t> </a:t>
            </a:r>
            <a:r>
              <a:rPr sz="2200" b="1" spc="-25" dirty="0">
                <a:latin typeface="Calibri" panose="020F0502020204030204"/>
                <a:cs typeface="Calibri" panose="020F0502020204030204"/>
              </a:rPr>
              <a:t>dan</a:t>
            </a:r>
            <a:endParaRPr sz="22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</a:pPr>
            <a:r>
              <a:rPr sz="2200" b="1" spc="-10" dirty="0">
                <a:latin typeface="Calibri" panose="020F0502020204030204"/>
                <a:cs typeface="Calibri" panose="020F0502020204030204"/>
              </a:rPr>
              <a:t>Beradab</a:t>
            </a:r>
            <a:endParaRPr sz="2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05357" y="5327396"/>
            <a:ext cx="2392045" cy="3619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00" b="1" dirty="0">
                <a:latin typeface="Calibri" panose="020F0502020204030204"/>
                <a:cs typeface="Calibri" panose="020F0502020204030204"/>
              </a:rPr>
              <a:t>Persatuan</a:t>
            </a:r>
            <a:r>
              <a:rPr sz="2200" b="1" spc="-110" dirty="0">
                <a:latin typeface="Calibri" panose="020F0502020204030204"/>
                <a:cs typeface="Calibri" panose="020F0502020204030204"/>
              </a:rPr>
              <a:t> </a:t>
            </a:r>
            <a:r>
              <a:rPr sz="2200" b="1" spc="-10" dirty="0">
                <a:latin typeface="Calibri" panose="020F0502020204030204"/>
                <a:cs typeface="Calibri" panose="020F0502020204030204"/>
              </a:rPr>
              <a:t>Indonesia</a:t>
            </a:r>
            <a:endParaRPr sz="2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39800" y="3671697"/>
            <a:ext cx="3084830" cy="3619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00" b="1" dirty="0">
                <a:latin typeface="Calibri" panose="020F0502020204030204"/>
                <a:cs typeface="Calibri" panose="020F0502020204030204"/>
              </a:rPr>
              <a:t>Ketuhanan</a:t>
            </a:r>
            <a:r>
              <a:rPr sz="2200" b="1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2200" b="1" spc="-20" dirty="0">
                <a:latin typeface="Calibri" panose="020F0502020204030204"/>
                <a:cs typeface="Calibri" panose="020F0502020204030204"/>
              </a:rPr>
              <a:t>Yang</a:t>
            </a:r>
            <a:r>
              <a:rPr sz="2200" b="1" spc="-100" dirty="0">
                <a:latin typeface="Calibri" panose="020F0502020204030204"/>
                <a:cs typeface="Calibri" panose="020F0502020204030204"/>
              </a:rPr>
              <a:t> </a:t>
            </a:r>
            <a:r>
              <a:rPr sz="2200" b="1" dirty="0">
                <a:latin typeface="Calibri" panose="020F0502020204030204"/>
                <a:cs typeface="Calibri" panose="020F0502020204030204"/>
              </a:rPr>
              <a:t>Maha</a:t>
            </a:r>
            <a:r>
              <a:rPr sz="2200" b="1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2200" b="1" spc="-25" dirty="0">
                <a:latin typeface="Calibri" panose="020F0502020204030204"/>
                <a:cs typeface="Calibri" panose="020F0502020204030204"/>
              </a:rPr>
              <a:t>Esa</a:t>
            </a:r>
            <a:endParaRPr sz="2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661152" y="3509213"/>
            <a:ext cx="3307079" cy="138112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 algn="just">
              <a:lnSpc>
                <a:spcPct val="101000"/>
              </a:lnSpc>
              <a:spcBef>
                <a:spcPts val="75"/>
              </a:spcBef>
            </a:pPr>
            <a:r>
              <a:rPr sz="2200" b="1" dirty="0">
                <a:latin typeface="Calibri" panose="020F0502020204030204"/>
                <a:cs typeface="Calibri" panose="020F0502020204030204"/>
              </a:rPr>
              <a:t>Kerakyatan</a:t>
            </a:r>
            <a:r>
              <a:rPr sz="2200" b="1" spc="210" dirty="0">
                <a:latin typeface="Calibri" panose="020F0502020204030204"/>
                <a:cs typeface="Calibri" panose="020F0502020204030204"/>
              </a:rPr>
              <a:t>  </a:t>
            </a:r>
            <a:r>
              <a:rPr sz="2200" b="1" dirty="0">
                <a:latin typeface="Calibri" panose="020F0502020204030204"/>
                <a:cs typeface="Calibri" panose="020F0502020204030204"/>
              </a:rPr>
              <a:t>yang</a:t>
            </a:r>
            <a:r>
              <a:rPr sz="2200" b="1" spc="220" dirty="0">
                <a:latin typeface="Calibri" panose="020F0502020204030204"/>
                <a:cs typeface="Calibri" panose="020F0502020204030204"/>
              </a:rPr>
              <a:t>  </a:t>
            </a:r>
            <a:r>
              <a:rPr sz="2200" b="1" spc="-10" dirty="0">
                <a:latin typeface="Calibri" panose="020F0502020204030204"/>
                <a:cs typeface="Calibri" panose="020F0502020204030204"/>
              </a:rPr>
              <a:t>dipimpin </a:t>
            </a:r>
            <a:r>
              <a:rPr sz="2200" b="1" dirty="0">
                <a:latin typeface="Calibri" panose="020F0502020204030204"/>
                <a:cs typeface="Calibri" panose="020F0502020204030204"/>
              </a:rPr>
              <a:t>oleh</a:t>
            </a:r>
            <a:r>
              <a:rPr sz="2200" b="1" spc="65" dirty="0">
                <a:latin typeface="Calibri" panose="020F0502020204030204"/>
                <a:cs typeface="Calibri" panose="020F0502020204030204"/>
              </a:rPr>
              <a:t>  </a:t>
            </a:r>
            <a:r>
              <a:rPr sz="2200" b="1" dirty="0">
                <a:latin typeface="Calibri" panose="020F0502020204030204"/>
                <a:cs typeface="Calibri" panose="020F0502020204030204"/>
              </a:rPr>
              <a:t>hikmat</a:t>
            </a:r>
            <a:r>
              <a:rPr sz="2200" b="1" spc="65" dirty="0">
                <a:latin typeface="Calibri" panose="020F0502020204030204"/>
                <a:cs typeface="Calibri" panose="020F0502020204030204"/>
              </a:rPr>
              <a:t>  </a:t>
            </a:r>
            <a:r>
              <a:rPr sz="2200" b="1" spc="-10" dirty="0">
                <a:latin typeface="Calibri" panose="020F0502020204030204"/>
                <a:cs typeface="Calibri" panose="020F0502020204030204"/>
              </a:rPr>
              <a:t>kebijaksanaan </a:t>
            </a:r>
            <a:r>
              <a:rPr sz="2200" b="1" dirty="0">
                <a:latin typeface="Calibri" panose="020F0502020204030204"/>
                <a:cs typeface="Calibri" panose="020F0502020204030204"/>
              </a:rPr>
              <a:t>dalam</a:t>
            </a:r>
            <a:r>
              <a:rPr sz="2200" b="1" spc="380" dirty="0">
                <a:latin typeface="Calibri" panose="020F0502020204030204"/>
                <a:cs typeface="Calibri" panose="020F0502020204030204"/>
              </a:rPr>
              <a:t>   </a:t>
            </a:r>
            <a:r>
              <a:rPr sz="2200" b="1" spc="-10" dirty="0">
                <a:latin typeface="Calibri" panose="020F0502020204030204"/>
                <a:cs typeface="Calibri" panose="020F0502020204030204"/>
              </a:rPr>
              <a:t>permusyawaratan/ perwakilan</a:t>
            </a:r>
            <a:endParaRPr sz="2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661152" y="5163692"/>
            <a:ext cx="3233420" cy="6978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00" b="1" dirty="0">
                <a:latin typeface="Calibri" panose="020F0502020204030204"/>
                <a:cs typeface="Calibri" panose="020F0502020204030204"/>
              </a:rPr>
              <a:t>Keadilan</a:t>
            </a:r>
            <a:r>
              <a:rPr sz="2200" b="1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2200" b="1" dirty="0">
                <a:latin typeface="Calibri" panose="020F0502020204030204"/>
                <a:cs typeface="Calibri" panose="020F0502020204030204"/>
              </a:rPr>
              <a:t>sosial</a:t>
            </a:r>
            <a:r>
              <a:rPr sz="2200" b="1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2200" b="1" dirty="0">
                <a:latin typeface="Calibri" panose="020F0502020204030204"/>
                <a:cs typeface="Calibri" panose="020F0502020204030204"/>
              </a:rPr>
              <a:t>bagi</a:t>
            </a:r>
            <a:r>
              <a:rPr sz="2200" b="1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2200" b="1" spc="-10" dirty="0">
                <a:latin typeface="Calibri" panose="020F0502020204030204"/>
                <a:cs typeface="Calibri" panose="020F0502020204030204"/>
              </a:rPr>
              <a:t>seluruh</a:t>
            </a:r>
            <a:endParaRPr sz="22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</a:pPr>
            <a:r>
              <a:rPr sz="2200" b="1" dirty="0">
                <a:latin typeface="Calibri" panose="020F0502020204030204"/>
                <a:cs typeface="Calibri" panose="020F0502020204030204"/>
              </a:rPr>
              <a:t>rakyat</a:t>
            </a:r>
            <a:r>
              <a:rPr sz="2200" b="1" spc="-120" dirty="0">
                <a:latin typeface="Calibri" panose="020F0502020204030204"/>
                <a:cs typeface="Calibri" panose="020F0502020204030204"/>
              </a:rPr>
              <a:t> </a:t>
            </a:r>
            <a:r>
              <a:rPr sz="2200" b="1" spc="-10" dirty="0">
                <a:latin typeface="Calibri" panose="020F0502020204030204"/>
                <a:cs typeface="Calibri" panose="020F0502020204030204"/>
              </a:rPr>
              <a:t>Indonesia</a:t>
            </a:r>
            <a:endParaRPr sz="2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84961" y="1088556"/>
            <a:ext cx="9102090" cy="15430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4930" marR="5080" indent="-62865">
              <a:lnSpc>
                <a:spcPct val="157000"/>
              </a:lnSpc>
              <a:spcBef>
                <a:spcPts val="95"/>
              </a:spcBef>
            </a:pPr>
            <a:r>
              <a:rPr sz="2400" spc="-10" dirty="0">
                <a:latin typeface="Calibri" panose="020F0502020204030204"/>
                <a:cs typeface="Calibri" panose="020F0502020204030204"/>
              </a:rPr>
              <a:t>Meresmikan</a:t>
            </a:r>
            <a:r>
              <a:rPr sz="2400" spc="-10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pembukaan</a:t>
            </a:r>
            <a:r>
              <a:rPr sz="2400" spc="-7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serta</a:t>
            </a:r>
            <a:r>
              <a:rPr sz="2400" spc="-7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batang</a:t>
            </a:r>
            <a:r>
              <a:rPr sz="2400" spc="-114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tubuh</a:t>
            </a:r>
            <a:r>
              <a:rPr sz="2400" spc="-8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Undang-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Undang</a:t>
            </a:r>
            <a:r>
              <a:rPr sz="2400" spc="-10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Dasar</a:t>
            </a:r>
            <a:r>
              <a:rPr sz="2400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1945. Melanjutkan</a:t>
            </a:r>
            <a:r>
              <a:rPr sz="2400" spc="-7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hasil</a:t>
            </a:r>
            <a:r>
              <a:rPr sz="24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kerja</a:t>
            </a:r>
            <a:r>
              <a:rPr sz="24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BPUPKI,</a:t>
            </a:r>
            <a:r>
              <a:rPr sz="24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mempersiapkan</a:t>
            </a:r>
            <a:r>
              <a:rPr sz="24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pemindahan</a:t>
            </a:r>
            <a:r>
              <a:rPr sz="2400" spc="-7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kekuasaan</a:t>
            </a:r>
            <a:endParaRPr sz="2400" dirty="0">
              <a:latin typeface="Calibri" panose="020F0502020204030204"/>
              <a:cs typeface="Calibri" panose="020F0502020204030204"/>
            </a:endParaRPr>
          </a:p>
          <a:p>
            <a:pPr marL="74930">
              <a:lnSpc>
                <a:spcPct val="100000"/>
              </a:lnSpc>
            </a:pPr>
            <a:r>
              <a:rPr sz="2400" spc="-10" dirty="0">
                <a:latin typeface="Calibri" panose="020F0502020204030204"/>
                <a:cs typeface="Calibri" panose="020F0502020204030204"/>
              </a:rPr>
              <a:t>kepada</a:t>
            </a:r>
            <a:r>
              <a:rPr sz="24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bangsa</a:t>
            </a:r>
            <a:r>
              <a:rPr sz="2400" spc="-7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Indonesia,</a:t>
            </a:r>
            <a:r>
              <a:rPr sz="2400" spc="-7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dan</a:t>
            </a:r>
            <a:r>
              <a:rPr sz="2400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Persiapan</a:t>
            </a:r>
            <a:r>
              <a:rPr sz="24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25" dirty="0">
                <a:latin typeface="Calibri" panose="020F0502020204030204"/>
                <a:cs typeface="Calibri" panose="020F0502020204030204"/>
              </a:rPr>
              <a:t>Ketatanegaraan</a:t>
            </a:r>
            <a:r>
              <a:rPr sz="2400" spc="-8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Indonesia</a:t>
            </a:r>
            <a:endParaRPr sz="2400" dirty="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393179" y="1009014"/>
            <a:ext cx="234950" cy="344805"/>
            <a:chOff x="393179" y="1009014"/>
            <a:chExt cx="234950" cy="344805"/>
          </a:xfrm>
        </p:grpSpPr>
        <p:sp>
          <p:nvSpPr>
            <p:cNvPr id="20" name="object 20"/>
            <p:cNvSpPr/>
            <p:nvPr/>
          </p:nvSpPr>
          <p:spPr>
            <a:xfrm>
              <a:off x="393179" y="1009014"/>
              <a:ext cx="234950" cy="344805"/>
            </a:xfrm>
            <a:custGeom>
              <a:avLst/>
              <a:gdLst/>
              <a:ahLst/>
              <a:cxnLst/>
              <a:rect l="l" t="t" r="r" b="b"/>
              <a:pathLst>
                <a:path w="234950" h="344805">
                  <a:moveTo>
                    <a:pt x="12788" y="0"/>
                  </a:moveTo>
                  <a:lnTo>
                    <a:pt x="10718" y="0"/>
                  </a:lnTo>
                  <a:lnTo>
                    <a:pt x="6870" y="888"/>
                  </a:lnTo>
                  <a:lnTo>
                    <a:pt x="3428" y="3175"/>
                  </a:lnTo>
                  <a:lnTo>
                    <a:pt x="952" y="6858"/>
                  </a:lnTo>
                  <a:lnTo>
                    <a:pt x="0" y="11430"/>
                  </a:lnTo>
                  <a:lnTo>
                    <a:pt x="0" y="41275"/>
                  </a:lnTo>
                  <a:lnTo>
                    <a:pt x="10515" y="63626"/>
                  </a:lnTo>
                  <a:lnTo>
                    <a:pt x="144322" y="163957"/>
                  </a:lnTo>
                  <a:lnTo>
                    <a:pt x="147675" y="167767"/>
                  </a:lnTo>
                  <a:lnTo>
                    <a:pt x="148805" y="172212"/>
                  </a:lnTo>
                  <a:lnTo>
                    <a:pt x="147675" y="176657"/>
                  </a:lnTo>
                  <a:lnTo>
                    <a:pt x="144322" y="180594"/>
                  </a:lnTo>
                  <a:lnTo>
                    <a:pt x="10515" y="280797"/>
                  </a:lnTo>
                  <a:lnTo>
                    <a:pt x="6350" y="285623"/>
                  </a:lnTo>
                  <a:lnTo>
                    <a:pt x="3022" y="290957"/>
                  </a:lnTo>
                  <a:lnTo>
                    <a:pt x="800" y="296799"/>
                  </a:lnTo>
                  <a:lnTo>
                    <a:pt x="0" y="303149"/>
                  </a:lnTo>
                  <a:lnTo>
                    <a:pt x="0" y="339851"/>
                  </a:lnTo>
                  <a:lnTo>
                    <a:pt x="5359" y="344424"/>
                  </a:lnTo>
                  <a:lnTo>
                    <a:pt x="12573" y="344424"/>
                  </a:lnTo>
                  <a:lnTo>
                    <a:pt x="14643" y="343788"/>
                  </a:lnTo>
                  <a:lnTo>
                    <a:pt x="16497" y="342011"/>
                  </a:lnTo>
                  <a:lnTo>
                    <a:pt x="229057" y="181990"/>
                  </a:lnTo>
                  <a:lnTo>
                    <a:pt x="233222" y="177673"/>
                  </a:lnTo>
                  <a:lnTo>
                    <a:pt x="234619" y="172212"/>
                  </a:lnTo>
                  <a:lnTo>
                    <a:pt x="233222" y="166750"/>
                  </a:lnTo>
                  <a:lnTo>
                    <a:pt x="229057" y="162433"/>
                  </a:lnTo>
                  <a:lnTo>
                    <a:pt x="16497" y="2286"/>
                  </a:lnTo>
                  <a:lnTo>
                    <a:pt x="14846" y="635"/>
                  </a:lnTo>
                  <a:lnTo>
                    <a:pt x="12788" y="0"/>
                  </a:lnTo>
                  <a:close/>
                </a:path>
              </a:pathLst>
            </a:custGeom>
            <a:solidFill>
              <a:srgbClr val="333D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93191" y="1133855"/>
              <a:ext cx="70104" cy="97536"/>
            </a:xfrm>
            <a:prstGeom prst="rect">
              <a:avLst/>
            </a:prstGeom>
          </p:spPr>
        </p:pic>
      </p:grpSp>
      <p:pic>
        <p:nvPicPr>
          <p:cNvPr id="22" name="object 2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52984" y="3468623"/>
            <a:ext cx="515112" cy="566927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52984" y="4434840"/>
            <a:ext cx="542544" cy="557784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31647" y="5273040"/>
            <a:ext cx="557784" cy="591312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4968240" y="3648455"/>
            <a:ext cx="551688" cy="393192"/>
          </a:xfrm>
          <a:prstGeom prst="rect">
            <a:avLst/>
          </a:prstGeom>
        </p:spPr>
      </p:pic>
      <p:sp>
        <p:nvSpPr>
          <p:cNvPr id="26" name="object 26"/>
          <p:cNvSpPr txBox="1"/>
          <p:nvPr/>
        </p:nvSpPr>
        <p:spPr>
          <a:xfrm>
            <a:off x="3622928" y="3006090"/>
            <a:ext cx="12858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7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PANCASILA</a:t>
            </a:r>
            <a:endParaRPr sz="1800">
              <a:latin typeface="Tahoma" panose="020B0604030504040204"/>
              <a:cs typeface="Tahoma" panose="020B0604030504040204"/>
            </a:endParaRPr>
          </a:p>
        </p:txBody>
      </p:sp>
      <p:pic>
        <p:nvPicPr>
          <p:cNvPr id="27" name="object 27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412089" y="1648967"/>
            <a:ext cx="234086" cy="34137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78629" y="3273299"/>
            <a:ext cx="4246880" cy="66941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0"/>
              </a:spcBef>
            </a:pPr>
            <a:r>
              <a:rPr sz="4250" i="0" spc="-290" dirty="0">
                <a:latin typeface="Tahoma" panose="020B0604030504040204"/>
                <a:cs typeface="Tahoma" panose="020B0604030504040204"/>
              </a:rPr>
              <a:t>THANK</a:t>
            </a:r>
            <a:r>
              <a:rPr sz="4250" i="0" spc="-20" dirty="0">
                <a:latin typeface="Tahoma" panose="020B0604030504040204"/>
                <a:cs typeface="Tahoma" panose="020B0604030504040204"/>
              </a:rPr>
              <a:t> </a:t>
            </a:r>
            <a:r>
              <a:rPr sz="4250" i="0" spc="-25" dirty="0">
                <a:latin typeface="Tahoma" panose="020B0604030504040204"/>
                <a:cs typeface="Tahoma" panose="020B0604030504040204"/>
              </a:rPr>
              <a:t>YOU</a:t>
            </a:r>
            <a:endParaRPr sz="4250" dirty="0">
              <a:latin typeface="Tahoma" panose="020B0604030504040204"/>
              <a:cs typeface="Tahoma" panose="020B060403050404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3708</TotalTime>
  <Words>1240</Words>
  <Application>Microsoft Office PowerPoint</Application>
  <PresentationFormat>Widescreen</PresentationFormat>
  <Paragraphs>214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7" baseType="lpstr">
      <vt:lpstr>Arial</vt:lpstr>
      <vt:lpstr>Arial MT</vt:lpstr>
      <vt:lpstr>CALI</vt:lpstr>
      <vt:lpstr>Calibri</vt:lpstr>
      <vt:lpstr>Calibri Light</vt:lpstr>
      <vt:lpstr>Tahoma</vt:lpstr>
      <vt:lpstr>Times New Roman</vt:lpstr>
      <vt:lpstr>Verdana</vt:lpstr>
      <vt:lpstr>Wingdings</vt:lpstr>
      <vt:lpstr>Office Theme</vt:lpstr>
      <vt:lpstr>PowerPoint Presentation</vt:lpstr>
      <vt:lpstr>PowerPoint Presentation</vt:lpstr>
      <vt:lpstr>Dalam perjalanan sejarah bangsa Indonesia, sesungguhnya nilai-nilai Pancasila sebagai pandangan hidup bangsa sudah terwujud dalam kehidupan bermasyarakat sejak sebelum Pancasila sebagai dasar negara dirumuskan dalam satu sistem nilai. Sejak zaman dahulu, wilayah-wilayah di nusantara ini mempunyai beberapa nilai yang dipegang teguh oleh masyarakatnya, sebagai contoh:  Percaya kepada Tuhan dan toleran Gotong royong Musyawarah Solidaritas atau kesetiakawanan sosial, dan sebagainya</vt:lpstr>
      <vt:lpstr>PowerPoint Presentation</vt:lpstr>
      <vt:lpstr>PowerPoint Presentation</vt:lpstr>
      <vt:lpstr>ZAMAN KUTAI</vt:lpstr>
      <vt:lpstr>ZAMAN KERAJAAN SRIWIJAYA</vt:lpstr>
      <vt:lpstr>ZAMAN KERAJAAN MAJAPAHIT</vt:lpstr>
      <vt:lpstr>PowerPoint Presentation</vt:lpstr>
      <vt:lpstr>KEBANGKITAN NASIONAL</vt:lpstr>
      <vt:lpstr>PowerPoint Presentation</vt:lpstr>
      <vt:lpstr>PowerPoint Presentation</vt:lpstr>
      <vt:lpstr>SIDANG BPUPKI 1</vt:lpstr>
      <vt:lpstr>SIDANG BPUPKI II</vt:lpstr>
      <vt:lpstr>SIDANG PPKI</vt:lpstr>
      <vt:lpstr>SIDANG PPKI &amp; PROKLAMASI KEMERDEKAAN RI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X240</cp:lastModifiedBy>
  <cp:revision>4</cp:revision>
  <dcterms:created xsi:type="dcterms:W3CDTF">2025-09-07T12:05:09Z</dcterms:created>
  <dcterms:modified xsi:type="dcterms:W3CDTF">2025-09-24T03:13:38Z</dcterms:modified>
</cp:coreProperties>
</file>