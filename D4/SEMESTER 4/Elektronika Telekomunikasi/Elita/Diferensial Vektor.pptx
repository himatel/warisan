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14" r:id="rId4"/>
  </p:sldMasterIdLst>
  <p:sldIdLst>
    <p:sldId id="305" r:id="rId5"/>
    <p:sldId id="309" r:id="rId6"/>
    <p:sldId id="317" r:id="rId7"/>
    <p:sldId id="310" r:id="rId8"/>
    <p:sldId id="311" r:id="rId9"/>
    <p:sldId id="318" r:id="rId10"/>
    <p:sldId id="306" r:id="rId11"/>
    <p:sldId id="312" r:id="rId12"/>
    <p:sldId id="319" r:id="rId13"/>
    <p:sldId id="307" r:id="rId14"/>
    <p:sldId id="308" r:id="rId15"/>
    <p:sldId id="32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66" d="100"/>
          <a:sy n="66" d="100"/>
        </p:scale>
        <p:origin x="-596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01108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52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AE507A8-A5CF-4D38-AB86-7EDDA87A85D4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889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556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31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96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58901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41787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7/15/2021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444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38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350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73ED0CC-082F-4160-86E5-0D6041F12778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01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f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9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25">
            <a:extLst>
              <a:ext uri="{FF2B5EF4-FFF2-40B4-BE49-F238E27FC236}">
                <a16:creationId xmlns:a16="http://schemas.microsoft.com/office/drawing/2014/main" xmlns="" id="{8363C3DA-5063-4048-965B-F5FDB35CCC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xmlns="" id="{4BE79ECB-20D1-486E-B39D-0F98D69BEB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9">
            <a:extLst>
              <a:ext uri="{FF2B5EF4-FFF2-40B4-BE49-F238E27FC236}">
                <a16:creationId xmlns:a16="http://schemas.microsoft.com/office/drawing/2014/main" xmlns="" id="{E2F1DBD8-7930-4EF6-AF8F-F6A6743036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885470" y="1110053"/>
            <a:ext cx="3386371" cy="458030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0102" y="1432223"/>
            <a:ext cx="2818417" cy="3357976"/>
          </a:xfrm>
        </p:spPr>
        <p:txBody>
          <a:bodyPr>
            <a:normAutofit/>
          </a:bodyPr>
          <a:lstStyle/>
          <a:p>
            <a:r>
              <a:rPr lang="en-US" sz="4800" dirty="0"/>
              <a:t>DIFERENSIAL</a:t>
            </a:r>
            <a:br>
              <a:rPr lang="en-US" sz="4800" dirty="0"/>
            </a:br>
            <a:r>
              <a:rPr lang="en-US" sz="4800" dirty="0"/>
              <a:t>VEKTOR</a:t>
            </a:r>
          </a:p>
        </p:txBody>
      </p:sp>
      <p:sp>
        <p:nvSpPr>
          <p:cNvPr id="41" name="Rectangle 31">
            <a:extLst>
              <a:ext uri="{FF2B5EF4-FFF2-40B4-BE49-F238E27FC236}">
                <a16:creationId xmlns:a16="http://schemas.microsoft.com/office/drawing/2014/main" xmlns="" id="{F39044D3-8725-4D57-BD64-A96E7C271A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33">
            <a:extLst>
              <a:ext uri="{FF2B5EF4-FFF2-40B4-BE49-F238E27FC236}">
                <a16:creationId xmlns:a16="http://schemas.microsoft.com/office/drawing/2014/main" xmlns="" id="{8DCC089B-F750-4C12-822F-DF53F4DD36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43" name="Oval 34">
              <a:extLst>
                <a:ext uri="{FF2B5EF4-FFF2-40B4-BE49-F238E27FC236}">
                  <a16:creationId xmlns:a16="http://schemas.microsoft.com/office/drawing/2014/main" xmlns="" id="{3CDC7132-9021-4F21-AE5A-9B9B90C9827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44" name="Oval 35">
              <a:extLst>
                <a:ext uri="{FF2B5EF4-FFF2-40B4-BE49-F238E27FC236}">
                  <a16:creationId xmlns:a16="http://schemas.microsoft.com/office/drawing/2014/main" xmlns="" id="{00D011B8-BF69-4B6B-B3D2-F1BA771086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xmlns="" id="{8E5D9D09-72EE-41F9-AA24-44AF7B01D9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121" r="-1" b="1319"/>
          <a:stretch/>
        </p:blipFill>
        <p:spPr>
          <a:xfrm>
            <a:off x="920833" y="1328839"/>
            <a:ext cx="6647395" cy="413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576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CC71E0E-CFA0-4C68-87A2-681E01D78049}"/>
              </a:ext>
            </a:extLst>
          </p:cNvPr>
          <p:cNvSpPr txBox="1"/>
          <p:nvPr/>
        </p:nvSpPr>
        <p:spPr>
          <a:xfrm>
            <a:off x="269765" y="98432"/>
            <a:ext cx="6011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Tentang</a:t>
            </a:r>
            <a:r>
              <a:rPr lang="en-US" sz="2400" dirty="0"/>
              <a:t> </a:t>
            </a:r>
            <a:r>
              <a:rPr lang="en-US" sz="2400" dirty="0" err="1"/>
              <a:t>Fluks</a:t>
            </a:r>
            <a:r>
              <a:rPr lang="en-US" sz="2400" dirty="0"/>
              <a:t> </a:t>
            </a:r>
            <a:r>
              <a:rPr lang="en-US" sz="2400" dirty="0" err="1"/>
              <a:t>Magnetik</a:t>
            </a:r>
            <a:endParaRPr lang="en-ID" sz="24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099E3A22-5D4D-4B8C-B438-87C599BBFE4B}"/>
              </a:ext>
            </a:extLst>
          </p:cNvPr>
          <p:cNvSpPr/>
          <p:nvPr/>
        </p:nvSpPr>
        <p:spPr>
          <a:xfrm>
            <a:off x="915998" y="1273880"/>
            <a:ext cx="3076882" cy="4933879"/>
          </a:xfrm>
          <a:custGeom>
            <a:avLst/>
            <a:gdLst>
              <a:gd name="connsiteX0" fmla="*/ 0 w 2154769"/>
              <a:gd name="connsiteY0" fmla="*/ 3226676 h 3226676"/>
              <a:gd name="connsiteX1" fmla="*/ 21021 w 2154769"/>
              <a:gd name="connsiteY1" fmla="*/ 3174124 h 3226676"/>
              <a:gd name="connsiteX2" fmla="*/ 63062 w 2154769"/>
              <a:gd name="connsiteY2" fmla="*/ 3090041 h 3226676"/>
              <a:gd name="connsiteX3" fmla="*/ 73573 w 2154769"/>
              <a:gd name="connsiteY3" fmla="*/ 3058510 h 3226676"/>
              <a:gd name="connsiteX4" fmla="*/ 115614 w 2154769"/>
              <a:gd name="connsiteY4" fmla="*/ 2984938 h 3226676"/>
              <a:gd name="connsiteX5" fmla="*/ 126124 w 2154769"/>
              <a:gd name="connsiteY5" fmla="*/ 2953407 h 3226676"/>
              <a:gd name="connsiteX6" fmla="*/ 168166 w 2154769"/>
              <a:gd name="connsiteY6" fmla="*/ 2869324 h 3226676"/>
              <a:gd name="connsiteX7" fmla="*/ 210207 w 2154769"/>
              <a:gd name="connsiteY7" fmla="*/ 2764220 h 3226676"/>
              <a:gd name="connsiteX8" fmla="*/ 231228 w 2154769"/>
              <a:gd name="connsiteY8" fmla="*/ 2732689 h 3226676"/>
              <a:gd name="connsiteX9" fmla="*/ 273269 w 2154769"/>
              <a:gd name="connsiteY9" fmla="*/ 2648607 h 3226676"/>
              <a:gd name="connsiteX10" fmla="*/ 294290 w 2154769"/>
              <a:gd name="connsiteY10" fmla="*/ 2617076 h 3226676"/>
              <a:gd name="connsiteX11" fmla="*/ 315310 w 2154769"/>
              <a:gd name="connsiteY11" fmla="*/ 2575034 h 3226676"/>
              <a:gd name="connsiteX12" fmla="*/ 346842 w 2154769"/>
              <a:gd name="connsiteY12" fmla="*/ 2543503 h 3226676"/>
              <a:gd name="connsiteX13" fmla="*/ 409904 w 2154769"/>
              <a:gd name="connsiteY13" fmla="*/ 2459420 h 3226676"/>
              <a:gd name="connsiteX14" fmla="*/ 462455 w 2154769"/>
              <a:gd name="connsiteY14" fmla="*/ 2375338 h 3226676"/>
              <a:gd name="connsiteX15" fmla="*/ 504497 w 2154769"/>
              <a:gd name="connsiteY15" fmla="*/ 2301765 h 3226676"/>
              <a:gd name="connsiteX16" fmla="*/ 557048 w 2154769"/>
              <a:gd name="connsiteY16" fmla="*/ 2259724 h 3226676"/>
              <a:gd name="connsiteX17" fmla="*/ 588579 w 2154769"/>
              <a:gd name="connsiteY17" fmla="*/ 2217683 h 3226676"/>
              <a:gd name="connsiteX18" fmla="*/ 620110 w 2154769"/>
              <a:gd name="connsiteY18" fmla="*/ 2186152 h 3226676"/>
              <a:gd name="connsiteX19" fmla="*/ 704193 w 2154769"/>
              <a:gd name="connsiteY19" fmla="*/ 2070538 h 3226676"/>
              <a:gd name="connsiteX20" fmla="*/ 777766 w 2154769"/>
              <a:gd name="connsiteY20" fmla="*/ 1996965 h 3226676"/>
              <a:gd name="connsiteX21" fmla="*/ 830317 w 2154769"/>
              <a:gd name="connsiteY21" fmla="*/ 1923393 h 3226676"/>
              <a:gd name="connsiteX22" fmla="*/ 882869 w 2154769"/>
              <a:gd name="connsiteY22" fmla="*/ 1881352 h 3226676"/>
              <a:gd name="connsiteX23" fmla="*/ 998483 w 2154769"/>
              <a:gd name="connsiteY23" fmla="*/ 1744717 h 3226676"/>
              <a:gd name="connsiteX24" fmla="*/ 1030014 w 2154769"/>
              <a:gd name="connsiteY24" fmla="*/ 1713186 h 3226676"/>
              <a:gd name="connsiteX25" fmla="*/ 1051035 w 2154769"/>
              <a:gd name="connsiteY25" fmla="*/ 1681655 h 3226676"/>
              <a:gd name="connsiteX26" fmla="*/ 1082566 w 2154769"/>
              <a:gd name="connsiteY26" fmla="*/ 1650124 h 3226676"/>
              <a:gd name="connsiteX27" fmla="*/ 1103586 w 2154769"/>
              <a:gd name="connsiteY27" fmla="*/ 1618593 h 3226676"/>
              <a:gd name="connsiteX28" fmla="*/ 1135117 w 2154769"/>
              <a:gd name="connsiteY28" fmla="*/ 1608083 h 3226676"/>
              <a:gd name="connsiteX29" fmla="*/ 1208690 w 2154769"/>
              <a:gd name="connsiteY29" fmla="*/ 1524000 h 3226676"/>
              <a:gd name="connsiteX30" fmla="*/ 1250731 w 2154769"/>
              <a:gd name="connsiteY30" fmla="*/ 1471448 h 3226676"/>
              <a:gd name="connsiteX31" fmla="*/ 1387366 w 2154769"/>
              <a:gd name="connsiteY31" fmla="*/ 1345324 h 3226676"/>
              <a:gd name="connsiteX32" fmla="*/ 1471448 w 2154769"/>
              <a:gd name="connsiteY32" fmla="*/ 1250731 h 3226676"/>
              <a:gd name="connsiteX33" fmla="*/ 1545021 w 2154769"/>
              <a:gd name="connsiteY33" fmla="*/ 1187669 h 3226676"/>
              <a:gd name="connsiteX34" fmla="*/ 1576552 w 2154769"/>
              <a:gd name="connsiteY34" fmla="*/ 1145627 h 3226676"/>
              <a:gd name="connsiteX35" fmla="*/ 1618593 w 2154769"/>
              <a:gd name="connsiteY35" fmla="*/ 1082565 h 3226676"/>
              <a:gd name="connsiteX36" fmla="*/ 1660635 w 2154769"/>
              <a:gd name="connsiteY36" fmla="*/ 1040524 h 3226676"/>
              <a:gd name="connsiteX37" fmla="*/ 1692166 w 2154769"/>
              <a:gd name="connsiteY37" fmla="*/ 998483 h 3226676"/>
              <a:gd name="connsiteX38" fmla="*/ 1713186 w 2154769"/>
              <a:gd name="connsiteY38" fmla="*/ 966952 h 3226676"/>
              <a:gd name="connsiteX39" fmla="*/ 1744717 w 2154769"/>
              <a:gd name="connsiteY39" fmla="*/ 956441 h 3226676"/>
              <a:gd name="connsiteX40" fmla="*/ 1776248 w 2154769"/>
              <a:gd name="connsiteY40" fmla="*/ 924910 h 3226676"/>
              <a:gd name="connsiteX41" fmla="*/ 1839310 w 2154769"/>
              <a:gd name="connsiteY41" fmla="*/ 819807 h 3226676"/>
              <a:gd name="connsiteX42" fmla="*/ 1902373 w 2154769"/>
              <a:gd name="connsiteY42" fmla="*/ 756745 h 3226676"/>
              <a:gd name="connsiteX43" fmla="*/ 1933904 w 2154769"/>
              <a:gd name="connsiteY43" fmla="*/ 693683 h 3226676"/>
              <a:gd name="connsiteX44" fmla="*/ 1965435 w 2154769"/>
              <a:gd name="connsiteY44" fmla="*/ 672662 h 3226676"/>
              <a:gd name="connsiteX45" fmla="*/ 2017986 w 2154769"/>
              <a:gd name="connsiteY45" fmla="*/ 567558 h 3226676"/>
              <a:gd name="connsiteX46" fmla="*/ 2028497 w 2154769"/>
              <a:gd name="connsiteY46" fmla="*/ 536027 h 3226676"/>
              <a:gd name="connsiteX47" fmla="*/ 2070538 w 2154769"/>
              <a:gd name="connsiteY47" fmla="*/ 462455 h 3226676"/>
              <a:gd name="connsiteX48" fmla="*/ 2112579 w 2154769"/>
              <a:gd name="connsiteY48" fmla="*/ 315310 h 3226676"/>
              <a:gd name="connsiteX49" fmla="*/ 2123090 w 2154769"/>
              <a:gd name="connsiteY49" fmla="*/ 273269 h 3226676"/>
              <a:gd name="connsiteX50" fmla="*/ 2144110 w 2154769"/>
              <a:gd name="connsiteY50" fmla="*/ 189186 h 3226676"/>
              <a:gd name="connsiteX51" fmla="*/ 2154621 w 2154769"/>
              <a:gd name="connsiteY51" fmla="*/ 0 h 3226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154769" h="3226676">
                <a:moveTo>
                  <a:pt x="0" y="3226676"/>
                </a:moveTo>
                <a:cubicBezTo>
                  <a:pt x="7007" y="3209159"/>
                  <a:pt x="13115" y="3191254"/>
                  <a:pt x="21021" y="3174124"/>
                </a:cubicBezTo>
                <a:cubicBezTo>
                  <a:pt x="34152" y="3145672"/>
                  <a:pt x="53152" y="3119769"/>
                  <a:pt x="63062" y="3090041"/>
                </a:cubicBezTo>
                <a:cubicBezTo>
                  <a:pt x="66566" y="3079531"/>
                  <a:pt x="69209" y="3068693"/>
                  <a:pt x="73573" y="3058510"/>
                </a:cubicBezTo>
                <a:cubicBezTo>
                  <a:pt x="89576" y="3021169"/>
                  <a:pt x="94501" y="3016607"/>
                  <a:pt x="115614" y="2984938"/>
                </a:cubicBezTo>
                <a:cubicBezTo>
                  <a:pt x="119117" y="2974428"/>
                  <a:pt x="121540" y="2963493"/>
                  <a:pt x="126124" y="2953407"/>
                </a:cubicBezTo>
                <a:cubicBezTo>
                  <a:pt x="139091" y="2924880"/>
                  <a:pt x="158257" y="2899052"/>
                  <a:pt x="168166" y="2869324"/>
                </a:cubicBezTo>
                <a:cubicBezTo>
                  <a:pt x="185393" y="2817642"/>
                  <a:pt x="185463" y="2807522"/>
                  <a:pt x="210207" y="2764220"/>
                </a:cubicBezTo>
                <a:cubicBezTo>
                  <a:pt x="216474" y="2753252"/>
                  <a:pt x="225179" y="2743778"/>
                  <a:pt x="231228" y="2732689"/>
                </a:cubicBezTo>
                <a:cubicBezTo>
                  <a:pt x="246233" y="2705180"/>
                  <a:pt x="255887" y="2674680"/>
                  <a:pt x="273269" y="2648607"/>
                </a:cubicBezTo>
                <a:cubicBezTo>
                  <a:pt x="280276" y="2638097"/>
                  <a:pt x="288023" y="2628044"/>
                  <a:pt x="294290" y="2617076"/>
                </a:cubicBezTo>
                <a:cubicBezTo>
                  <a:pt x="302063" y="2603472"/>
                  <a:pt x="306203" y="2587784"/>
                  <a:pt x="315310" y="2575034"/>
                </a:cubicBezTo>
                <a:cubicBezTo>
                  <a:pt x="323950" y="2562939"/>
                  <a:pt x="337429" y="2555007"/>
                  <a:pt x="346842" y="2543503"/>
                </a:cubicBezTo>
                <a:cubicBezTo>
                  <a:pt x="369027" y="2516388"/>
                  <a:pt x="388883" y="2487448"/>
                  <a:pt x="409904" y="2459420"/>
                </a:cubicBezTo>
                <a:cubicBezTo>
                  <a:pt x="440085" y="2419179"/>
                  <a:pt x="443217" y="2420226"/>
                  <a:pt x="462455" y="2375338"/>
                </a:cubicBezTo>
                <a:cubicBezTo>
                  <a:pt x="480492" y="2333251"/>
                  <a:pt x="463178" y="2343085"/>
                  <a:pt x="504497" y="2301765"/>
                </a:cubicBezTo>
                <a:cubicBezTo>
                  <a:pt x="520359" y="2285903"/>
                  <a:pt x="541186" y="2275586"/>
                  <a:pt x="557048" y="2259724"/>
                </a:cubicBezTo>
                <a:cubicBezTo>
                  <a:pt x="569434" y="2247338"/>
                  <a:pt x="577179" y="2230983"/>
                  <a:pt x="588579" y="2217683"/>
                </a:cubicBezTo>
                <a:cubicBezTo>
                  <a:pt x="598252" y="2206398"/>
                  <a:pt x="610594" y="2197571"/>
                  <a:pt x="620110" y="2186152"/>
                </a:cubicBezTo>
                <a:cubicBezTo>
                  <a:pt x="678797" y="2115727"/>
                  <a:pt x="582985" y="2191746"/>
                  <a:pt x="704193" y="2070538"/>
                </a:cubicBezTo>
                <a:cubicBezTo>
                  <a:pt x="728717" y="2046014"/>
                  <a:pt x="758528" y="2025823"/>
                  <a:pt x="777766" y="1996965"/>
                </a:cubicBezTo>
                <a:cubicBezTo>
                  <a:pt x="789703" y="1979059"/>
                  <a:pt x="817277" y="1936433"/>
                  <a:pt x="830317" y="1923393"/>
                </a:cubicBezTo>
                <a:cubicBezTo>
                  <a:pt x="846180" y="1907531"/>
                  <a:pt x="866102" y="1896256"/>
                  <a:pt x="882869" y="1881352"/>
                </a:cubicBezTo>
                <a:cubicBezTo>
                  <a:pt x="992240" y="1784133"/>
                  <a:pt x="833966" y="1909234"/>
                  <a:pt x="998483" y="1744717"/>
                </a:cubicBezTo>
                <a:cubicBezTo>
                  <a:pt x="1008993" y="1734207"/>
                  <a:pt x="1020498" y="1724605"/>
                  <a:pt x="1030014" y="1713186"/>
                </a:cubicBezTo>
                <a:cubicBezTo>
                  <a:pt x="1038101" y="1703482"/>
                  <a:pt x="1042948" y="1691359"/>
                  <a:pt x="1051035" y="1681655"/>
                </a:cubicBezTo>
                <a:cubicBezTo>
                  <a:pt x="1060551" y="1670236"/>
                  <a:pt x="1073050" y="1661543"/>
                  <a:pt x="1082566" y="1650124"/>
                </a:cubicBezTo>
                <a:cubicBezTo>
                  <a:pt x="1090653" y="1640420"/>
                  <a:pt x="1093722" y="1626484"/>
                  <a:pt x="1103586" y="1618593"/>
                </a:cubicBezTo>
                <a:cubicBezTo>
                  <a:pt x="1112237" y="1611672"/>
                  <a:pt x="1124607" y="1611586"/>
                  <a:pt x="1135117" y="1608083"/>
                </a:cubicBezTo>
                <a:cubicBezTo>
                  <a:pt x="1201194" y="1497954"/>
                  <a:pt x="1128410" y="1604280"/>
                  <a:pt x="1208690" y="1524000"/>
                </a:cubicBezTo>
                <a:cubicBezTo>
                  <a:pt x="1224553" y="1508137"/>
                  <a:pt x="1234868" y="1487311"/>
                  <a:pt x="1250731" y="1471448"/>
                </a:cubicBezTo>
                <a:cubicBezTo>
                  <a:pt x="1311070" y="1411109"/>
                  <a:pt x="1328351" y="1433849"/>
                  <a:pt x="1387366" y="1345324"/>
                </a:cubicBezTo>
                <a:cubicBezTo>
                  <a:pt x="1424876" y="1289058"/>
                  <a:pt x="1399454" y="1322725"/>
                  <a:pt x="1471448" y="1250731"/>
                </a:cubicBezTo>
                <a:cubicBezTo>
                  <a:pt x="1522422" y="1199757"/>
                  <a:pt x="1497000" y="1219682"/>
                  <a:pt x="1545021" y="1187669"/>
                </a:cubicBezTo>
                <a:cubicBezTo>
                  <a:pt x="1555531" y="1173655"/>
                  <a:pt x="1566507" y="1159978"/>
                  <a:pt x="1576552" y="1145627"/>
                </a:cubicBezTo>
                <a:cubicBezTo>
                  <a:pt x="1591040" y="1124930"/>
                  <a:pt x="1600729" y="1100429"/>
                  <a:pt x="1618593" y="1082565"/>
                </a:cubicBezTo>
                <a:cubicBezTo>
                  <a:pt x="1632607" y="1068551"/>
                  <a:pt x="1647584" y="1055439"/>
                  <a:pt x="1660635" y="1040524"/>
                </a:cubicBezTo>
                <a:cubicBezTo>
                  <a:pt x="1672170" y="1027341"/>
                  <a:pt x="1681984" y="1012737"/>
                  <a:pt x="1692166" y="998483"/>
                </a:cubicBezTo>
                <a:cubicBezTo>
                  <a:pt x="1699508" y="988204"/>
                  <a:pt x="1703322" y="974843"/>
                  <a:pt x="1713186" y="966952"/>
                </a:cubicBezTo>
                <a:cubicBezTo>
                  <a:pt x="1721837" y="960031"/>
                  <a:pt x="1734207" y="959945"/>
                  <a:pt x="1744717" y="956441"/>
                </a:cubicBezTo>
                <a:cubicBezTo>
                  <a:pt x="1755227" y="945931"/>
                  <a:pt x="1767608" y="937005"/>
                  <a:pt x="1776248" y="924910"/>
                </a:cubicBezTo>
                <a:cubicBezTo>
                  <a:pt x="1817714" y="866859"/>
                  <a:pt x="1773830" y="885286"/>
                  <a:pt x="1839310" y="819807"/>
                </a:cubicBezTo>
                <a:lnTo>
                  <a:pt x="1902373" y="756745"/>
                </a:lnTo>
                <a:cubicBezTo>
                  <a:pt x="1910921" y="731099"/>
                  <a:pt x="1913528" y="714059"/>
                  <a:pt x="1933904" y="693683"/>
                </a:cubicBezTo>
                <a:cubicBezTo>
                  <a:pt x="1942836" y="684751"/>
                  <a:pt x="1954925" y="679669"/>
                  <a:pt x="1965435" y="672662"/>
                </a:cubicBezTo>
                <a:cubicBezTo>
                  <a:pt x="1991994" y="592981"/>
                  <a:pt x="1973161" y="627326"/>
                  <a:pt x="2017986" y="567558"/>
                </a:cubicBezTo>
                <a:cubicBezTo>
                  <a:pt x="2021490" y="557048"/>
                  <a:pt x="2024133" y="546210"/>
                  <a:pt x="2028497" y="536027"/>
                </a:cubicBezTo>
                <a:cubicBezTo>
                  <a:pt x="2044500" y="498686"/>
                  <a:pt x="2049425" y="494124"/>
                  <a:pt x="2070538" y="462455"/>
                </a:cubicBezTo>
                <a:cubicBezTo>
                  <a:pt x="2100698" y="371977"/>
                  <a:pt x="2086181" y="420901"/>
                  <a:pt x="2112579" y="315310"/>
                </a:cubicBezTo>
                <a:cubicBezTo>
                  <a:pt x="2116082" y="301296"/>
                  <a:pt x="2120257" y="287434"/>
                  <a:pt x="2123090" y="273269"/>
                </a:cubicBezTo>
                <a:cubicBezTo>
                  <a:pt x="2135773" y="209853"/>
                  <a:pt x="2127951" y="237665"/>
                  <a:pt x="2144110" y="189186"/>
                </a:cubicBezTo>
                <a:cubicBezTo>
                  <a:pt x="2156841" y="49149"/>
                  <a:pt x="2154621" y="112269"/>
                  <a:pt x="2154621" y="0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083E41D6-8CCD-47AF-814E-8CFB7AB63627}"/>
              </a:ext>
            </a:extLst>
          </p:cNvPr>
          <p:cNvSpPr/>
          <p:nvPr/>
        </p:nvSpPr>
        <p:spPr>
          <a:xfrm>
            <a:off x="3370382" y="2393598"/>
            <a:ext cx="298892" cy="319258"/>
          </a:xfrm>
          <a:custGeom>
            <a:avLst/>
            <a:gdLst>
              <a:gd name="connsiteX0" fmla="*/ 0 w 534329"/>
              <a:gd name="connsiteY0" fmla="*/ 636998 h 636998"/>
              <a:gd name="connsiteX1" fmla="*/ 51371 w 534329"/>
              <a:gd name="connsiteY1" fmla="*/ 606175 h 636998"/>
              <a:gd name="connsiteX2" fmla="*/ 82193 w 534329"/>
              <a:gd name="connsiteY2" fmla="*/ 585627 h 636998"/>
              <a:gd name="connsiteX3" fmla="*/ 113016 w 534329"/>
              <a:gd name="connsiteY3" fmla="*/ 575353 h 636998"/>
              <a:gd name="connsiteX4" fmla="*/ 143838 w 534329"/>
              <a:gd name="connsiteY4" fmla="*/ 554805 h 636998"/>
              <a:gd name="connsiteX5" fmla="*/ 195209 w 534329"/>
              <a:gd name="connsiteY5" fmla="*/ 513708 h 636998"/>
              <a:gd name="connsiteX6" fmla="*/ 215757 w 534329"/>
              <a:gd name="connsiteY6" fmla="*/ 482886 h 636998"/>
              <a:gd name="connsiteX7" fmla="*/ 236306 w 534329"/>
              <a:gd name="connsiteY7" fmla="*/ 421241 h 636998"/>
              <a:gd name="connsiteX8" fmla="*/ 256854 w 534329"/>
              <a:gd name="connsiteY8" fmla="*/ 400692 h 636998"/>
              <a:gd name="connsiteX9" fmla="*/ 297951 w 534329"/>
              <a:gd name="connsiteY9" fmla="*/ 339047 h 636998"/>
              <a:gd name="connsiteX10" fmla="*/ 339047 w 534329"/>
              <a:gd name="connsiteY10" fmla="*/ 215758 h 636998"/>
              <a:gd name="connsiteX11" fmla="*/ 349321 w 534329"/>
              <a:gd name="connsiteY11" fmla="*/ 184935 h 636998"/>
              <a:gd name="connsiteX12" fmla="*/ 390418 w 534329"/>
              <a:gd name="connsiteY12" fmla="*/ 143838 h 636998"/>
              <a:gd name="connsiteX13" fmla="*/ 421240 w 534329"/>
              <a:gd name="connsiteY13" fmla="*/ 113016 h 636998"/>
              <a:gd name="connsiteX14" fmla="*/ 452063 w 534329"/>
              <a:gd name="connsiteY14" fmla="*/ 102742 h 636998"/>
              <a:gd name="connsiteX15" fmla="*/ 513708 w 534329"/>
              <a:gd name="connsiteY15" fmla="*/ 30823 h 636998"/>
              <a:gd name="connsiteX16" fmla="*/ 534256 w 534329"/>
              <a:gd name="connsiteY16" fmla="*/ 0 h 63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34329" h="636998">
                <a:moveTo>
                  <a:pt x="0" y="636998"/>
                </a:moveTo>
                <a:cubicBezTo>
                  <a:pt x="17124" y="626724"/>
                  <a:pt x="34437" y="616759"/>
                  <a:pt x="51371" y="606175"/>
                </a:cubicBezTo>
                <a:cubicBezTo>
                  <a:pt x="61842" y="599631"/>
                  <a:pt x="71149" y="591149"/>
                  <a:pt x="82193" y="585627"/>
                </a:cubicBezTo>
                <a:cubicBezTo>
                  <a:pt x="91880" y="580784"/>
                  <a:pt x="102742" y="578778"/>
                  <a:pt x="113016" y="575353"/>
                </a:cubicBezTo>
                <a:cubicBezTo>
                  <a:pt x="123290" y="568504"/>
                  <a:pt x="134196" y="562519"/>
                  <a:pt x="143838" y="554805"/>
                </a:cubicBezTo>
                <a:cubicBezTo>
                  <a:pt x="217036" y="496246"/>
                  <a:pt x="100345" y="576951"/>
                  <a:pt x="195209" y="513708"/>
                </a:cubicBezTo>
                <a:cubicBezTo>
                  <a:pt x="202058" y="503434"/>
                  <a:pt x="210742" y="494170"/>
                  <a:pt x="215757" y="482886"/>
                </a:cubicBezTo>
                <a:cubicBezTo>
                  <a:pt x="224554" y="463093"/>
                  <a:pt x="220990" y="436557"/>
                  <a:pt x="236306" y="421241"/>
                </a:cubicBezTo>
                <a:cubicBezTo>
                  <a:pt x="243155" y="414391"/>
                  <a:pt x="251042" y="408441"/>
                  <a:pt x="256854" y="400692"/>
                </a:cubicBezTo>
                <a:cubicBezTo>
                  <a:pt x="271672" y="380935"/>
                  <a:pt x="297951" y="339047"/>
                  <a:pt x="297951" y="339047"/>
                </a:cubicBezTo>
                <a:lnTo>
                  <a:pt x="339047" y="215758"/>
                </a:lnTo>
                <a:cubicBezTo>
                  <a:pt x="342472" y="205484"/>
                  <a:pt x="341663" y="192593"/>
                  <a:pt x="349321" y="184935"/>
                </a:cubicBezTo>
                <a:lnTo>
                  <a:pt x="390418" y="143838"/>
                </a:lnTo>
                <a:cubicBezTo>
                  <a:pt x="400692" y="133564"/>
                  <a:pt x="407456" y="117611"/>
                  <a:pt x="421240" y="113016"/>
                </a:cubicBezTo>
                <a:lnTo>
                  <a:pt x="452063" y="102742"/>
                </a:lnTo>
                <a:cubicBezTo>
                  <a:pt x="550982" y="3823"/>
                  <a:pt x="451125" y="109053"/>
                  <a:pt x="513708" y="30823"/>
                </a:cubicBezTo>
                <a:cubicBezTo>
                  <a:pt x="536678" y="2111"/>
                  <a:pt x="534256" y="21991"/>
                  <a:pt x="534256" y="0"/>
                </a:cubicBezTo>
              </a:path>
            </a:pathLst>
          </a:custGeom>
          <a:noFill/>
          <a:ln w="571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780A519-56B6-4A4D-8D18-ABFEBF6D1FC2}"/>
              </a:ext>
            </a:extLst>
          </p:cNvPr>
          <p:cNvSpPr txBox="1"/>
          <p:nvPr/>
        </p:nvSpPr>
        <p:spPr>
          <a:xfrm rot="2246951">
            <a:off x="3254027" y="2470820"/>
            <a:ext cx="8779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</a:t>
            </a:r>
            <a:endParaRPr lang="en-ID" sz="28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DE51DD10-47DF-4833-85C3-2BA759C91310}"/>
              </a:ext>
            </a:extLst>
          </p:cNvPr>
          <p:cNvSpPr/>
          <p:nvPr/>
        </p:nvSpPr>
        <p:spPr>
          <a:xfrm>
            <a:off x="1468430" y="2951480"/>
            <a:ext cx="2078060" cy="1559560"/>
          </a:xfrm>
          <a:custGeom>
            <a:avLst/>
            <a:gdLst>
              <a:gd name="connsiteX0" fmla="*/ 40640 w 1341120"/>
              <a:gd name="connsiteY0" fmla="*/ 0 h 955040"/>
              <a:gd name="connsiteX1" fmla="*/ 10160 w 1341120"/>
              <a:gd name="connsiteY1" fmla="*/ 111760 h 955040"/>
              <a:gd name="connsiteX2" fmla="*/ 0 w 1341120"/>
              <a:gd name="connsiteY2" fmla="*/ 142240 h 955040"/>
              <a:gd name="connsiteX3" fmla="*/ 20320 w 1341120"/>
              <a:gd name="connsiteY3" fmla="*/ 487680 h 955040"/>
              <a:gd name="connsiteX4" fmla="*/ 40640 w 1341120"/>
              <a:gd name="connsiteY4" fmla="*/ 548640 h 955040"/>
              <a:gd name="connsiteX5" fmla="*/ 50800 w 1341120"/>
              <a:gd name="connsiteY5" fmla="*/ 579120 h 955040"/>
              <a:gd name="connsiteX6" fmla="*/ 71120 w 1341120"/>
              <a:gd name="connsiteY6" fmla="*/ 609600 h 955040"/>
              <a:gd name="connsiteX7" fmla="*/ 132080 w 1341120"/>
              <a:gd name="connsiteY7" fmla="*/ 731520 h 955040"/>
              <a:gd name="connsiteX8" fmla="*/ 193040 w 1341120"/>
              <a:gd name="connsiteY8" fmla="*/ 792480 h 955040"/>
              <a:gd name="connsiteX9" fmla="*/ 254000 w 1341120"/>
              <a:gd name="connsiteY9" fmla="*/ 833120 h 955040"/>
              <a:gd name="connsiteX10" fmla="*/ 284480 w 1341120"/>
              <a:gd name="connsiteY10" fmla="*/ 853440 h 955040"/>
              <a:gd name="connsiteX11" fmla="*/ 314960 w 1341120"/>
              <a:gd name="connsiteY11" fmla="*/ 883920 h 955040"/>
              <a:gd name="connsiteX12" fmla="*/ 406400 w 1341120"/>
              <a:gd name="connsiteY12" fmla="*/ 914400 h 955040"/>
              <a:gd name="connsiteX13" fmla="*/ 436880 w 1341120"/>
              <a:gd name="connsiteY13" fmla="*/ 924560 h 955040"/>
              <a:gd name="connsiteX14" fmla="*/ 467360 w 1341120"/>
              <a:gd name="connsiteY14" fmla="*/ 944880 h 955040"/>
              <a:gd name="connsiteX15" fmla="*/ 558800 w 1341120"/>
              <a:gd name="connsiteY15" fmla="*/ 955040 h 955040"/>
              <a:gd name="connsiteX16" fmla="*/ 894080 w 1341120"/>
              <a:gd name="connsiteY16" fmla="*/ 944880 h 955040"/>
              <a:gd name="connsiteX17" fmla="*/ 924560 w 1341120"/>
              <a:gd name="connsiteY17" fmla="*/ 934720 h 955040"/>
              <a:gd name="connsiteX18" fmla="*/ 995680 w 1341120"/>
              <a:gd name="connsiteY18" fmla="*/ 914400 h 955040"/>
              <a:gd name="connsiteX19" fmla="*/ 1026160 w 1341120"/>
              <a:gd name="connsiteY19" fmla="*/ 894080 h 955040"/>
              <a:gd name="connsiteX20" fmla="*/ 1056640 w 1341120"/>
              <a:gd name="connsiteY20" fmla="*/ 883920 h 955040"/>
              <a:gd name="connsiteX21" fmla="*/ 1117600 w 1341120"/>
              <a:gd name="connsiteY21" fmla="*/ 853440 h 955040"/>
              <a:gd name="connsiteX22" fmla="*/ 1198880 w 1341120"/>
              <a:gd name="connsiteY22" fmla="*/ 782320 h 955040"/>
              <a:gd name="connsiteX23" fmla="*/ 1198880 w 1341120"/>
              <a:gd name="connsiteY23" fmla="*/ 782320 h 955040"/>
              <a:gd name="connsiteX24" fmla="*/ 1229360 w 1341120"/>
              <a:gd name="connsiteY24" fmla="*/ 741680 h 955040"/>
              <a:gd name="connsiteX25" fmla="*/ 1249680 w 1341120"/>
              <a:gd name="connsiteY25" fmla="*/ 711200 h 955040"/>
              <a:gd name="connsiteX26" fmla="*/ 1280160 w 1341120"/>
              <a:gd name="connsiteY26" fmla="*/ 680720 h 955040"/>
              <a:gd name="connsiteX27" fmla="*/ 1320800 w 1341120"/>
              <a:gd name="connsiteY27" fmla="*/ 589280 h 955040"/>
              <a:gd name="connsiteX28" fmla="*/ 1341120 w 1341120"/>
              <a:gd name="connsiteY28" fmla="*/ 558800 h 95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341120" h="955040">
                <a:moveTo>
                  <a:pt x="40640" y="0"/>
                </a:moveTo>
                <a:cubicBezTo>
                  <a:pt x="26279" y="71803"/>
                  <a:pt x="35941" y="34417"/>
                  <a:pt x="10160" y="111760"/>
                </a:cubicBezTo>
                <a:lnTo>
                  <a:pt x="0" y="142240"/>
                </a:lnTo>
                <a:cubicBezTo>
                  <a:pt x="669" y="158296"/>
                  <a:pt x="6629" y="414661"/>
                  <a:pt x="20320" y="487680"/>
                </a:cubicBezTo>
                <a:cubicBezTo>
                  <a:pt x="24267" y="508732"/>
                  <a:pt x="33867" y="528320"/>
                  <a:pt x="40640" y="548640"/>
                </a:cubicBezTo>
                <a:cubicBezTo>
                  <a:pt x="44027" y="558800"/>
                  <a:pt x="44859" y="570209"/>
                  <a:pt x="50800" y="579120"/>
                </a:cubicBezTo>
                <a:cubicBezTo>
                  <a:pt x="57573" y="589280"/>
                  <a:pt x="66161" y="598442"/>
                  <a:pt x="71120" y="609600"/>
                </a:cubicBezTo>
                <a:cubicBezTo>
                  <a:pt x="97563" y="669096"/>
                  <a:pt x="81383" y="680823"/>
                  <a:pt x="132080" y="731520"/>
                </a:cubicBezTo>
                <a:cubicBezTo>
                  <a:pt x="152400" y="751840"/>
                  <a:pt x="169130" y="776540"/>
                  <a:pt x="193040" y="792480"/>
                </a:cubicBezTo>
                <a:lnTo>
                  <a:pt x="254000" y="833120"/>
                </a:lnTo>
                <a:cubicBezTo>
                  <a:pt x="264160" y="839893"/>
                  <a:pt x="275846" y="844806"/>
                  <a:pt x="284480" y="853440"/>
                </a:cubicBezTo>
                <a:cubicBezTo>
                  <a:pt x="294640" y="863600"/>
                  <a:pt x="302400" y="876942"/>
                  <a:pt x="314960" y="883920"/>
                </a:cubicBezTo>
                <a:lnTo>
                  <a:pt x="406400" y="914400"/>
                </a:lnTo>
                <a:cubicBezTo>
                  <a:pt x="416560" y="917787"/>
                  <a:pt x="427969" y="918619"/>
                  <a:pt x="436880" y="924560"/>
                </a:cubicBezTo>
                <a:cubicBezTo>
                  <a:pt x="447040" y="931333"/>
                  <a:pt x="455514" y="941918"/>
                  <a:pt x="467360" y="944880"/>
                </a:cubicBezTo>
                <a:cubicBezTo>
                  <a:pt x="497112" y="952318"/>
                  <a:pt x="528320" y="951653"/>
                  <a:pt x="558800" y="955040"/>
                </a:cubicBezTo>
                <a:cubicBezTo>
                  <a:pt x="670560" y="951653"/>
                  <a:pt x="782441" y="951082"/>
                  <a:pt x="894080" y="944880"/>
                </a:cubicBezTo>
                <a:cubicBezTo>
                  <a:pt x="904773" y="944286"/>
                  <a:pt x="914262" y="937662"/>
                  <a:pt x="924560" y="934720"/>
                </a:cubicBezTo>
                <a:cubicBezTo>
                  <a:pt x="939751" y="930380"/>
                  <a:pt x="979440" y="922520"/>
                  <a:pt x="995680" y="914400"/>
                </a:cubicBezTo>
                <a:cubicBezTo>
                  <a:pt x="1006602" y="908939"/>
                  <a:pt x="1015238" y="899541"/>
                  <a:pt x="1026160" y="894080"/>
                </a:cubicBezTo>
                <a:cubicBezTo>
                  <a:pt x="1035739" y="889291"/>
                  <a:pt x="1047061" y="888709"/>
                  <a:pt x="1056640" y="883920"/>
                </a:cubicBezTo>
                <a:cubicBezTo>
                  <a:pt x="1135422" y="844529"/>
                  <a:pt x="1040988" y="878977"/>
                  <a:pt x="1117600" y="853440"/>
                </a:cubicBezTo>
                <a:cubicBezTo>
                  <a:pt x="1151467" y="802640"/>
                  <a:pt x="1127760" y="829733"/>
                  <a:pt x="1198880" y="782320"/>
                </a:cubicBezTo>
                <a:lnTo>
                  <a:pt x="1198880" y="782320"/>
                </a:lnTo>
                <a:cubicBezTo>
                  <a:pt x="1209040" y="768773"/>
                  <a:pt x="1219518" y="755459"/>
                  <a:pt x="1229360" y="741680"/>
                </a:cubicBezTo>
                <a:cubicBezTo>
                  <a:pt x="1236457" y="731744"/>
                  <a:pt x="1241863" y="720581"/>
                  <a:pt x="1249680" y="711200"/>
                </a:cubicBezTo>
                <a:cubicBezTo>
                  <a:pt x="1258878" y="700162"/>
                  <a:pt x="1270962" y="691758"/>
                  <a:pt x="1280160" y="680720"/>
                </a:cubicBezTo>
                <a:cubicBezTo>
                  <a:pt x="1349088" y="598007"/>
                  <a:pt x="1232196" y="722186"/>
                  <a:pt x="1320800" y="589280"/>
                </a:cubicBezTo>
                <a:lnTo>
                  <a:pt x="1341120" y="558800"/>
                </a:ln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F9E82238-63FF-4E3C-BBF0-9C0D8260958A}"/>
              </a:ext>
            </a:extLst>
          </p:cNvPr>
          <p:cNvGrpSpPr/>
          <p:nvPr/>
        </p:nvGrpSpPr>
        <p:grpSpPr>
          <a:xfrm>
            <a:off x="3324609" y="3718304"/>
            <a:ext cx="375920" cy="325120"/>
            <a:chOff x="6441440" y="3505200"/>
            <a:chExt cx="375920" cy="3251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xmlns="" id="{F7FAB125-3670-4CD1-9AC3-902A65D7FDFD}"/>
                </a:ext>
              </a:extLst>
            </p:cNvPr>
            <p:cNvSpPr/>
            <p:nvPr/>
          </p:nvSpPr>
          <p:spPr>
            <a:xfrm>
              <a:off x="6441440" y="3505200"/>
              <a:ext cx="375920" cy="32512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59BC4B89-754A-4395-A3B0-839DF3D5865D}"/>
                </a:ext>
              </a:extLst>
            </p:cNvPr>
            <p:cNvCxnSpPr>
              <a:stCxn id="9" idx="1"/>
              <a:endCxn id="9" idx="5"/>
            </p:cNvCxnSpPr>
            <p:nvPr/>
          </p:nvCxnSpPr>
          <p:spPr>
            <a:xfrm>
              <a:off x="6496492" y="3552813"/>
              <a:ext cx="265816" cy="2298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1448A4ED-FF5C-49A3-9ECB-292A014C92C5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H="1">
              <a:off x="6496492" y="3552813"/>
              <a:ext cx="268618" cy="2298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1BD12D2-DEC3-4BE6-B8D6-2CAD9D3AC523}"/>
              </a:ext>
            </a:extLst>
          </p:cNvPr>
          <p:cNvSpPr txBox="1"/>
          <p:nvPr/>
        </p:nvSpPr>
        <p:spPr>
          <a:xfrm>
            <a:off x="3434034" y="3301232"/>
            <a:ext cx="156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masuk</a:t>
            </a:r>
            <a:endParaRPr lang="en-ID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4F2223DE-A0DC-44E3-93A1-1DE1F34C5651}"/>
              </a:ext>
            </a:extLst>
          </p:cNvPr>
          <p:cNvGrpSpPr/>
          <p:nvPr/>
        </p:nvGrpSpPr>
        <p:grpSpPr>
          <a:xfrm>
            <a:off x="1373309" y="2750812"/>
            <a:ext cx="375920" cy="325120"/>
            <a:chOff x="8189760" y="4124960"/>
            <a:chExt cx="375920" cy="32512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xmlns="" id="{C452B188-8487-4455-A399-021DF312A836}"/>
                </a:ext>
              </a:extLst>
            </p:cNvPr>
            <p:cNvSpPr/>
            <p:nvPr/>
          </p:nvSpPr>
          <p:spPr>
            <a:xfrm>
              <a:off x="8189760" y="4124960"/>
              <a:ext cx="375920" cy="32512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D33D3788-F46E-4C9D-AEAE-91EE7A7E7C0A}"/>
                </a:ext>
              </a:extLst>
            </p:cNvPr>
            <p:cNvSpPr/>
            <p:nvPr/>
          </p:nvSpPr>
          <p:spPr>
            <a:xfrm flipV="1">
              <a:off x="8283740" y="4201160"/>
              <a:ext cx="187960" cy="1727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D342476-9AB3-4C4E-9D0B-E7724A5B4B03}"/>
              </a:ext>
            </a:extLst>
          </p:cNvPr>
          <p:cNvSpPr txBox="1"/>
          <p:nvPr/>
        </p:nvSpPr>
        <p:spPr>
          <a:xfrm>
            <a:off x="225809" y="2259771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keluar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4D82E2C6-09D1-4568-9B16-1EBC42601E47}"/>
                  </a:ext>
                </a:extLst>
              </p:cNvPr>
              <p:cNvSpPr txBox="1"/>
              <p:nvPr/>
            </p:nvSpPr>
            <p:spPr>
              <a:xfrm>
                <a:off x="3515856" y="3647571"/>
                <a:ext cx="819898" cy="445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ID" sz="20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𝑑𝐻</m:t>
                          </m:r>
                        </m:e>
                      </m:acc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D82E2C6-09D1-4568-9B16-1EBC42601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856" y="3647571"/>
                <a:ext cx="819898" cy="4456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EF79C22D-1D14-4077-A1C6-817277FEC6B2}"/>
                  </a:ext>
                </a:extLst>
              </p:cNvPr>
              <p:cNvSpPr txBox="1"/>
              <p:nvPr/>
            </p:nvSpPr>
            <p:spPr>
              <a:xfrm rot="1759990">
                <a:off x="2133006" y="2975588"/>
                <a:ext cx="1137920" cy="445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ID" sz="20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79C22D-1D14-4077-A1C6-817277FEC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59990">
                <a:off x="2133006" y="2975588"/>
                <a:ext cx="1137920" cy="4456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7CE087B0-6700-4077-A486-62E7B20C2896}"/>
                  </a:ext>
                </a:extLst>
              </p:cNvPr>
              <p:cNvSpPr txBox="1"/>
              <p:nvPr/>
            </p:nvSpPr>
            <p:spPr>
              <a:xfrm>
                <a:off x="5027926" y="591548"/>
                <a:ext cx="2306320" cy="756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ID" sz="20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𝑑𝐻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acc>
                            <m:accPr>
                              <m:chr m:val="⃗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</m:acc>
                          <m:r>
                            <a:rPr lang="en-ID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ID" sz="200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ID" sz="200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E087B0-6700-4077-A486-62E7B20C2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926" y="591548"/>
                <a:ext cx="2306320" cy="7562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7142BFD2-DF75-44FC-9DC5-3C5815BA15BB}"/>
                  </a:ext>
                </a:extLst>
              </p:cNvPr>
              <p:cNvSpPr txBox="1"/>
              <p:nvPr/>
            </p:nvSpPr>
            <p:spPr>
              <a:xfrm>
                <a:off x="7533545" y="675017"/>
                <a:ext cx="4345606" cy="1282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D" sz="180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𝑑𝐻</m:t>
                        </m:r>
                      </m:e>
                    </m:acc>
                  </m:oMath>
                </a14:m>
                <a:r>
                  <a:rPr lang="en-ID" dirty="0"/>
                  <a:t> </a:t>
                </a:r>
                <a:r>
                  <a:rPr lang="en-ID" dirty="0" err="1"/>
                  <a:t>adalah</a:t>
                </a:r>
                <a:r>
                  <a:rPr lang="en-ID" dirty="0"/>
                  <a:t> </a:t>
                </a:r>
                <a:r>
                  <a:rPr lang="en-ID" dirty="0" err="1"/>
                  <a:t>medan</a:t>
                </a:r>
                <a:r>
                  <a:rPr lang="en-ID" dirty="0"/>
                  <a:t> magnet yang </a:t>
                </a:r>
                <a:r>
                  <a:rPr lang="en-ID" dirty="0" err="1"/>
                  <a:t>dirasakan</a:t>
                </a:r>
                <a:r>
                  <a:rPr lang="en-ID" dirty="0"/>
                  <a:t> di </a:t>
                </a:r>
                <a:r>
                  <a:rPr lang="en-ID" dirty="0" err="1"/>
                  <a:t>titik</a:t>
                </a:r>
                <a:r>
                  <a:rPr lang="en-ID" dirty="0"/>
                  <a:t> </a:t>
                </a:r>
                <a:r>
                  <a:rPr lang="en-ID" dirty="0" err="1"/>
                  <a:t>observator</a:t>
                </a:r>
                <a:r>
                  <a:rPr lang="en-ID" dirty="0"/>
                  <a:t> </a:t>
                </a:r>
                <a:r>
                  <a:rPr lang="en-ID" dirty="0" err="1"/>
                  <a:t>akibat</a:t>
                </a:r>
                <a:r>
                  <a:rPr lang="en-ID" dirty="0"/>
                  <a:t> </a:t>
                </a:r>
                <a:r>
                  <a:rPr lang="en-ID" dirty="0" err="1"/>
                  <a:t>adanya</a:t>
                </a:r>
                <a:r>
                  <a:rPr lang="en-ID" dirty="0"/>
                  <a:t> </a:t>
                </a:r>
                <a:r>
                  <a:rPr lang="en-ID" dirty="0" err="1"/>
                  <a:t>arus</a:t>
                </a:r>
                <a:r>
                  <a:rPr lang="en-ID" dirty="0"/>
                  <a:t> I yang </a:t>
                </a:r>
                <a:r>
                  <a:rPr lang="en-ID" dirty="0" err="1"/>
                  <a:t>melewati</a:t>
                </a:r>
                <a:r>
                  <a:rPr lang="en-ID" dirty="0"/>
                  <a:t> </a:t>
                </a:r>
                <a:r>
                  <a:rPr lang="en-ID" dirty="0" err="1"/>
                  <a:t>potongan</a:t>
                </a:r>
                <a:r>
                  <a:rPr lang="en-ID" dirty="0"/>
                  <a:t> </a:t>
                </a:r>
                <a:r>
                  <a:rPr lang="en-ID" dirty="0" err="1"/>
                  <a:t>panjang</a:t>
                </a:r>
                <a:r>
                  <a:rPr lang="en-ID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D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</m:oMath>
                </a14:m>
                <a:r>
                  <a:rPr lang="en-ID" dirty="0"/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42BFD2-DF75-44FC-9DC5-3C5815BA1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545" y="675017"/>
                <a:ext cx="4345606" cy="1282274"/>
              </a:xfrm>
              <a:prstGeom prst="rect">
                <a:avLst/>
              </a:prstGeom>
              <a:blipFill>
                <a:blip r:embed="rId5"/>
                <a:stretch>
                  <a:fillRect l="-1262" b="-714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779BB879-5F88-4BAA-BF7E-3A2A027908ED}"/>
              </a:ext>
            </a:extLst>
          </p:cNvPr>
          <p:cNvCxnSpPr>
            <a:cxnSpLocks/>
            <a:endCxn id="8" idx="27"/>
          </p:cNvCxnSpPr>
          <p:nvPr/>
        </p:nvCxnSpPr>
        <p:spPr>
          <a:xfrm>
            <a:off x="2920767" y="3334946"/>
            <a:ext cx="594237" cy="57881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B905215D-A825-44B9-8455-A6CF0AB1337C}"/>
              </a:ext>
            </a:extLst>
          </p:cNvPr>
          <p:cNvCxnSpPr>
            <a:cxnSpLocks/>
            <a:stCxn id="5" idx="30"/>
          </p:cNvCxnSpPr>
          <p:nvPr/>
        </p:nvCxnSpPr>
        <p:spPr>
          <a:xfrm flipV="1">
            <a:off x="2701967" y="3162506"/>
            <a:ext cx="304186" cy="3613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reeform: Shape 37">
            <a:extLst>
              <a:ext uri="{FF2B5EF4-FFF2-40B4-BE49-F238E27FC236}">
                <a16:creationId xmlns:a16="http://schemas.microsoft.com/office/drawing/2014/main" xmlns="" id="{0B39F4DC-B008-46F0-B8BD-6C3388AACCD1}"/>
              </a:ext>
            </a:extLst>
          </p:cNvPr>
          <p:cNvSpPr/>
          <p:nvPr/>
        </p:nvSpPr>
        <p:spPr>
          <a:xfrm>
            <a:off x="1023510" y="3056621"/>
            <a:ext cx="2743201" cy="1899460"/>
          </a:xfrm>
          <a:custGeom>
            <a:avLst/>
            <a:gdLst>
              <a:gd name="connsiteX0" fmla="*/ 40640 w 1341120"/>
              <a:gd name="connsiteY0" fmla="*/ 0 h 955040"/>
              <a:gd name="connsiteX1" fmla="*/ 10160 w 1341120"/>
              <a:gd name="connsiteY1" fmla="*/ 111760 h 955040"/>
              <a:gd name="connsiteX2" fmla="*/ 0 w 1341120"/>
              <a:gd name="connsiteY2" fmla="*/ 142240 h 955040"/>
              <a:gd name="connsiteX3" fmla="*/ 20320 w 1341120"/>
              <a:gd name="connsiteY3" fmla="*/ 487680 h 955040"/>
              <a:gd name="connsiteX4" fmla="*/ 40640 w 1341120"/>
              <a:gd name="connsiteY4" fmla="*/ 548640 h 955040"/>
              <a:gd name="connsiteX5" fmla="*/ 50800 w 1341120"/>
              <a:gd name="connsiteY5" fmla="*/ 579120 h 955040"/>
              <a:gd name="connsiteX6" fmla="*/ 71120 w 1341120"/>
              <a:gd name="connsiteY6" fmla="*/ 609600 h 955040"/>
              <a:gd name="connsiteX7" fmla="*/ 132080 w 1341120"/>
              <a:gd name="connsiteY7" fmla="*/ 731520 h 955040"/>
              <a:gd name="connsiteX8" fmla="*/ 193040 w 1341120"/>
              <a:gd name="connsiteY8" fmla="*/ 792480 h 955040"/>
              <a:gd name="connsiteX9" fmla="*/ 254000 w 1341120"/>
              <a:gd name="connsiteY9" fmla="*/ 833120 h 955040"/>
              <a:gd name="connsiteX10" fmla="*/ 284480 w 1341120"/>
              <a:gd name="connsiteY10" fmla="*/ 853440 h 955040"/>
              <a:gd name="connsiteX11" fmla="*/ 314960 w 1341120"/>
              <a:gd name="connsiteY11" fmla="*/ 883920 h 955040"/>
              <a:gd name="connsiteX12" fmla="*/ 406400 w 1341120"/>
              <a:gd name="connsiteY12" fmla="*/ 914400 h 955040"/>
              <a:gd name="connsiteX13" fmla="*/ 436880 w 1341120"/>
              <a:gd name="connsiteY13" fmla="*/ 924560 h 955040"/>
              <a:gd name="connsiteX14" fmla="*/ 467360 w 1341120"/>
              <a:gd name="connsiteY14" fmla="*/ 944880 h 955040"/>
              <a:gd name="connsiteX15" fmla="*/ 558800 w 1341120"/>
              <a:gd name="connsiteY15" fmla="*/ 955040 h 955040"/>
              <a:gd name="connsiteX16" fmla="*/ 894080 w 1341120"/>
              <a:gd name="connsiteY16" fmla="*/ 944880 h 955040"/>
              <a:gd name="connsiteX17" fmla="*/ 924560 w 1341120"/>
              <a:gd name="connsiteY17" fmla="*/ 934720 h 955040"/>
              <a:gd name="connsiteX18" fmla="*/ 995680 w 1341120"/>
              <a:gd name="connsiteY18" fmla="*/ 914400 h 955040"/>
              <a:gd name="connsiteX19" fmla="*/ 1026160 w 1341120"/>
              <a:gd name="connsiteY19" fmla="*/ 894080 h 955040"/>
              <a:gd name="connsiteX20" fmla="*/ 1056640 w 1341120"/>
              <a:gd name="connsiteY20" fmla="*/ 883920 h 955040"/>
              <a:gd name="connsiteX21" fmla="*/ 1117600 w 1341120"/>
              <a:gd name="connsiteY21" fmla="*/ 853440 h 955040"/>
              <a:gd name="connsiteX22" fmla="*/ 1198880 w 1341120"/>
              <a:gd name="connsiteY22" fmla="*/ 782320 h 955040"/>
              <a:gd name="connsiteX23" fmla="*/ 1198880 w 1341120"/>
              <a:gd name="connsiteY23" fmla="*/ 782320 h 955040"/>
              <a:gd name="connsiteX24" fmla="*/ 1229360 w 1341120"/>
              <a:gd name="connsiteY24" fmla="*/ 741680 h 955040"/>
              <a:gd name="connsiteX25" fmla="*/ 1249680 w 1341120"/>
              <a:gd name="connsiteY25" fmla="*/ 711200 h 955040"/>
              <a:gd name="connsiteX26" fmla="*/ 1280160 w 1341120"/>
              <a:gd name="connsiteY26" fmla="*/ 680720 h 955040"/>
              <a:gd name="connsiteX27" fmla="*/ 1320800 w 1341120"/>
              <a:gd name="connsiteY27" fmla="*/ 589280 h 955040"/>
              <a:gd name="connsiteX28" fmla="*/ 1341120 w 1341120"/>
              <a:gd name="connsiteY28" fmla="*/ 558800 h 95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341120" h="955040">
                <a:moveTo>
                  <a:pt x="40640" y="0"/>
                </a:moveTo>
                <a:cubicBezTo>
                  <a:pt x="26279" y="71803"/>
                  <a:pt x="35941" y="34417"/>
                  <a:pt x="10160" y="111760"/>
                </a:cubicBezTo>
                <a:lnTo>
                  <a:pt x="0" y="142240"/>
                </a:lnTo>
                <a:cubicBezTo>
                  <a:pt x="669" y="158296"/>
                  <a:pt x="6629" y="414661"/>
                  <a:pt x="20320" y="487680"/>
                </a:cubicBezTo>
                <a:cubicBezTo>
                  <a:pt x="24267" y="508732"/>
                  <a:pt x="33867" y="528320"/>
                  <a:pt x="40640" y="548640"/>
                </a:cubicBezTo>
                <a:cubicBezTo>
                  <a:pt x="44027" y="558800"/>
                  <a:pt x="44859" y="570209"/>
                  <a:pt x="50800" y="579120"/>
                </a:cubicBezTo>
                <a:cubicBezTo>
                  <a:pt x="57573" y="589280"/>
                  <a:pt x="66161" y="598442"/>
                  <a:pt x="71120" y="609600"/>
                </a:cubicBezTo>
                <a:cubicBezTo>
                  <a:pt x="97563" y="669096"/>
                  <a:pt x="81383" y="680823"/>
                  <a:pt x="132080" y="731520"/>
                </a:cubicBezTo>
                <a:cubicBezTo>
                  <a:pt x="152400" y="751840"/>
                  <a:pt x="169130" y="776540"/>
                  <a:pt x="193040" y="792480"/>
                </a:cubicBezTo>
                <a:lnTo>
                  <a:pt x="254000" y="833120"/>
                </a:lnTo>
                <a:cubicBezTo>
                  <a:pt x="264160" y="839893"/>
                  <a:pt x="275846" y="844806"/>
                  <a:pt x="284480" y="853440"/>
                </a:cubicBezTo>
                <a:cubicBezTo>
                  <a:pt x="294640" y="863600"/>
                  <a:pt x="302400" y="876942"/>
                  <a:pt x="314960" y="883920"/>
                </a:cubicBezTo>
                <a:lnTo>
                  <a:pt x="406400" y="914400"/>
                </a:lnTo>
                <a:cubicBezTo>
                  <a:pt x="416560" y="917787"/>
                  <a:pt x="427969" y="918619"/>
                  <a:pt x="436880" y="924560"/>
                </a:cubicBezTo>
                <a:cubicBezTo>
                  <a:pt x="447040" y="931333"/>
                  <a:pt x="455514" y="941918"/>
                  <a:pt x="467360" y="944880"/>
                </a:cubicBezTo>
                <a:cubicBezTo>
                  <a:pt x="497112" y="952318"/>
                  <a:pt x="528320" y="951653"/>
                  <a:pt x="558800" y="955040"/>
                </a:cubicBezTo>
                <a:cubicBezTo>
                  <a:pt x="670560" y="951653"/>
                  <a:pt x="782441" y="951082"/>
                  <a:pt x="894080" y="944880"/>
                </a:cubicBezTo>
                <a:cubicBezTo>
                  <a:pt x="904773" y="944286"/>
                  <a:pt x="914262" y="937662"/>
                  <a:pt x="924560" y="934720"/>
                </a:cubicBezTo>
                <a:cubicBezTo>
                  <a:pt x="939751" y="930380"/>
                  <a:pt x="979440" y="922520"/>
                  <a:pt x="995680" y="914400"/>
                </a:cubicBezTo>
                <a:cubicBezTo>
                  <a:pt x="1006602" y="908939"/>
                  <a:pt x="1015238" y="899541"/>
                  <a:pt x="1026160" y="894080"/>
                </a:cubicBezTo>
                <a:cubicBezTo>
                  <a:pt x="1035739" y="889291"/>
                  <a:pt x="1047061" y="888709"/>
                  <a:pt x="1056640" y="883920"/>
                </a:cubicBezTo>
                <a:cubicBezTo>
                  <a:pt x="1135422" y="844529"/>
                  <a:pt x="1040988" y="878977"/>
                  <a:pt x="1117600" y="853440"/>
                </a:cubicBezTo>
                <a:cubicBezTo>
                  <a:pt x="1151467" y="802640"/>
                  <a:pt x="1127760" y="829733"/>
                  <a:pt x="1198880" y="782320"/>
                </a:cubicBezTo>
                <a:lnTo>
                  <a:pt x="1198880" y="782320"/>
                </a:lnTo>
                <a:cubicBezTo>
                  <a:pt x="1209040" y="768773"/>
                  <a:pt x="1219518" y="755459"/>
                  <a:pt x="1229360" y="741680"/>
                </a:cubicBezTo>
                <a:cubicBezTo>
                  <a:pt x="1236457" y="731744"/>
                  <a:pt x="1241863" y="720581"/>
                  <a:pt x="1249680" y="711200"/>
                </a:cubicBezTo>
                <a:cubicBezTo>
                  <a:pt x="1258878" y="700162"/>
                  <a:pt x="1270962" y="691758"/>
                  <a:pt x="1280160" y="680720"/>
                </a:cubicBezTo>
                <a:cubicBezTo>
                  <a:pt x="1349088" y="598007"/>
                  <a:pt x="1232196" y="722186"/>
                  <a:pt x="1320800" y="589280"/>
                </a:cubicBezTo>
                <a:lnTo>
                  <a:pt x="1341120" y="558800"/>
                </a:ln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xmlns="" id="{935F8BCF-84C4-44E8-AC29-F48FD117E4B6}"/>
              </a:ext>
            </a:extLst>
          </p:cNvPr>
          <p:cNvSpPr/>
          <p:nvPr/>
        </p:nvSpPr>
        <p:spPr>
          <a:xfrm>
            <a:off x="717079" y="3358122"/>
            <a:ext cx="3346921" cy="1943661"/>
          </a:xfrm>
          <a:custGeom>
            <a:avLst/>
            <a:gdLst>
              <a:gd name="connsiteX0" fmla="*/ 40640 w 1341120"/>
              <a:gd name="connsiteY0" fmla="*/ 0 h 955040"/>
              <a:gd name="connsiteX1" fmla="*/ 10160 w 1341120"/>
              <a:gd name="connsiteY1" fmla="*/ 111760 h 955040"/>
              <a:gd name="connsiteX2" fmla="*/ 0 w 1341120"/>
              <a:gd name="connsiteY2" fmla="*/ 142240 h 955040"/>
              <a:gd name="connsiteX3" fmla="*/ 20320 w 1341120"/>
              <a:gd name="connsiteY3" fmla="*/ 487680 h 955040"/>
              <a:gd name="connsiteX4" fmla="*/ 40640 w 1341120"/>
              <a:gd name="connsiteY4" fmla="*/ 548640 h 955040"/>
              <a:gd name="connsiteX5" fmla="*/ 50800 w 1341120"/>
              <a:gd name="connsiteY5" fmla="*/ 579120 h 955040"/>
              <a:gd name="connsiteX6" fmla="*/ 71120 w 1341120"/>
              <a:gd name="connsiteY6" fmla="*/ 609600 h 955040"/>
              <a:gd name="connsiteX7" fmla="*/ 132080 w 1341120"/>
              <a:gd name="connsiteY7" fmla="*/ 731520 h 955040"/>
              <a:gd name="connsiteX8" fmla="*/ 193040 w 1341120"/>
              <a:gd name="connsiteY8" fmla="*/ 792480 h 955040"/>
              <a:gd name="connsiteX9" fmla="*/ 254000 w 1341120"/>
              <a:gd name="connsiteY9" fmla="*/ 833120 h 955040"/>
              <a:gd name="connsiteX10" fmla="*/ 284480 w 1341120"/>
              <a:gd name="connsiteY10" fmla="*/ 853440 h 955040"/>
              <a:gd name="connsiteX11" fmla="*/ 314960 w 1341120"/>
              <a:gd name="connsiteY11" fmla="*/ 883920 h 955040"/>
              <a:gd name="connsiteX12" fmla="*/ 406400 w 1341120"/>
              <a:gd name="connsiteY12" fmla="*/ 914400 h 955040"/>
              <a:gd name="connsiteX13" fmla="*/ 436880 w 1341120"/>
              <a:gd name="connsiteY13" fmla="*/ 924560 h 955040"/>
              <a:gd name="connsiteX14" fmla="*/ 467360 w 1341120"/>
              <a:gd name="connsiteY14" fmla="*/ 944880 h 955040"/>
              <a:gd name="connsiteX15" fmla="*/ 558800 w 1341120"/>
              <a:gd name="connsiteY15" fmla="*/ 955040 h 955040"/>
              <a:gd name="connsiteX16" fmla="*/ 894080 w 1341120"/>
              <a:gd name="connsiteY16" fmla="*/ 944880 h 955040"/>
              <a:gd name="connsiteX17" fmla="*/ 924560 w 1341120"/>
              <a:gd name="connsiteY17" fmla="*/ 934720 h 955040"/>
              <a:gd name="connsiteX18" fmla="*/ 995680 w 1341120"/>
              <a:gd name="connsiteY18" fmla="*/ 914400 h 955040"/>
              <a:gd name="connsiteX19" fmla="*/ 1026160 w 1341120"/>
              <a:gd name="connsiteY19" fmla="*/ 894080 h 955040"/>
              <a:gd name="connsiteX20" fmla="*/ 1056640 w 1341120"/>
              <a:gd name="connsiteY20" fmla="*/ 883920 h 955040"/>
              <a:gd name="connsiteX21" fmla="*/ 1117600 w 1341120"/>
              <a:gd name="connsiteY21" fmla="*/ 853440 h 955040"/>
              <a:gd name="connsiteX22" fmla="*/ 1198880 w 1341120"/>
              <a:gd name="connsiteY22" fmla="*/ 782320 h 955040"/>
              <a:gd name="connsiteX23" fmla="*/ 1198880 w 1341120"/>
              <a:gd name="connsiteY23" fmla="*/ 782320 h 955040"/>
              <a:gd name="connsiteX24" fmla="*/ 1229360 w 1341120"/>
              <a:gd name="connsiteY24" fmla="*/ 741680 h 955040"/>
              <a:gd name="connsiteX25" fmla="*/ 1249680 w 1341120"/>
              <a:gd name="connsiteY25" fmla="*/ 711200 h 955040"/>
              <a:gd name="connsiteX26" fmla="*/ 1280160 w 1341120"/>
              <a:gd name="connsiteY26" fmla="*/ 680720 h 955040"/>
              <a:gd name="connsiteX27" fmla="*/ 1320800 w 1341120"/>
              <a:gd name="connsiteY27" fmla="*/ 589280 h 955040"/>
              <a:gd name="connsiteX28" fmla="*/ 1341120 w 1341120"/>
              <a:gd name="connsiteY28" fmla="*/ 558800 h 95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341120" h="955040">
                <a:moveTo>
                  <a:pt x="40640" y="0"/>
                </a:moveTo>
                <a:cubicBezTo>
                  <a:pt x="26279" y="71803"/>
                  <a:pt x="35941" y="34417"/>
                  <a:pt x="10160" y="111760"/>
                </a:cubicBezTo>
                <a:lnTo>
                  <a:pt x="0" y="142240"/>
                </a:lnTo>
                <a:cubicBezTo>
                  <a:pt x="669" y="158296"/>
                  <a:pt x="6629" y="414661"/>
                  <a:pt x="20320" y="487680"/>
                </a:cubicBezTo>
                <a:cubicBezTo>
                  <a:pt x="24267" y="508732"/>
                  <a:pt x="33867" y="528320"/>
                  <a:pt x="40640" y="548640"/>
                </a:cubicBezTo>
                <a:cubicBezTo>
                  <a:pt x="44027" y="558800"/>
                  <a:pt x="44859" y="570209"/>
                  <a:pt x="50800" y="579120"/>
                </a:cubicBezTo>
                <a:cubicBezTo>
                  <a:pt x="57573" y="589280"/>
                  <a:pt x="66161" y="598442"/>
                  <a:pt x="71120" y="609600"/>
                </a:cubicBezTo>
                <a:cubicBezTo>
                  <a:pt x="97563" y="669096"/>
                  <a:pt x="81383" y="680823"/>
                  <a:pt x="132080" y="731520"/>
                </a:cubicBezTo>
                <a:cubicBezTo>
                  <a:pt x="152400" y="751840"/>
                  <a:pt x="169130" y="776540"/>
                  <a:pt x="193040" y="792480"/>
                </a:cubicBezTo>
                <a:lnTo>
                  <a:pt x="254000" y="833120"/>
                </a:lnTo>
                <a:cubicBezTo>
                  <a:pt x="264160" y="839893"/>
                  <a:pt x="275846" y="844806"/>
                  <a:pt x="284480" y="853440"/>
                </a:cubicBezTo>
                <a:cubicBezTo>
                  <a:pt x="294640" y="863600"/>
                  <a:pt x="302400" y="876942"/>
                  <a:pt x="314960" y="883920"/>
                </a:cubicBezTo>
                <a:lnTo>
                  <a:pt x="406400" y="914400"/>
                </a:lnTo>
                <a:cubicBezTo>
                  <a:pt x="416560" y="917787"/>
                  <a:pt x="427969" y="918619"/>
                  <a:pt x="436880" y="924560"/>
                </a:cubicBezTo>
                <a:cubicBezTo>
                  <a:pt x="447040" y="931333"/>
                  <a:pt x="455514" y="941918"/>
                  <a:pt x="467360" y="944880"/>
                </a:cubicBezTo>
                <a:cubicBezTo>
                  <a:pt x="497112" y="952318"/>
                  <a:pt x="528320" y="951653"/>
                  <a:pt x="558800" y="955040"/>
                </a:cubicBezTo>
                <a:cubicBezTo>
                  <a:pt x="670560" y="951653"/>
                  <a:pt x="782441" y="951082"/>
                  <a:pt x="894080" y="944880"/>
                </a:cubicBezTo>
                <a:cubicBezTo>
                  <a:pt x="904773" y="944286"/>
                  <a:pt x="914262" y="937662"/>
                  <a:pt x="924560" y="934720"/>
                </a:cubicBezTo>
                <a:cubicBezTo>
                  <a:pt x="939751" y="930380"/>
                  <a:pt x="979440" y="922520"/>
                  <a:pt x="995680" y="914400"/>
                </a:cubicBezTo>
                <a:cubicBezTo>
                  <a:pt x="1006602" y="908939"/>
                  <a:pt x="1015238" y="899541"/>
                  <a:pt x="1026160" y="894080"/>
                </a:cubicBezTo>
                <a:cubicBezTo>
                  <a:pt x="1035739" y="889291"/>
                  <a:pt x="1047061" y="888709"/>
                  <a:pt x="1056640" y="883920"/>
                </a:cubicBezTo>
                <a:cubicBezTo>
                  <a:pt x="1135422" y="844529"/>
                  <a:pt x="1040988" y="878977"/>
                  <a:pt x="1117600" y="853440"/>
                </a:cubicBezTo>
                <a:cubicBezTo>
                  <a:pt x="1151467" y="802640"/>
                  <a:pt x="1127760" y="829733"/>
                  <a:pt x="1198880" y="782320"/>
                </a:cubicBezTo>
                <a:lnTo>
                  <a:pt x="1198880" y="782320"/>
                </a:lnTo>
                <a:cubicBezTo>
                  <a:pt x="1209040" y="768773"/>
                  <a:pt x="1219518" y="755459"/>
                  <a:pt x="1229360" y="741680"/>
                </a:cubicBezTo>
                <a:cubicBezTo>
                  <a:pt x="1236457" y="731744"/>
                  <a:pt x="1241863" y="720581"/>
                  <a:pt x="1249680" y="711200"/>
                </a:cubicBezTo>
                <a:cubicBezTo>
                  <a:pt x="1258878" y="700162"/>
                  <a:pt x="1270962" y="691758"/>
                  <a:pt x="1280160" y="680720"/>
                </a:cubicBezTo>
                <a:cubicBezTo>
                  <a:pt x="1349088" y="598007"/>
                  <a:pt x="1232196" y="722186"/>
                  <a:pt x="1320800" y="589280"/>
                </a:cubicBezTo>
                <a:lnTo>
                  <a:pt x="1341120" y="558800"/>
                </a:ln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8152F0DC-1821-491F-9756-A44612EB6EC8}"/>
              </a:ext>
            </a:extLst>
          </p:cNvPr>
          <p:cNvSpPr txBox="1"/>
          <p:nvPr/>
        </p:nvSpPr>
        <p:spPr>
          <a:xfrm>
            <a:off x="4346949" y="4113735"/>
            <a:ext cx="287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Lintasan-lintasan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fluks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 err="1">
                <a:solidFill>
                  <a:srgbClr val="FF0000"/>
                </a:solidFill>
              </a:rPr>
              <a:t>magnetik</a:t>
            </a:r>
            <a:endParaRPr lang="en-ID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xmlns="" id="{E61DE181-ABCB-4248-A830-60F133C92BB1}"/>
                  </a:ext>
                </a:extLst>
              </p:cNvPr>
              <p:cNvSpPr txBox="1"/>
              <p:nvPr/>
            </p:nvSpPr>
            <p:spPr>
              <a:xfrm>
                <a:off x="5000285" y="1932763"/>
                <a:ext cx="4078441" cy="863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acc>
                            <m:accPr>
                              <m:chr m:val="⃗"/>
                              <m:ctrlPr>
                                <a:rPr lang="en-ID" sz="20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𝑑𝐻</m:t>
                              </m:r>
                            </m:e>
                          </m:acc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r>
                                <a:rPr lang="en-ID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ID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D" sz="2000" i="1"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61DE181-ABCB-4248-A830-60F133C92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285" y="1932763"/>
                <a:ext cx="4078441" cy="8635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5DC84139-0876-4D4F-B9A2-90294732DE6A}"/>
                  </a:ext>
                </a:extLst>
              </p:cNvPr>
              <p:cNvSpPr txBox="1"/>
              <p:nvPr/>
            </p:nvSpPr>
            <p:spPr>
              <a:xfrm>
                <a:off x="543472" y="6046267"/>
                <a:ext cx="464507" cy="366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D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C84139-0876-4D4F-B9A2-90294732D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72" y="6046267"/>
                <a:ext cx="464507" cy="366551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22B7A029-2F0C-4500-83B9-3F3029EC900A}"/>
                  </a:ext>
                </a:extLst>
              </p:cNvPr>
              <p:cNvSpPr txBox="1"/>
              <p:nvPr/>
            </p:nvSpPr>
            <p:spPr>
              <a:xfrm>
                <a:off x="3736888" y="1057675"/>
                <a:ext cx="10151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D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B7A029-2F0C-4500-83B9-3F3029EC9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888" y="1057675"/>
                <a:ext cx="1015157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8CB41858-1B4A-493C-BE85-55EDD9901758}"/>
              </a:ext>
            </a:extLst>
          </p:cNvPr>
          <p:cNvGrpSpPr/>
          <p:nvPr/>
        </p:nvGrpSpPr>
        <p:grpSpPr>
          <a:xfrm>
            <a:off x="3539454" y="4094987"/>
            <a:ext cx="375920" cy="325120"/>
            <a:chOff x="6441440" y="3505200"/>
            <a:chExt cx="375920" cy="32512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xmlns="" id="{B7ABF582-70FE-4E52-AA36-F73AC166677C}"/>
                </a:ext>
              </a:extLst>
            </p:cNvPr>
            <p:cNvSpPr/>
            <p:nvPr/>
          </p:nvSpPr>
          <p:spPr>
            <a:xfrm>
              <a:off x="6441440" y="3505200"/>
              <a:ext cx="375920" cy="32512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xmlns="" id="{ACC1FC10-287D-4117-8628-B232AA050A27}"/>
                </a:ext>
              </a:extLst>
            </p:cNvPr>
            <p:cNvCxnSpPr>
              <a:stCxn id="30" idx="1"/>
              <a:endCxn id="30" idx="5"/>
            </p:cNvCxnSpPr>
            <p:nvPr/>
          </p:nvCxnSpPr>
          <p:spPr>
            <a:xfrm>
              <a:off x="6496492" y="3552813"/>
              <a:ext cx="265816" cy="2298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9002CCE2-A0DB-4FAF-B1E7-761A0FE205FA}"/>
                </a:ext>
              </a:extLst>
            </p:cNvPr>
            <p:cNvCxnSpPr>
              <a:cxnSpLocks/>
              <a:endCxn id="30" idx="3"/>
            </p:cNvCxnSpPr>
            <p:nvPr/>
          </p:nvCxnSpPr>
          <p:spPr>
            <a:xfrm flipH="1">
              <a:off x="6496492" y="3552813"/>
              <a:ext cx="268618" cy="2298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xmlns="" id="{C1CCFCD9-456E-42D4-94F3-87F707D13E4F}"/>
              </a:ext>
            </a:extLst>
          </p:cNvPr>
          <p:cNvGrpSpPr/>
          <p:nvPr/>
        </p:nvGrpSpPr>
        <p:grpSpPr>
          <a:xfrm>
            <a:off x="3893511" y="4333852"/>
            <a:ext cx="375920" cy="325120"/>
            <a:chOff x="6441440" y="3505200"/>
            <a:chExt cx="375920" cy="32512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xmlns="" id="{9D2217BB-C374-4F46-899F-0B9A68C49A08}"/>
                </a:ext>
              </a:extLst>
            </p:cNvPr>
            <p:cNvSpPr/>
            <p:nvPr/>
          </p:nvSpPr>
          <p:spPr>
            <a:xfrm>
              <a:off x="6441440" y="3505200"/>
              <a:ext cx="375920" cy="32512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xmlns="" id="{A0B59525-8FF6-4E5F-BEF1-11A96BBE677D}"/>
                </a:ext>
              </a:extLst>
            </p:cNvPr>
            <p:cNvCxnSpPr>
              <a:stCxn id="35" idx="1"/>
              <a:endCxn id="35" idx="5"/>
            </p:cNvCxnSpPr>
            <p:nvPr/>
          </p:nvCxnSpPr>
          <p:spPr>
            <a:xfrm>
              <a:off x="6496492" y="3552813"/>
              <a:ext cx="265816" cy="2298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xmlns="" id="{6E44D6F5-842C-4E44-A878-1C98DB8E49A4}"/>
                </a:ext>
              </a:extLst>
            </p:cNvPr>
            <p:cNvCxnSpPr>
              <a:cxnSpLocks/>
              <a:endCxn id="35" idx="3"/>
            </p:cNvCxnSpPr>
            <p:nvPr/>
          </p:nvCxnSpPr>
          <p:spPr>
            <a:xfrm flipH="1">
              <a:off x="6496492" y="3552813"/>
              <a:ext cx="268618" cy="2298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xmlns="" id="{64A731B0-9948-4263-B69F-C7C2F6242B7E}"/>
              </a:ext>
            </a:extLst>
          </p:cNvPr>
          <p:cNvGrpSpPr/>
          <p:nvPr/>
        </p:nvGrpSpPr>
        <p:grpSpPr>
          <a:xfrm>
            <a:off x="945992" y="2913371"/>
            <a:ext cx="375920" cy="325120"/>
            <a:chOff x="8189760" y="4124960"/>
            <a:chExt cx="375920" cy="32512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xmlns="" id="{DA5D7086-7AEF-43F0-85EF-EC8100B8D053}"/>
                </a:ext>
              </a:extLst>
            </p:cNvPr>
            <p:cNvSpPr/>
            <p:nvPr/>
          </p:nvSpPr>
          <p:spPr>
            <a:xfrm>
              <a:off x="8189760" y="4124960"/>
              <a:ext cx="375920" cy="32512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xmlns="" id="{90888DFA-B48C-42EF-8D05-5B2880F0C99D}"/>
                </a:ext>
              </a:extLst>
            </p:cNvPr>
            <p:cNvSpPr/>
            <p:nvPr/>
          </p:nvSpPr>
          <p:spPr>
            <a:xfrm flipV="1">
              <a:off x="8283740" y="4201160"/>
              <a:ext cx="187960" cy="1727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xmlns="" id="{B50B1966-CD02-44F1-B5AC-991B5F93B4B2}"/>
              </a:ext>
            </a:extLst>
          </p:cNvPr>
          <p:cNvGrpSpPr/>
          <p:nvPr/>
        </p:nvGrpSpPr>
        <p:grpSpPr>
          <a:xfrm>
            <a:off x="577480" y="3295381"/>
            <a:ext cx="375920" cy="325120"/>
            <a:chOff x="8189760" y="4124960"/>
            <a:chExt cx="375920" cy="32512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xmlns="" id="{ABBDC03E-999E-4CFE-8274-6D0BBCF1C147}"/>
                </a:ext>
              </a:extLst>
            </p:cNvPr>
            <p:cNvSpPr/>
            <p:nvPr/>
          </p:nvSpPr>
          <p:spPr>
            <a:xfrm>
              <a:off x="8189760" y="4124960"/>
              <a:ext cx="375920" cy="32512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xmlns="" id="{152BB05A-A9AB-4C27-90A1-BB653240381A}"/>
                </a:ext>
              </a:extLst>
            </p:cNvPr>
            <p:cNvSpPr/>
            <p:nvPr/>
          </p:nvSpPr>
          <p:spPr>
            <a:xfrm flipV="1">
              <a:off x="8283740" y="4201160"/>
              <a:ext cx="187960" cy="1727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6C92DE65-1CE6-42D2-B968-7444C7FD1F48}"/>
              </a:ext>
            </a:extLst>
          </p:cNvPr>
          <p:cNvCxnSpPr>
            <a:cxnSpLocks/>
          </p:cNvCxnSpPr>
          <p:nvPr/>
        </p:nvCxnSpPr>
        <p:spPr>
          <a:xfrm>
            <a:off x="3037683" y="3457940"/>
            <a:ext cx="237949" cy="228319"/>
          </a:xfrm>
          <a:prstGeom prst="straightConnector1">
            <a:avLst/>
          </a:prstGeom>
          <a:ln w="28575">
            <a:solidFill>
              <a:schemeClr val="tx1"/>
            </a:solidFill>
            <a:headEnd type="none" w="lg" len="lg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FDC8CD80-2838-4F3B-BBB0-6C6760F7D01F}"/>
                  </a:ext>
                </a:extLst>
              </p:cNvPr>
              <p:cNvSpPr txBox="1"/>
              <p:nvPr/>
            </p:nvSpPr>
            <p:spPr>
              <a:xfrm rot="2632701">
                <a:off x="2772947" y="3094105"/>
                <a:ext cx="1147233" cy="437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ID" sz="20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C8CD80-2838-4F3B-BBB0-6C6760F7D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632701">
                <a:off x="2772947" y="3094105"/>
                <a:ext cx="1147233" cy="4374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CA9FED73-9136-4841-9F63-6462EB91BB0F}"/>
                  </a:ext>
                </a:extLst>
              </p:cNvPr>
              <p:cNvSpPr txBox="1"/>
              <p:nvPr/>
            </p:nvSpPr>
            <p:spPr>
              <a:xfrm>
                <a:off x="6134583" y="2913371"/>
                <a:ext cx="1944414" cy="437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ID" sz="20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acc>
                        <m:accPr>
                          <m:chr m:val="⃗"/>
                          <m:ctrlPr>
                            <a:rPr lang="en-US" sz="2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A9FED73-9136-4841-9F63-6462EB91B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583" y="2913371"/>
                <a:ext cx="1944414" cy="437492"/>
              </a:xfrm>
              <a:prstGeom prst="rect">
                <a:avLst/>
              </a:prstGeom>
              <a:blipFill>
                <a:blip r:embed="rId10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xmlns="" id="{ABDD5ABC-22FB-48B1-B484-474CF38E39E0}"/>
                  </a:ext>
                </a:extLst>
              </p:cNvPr>
              <p:cNvSpPr txBox="1"/>
              <p:nvPr/>
            </p:nvSpPr>
            <p:spPr>
              <a:xfrm>
                <a:off x="6638795" y="3531205"/>
                <a:ext cx="65238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D" sz="2000" dirty="0"/>
                  <a:t> =  </a:t>
                </a:r>
                <a:r>
                  <a:rPr lang="en-ID" sz="2000" dirty="0" err="1"/>
                  <a:t>permeabilitas</a:t>
                </a:r>
                <a:r>
                  <a:rPr lang="en-ID" sz="2000" dirty="0"/>
                  <a:t> medium (material)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BDD5ABC-22FB-48B1-B484-474CF38E3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795" y="3531205"/>
                <a:ext cx="6523899" cy="400110"/>
              </a:xfrm>
              <a:prstGeom prst="rect">
                <a:avLst/>
              </a:prstGeom>
              <a:blipFill>
                <a:blip r:embed="rId11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xmlns="" id="{894E3A0F-2ECB-46C3-B9D6-F6D4D1791AA1}"/>
                  </a:ext>
                </a:extLst>
              </p:cNvPr>
              <p:cNvSpPr txBox="1"/>
              <p:nvPr/>
            </p:nvSpPr>
            <p:spPr>
              <a:xfrm>
                <a:off x="6589988" y="4111657"/>
                <a:ext cx="590617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D" sz="20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D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D" sz="2000" dirty="0"/>
                  <a:t>  permeabilitas </a:t>
                </a:r>
                <a:r>
                  <a:rPr lang="en-ID" sz="2000" dirty="0" err="1"/>
                  <a:t>ruang</a:t>
                </a:r>
                <a:r>
                  <a:rPr lang="en-ID" sz="2000" dirty="0"/>
                  <a:t> </a:t>
                </a:r>
              </a:p>
              <a:p>
                <a:r>
                  <a:rPr lang="en-ID" sz="2000" dirty="0"/>
                  <a:t>                           </a:t>
                </a:r>
                <a:r>
                  <a:rPr lang="en-ID" sz="2000" dirty="0" err="1"/>
                  <a:t>hampa</a:t>
                </a:r>
                <a:r>
                  <a:rPr lang="en-ID" sz="2000" dirty="0"/>
                  <a:t> </a:t>
                </a:r>
              </a:p>
              <a:p>
                <a:r>
                  <a:rPr lang="en-ID" sz="2000" dirty="0"/>
                  <a:t>                       =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endParaRPr lang="en-ID" sz="20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94E3A0F-2ECB-46C3-B9D6-F6D4D1791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988" y="4111657"/>
                <a:ext cx="5906170" cy="1015663"/>
              </a:xfrm>
              <a:prstGeom prst="rect">
                <a:avLst/>
              </a:prstGeom>
              <a:blipFill>
                <a:blip r:embed="rId12"/>
                <a:stretch>
                  <a:fillRect t="-2994" b="-958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xmlns="" id="{D105D5E2-1CC3-430E-8C66-32BF6D808FC1}"/>
                  </a:ext>
                </a:extLst>
              </p:cNvPr>
              <p:cNvSpPr txBox="1"/>
              <p:nvPr/>
            </p:nvSpPr>
            <p:spPr>
              <a:xfrm>
                <a:off x="6486530" y="5213879"/>
                <a:ext cx="51843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ID" sz="2000" dirty="0"/>
                  <a:t>=  </a:t>
                </a:r>
                <a:r>
                  <a:rPr lang="en-ID" sz="2000" dirty="0" err="1"/>
                  <a:t>permeabilitas</a:t>
                </a:r>
                <a:r>
                  <a:rPr lang="en-ID" sz="2000" dirty="0"/>
                  <a:t> </a:t>
                </a:r>
                <a:r>
                  <a:rPr lang="en-ID" sz="2000" dirty="0" err="1"/>
                  <a:t>relatif</a:t>
                </a:r>
                <a:r>
                  <a:rPr lang="en-ID" sz="2000" dirty="0"/>
                  <a:t> medium </a:t>
                </a:r>
              </a:p>
              <a:p>
                <a:r>
                  <a:rPr lang="en-ID" sz="2000" dirty="0"/>
                  <a:t>         </a:t>
                </a:r>
                <a:r>
                  <a:rPr lang="en-ID" sz="2000" dirty="0" err="1"/>
                  <a:t>terhadap</a:t>
                </a:r>
                <a:r>
                  <a:rPr lang="en-ID" sz="2000" dirty="0"/>
                  <a:t> </a:t>
                </a:r>
                <a:r>
                  <a:rPr lang="en-ID" sz="2000" dirty="0" err="1"/>
                  <a:t>permeabilitas</a:t>
                </a:r>
                <a:r>
                  <a:rPr lang="en-ID" sz="2000" dirty="0"/>
                  <a:t> </a:t>
                </a:r>
                <a:r>
                  <a:rPr lang="en-ID" sz="2000" dirty="0" err="1"/>
                  <a:t>ruang</a:t>
                </a:r>
                <a:r>
                  <a:rPr lang="en-ID" sz="2000" dirty="0"/>
                  <a:t> </a:t>
                </a:r>
                <a:r>
                  <a:rPr lang="en-ID" sz="2000" dirty="0" err="1"/>
                  <a:t>hampa</a:t>
                </a:r>
                <a:endParaRPr lang="en-ID" sz="2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105D5E2-1CC3-430E-8C66-32BF6D808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530" y="5213879"/>
                <a:ext cx="5184391" cy="707886"/>
              </a:xfrm>
              <a:prstGeom prst="rect">
                <a:avLst/>
              </a:prstGeom>
              <a:blipFill>
                <a:blip r:embed="rId13"/>
                <a:stretch>
                  <a:fillRect t="-4310" b="-1465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Freeform: Shape 52">
            <a:extLst>
              <a:ext uri="{FF2B5EF4-FFF2-40B4-BE49-F238E27FC236}">
                <a16:creationId xmlns:a16="http://schemas.microsoft.com/office/drawing/2014/main" xmlns="" id="{B61F8EF4-2046-4F51-BB75-5E57B77353C5}"/>
              </a:ext>
            </a:extLst>
          </p:cNvPr>
          <p:cNvSpPr/>
          <p:nvPr/>
        </p:nvSpPr>
        <p:spPr>
          <a:xfrm>
            <a:off x="2291255" y="2753710"/>
            <a:ext cx="3310759" cy="2795752"/>
          </a:xfrm>
          <a:custGeom>
            <a:avLst/>
            <a:gdLst>
              <a:gd name="connsiteX0" fmla="*/ 126124 w 3310759"/>
              <a:gd name="connsiteY0" fmla="*/ 189187 h 2795752"/>
              <a:gd name="connsiteX1" fmla="*/ 241738 w 3310759"/>
              <a:gd name="connsiteY1" fmla="*/ 168166 h 2795752"/>
              <a:gd name="connsiteX2" fmla="*/ 283779 w 3310759"/>
              <a:gd name="connsiteY2" fmla="*/ 147145 h 2795752"/>
              <a:gd name="connsiteX3" fmla="*/ 378373 w 3310759"/>
              <a:gd name="connsiteY3" fmla="*/ 136635 h 2795752"/>
              <a:gd name="connsiteX4" fmla="*/ 441435 w 3310759"/>
              <a:gd name="connsiteY4" fmla="*/ 115614 h 2795752"/>
              <a:gd name="connsiteX5" fmla="*/ 693683 w 3310759"/>
              <a:gd name="connsiteY5" fmla="*/ 94593 h 2795752"/>
              <a:gd name="connsiteX6" fmla="*/ 798786 w 3310759"/>
              <a:gd name="connsiteY6" fmla="*/ 73573 h 2795752"/>
              <a:gd name="connsiteX7" fmla="*/ 840828 w 3310759"/>
              <a:gd name="connsiteY7" fmla="*/ 63062 h 2795752"/>
              <a:gd name="connsiteX8" fmla="*/ 1135117 w 3310759"/>
              <a:gd name="connsiteY8" fmla="*/ 42042 h 2795752"/>
              <a:gd name="connsiteX9" fmla="*/ 1313793 w 3310759"/>
              <a:gd name="connsiteY9" fmla="*/ 21021 h 2795752"/>
              <a:gd name="connsiteX10" fmla="*/ 1387366 w 3310759"/>
              <a:gd name="connsiteY10" fmla="*/ 10511 h 2795752"/>
              <a:gd name="connsiteX11" fmla="*/ 1471448 w 3310759"/>
              <a:gd name="connsiteY11" fmla="*/ 0 h 2795752"/>
              <a:gd name="connsiteX12" fmla="*/ 1776248 w 3310759"/>
              <a:gd name="connsiteY12" fmla="*/ 10511 h 2795752"/>
              <a:gd name="connsiteX13" fmla="*/ 1818290 w 3310759"/>
              <a:gd name="connsiteY13" fmla="*/ 31531 h 2795752"/>
              <a:gd name="connsiteX14" fmla="*/ 1860331 w 3310759"/>
              <a:gd name="connsiteY14" fmla="*/ 42042 h 2795752"/>
              <a:gd name="connsiteX15" fmla="*/ 1923393 w 3310759"/>
              <a:gd name="connsiteY15" fmla="*/ 63062 h 2795752"/>
              <a:gd name="connsiteX16" fmla="*/ 1965435 w 3310759"/>
              <a:gd name="connsiteY16" fmla="*/ 94593 h 2795752"/>
              <a:gd name="connsiteX17" fmla="*/ 2049517 w 3310759"/>
              <a:gd name="connsiteY17" fmla="*/ 136635 h 2795752"/>
              <a:gd name="connsiteX18" fmla="*/ 2081048 w 3310759"/>
              <a:gd name="connsiteY18" fmla="*/ 157656 h 2795752"/>
              <a:gd name="connsiteX19" fmla="*/ 2228193 w 3310759"/>
              <a:gd name="connsiteY19" fmla="*/ 210207 h 2795752"/>
              <a:gd name="connsiteX20" fmla="*/ 2270235 w 3310759"/>
              <a:gd name="connsiteY20" fmla="*/ 231228 h 2795752"/>
              <a:gd name="connsiteX21" fmla="*/ 2438400 w 3310759"/>
              <a:gd name="connsiteY21" fmla="*/ 262759 h 2795752"/>
              <a:gd name="connsiteX22" fmla="*/ 2522483 w 3310759"/>
              <a:gd name="connsiteY22" fmla="*/ 283780 h 2795752"/>
              <a:gd name="connsiteX23" fmla="*/ 2585545 w 3310759"/>
              <a:gd name="connsiteY23" fmla="*/ 294290 h 2795752"/>
              <a:gd name="connsiteX24" fmla="*/ 2648607 w 3310759"/>
              <a:gd name="connsiteY24" fmla="*/ 315311 h 2795752"/>
              <a:gd name="connsiteX25" fmla="*/ 2680138 w 3310759"/>
              <a:gd name="connsiteY25" fmla="*/ 336331 h 2795752"/>
              <a:gd name="connsiteX26" fmla="*/ 2722179 w 3310759"/>
              <a:gd name="connsiteY26" fmla="*/ 357352 h 2795752"/>
              <a:gd name="connsiteX27" fmla="*/ 2764221 w 3310759"/>
              <a:gd name="connsiteY27" fmla="*/ 399393 h 2795752"/>
              <a:gd name="connsiteX28" fmla="*/ 2900855 w 3310759"/>
              <a:gd name="connsiteY28" fmla="*/ 525518 h 2795752"/>
              <a:gd name="connsiteX29" fmla="*/ 2942897 w 3310759"/>
              <a:gd name="connsiteY29" fmla="*/ 567559 h 2795752"/>
              <a:gd name="connsiteX30" fmla="*/ 2974428 w 3310759"/>
              <a:gd name="connsiteY30" fmla="*/ 599090 h 2795752"/>
              <a:gd name="connsiteX31" fmla="*/ 3048000 w 3310759"/>
              <a:gd name="connsiteY31" fmla="*/ 693683 h 2795752"/>
              <a:gd name="connsiteX32" fmla="*/ 3121573 w 3310759"/>
              <a:gd name="connsiteY32" fmla="*/ 756745 h 2795752"/>
              <a:gd name="connsiteX33" fmla="*/ 3163614 w 3310759"/>
              <a:gd name="connsiteY33" fmla="*/ 840828 h 2795752"/>
              <a:gd name="connsiteX34" fmla="*/ 3174124 w 3310759"/>
              <a:gd name="connsiteY34" fmla="*/ 882869 h 2795752"/>
              <a:gd name="connsiteX35" fmla="*/ 3216166 w 3310759"/>
              <a:gd name="connsiteY35" fmla="*/ 966952 h 2795752"/>
              <a:gd name="connsiteX36" fmla="*/ 3226676 w 3310759"/>
              <a:gd name="connsiteY36" fmla="*/ 1008993 h 2795752"/>
              <a:gd name="connsiteX37" fmla="*/ 3205655 w 3310759"/>
              <a:gd name="connsiteY37" fmla="*/ 1303283 h 2795752"/>
              <a:gd name="connsiteX38" fmla="*/ 3216166 w 3310759"/>
              <a:gd name="connsiteY38" fmla="*/ 1429407 h 2795752"/>
              <a:gd name="connsiteX39" fmla="*/ 3279228 w 3310759"/>
              <a:gd name="connsiteY39" fmla="*/ 1513490 h 2795752"/>
              <a:gd name="connsiteX40" fmla="*/ 3300248 w 3310759"/>
              <a:gd name="connsiteY40" fmla="*/ 1576552 h 2795752"/>
              <a:gd name="connsiteX41" fmla="*/ 3310759 w 3310759"/>
              <a:gd name="connsiteY41" fmla="*/ 1608083 h 2795752"/>
              <a:gd name="connsiteX42" fmla="*/ 3300248 w 3310759"/>
              <a:gd name="connsiteY42" fmla="*/ 1786759 h 2795752"/>
              <a:gd name="connsiteX43" fmla="*/ 3279228 w 3310759"/>
              <a:gd name="connsiteY43" fmla="*/ 1870842 h 2795752"/>
              <a:gd name="connsiteX44" fmla="*/ 3268717 w 3310759"/>
              <a:gd name="connsiteY44" fmla="*/ 1912883 h 2795752"/>
              <a:gd name="connsiteX45" fmla="*/ 3258207 w 3310759"/>
              <a:gd name="connsiteY45" fmla="*/ 1954924 h 2795752"/>
              <a:gd name="connsiteX46" fmla="*/ 3237186 w 3310759"/>
              <a:gd name="connsiteY46" fmla="*/ 2017987 h 2795752"/>
              <a:gd name="connsiteX47" fmla="*/ 3216166 w 3310759"/>
              <a:gd name="connsiteY47" fmla="*/ 2049518 h 2795752"/>
              <a:gd name="connsiteX48" fmla="*/ 3184635 w 3310759"/>
              <a:gd name="connsiteY48" fmla="*/ 2123090 h 2795752"/>
              <a:gd name="connsiteX49" fmla="*/ 3142593 w 3310759"/>
              <a:gd name="connsiteY49" fmla="*/ 2196662 h 2795752"/>
              <a:gd name="connsiteX50" fmla="*/ 3132083 w 3310759"/>
              <a:gd name="connsiteY50" fmla="*/ 2238704 h 2795752"/>
              <a:gd name="connsiteX51" fmla="*/ 3069021 w 3310759"/>
              <a:gd name="connsiteY51" fmla="*/ 2364828 h 2795752"/>
              <a:gd name="connsiteX52" fmla="*/ 3005959 w 3310759"/>
              <a:gd name="connsiteY52" fmla="*/ 2406869 h 2795752"/>
              <a:gd name="connsiteX53" fmla="*/ 2890345 w 3310759"/>
              <a:gd name="connsiteY53" fmla="*/ 2459421 h 2795752"/>
              <a:gd name="connsiteX54" fmla="*/ 2848304 w 3310759"/>
              <a:gd name="connsiteY54" fmla="*/ 2469931 h 2795752"/>
              <a:gd name="connsiteX55" fmla="*/ 2795752 w 3310759"/>
              <a:gd name="connsiteY55" fmla="*/ 2480442 h 2795752"/>
              <a:gd name="connsiteX56" fmla="*/ 2732690 w 3310759"/>
              <a:gd name="connsiteY56" fmla="*/ 2501462 h 2795752"/>
              <a:gd name="connsiteX57" fmla="*/ 2701159 w 3310759"/>
              <a:gd name="connsiteY57" fmla="*/ 2511973 h 2795752"/>
              <a:gd name="connsiteX58" fmla="*/ 2669628 w 3310759"/>
              <a:gd name="connsiteY58" fmla="*/ 2522483 h 2795752"/>
              <a:gd name="connsiteX59" fmla="*/ 2585545 w 3310759"/>
              <a:gd name="connsiteY59" fmla="*/ 2564524 h 2795752"/>
              <a:gd name="connsiteX60" fmla="*/ 2511973 w 3310759"/>
              <a:gd name="connsiteY60" fmla="*/ 2606566 h 2795752"/>
              <a:gd name="connsiteX61" fmla="*/ 2406869 w 3310759"/>
              <a:gd name="connsiteY61" fmla="*/ 2711669 h 2795752"/>
              <a:gd name="connsiteX62" fmla="*/ 2364828 w 3310759"/>
              <a:gd name="connsiteY62" fmla="*/ 2732690 h 2795752"/>
              <a:gd name="connsiteX63" fmla="*/ 2270235 w 3310759"/>
              <a:gd name="connsiteY63" fmla="*/ 2785242 h 2795752"/>
              <a:gd name="connsiteX64" fmla="*/ 2217683 w 3310759"/>
              <a:gd name="connsiteY64" fmla="*/ 2795752 h 2795752"/>
              <a:gd name="connsiteX65" fmla="*/ 2007476 w 3310759"/>
              <a:gd name="connsiteY65" fmla="*/ 2785242 h 2795752"/>
              <a:gd name="connsiteX66" fmla="*/ 1912883 w 3310759"/>
              <a:gd name="connsiteY66" fmla="*/ 2743200 h 2795752"/>
              <a:gd name="connsiteX67" fmla="*/ 1860331 w 3310759"/>
              <a:gd name="connsiteY67" fmla="*/ 2722180 h 2795752"/>
              <a:gd name="connsiteX68" fmla="*/ 1776248 w 3310759"/>
              <a:gd name="connsiteY68" fmla="*/ 2669628 h 2795752"/>
              <a:gd name="connsiteX69" fmla="*/ 1660635 w 3310759"/>
              <a:gd name="connsiteY69" fmla="*/ 2606566 h 2795752"/>
              <a:gd name="connsiteX70" fmla="*/ 1492469 w 3310759"/>
              <a:gd name="connsiteY70" fmla="*/ 2617076 h 2795752"/>
              <a:gd name="connsiteX71" fmla="*/ 1460938 w 3310759"/>
              <a:gd name="connsiteY71" fmla="*/ 2627587 h 2795752"/>
              <a:gd name="connsiteX72" fmla="*/ 1376855 w 3310759"/>
              <a:gd name="connsiteY72" fmla="*/ 2648607 h 2795752"/>
              <a:gd name="connsiteX73" fmla="*/ 1292773 w 3310759"/>
              <a:gd name="connsiteY73" fmla="*/ 2669628 h 2795752"/>
              <a:gd name="connsiteX74" fmla="*/ 1250731 w 3310759"/>
              <a:gd name="connsiteY74" fmla="*/ 2680138 h 2795752"/>
              <a:gd name="connsiteX75" fmla="*/ 1156138 w 3310759"/>
              <a:gd name="connsiteY75" fmla="*/ 2669628 h 2795752"/>
              <a:gd name="connsiteX76" fmla="*/ 1082566 w 3310759"/>
              <a:gd name="connsiteY76" fmla="*/ 2648607 h 2795752"/>
              <a:gd name="connsiteX77" fmla="*/ 1040524 w 3310759"/>
              <a:gd name="connsiteY77" fmla="*/ 2638097 h 2795752"/>
              <a:gd name="connsiteX78" fmla="*/ 998483 w 3310759"/>
              <a:gd name="connsiteY78" fmla="*/ 2617076 h 2795752"/>
              <a:gd name="connsiteX79" fmla="*/ 966952 w 3310759"/>
              <a:gd name="connsiteY79" fmla="*/ 2596056 h 2795752"/>
              <a:gd name="connsiteX80" fmla="*/ 924911 w 3310759"/>
              <a:gd name="connsiteY80" fmla="*/ 2585545 h 2795752"/>
              <a:gd name="connsiteX81" fmla="*/ 893379 w 3310759"/>
              <a:gd name="connsiteY81" fmla="*/ 2575035 h 2795752"/>
              <a:gd name="connsiteX82" fmla="*/ 851338 w 3310759"/>
              <a:gd name="connsiteY82" fmla="*/ 2543504 h 2795752"/>
              <a:gd name="connsiteX83" fmla="*/ 767255 w 3310759"/>
              <a:gd name="connsiteY83" fmla="*/ 2501462 h 2795752"/>
              <a:gd name="connsiteX84" fmla="*/ 704193 w 3310759"/>
              <a:gd name="connsiteY84" fmla="*/ 2459421 h 2795752"/>
              <a:gd name="connsiteX85" fmla="*/ 683173 w 3310759"/>
              <a:gd name="connsiteY85" fmla="*/ 2427890 h 2795752"/>
              <a:gd name="connsiteX86" fmla="*/ 620111 w 3310759"/>
              <a:gd name="connsiteY86" fmla="*/ 2364828 h 2795752"/>
              <a:gd name="connsiteX87" fmla="*/ 588579 w 3310759"/>
              <a:gd name="connsiteY87" fmla="*/ 2322787 h 2795752"/>
              <a:gd name="connsiteX88" fmla="*/ 567559 w 3310759"/>
              <a:gd name="connsiteY88" fmla="*/ 2291256 h 2795752"/>
              <a:gd name="connsiteX89" fmla="*/ 546538 w 3310759"/>
              <a:gd name="connsiteY89" fmla="*/ 2228193 h 2795752"/>
              <a:gd name="connsiteX90" fmla="*/ 525517 w 3310759"/>
              <a:gd name="connsiteY90" fmla="*/ 2165131 h 2795752"/>
              <a:gd name="connsiteX91" fmla="*/ 472966 w 3310759"/>
              <a:gd name="connsiteY91" fmla="*/ 2070538 h 2795752"/>
              <a:gd name="connsiteX92" fmla="*/ 409904 w 3310759"/>
              <a:gd name="connsiteY92" fmla="*/ 2007476 h 2795752"/>
              <a:gd name="connsiteX93" fmla="*/ 357352 w 3310759"/>
              <a:gd name="connsiteY93" fmla="*/ 1975945 h 2795752"/>
              <a:gd name="connsiteX94" fmla="*/ 315311 w 3310759"/>
              <a:gd name="connsiteY94" fmla="*/ 1954924 h 2795752"/>
              <a:gd name="connsiteX95" fmla="*/ 283779 w 3310759"/>
              <a:gd name="connsiteY95" fmla="*/ 1923393 h 2795752"/>
              <a:gd name="connsiteX96" fmla="*/ 262759 w 3310759"/>
              <a:gd name="connsiteY96" fmla="*/ 1881352 h 2795752"/>
              <a:gd name="connsiteX97" fmla="*/ 231228 w 3310759"/>
              <a:gd name="connsiteY97" fmla="*/ 1849821 h 2795752"/>
              <a:gd name="connsiteX98" fmla="*/ 220717 w 3310759"/>
              <a:gd name="connsiteY98" fmla="*/ 1818290 h 2795752"/>
              <a:gd name="connsiteX99" fmla="*/ 178676 w 3310759"/>
              <a:gd name="connsiteY99" fmla="*/ 1755228 h 2795752"/>
              <a:gd name="connsiteX100" fmla="*/ 157655 w 3310759"/>
              <a:gd name="connsiteY100" fmla="*/ 1723697 h 2795752"/>
              <a:gd name="connsiteX101" fmla="*/ 147145 w 3310759"/>
              <a:gd name="connsiteY101" fmla="*/ 1692166 h 2795752"/>
              <a:gd name="connsiteX102" fmla="*/ 126124 w 3310759"/>
              <a:gd name="connsiteY102" fmla="*/ 1660635 h 2795752"/>
              <a:gd name="connsiteX103" fmla="*/ 105104 w 3310759"/>
              <a:gd name="connsiteY103" fmla="*/ 1597573 h 2795752"/>
              <a:gd name="connsiteX104" fmla="*/ 94593 w 3310759"/>
              <a:gd name="connsiteY104" fmla="*/ 1324304 h 2795752"/>
              <a:gd name="connsiteX105" fmla="*/ 84083 w 3310759"/>
              <a:gd name="connsiteY105" fmla="*/ 1261242 h 2795752"/>
              <a:gd name="connsiteX106" fmla="*/ 63062 w 3310759"/>
              <a:gd name="connsiteY106" fmla="*/ 1177159 h 2795752"/>
              <a:gd name="connsiteX107" fmla="*/ 52552 w 3310759"/>
              <a:gd name="connsiteY107" fmla="*/ 1135118 h 2795752"/>
              <a:gd name="connsiteX108" fmla="*/ 31531 w 3310759"/>
              <a:gd name="connsiteY108" fmla="*/ 1051035 h 2795752"/>
              <a:gd name="connsiteX109" fmla="*/ 0 w 3310759"/>
              <a:gd name="connsiteY109" fmla="*/ 987973 h 2795752"/>
              <a:gd name="connsiteX110" fmla="*/ 10511 w 3310759"/>
              <a:gd name="connsiteY110" fmla="*/ 515007 h 2795752"/>
              <a:gd name="connsiteX111" fmla="*/ 21021 w 3310759"/>
              <a:gd name="connsiteY111" fmla="*/ 441435 h 2795752"/>
              <a:gd name="connsiteX112" fmla="*/ 42042 w 3310759"/>
              <a:gd name="connsiteY112" fmla="*/ 378373 h 2795752"/>
              <a:gd name="connsiteX113" fmla="*/ 52552 w 3310759"/>
              <a:gd name="connsiteY113" fmla="*/ 346842 h 2795752"/>
              <a:gd name="connsiteX114" fmla="*/ 73573 w 3310759"/>
              <a:gd name="connsiteY114" fmla="*/ 252249 h 2795752"/>
              <a:gd name="connsiteX115" fmla="*/ 126124 w 3310759"/>
              <a:gd name="connsiteY115" fmla="*/ 189187 h 2795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3310759" h="2795752">
                <a:moveTo>
                  <a:pt x="126124" y="189187"/>
                </a:moveTo>
                <a:cubicBezTo>
                  <a:pt x="154151" y="175173"/>
                  <a:pt x="211245" y="179601"/>
                  <a:pt x="241738" y="168166"/>
                </a:cubicBezTo>
                <a:cubicBezTo>
                  <a:pt x="256408" y="162665"/>
                  <a:pt x="268512" y="150668"/>
                  <a:pt x="283779" y="147145"/>
                </a:cubicBezTo>
                <a:cubicBezTo>
                  <a:pt x="314692" y="140011"/>
                  <a:pt x="346842" y="140138"/>
                  <a:pt x="378373" y="136635"/>
                </a:cubicBezTo>
                <a:cubicBezTo>
                  <a:pt x="399394" y="129628"/>
                  <a:pt x="419326" y="117088"/>
                  <a:pt x="441435" y="115614"/>
                </a:cubicBezTo>
                <a:cubicBezTo>
                  <a:pt x="505668" y="111332"/>
                  <a:pt x="622084" y="105898"/>
                  <a:pt x="693683" y="94593"/>
                </a:cubicBezTo>
                <a:cubicBezTo>
                  <a:pt x="728974" y="89021"/>
                  <a:pt x="764125" y="82239"/>
                  <a:pt x="798786" y="73573"/>
                </a:cubicBezTo>
                <a:cubicBezTo>
                  <a:pt x="812800" y="70069"/>
                  <a:pt x="826579" y="65437"/>
                  <a:pt x="840828" y="63062"/>
                </a:cubicBezTo>
                <a:cubicBezTo>
                  <a:pt x="939627" y="46595"/>
                  <a:pt x="1033056" y="47145"/>
                  <a:pt x="1135117" y="42042"/>
                </a:cubicBezTo>
                <a:cubicBezTo>
                  <a:pt x="1263743" y="20603"/>
                  <a:pt x="1127212" y="41751"/>
                  <a:pt x="1313793" y="21021"/>
                </a:cubicBezTo>
                <a:cubicBezTo>
                  <a:pt x="1338415" y="18285"/>
                  <a:pt x="1362810" y="13785"/>
                  <a:pt x="1387366" y="10511"/>
                </a:cubicBezTo>
                <a:lnTo>
                  <a:pt x="1471448" y="0"/>
                </a:lnTo>
                <a:cubicBezTo>
                  <a:pt x="1573048" y="3504"/>
                  <a:pt x="1675005" y="1307"/>
                  <a:pt x="1776248" y="10511"/>
                </a:cubicBezTo>
                <a:cubicBezTo>
                  <a:pt x="1791852" y="11930"/>
                  <a:pt x="1803620" y="26030"/>
                  <a:pt x="1818290" y="31531"/>
                </a:cubicBezTo>
                <a:cubicBezTo>
                  <a:pt x="1831815" y="36603"/>
                  <a:pt x="1846495" y="37891"/>
                  <a:pt x="1860331" y="42042"/>
                </a:cubicBezTo>
                <a:cubicBezTo>
                  <a:pt x="1881554" y="48409"/>
                  <a:pt x="1923393" y="63062"/>
                  <a:pt x="1923393" y="63062"/>
                </a:cubicBezTo>
                <a:cubicBezTo>
                  <a:pt x="1937407" y="73572"/>
                  <a:pt x="1950304" y="85766"/>
                  <a:pt x="1965435" y="94593"/>
                </a:cubicBezTo>
                <a:cubicBezTo>
                  <a:pt x="1992502" y="110382"/>
                  <a:pt x="2023444" y="119253"/>
                  <a:pt x="2049517" y="136635"/>
                </a:cubicBezTo>
                <a:cubicBezTo>
                  <a:pt x="2060027" y="143642"/>
                  <a:pt x="2069579" y="152363"/>
                  <a:pt x="2081048" y="157656"/>
                </a:cubicBezTo>
                <a:cubicBezTo>
                  <a:pt x="2165085" y="196442"/>
                  <a:pt x="2162744" y="193845"/>
                  <a:pt x="2228193" y="210207"/>
                </a:cubicBezTo>
                <a:cubicBezTo>
                  <a:pt x="2242207" y="217214"/>
                  <a:pt x="2255371" y="226273"/>
                  <a:pt x="2270235" y="231228"/>
                </a:cubicBezTo>
                <a:cubicBezTo>
                  <a:pt x="2337128" y="253526"/>
                  <a:pt x="2369247" y="254115"/>
                  <a:pt x="2438400" y="262759"/>
                </a:cubicBezTo>
                <a:cubicBezTo>
                  <a:pt x="2482156" y="277344"/>
                  <a:pt x="2466682" y="273634"/>
                  <a:pt x="2522483" y="283780"/>
                </a:cubicBezTo>
                <a:cubicBezTo>
                  <a:pt x="2543450" y="287592"/>
                  <a:pt x="2564871" y="289121"/>
                  <a:pt x="2585545" y="294290"/>
                </a:cubicBezTo>
                <a:cubicBezTo>
                  <a:pt x="2607041" y="299664"/>
                  <a:pt x="2630170" y="303020"/>
                  <a:pt x="2648607" y="315311"/>
                </a:cubicBezTo>
                <a:cubicBezTo>
                  <a:pt x="2659117" y="322318"/>
                  <a:pt x="2669171" y="330064"/>
                  <a:pt x="2680138" y="336331"/>
                </a:cubicBezTo>
                <a:cubicBezTo>
                  <a:pt x="2693741" y="344104"/>
                  <a:pt x="2709645" y="347951"/>
                  <a:pt x="2722179" y="357352"/>
                </a:cubicBezTo>
                <a:cubicBezTo>
                  <a:pt x="2738034" y="369243"/>
                  <a:pt x="2749408" y="386226"/>
                  <a:pt x="2764221" y="399393"/>
                </a:cubicBezTo>
                <a:cubicBezTo>
                  <a:pt x="2914519" y="532990"/>
                  <a:pt x="2682892" y="307555"/>
                  <a:pt x="2900855" y="525518"/>
                </a:cubicBezTo>
                <a:lnTo>
                  <a:pt x="2942897" y="567559"/>
                </a:lnTo>
                <a:cubicBezTo>
                  <a:pt x="2953407" y="578069"/>
                  <a:pt x="2965303" y="587357"/>
                  <a:pt x="2974428" y="599090"/>
                </a:cubicBezTo>
                <a:cubicBezTo>
                  <a:pt x="2998952" y="630621"/>
                  <a:pt x="3014764" y="671525"/>
                  <a:pt x="3048000" y="693683"/>
                </a:cubicBezTo>
                <a:cubicBezTo>
                  <a:pt x="3096021" y="725697"/>
                  <a:pt x="3070599" y="705772"/>
                  <a:pt x="3121573" y="756745"/>
                </a:cubicBezTo>
                <a:cubicBezTo>
                  <a:pt x="3135587" y="784773"/>
                  <a:pt x="3156014" y="810428"/>
                  <a:pt x="3163614" y="840828"/>
                </a:cubicBezTo>
                <a:cubicBezTo>
                  <a:pt x="3167117" y="854842"/>
                  <a:pt x="3168568" y="869535"/>
                  <a:pt x="3174124" y="882869"/>
                </a:cubicBezTo>
                <a:cubicBezTo>
                  <a:pt x="3186176" y="911794"/>
                  <a:pt x="3216166" y="966952"/>
                  <a:pt x="3216166" y="966952"/>
                </a:cubicBezTo>
                <a:cubicBezTo>
                  <a:pt x="3219669" y="980966"/>
                  <a:pt x="3226676" y="994548"/>
                  <a:pt x="3226676" y="1008993"/>
                </a:cubicBezTo>
                <a:cubicBezTo>
                  <a:pt x="3226676" y="1231232"/>
                  <a:pt x="3234671" y="1187227"/>
                  <a:pt x="3205655" y="1303283"/>
                </a:cubicBezTo>
                <a:cubicBezTo>
                  <a:pt x="3209159" y="1345324"/>
                  <a:pt x="3202229" y="1389588"/>
                  <a:pt x="3216166" y="1429407"/>
                </a:cubicBezTo>
                <a:cubicBezTo>
                  <a:pt x="3227740" y="1462475"/>
                  <a:pt x="3279228" y="1513490"/>
                  <a:pt x="3279228" y="1513490"/>
                </a:cubicBezTo>
                <a:lnTo>
                  <a:pt x="3300248" y="1576552"/>
                </a:lnTo>
                <a:lnTo>
                  <a:pt x="3310759" y="1608083"/>
                </a:lnTo>
                <a:cubicBezTo>
                  <a:pt x="3307255" y="1667642"/>
                  <a:pt x="3307356" y="1727522"/>
                  <a:pt x="3300248" y="1786759"/>
                </a:cubicBezTo>
                <a:cubicBezTo>
                  <a:pt x="3296806" y="1815443"/>
                  <a:pt x="3286235" y="1842814"/>
                  <a:pt x="3279228" y="1870842"/>
                </a:cubicBezTo>
                <a:lnTo>
                  <a:pt x="3268717" y="1912883"/>
                </a:lnTo>
                <a:cubicBezTo>
                  <a:pt x="3265214" y="1926897"/>
                  <a:pt x="3262775" y="1941220"/>
                  <a:pt x="3258207" y="1954924"/>
                </a:cubicBezTo>
                <a:cubicBezTo>
                  <a:pt x="3251200" y="1975945"/>
                  <a:pt x="3249477" y="1999550"/>
                  <a:pt x="3237186" y="2017987"/>
                </a:cubicBezTo>
                <a:cubicBezTo>
                  <a:pt x="3230179" y="2028497"/>
                  <a:pt x="3221815" y="2038220"/>
                  <a:pt x="3216166" y="2049518"/>
                </a:cubicBezTo>
                <a:cubicBezTo>
                  <a:pt x="3157218" y="2167415"/>
                  <a:pt x="3272102" y="1970023"/>
                  <a:pt x="3184635" y="2123090"/>
                </a:cubicBezTo>
                <a:cubicBezTo>
                  <a:pt x="3125201" y="2227100"/>
                  <a:pt x="3206129" y="2069594"/>
                  <a:pt x="3142593" y="2196662"/>
                </a:cubicBezTo>
                <a:cubicBezTo>
                  <a:pt x="3139090" y="2210676"/>
                  <a:pt x="3136234" y="2224868"/>
                  <a:pt x="3132083" y="2238704"/>
                </a:cubicBezTo>
                <a:cubicBezTo>
                  <a:pt x="3121591" y="2273676"/>
                  <a:pt x="3102239" y="2342683"/>
                  <a:pt x="3069021" y="2364828"/>
                </a:cubicBezTo>
                <a:cubicBezTo>
                  <a:pt x="3048000" y="2378842"/>
                  <a:pt x="3028555" y="2395571"/>
                  <a:pt x="3005959" y="2406869"/>
                </a:cubicBezTo>
                <a:cubicBezTo>
                  <a:pt x="2950466" y="2434616"/>
                  <a:pt x="2937993" y="2445808"/>
                  <a:pt x="2890345" y="2459421"/>
                </a:cubicBezTo>
                <a:cubicBezTo>
                  <a:pt x="2876456" y="2463389"/>
                  <a:pt x="2862405" y="2466797"/>
                  <a:pt x="2848304" y="2469931"/>
                </a:cubicBezTo>
                <a:cubicBezTo>
                  <a:pt x="2830865" y="2473806"/>
                  <a:pt x="2812987" y="2475742"/>
                  <a:pt x="2795752" y="2480442"/>
                </a:cubicBezTo>
                <a:cubicBezTo>
                  <a:pt x="2774375" y="2486272"/>
                  <a:pt x="2753711" y="2494455"/>
                  <a:pt x="2732690" y="2501462"/>
                </a:cubicBezTo>
                <a:lnTo>
                  <a:pt x="2701159" y="2511973"/>
                </a:lnTo>
                <a:cubicBezTo>
                  <a:pt x="2690649" y="2515476"/>
                  <a:pt x="2679537" y="2517528"/>
                  <a:pt x="2669628" y="2522483"/>
                </a:cubicBezTo>
                <a:cubicBezTo>
                  <a:pt x="2641600" y="2536497"/>
                  <a:pt x="2610613" y="2545722"/>
                  <a:pt x="2585545" y="2564524"/>
                </a:cubicBezTo>
                <a:cubicBezTo>
                  <a:pt x="2534641" y="2602703"/>
                  <a:pt x="2560122" y="2590517"/>
                  <a:pt x="2511973" y="2606566"/>
                </a:cubicBezTo>
                <a:cubicBezTo>
                  <a:pt x="2468796" y="2660537"/>
                  <a:pt x="2467700" y="2669087"/>
                  <a:pt x="2406869" y="2711669"/>
                </a:cubicBezTo>
                <a:cubicBezTo>
                  <a:pt x="2394033" y="2720654"/>
                  <a:pt x="2378263" y="2724629"/>
                  <a:pt x="2364828" y="2732690"/>
                </a:cubicBezTo>
                <a:cubicBezTo>
                  <a:pt x="2308920" y="2766235"/>
                  <a:pt x="2318553" y="2773162"/>
                  <a:pt x="2270235" y="2785242"/>
                </a:cubicBezTo>
                <a:cubicBezTo>
                  <a:pt x="2252904" y="2789575"/>
                  <a:pt x="2235200" y="2792249"/>
                  <a:pt x="2217683" y="2795752"/>
                </a:cubicBezTo>
                <a:cubicBezTo>
                  <a:pt x="2147614" y="2792249"/>
                  <a:pt x="2077133" y="2793601"/>
                  <a:pt x="2007476" y="2785242"/>
                </a:cubicBezTo>
                <a:cubicBezTo>
                  <a:pt x="1986134" y="2782681"/>
                  <a:pt x="1933800" y="2752496"/>
                  <a:pt x="1912883" y="2743200"/>
                </a:cubicBezTo>
                <a:cubicBezTo>
                  <a:pt x="1895642" y="2735538"/>
                  <a:pt x="1877206" y="2730617"/>
                  <a:pt x="1860331" y="2722180"/>
                </a:cubicBezTo>
                <a:cubicBezTo>
                  <a:pt x="1727124" y="2655578"/>
                  <a:pt x="1867952" y="2719648"/>
                  <a:pt x="1776248" y="2669628"/>
                </a:cubicBezTo>
                <a:cubicBezTo>
                  <a:pt x="1645100" y="2598092"/>
                  <a:pt x="1732657" y="2654582"/>
                  <a:pt x="1660635" y="2606566"/>
                </a:cubicBezTo>
                <a:cubicBezTo>
                  <a:pt x="1604580" y="2610069"/>
                  <a:pt x="1548325" y="2611196"/>
                  <a:pt x="1492469" y="2617076"/>
                </a:cubicBezTo>
                <a:cubicBezTo>
                  <a:pt x="1481451" y="2618236"/>
                  <a:pt x="1471627" y="2624672"/>
                  <a:pt x="1460938" y="2627587"/>
                </a:cubicBezTo>
                <a:cubicBezTo>
                  <a:pt x="1433066" y="2635188"/>
                  <a:pt x="1404883" y="2641600"/>
                  <a:pt x="1376855" y="2648607"/>
                </a:cubicBezTo>
                <a:lnTo>
                  <a:pt x="1292773" y="2669628"/>
                </a:lnTo>
                <a:lnTo>
                  <a:pt x="1250731" y="2680138"/>
                </a:lnTo>
                <a:cubicBezTo>
                  <a:pt x="1219200" y="2676635"/>
                  <a:pt x="1187494" y="2674452"/>
                  <a:pt x="1156138" y="2669628"/>
                </a:cubicBezTo>
                <a:cubicBezTo>
                  <a:pt x="1120533" y="2664151"/>
                  <a:pt x="1114620" y="2657765"/>
                  <a:pt x="1082566" y="2648607"/>
                </a:cubicBezTo>
                <a:cubicBezTo>
                  <a:pt x="1068677" y="2644639"/>
                  <a:pt x="1054538" y="2641600"/>
                  <a:pt x="1040524" y="2638097"/>
                </a:cubicBezTo>
                <a:cubicBezTo>
                  <a:pt x="1026510" y="2631090"/>
                  <a:pt x="1012086" y="2624849"/>
                  <a:pt x="998483" y="2617076"/>
                </a:cubicBezTo>
                <a:cubicBezTo>
                  <a:pt x="987516" y="2610809"/>
                  <a:pt x="978562" y="2601032"/>
                  <a:pt x="966952" y="2596056"/>
                </a:cubicBezTo>
                <a:cubicBezTo>
                  <a:pt x="953675" y="2590366"/>
                  <a:pt x="938800" y="2589513"/>
                  <a:pt x="924911" y="2585545"/>
                </a:cubicBezTo>
                <a:cubicBezTo>
                  <a:pt x="914258" y="2582501"/>
                  <a:pt x="903890" y="2578538"/>
                  <a:pt x="893379" y="2575035"/>
                </a:cubicBezTo>
                <a:cubicBezTo>
                  <a:pt x="879365" y="2564525"/>
                  <a:pt x="866469" y="2552330"/>
                  <a:pt x="851338" y="2543504"/>
                </a:cubicBezTo>
                <a:cubicBezTo>
                  <a:pt x="824271" y="2527715"/>
                  <a:pt x="789413" y="2523620"/>
                  <a:pt x="767255" y="2501462"/>
                </a:cubicBezTo>
                <a:cubicBezTo>
                  <a:pt x="727890" y="2462097"/>
                  <a:pt x="749825" y="2474631"/>
                  <a:pt x="704193" y="2459421"/>
                </a:cubicBezTo>
                <a:cubicBezTo>
                  <a:pt x="697186" y="2448911"/>
                  <a:pt x="691565" y="2437331"/>
                  <a:pt x="683173" y="2427890"/>
                </a:cubicBezTo>
                <a:cubicBezTo>
                  <a:pt x="663423" y="2405671"/>
                  <a:pt x="637948" y="2388610"/>
                  <a:pt x="620111" y="2364828"/>
                </a:cubicBezTo>
                <a:cubicBezTo>
                  <a:pt x="609600" y="2350814"/>
                  <a:pt x="598761" y="2337041"/>
                  <a:pt x="588579" y="2322787"/>
                </a:cubicBezTo>
                <a:cubicBezTo>
                  <a:pt x="581237" y="2312508"/>
                  <a:pt x="572689" y="2302799"/>
                  <a:pt x="567559" y="2291256"/>
                </a:cubicBezTo>
                <a:cubicBezTo>
                  <a:pt x="558560" y="2271008"/>
                  <a:pt x="553545" y="2249214"/>
                  <a:pt x="546538" y="2228193"/>
                </a:cubicBezTo>
                <a:lnTo>
                  <a:pt x="525517" y="2165131"/>
                </a:lnTo>
                <a:cubicBezTo>
                  <a:pt x="512300" y="2125480"/>
                  <a:pt x="509108" y="2106680"/>
                  <a:pt x="472966" y="2070538"/>
                </a:cubicBezTo>
                <a:cubicBezTo>
                  <a:pt x="451945" y="2049517"/>
                  <a:pt x="435395" y="2022771"/>
                  <a:pt x="409904" y="2007476"/>
                </a:cubicBezTo>
                <a:cubicBezTo>
                  <a:pt x="392387" y="1996966"/>
                  <a:pt x="375210" y="1985866"/>
                  <a:pt x="357352" y="1975945"/>
                </a:cubicBezTo>
                <a:cubicBezTo>
                  <a:pt x="343656" y="1968336"/>
                  <a:pt x="328060" y="1964031"/>
                  <a:pt x="315311" y="1954924"/>
                </a:cubicBezTo>
                <a:cubicBezTo>
                  <a:pt x="303216" y="1946284"/>
                  <a:pt x="294290" y="1933903"/>
                  <a:pt x="283779" y="1923393"/>
                </a:cubicBezTo>
                <a:cubicBezTo>
                  <a:pt x="276772" y="1909379"/>
                  <a:pt x="271866" y="1894101"/>
                  <a:pt x="262759" y="1881352"/>
                </a:cubicBezTo>
                <a:cubicBezTo>
                  <a:pt x="254120" y="1869257"/>
                  <a:pt x="239473" y="1862188"/>
                  <a:pt x="231228" y="1849821"/>
                </a:cubicBezTo>
                <a:cubicBezTo>
                  <a:pt x="225082" y="1840603"/>
                  <a:pt x="226097" y="1827975"/>
                  <a:pt x="220717" y="1818290"/>
                </a:cubicBezTo>
                <a:cubicBezTo>
                  <a:pt x="208448" y="1796206"/>
                  <a:pt x="192690" y="1776249"/>
                  <a:pt x="178676" y="1755228"/>
                </a:cubicBezTo>
                <a:lnTo>
                  <a:pt x="157655" y="1723697"/>
                </a:lnTo>
                <a:cubicBezTo>
                  <a:pt x="154152" y="1713187"/>
                  <a:pt x="152100" y="1702075"/>
                  <a:pt x="147145" y="1692166"/>
                </a:cubicBezTo>
                <a:cubicBezTo>
                  <a:pt x="141496" y="1680868"/>
                  <a:pt x="131254" y="1672178"/>
                  <a:pt x="126124" y="1660635"/>
                </a:cubicBezTo>
                <a:cubicBezTo>
                  <a:pt x="117125" y="1640387"/>
                  <a:pt x="105104" y="1597573"/>
                  <a:pt x="105104" y="1597573"/>
                </a:cubicBezTo>
                <a:cubicBezTo>
                  <a:pt x="101600" y="1506483"/>
                  <a:pt x="100279" y="1415283"/>
                  <a:pt x="94593" y="1324304"/>
                </a:cubicBezTo>
                <a:cubicBezTo>
                  <a:pt x="93264" y="1303035"/>
                  <a:pt x="88548" y="1282080"/>
                  <a:pt x="84083" y="1261242"/>
                </a:cubicBezTo>
                <a:cubicBezTo>
                  <a:pt x="78030" y="1232993"/>
                  <a:pt x="70069" y="1205187"/>
                  <a:pt x="63062" y="1177159"/>
                </a:cubicBezTo>
                <a:lnTo>
                  <a:pt x="52552" y="1135118"/>
                </a:lnTo>
                <a:lnTo>
                  <a:pt x="31531" y="1051035"/>
                </a:lnTo>
                <a:cubicBezTo>
                  <a:pt x="4366" y="1010286"/>
                  <a:pt x="14506" y="1031487"/>
                  <a:pt x="0" y="987973"/>
                </a:cubicBezTo>
                <a:cubicBezTo>
                  <a:pt x="3504" y="830318"/>
                  <a:pt x="4450" y="672585"/>
                  <a:pt x="10511" y="515007"/>
                </a:cubicBezTo>
                <a:cubicBezTo>
                  <a:pt x="11463" y="490252"/>
                  <a:pt x="15451" y="465574"/>
                  <a:pt x="21021" y="441435"/>
                </a:cubicBezTo>
                <a:cubicBezTo>
                  <a:pt x="26003" y="419845"/>
                  <a:pt x="35035" y="399394"/>
                  <a:pt x="42042" y="378373"/>
                </a:cubicBezTo>
                <a:cubicBezTo>
                  <a:pt x="45545" y="367863"/>
                  <a:pt x="50379" y="357706"/>
                  <a:pt x="52552" y="346842"/>
                </a:cubicBezTo>
                <a:cubicBezTo>
                  <a:pt x="52784" y="345680"/>
                  <a:pt x="69330" y="258613"/>
                  <a:pt x="73573" y="252249"/>
                </a:cubicBezTo>
                <a:cubicBezTo>
                  <a:pt x="79915" y="242736"/>
                  <a:pt x="98097" y="203201"/>
                  <a:pt x="126124" y="189187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C40ACE1E-9A0B-488E-987E-197AA757C951}"/>
                  </a:ext>
                </a:extLst>
              </p:cNvPr>
              <p:cNvSpPr txBox="1"/>
              <p:nvPr/>
            </p:nvSpPr>
            <p:spPr>
              <a:xfrm>
                <a:off x="2291255" y="5850122"/>
                <a:ext cx="63715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D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D" dirty="0"/>
                  <a:t> material non </a:t>
                </a:r>
                <a:r>
                  <a:rPr lang="en-ID" dirty="0" err="1"/>
                  <a:t>magnetik</a:t>
                </a:r>
                <a:endParaRPr lang="en-ID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0ACE1E-9A0B-488E-987E-197AA757C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255" y="5850122"/>
                <a:ext cx="6371527" cy="369332"/>
              </a:xfrm>
              <a:prstGeom prst="rect">
                <a:avLst/>
              </a:prstGeom>
              <a:blipFill>
                <a:blip r:embed="rId1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xmlns="" id="{814888C9-AFA9-4039-88C6-95047B47B98A}"/>
                  </a:ext>
                </a:extLst>
              </p:cNvPr>
              <p:cNvSpPr txBox="1"/>
              <p:nvPr/>
            </p:nvSpPr>
            <p:spPr>
              <a:xfrm>
                <a:off x="2291254" y="6351009"/>
                <a:ext cx="63715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D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D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</m:oMath>
                </a14:m>
                <a:r>
                  <a:rPr lang="en-ID" dirty="0"/>
                  <a:t> material </a:t>
                </a:r>
                <a:r>
                  <a:rPr lang="en-ID" dirty="0" err="1"/>
                  <a:t>ferromagnetik</a:t>
                </a:r>
                <a:endParaRPr lang="en-ID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14888C9-AFA9-4039-88C6-95047B47B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254" y="6351009"/>
                <a:ext cx="6371527" cy="369332"/>
              </a:xfrm>
              <a:prstGeom prst="rect">
                <a:avLst/>
              </a:prstGeom>
              <a:blipFill>
                <a:blip r:embed="rId1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520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 animBg="1"/>
      <p:bldP spid="8" grpId="1" animBg="1"/>
      <p:bldP spid="16" grpId="0"/>
      <p:bldP spid="23" grpId="0"/>
      <p:bldP spid="24" grpId="0"/>
      <p:bldP spid="25" grpId="0"/>
      <p:bldP spid="26" grpId="0"/>
      <p:bldP spid="27" grpId="0"/>
      <p:bldP spid="38" grpId="0" animBg="1"/>
      <p:bldP spid="38" grpId="1" animBg="1"/>
      <p:bldP spid="39" grpId="0" animBg="1"/>
      <p:bldP spid="39" grpId="1" animBg="1"/>
      <p:bldP spid="40" grpId="0"/>
      <p:bldP spid="41" grpId="0"/>
      <p:bldP spid="2" grpId="0"/>
      <p:bldP spid="3" grpId="0"/>
      <p:bldP spid="17" grpId="0"/>
      <p:bldP spid="20" grpId="0"/>
      <p:bldP spid="49" grpId="0"/>
      <p:bldP spid="50" grpId="0"/>
      <p:bldP spid="52" grpId="0"/>
      <p:bldP spid="5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9A4D4C-B28A-4DFF-BCB5-20FADE20E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70" y="79203"/>
            <a:ext cx="4730451" cy="16377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 err="1"/>
              <a:t>Diferensial</a:t>
            </a:r>
            <a:r>
              <a:rPr lang="en-US" sz="4400" dirty="0"/>
              <a:t> </a:t>
            </a:r>
            <a:r>
              <a:rPr lang="en-US" sz="4400" dirty="0" err="1"/>
              <a:t>vektor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57E971E-1678-45F5-ACB7-6C65288E8207}"/>
              </a:ext>
            </a:extLst>
          </p:cNvPr>
          <p:cNvSpPr txBox="1"/>
          <p:nvPr/>
        </p:nvSpPr>
        <p:spPr>
          <a:xfrm>
            <a:off x="186270" y="2280658"/>
            <a:ext cx="4730451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 err="1"/>
              <a:t>Merupakan</a:t>
            </a:r>
            <a:r>
              <a:rPr lang="en-US" sz="2000" dirty="0"/>
              <a:t> </a:t>
            </a:r>
            <a:r>
              <a:rPr lang="en-US" sz="2000" dirty="0" err="1"/>
              <a:t>operasi</a:t>
            </a:r>
            <a:r>
              <a:rPr lang="en-US" sz="2000" dirty="0"/>
              <a:t> </a:t>
            </a:r>
            <a:r>
              <a:rPr lang="en-US" sz="2000" dirty="0" err="1"/>
              <a:t>matematika</a:t>
            </a:r>
            <a:r>
              <a:rPr lang="en-US" sz="2000" dirty="0"/>
              <a:t> </a:t>
            </a:r>
            <a:r>
              <a:rPr lang="en-US" sz="2000" dirty="0" err="1"/>
              <a:t>berupa</a:t>
            </a:r>
            <a:r>
              <a:rPr lang="en-US" sz="2000" dirty="0"/>
              <a:t> </a:t>
            </a:r>
            <a:r>
              <a:rPr lang="en-US" sz="2000" dirty="0" err="1"/>
              <a:t>diferensiasi</a:t>
            </a:r>
            <a:r>
              <a:rPr lang="en-US" sz="2000" dirty="0"/>
              <a:t> </a:t>
            </a:r>
            <a:r>
              <a:rPr lang="en-US" sz="2000" dirty="0" err="1"/>
              <a:t>terhadap</a:t>
            </a:r>
            <a:r>
              <a:rPr lang="en-US" sz="2000" dirty="0"/>
              <a:t> </a:t>
            </a:r>
            <a:r>
              <a:rPr lang="en-US" sz="2000" dirty="0" err="1"/>
              <a:t>vektor</a:t>
            </a:r>
            <a:r>
              <a:rPr lang="en-US" sz="2000" dirty="0"/>
              <a:t>.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/>
              <a:t>Tools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mencari</a:t>
            </a:r>
            <a:r>
              <a:rPr lang="en-US" sz="2000" dirty="0"/>
              <a:t> </a:t>
            </a:r>
            <a:r>
              <a:rPr lang="en-US" sz="2000" dirty="0" err="1"/>
              <a:t>sumber</a:t>
            </a:r>
            <a:r>
              <a:rPr lang="en-US" sz="2000" dirty="0"/>
              <a:t> </a:t>
            </a:r>
            <a:r>
              <a:rPr lang="en-US" sz="2000" dirty="0" err="1"/>
              <a:t>sumber</a:t>
            </a:r>
            <a:r>
              <a:rPr lang="en-US" sz="2000" dirty="0"/>
              <a:t> </a:t>
            </a:r>
            <a:r>
              <a:rPr lang="en-US" sz="2000" dirty="0" err="1"/>
              <a:t>terkecil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medan</a:t>
            </a:r>
            <a:r>
              <a:rPr lang="en-US" sz="2000" dirty="0"/>
              <a:t> </a:t>
            </a:r>
            <a:r>
              <a:rPr lang="en-US" sz="2000" dirty="0" err="1"/>
              <a:t>listrik</a:t>
            </a:r>
            <a:r>
              <a:rPr lang="en-US" sz="2000" dirty="0"/>
              <a:t> dan </a:t>
            </a:r>
            <a:r>
              <a:rPr lang="en-US" sz="2000" dirty="0" err="1"/>
              <a:t>medan</a:t>
            </a:r>
            <a:r>
              <a:rPr lang="en-US" sz="2000" dirty="0"/>
              <a:t> magnet.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 err="1"/>
              <a:t>Terdapat</a:t>
            </a:r>
            <a:r>
              <a:rPr lang="en-US" sz="2000" dirty="0"/>
              <a:t> 3 tools (</a:t>
            </a:r>
            <a:r>
              <a:rPr lang="en-US" sz="2000" dirty="0" err="1"/>
              <a:t>operasi</a:t>
            </a:r>
            <a:r>
              <a:rPr lang="en-US" sz="2000" dirty="0"/>
              <a:t> </a:t>
            </a:r>
            <a:r>
              <a:rPr lang="en-US" sz="2000" dirty="0" err="1"/>
              <a:t>diferensial</a:t>
            </a:r>
            <a:r>
              <a:rPr lang="en-US" sz="2000" dirty="0"/>
              <a:t> vector) :</a:t>
            </a:r>
          </a:p>
          <a:p>
            <a:pPr marL="630238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/>
              <a:t>  </a:t>
            </a:r>
            <a:r>
              <a:rPr lang="en-US" sz="2000" dirty="0" err="1"/>
              <a:t>Gradien</a:t>
            </a:r>
            <a:endParaRPr lang="en-US" sz="2000" dirty="0"/>
          </a:p>
          <a:p>
            <a:pPr marL="630238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/>
              <a:t>  </a:t>
            </a:r>
            <a:r>
              <a:rPr lang="en-US" sz="2000" dirty="0" err="1"/>
              <a:t>Divergensi</a:t>
            </a:r>
            <a:endParaRPr lang="en-US" sz="2000" dirty="0"/>
          </a:p>
          <a:p>
            <a:pPr marL="630238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/>
              <a:t>  Curl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xmlns="" id="{9A58DEEC-B674-4EB1-95EE-B59399EA48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25" r="29077" b="2"/>
          <a:stretch/>
        </p:blipFill>
        <p:spPr>
          <a:xfrm>
            <a:off x="5913124" y="10"/>
            <a:ext cx="6278877" cy="6857990"/>
          </a:xfrm>
          <a:custGeom>
            <a:avLst/>
            <a:gdLst/>
            <a:ahLst/>
            <a:cxnLst/>
            <a:rect l="l" t="t" r="r" b="b"/>
            <a:pathLst>
              <a:path w="6278877" h="6858000">
                <a:moveTo>
                  <a:pt x="45571" y="0"/>
                </a:moveTo>
                <a:lnTo>
                  <a:pt x="6278877" y="0"/>
                </a:lnTo>
                <a:lnTo>
                  <a:pt x="6278877" y="6858000"/>
                </a:lnTo>
                <a:lnTo>
                  <a:pt x="3292307" y="6858000"/>
                </a:lnTo>
                <a:lnTo>
                  <a:pt x="3181525" y="6786980"/>
                </a:lnTo>
                <a:cubicBezTo>
                  <a:pt x="1262020" y="5490189"/>
                  <a:pt x="0" y="3294101"/>
                  <a:pt x="0" y="803252"/>
                </a:cubicBezTo>
                <a:cubicBezTo>
                  <a:pt x="0" y="554167"/>
                  <a:pt x="12619" y="308030"/>
                  <a:pt x="37255" y="65445"/>
                </a:cubicBezTo>
                <a:close/>
              </a:path>
            </a:pathLst>
          </a:cu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484E34F7-E155-426C-A88E-8AEA6CF3F7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913123" y="0"/>
            <a:ext cx="6278877" cy="6858000"/>
          </a:xfrm>
          <a:custGeom>
            <a:avLst/>
            <a:gdLst>
              <a:gd name="connsiteX0" fmla="*/ 45571 w 6278877"/>
              <a:gd name="connsiteY0" fmla="*/ 0 h 6858000"/>
              <a:gd name="connsiteX1" fmla="*/ 6278877 w 6278877"/>
              <a:gd name="connsiteY1" fmla="*/ 0 h 6858000"/>
              <a:gd name="connsiteX2" fmla="*/ 6278877 w 6278877"/>
              <a:gd name="connsiteY2" fmla="*/ 6858000 h 6858000"/>
              <a:gd name="connsiteX3" fmla="*/ 3292307 w 6278877"/>
              <a:gd name="connsiteY3" fmla="*/ 6858000 h 6858000"/>
              <a:gd name="connsiteX4" fmla="*/ 3181525 w 6278877"/>
              <a:gd name="connsiteY4" fmla="*/ 6786980 h 6858000"/>
              <a:gd name="connsiteX5" fmla="*/ 0 w 6278877"/>
              <a:gd name="connsiteY5" fmla="*/ 803252 h 6858000"/>
              <a:gd name="connsiteX6" fmla="*/ 37255 w 6278877"/>
              <a:gd name="connsiteY6" fmla="*/ 65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7" h="6858000">
                <a:moveTo>
                  <a:pt x="45571" y="0"/>
                </a:moveTo>
                <a:lnTo>
                  <a:pt x="6278877" y="0"/>
                </a:lnTo>
                <a:lnTo>
                  <a:pt x="6278877" y="6858000"/>
                </a:lnTo>
                <a:lnTo>
                  <a:pt x="3292307" y="6858000"/>
                </a:lnTo>
                <a:lnTo>
                  <a:pt x="3181525" y="6786980"/>
                </a:lnTo>
                <a:cubicBezTo>
                  <a:pt x="1262020" y="5490189"/>
                  <a:pt x="0" y="3294101"/>
                  <a:pt x="0" y="803252"/>
                </a:cubicBezTo>
                <a:cubicBezTo>
                  <a:pt x="0" y="554167"/>
                  <a:pt x="12619" y="308030"/>
                  <a:pt x="37255" y="65445"/>
                </a:cubicBezTo>
                <a:close/>
              </a:path>
            </a:pathLst>
          </a:cu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67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EC78E3E1-BBBA-4058-AAEB-714F04B025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xmlns="" id="{86860FA5-CE2B-4019-8FD1-031D7D84EF0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xmlns="" id="{392DF474-2C37-4DC7-B889-E88EAADEA61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53EE448D-AF4C-4EBD-BAFE-D6875C86C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38" y="0"/>
            <a:ext cx="4730451" cy="16377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 err="1"/>
              <a:t>Gradien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30E61B4-B503-41D4-84DB-6C158400EF8E}"/>
              </a:ext>
            </a:extLst>
          </p:cNvPr>
          <p:cNvSpPr txBox="1"/>
          <p:nvPr/>
        </p:nvSpPr>
        <p:spPr>
          <a:xfrm>
            <a:off x="175996" y="2126545"/>
            <a:ext cx="5634386" cy="3593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 err="1"/>
              <a:t>Sebuah</a:t>
            </a:r>
            <a:r>
              <a:rPr lang="en-US" sz="2000" dirty="0"/>
              <a:t> tools </a:t>
            </a:r>
            <a:r>
              <a:rPr lang="en-US" sz="2000" dirty="0" err="1"/>
              <a:t>matematik</a:t>
            </a:r>
            <a:r>
              <a:rPr lang="en-US" sz="2000" dirty="0"/>
              <a:t> </a:t>
            </a:r>
            <a:r>
              <a:rPr lang="en-US" sz="2000" dirty="0" err="1"/>
              <a:t>yaitu</a:t>
            </a:r>
            <a:r>
              <a:rPr lang="en-US" sz="2000" dirty="0"/>
              <a:t> </a:t>
            </a:r>
            <a:r>
              <a:rPr lang="en-US" sz="2000" dirty="0" err="1"/>
              <a:t>diferensiasi</a:t>
            </a:r>
            <a:r>
              <a:rPr lang="en-US" sz="2000" dirty="0"/>
              <a:t> </a:t>
            </a:r>
            <a:r>
              <a:rPr lang="en-US" sz="2000" dirty="0" err="1"/>
              <a:t>vektor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menentukan</a:t>
            </a:r>
            <a:r>
              <a:rPr lang="en-US" sz="2000" dirty="0"/>
              <a:t> </a:t>
            </a:r>
            <a:r>
              <a:rPr lang="en-US" sz="2000" dirty="0" err="1"/>
              <a:t>posisi</a:t>
            </a:r>
            <a:r>
              <a:rPr lang="en-US" sz="2000" dirty="0"/>
              <a:t> </a:t>
            </a:r>
            <a:r>
              <a:rPr lang="en-US" sz="2000" dirty="0" err="1"/>
              <a:t>maksimum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</a:t>
            </a:r>
            <a:r>
              <a:rPr lang="en-US" sz="2000" dirty="0" err="1"/>
              <a:t>besaran</a:t>
            </a:r>
            <a:r>
              <a:rPr lang="en-US" sz="2000" dirty="0"/>
              <a:t> </a:t>
            </a:r>
            <a:r>
              <a:rPr lang="en-US" sz="2000" dirty="0" err="1"/>
              <a:t>listrik</a:t>
            </a:r>
            <a:r>
              <a:rPr lang="en-US" sz="2000" dirty="0"/>
              <a:t> </a:t>
            </a:r>
            <a:r>
              <a:rPr lang="en-US" sz="2000" dirty="0" err="1"/>
              <a:t>skalar</a:t>
            </a:r>
            <a:r>
              <a:rPr lang="en-US" sz="2000" dirty="0"/>
              <a:t>/</a:t>
            </a:r>
            <a:r>
              <a:rPr lang="en-US" sz="2000" dirty="0" err="1"/>
              <a:t>suatu</a:t>
            </a:r>
            <a:r>
              <a:rPr lang="en-US" sz="2000" dirty="0"/>
              <a:t> </a:t>
            </a:r>
            <a:r>
              <a:rPr lang="en-US" sz="2000" dirty="0" err="1"/>
              <a:t>besaran</a:t>
            </a:r>
            <a:r>
              <a:rPr lang="en-US" sz="2000" dirty="0"/>
              <a:t> </a:t>
            </a:r>
            <a:r>
              <a:rPr lang="en-US" sz="2000" dirty="0" err="1"/>
              <a:t>fisik</a:t>
            </a:r>
            <a:r>
              <a:rPr lang="en-US" sz="2000" dirty="0"/>
              <a:t> </a:t>
            </a:r>
            <a:r>
              <a:rPr lang="en-US" sz="2000" dirty="0" err="1"/>
              <a:t>skalar</a:t>
            </a:r>
            <a:r>
              <a:rPr lang="en-US" sz="2000" dirty="0"/>
              <a:t> </a:t>
            </a:r>
            <a:r>
              <a:rPr lang="en-US" sz="2000" dirty="0" err="1"/>
              <a:t>tertentu</a:t>
            </a:r>
            <a:r>
              <a:rPr lang="en-US" sz="2000" dirty="0"/>
              <a:t> dan </a:t>
            </a:r>
            <a:r>
              <a:rPr lang="en-US" sz="2000" dirty="0" err="1"/>
              <a:t>magnitudo</a:t>
            </a:r>
            <a:r>
              <a:rPr lang="en-US" sz="2000" dirty="0"/>
              <a:t> </a:t>
            </a:r>
            <a:r>
              <a:rPr lang="en-US" sz="2000" dirty="0" err="1"/>
              <a:t>maksimum</a:t>
            </a:r>
            <a:r>
              <a:rPr lang="en-US" sz="2000" dirty="0"/>
              <a:t> </a:t>
            </a:r>
            <a:r>
              <a:rPr lang="en-US" sz="2000" dirty="0" err="1"/>
              <a:t>besaran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;</a:t>
            </a:r>
          </a:p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/>
              <a:t>Hasil </a:t>
            </a:r>
            <a:r>
              <a:rPr lang="en-US" sz="2000" dirty="0" err="1"/>
              <a:t>akhir</a:t>
            </a:r>
            <a:r>
              <a:rPr lang="en-US" sz="2000" dirty="0"/>
              <a:t> </a:t>
            </a:r>
            <a:r>
              <a:rPr lang="en-US" sz="2000" dirty="0" err="1"/>
              <a:t>operasi</a:t>
            </a:r>
            <a:r>
              <a:rPr lang="en-US" sz="2000" dirty="0"/>
              <a:t> </a:t>
            </a:r>
            <a:r>
              <a:rPr lang="en-US" sz="2000" dirty="0" err="1"/>
              <a:t>gradien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besaran</a:t>
            </a:r>
            <a:r>
              <a:rPr lang="en-US" sz="2000" dirty="0"/>
              <a:t> </a:t>
            </a:r>
            <a:r>
              <a:rPr lang="en-US" sz="2000" dirty="0" err="1"/>
              <a:t>vektor</a:t>
            </a:r>
            <a:r>
              <a:rPr lang="en-US" sz="2000" dirty="0"/>
              <a:t>;</a:t>
            </a:r>
          </a:p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 err="1"/>
              <a:t>Besaran</a:t>
            </a:r>
            <a:r>
              <a:rPr lang="en-US" sz="2000" dirty="0"/>
              <a:t> </a:t>
            </a:r>
            <a:r>
              <a:rPr lang="en-US" sz="2000" dirty="0" err="1"/>
              <a:t>vektor</a:t>
            </a:r>
            <a:r>
              <a:rPr lang="en-US" sz="2000" dirty="0"/>
              <a:t> </a:t>
            </a:r>
            <a:r>
              <a:rPr lang="en-US" sz="2000" dirty="0" err="1"/>
              <a:t>memiliki</a:t>
            </a:r>
            <a:r>
              <a:rPr lang="en-US" sz="2000" dirty="0"/>
              <a:t> </a:t>
            </a:r>
            <a:r>
              <a:rPr lang="en-US" sz="2000" dirty="0" err="1"/>
              <a:t>arah</a:t>
            </a:r>
            <a:r>
              <a:rPr lang="en-US" sz="2000" dirty="0"/>
              <a:t> dan </a:t>
            </a:r>
            <a:r>
              <a:rPr lang="en-US" sz="2000" dirty="0" err="1"/>
              <a:t>magnitudo</a:t>
            </a:r>
            <a:r>
              <a:rPr lang="en-US" sz="2000" dirty="0"/>
              <a:t>;</a:t>
            </a:r>
          </a:p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 err="1"/>
              <a:t>Arah</a:t>
            </a:r>
            <a:r>
              <a:rPr lang="en-US" sz="2000" dirty="0"/>
              <a:t> </a:t>
            </a:r>
            <a:r>
              <a:rPr lang="en-US" sz="2000" dirty="0" err="1"/>
              <a:t>menunjukan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posisi</a:t>
            </a:r>
            <a:r>
              <a:rPr lang="en-US" sz="2000" dirty="0"/>
              <a:t> </a:t>
            </a:r>
            <a:r>
              <a:rPr lang="en-US" sz="2000" dirty="0" err="1"/>
              <a:t>maksimum</a:t>
            </a:r>
            <a:r>
              <a:rPr lang="en-US" sz="2000" dirty="0"/>
              <a:t>;</a:t>
            </a:r>
          </a:p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 err="1"/>
              <a:t>Magnitudo</a:t>
            </a:r>
            <a:r>
              <a:rPr lang="en-US" sz="2000" dirty="0"/>
              <a:t> </a:t>
            </a:r>
            <a:r>
              <a:rPr lang="en-US" sz="2000" dirty="0" err="1"/>
              <a:t>menunjukan</a:t>
            </a:r>
            <a:r>
              <a:rPr lang="en-US" sz="2000" dirty="0"/>
              <a:t> </a:t>
            </a:r>
            <a:r>
              <a:rPr lang="en-US" sz="2000" dirty="0" err="1"/>
              <a:t>magnitudo</a:t>
            </a:r>
            <a:r>
              <a:rPr lang="en-US" sz="2000" dirty="0"/>
              <a:t> </a:t>
            </a:r>
            <a:r>
              <a:rPr lang="en-US" sz="2000" dirty="0" err="1"/>
              <a:t>maksimum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</a:t>
            </a:r>
            <a:r>
              <a:rPr lang="en-US" sz="2000" dirty="0" err="1"/>
              <a:t>besaran</a:t>
            </a:r>
            <a:r>
              <a:rPr lang="en-US" sz="2000" dirty="0"/>
              <a:t> </a:t>
            </a:r>
            <a:r>
              <a:rPr lang="en-US" sz="2000" dirty="0" err="1"/>
              <a:t>skalar</a:t>
            </a:r>
            <a:r>
              <a:rPr lang="en-US" sz="2000" dirty="0"/>
              <a:t> yang </a:t>
            </a:r>
            <a:r>
              <a:rPr lang="en-US" sz="2000" dirty="0" err="1"/>
              <a:t>diuji</a:t>
            </a:r>
            <a:endParaRPr lang="en-US" sz="20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B16070FD-9EB8-4AC8-A8E2-267228385B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913124" y="0"/>
            <a:ext cx="6278877" cy="6858000"/>
          </a:xfrm>
          <a:custGeom>
            <a:avLst/>
            <a:gdLst>
              <a:gd name="connsiteX0" fmla="*/ 45571 w 6278877"/>
              <a:gd name="connsiteY0" fmla="*/ 0 h 6858000"/>
              <a:gd name="connsiteX1" fmla="*/ 6278877 w 6278877"/>
              <a:gd name="connsiteY1" fmla="*/ 0 h 6858000"/>
              <a:gd name="connsiteX2" fmla="*/ 6278877 w 6278877"/>
              <a:gd name="connsiteY2" fmla="*/ 6858000 h 6858000"/>
              <a:gd name="connsiteX3" fmla="*/ 3292307 w 6278877"/>
              <a:gd name="connsiteY3" fmla="*/ 6858000 h 6858000"/>
              <a:gd name="connsiteX4" fmla="*/ 3181525 w 6278877"/>
              <a:gd name="connsiteY4" fmla="*/ 6786980 h 6858000"/>
              <a:gd name="connsiteX5" fmla="*/ 0 w 6278877"/>
              <a:gd name="connsiteY5" fmla="*/ 803252 h 6858000"/>
              <a:gd name="connsiteX6" fmla="*/ 37255 w 6278877"/>
              <a:gd name="connsiteY6" fmla="*/ 65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7" h="6858000">
                <a:moveTo>
                  <a:pt x="45571" y="0"/>
                </a:moveTo>
                <a:lnTo>
                  <a:pt x="6278877" y="0"/>
                </a:lnTo>
                <a:lnTo>
                  <a:pt x="6278877" y="6858000"/>
                </a:lnTo>
                <a:lnTo>
                  <a:pt x="3292307" y="6858000"/>
                </a:lnTo>
                <a:lnTo>
                  <a:pt x="3181525" y="6786980"/>
                </a:lnTo>
                <a:cubicBezTo>
                  <a:pt x="1262020" y="5490189"/>
                  <a:pt x="0" y="3294101"/>
                  <a:pt x="0" y="803252"/>
                </a:cubicBezTo>
                <a:cubicBezTo>
                  <a:pt x="0" y="554167"/>
                  <a:pt x="12619" y="308030"/>
                  <a:pt x="37255" y="65445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close up of a blackboard&#10;&#10;Description automatically generated">
            <a:extLst>
              <a:ext uri="{FF2B5EF4-FFF2-40B4-BE49-F238E27FC236}">
                <a16:creationId xmlns:a16="http://schemas.microsoft.com/office/drawing/2014/main" xmlns="" id="{671F7547-03E0-44A8-9573-C7611F125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760" y="322759"/>
            <a:ext cx="4284244" cy="512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3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C9A783-643A-4998-889E-E18864218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593" y="127280"/>
            <a:ext cx="10058400" cy="1609344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Gradien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B0F8780-E217-42DE-821B-A95552276431}"/>
              </a:ext>
            </a:extLst>
          </p:cNvPr>
          <p:cNvSpPr txBox="1"/>
          <p:nvPr/>
        </p:nvSpPr>
        <p:spPr>
          <a:xfrm>
            <a:off x="388883" y="1551958"/>
            <a:ext cx="533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Gradien</a:t>
            </a:r>
            <a:r>
              <a:rPr lang="en-US" dirty="0"/>
              <a:t> </a:t>
            </a:r>
            <a:r>
              <a:rPr lang="en-US" dirty="0" err="1"/>
              <a:t>Suhu</a:t>
            </a:r>
            <a:r>
              <a:rPr lang="en-US" dirty="0"/>
              <a:t> </a:t>
            </a:r>
            <a:endParaRPr lang="en-ID" dirty="0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xmlns="" id="{F5B97177-E0BF-496E-B7A6-238135F24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270" y="2474238"/>
            <a:ext cx="3100552" cy="3016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C6D572C-2664-4A0E-ADCA-6C678300AAF7}"/>
              </a:ext>
            </a:extLst>
          </p:cNvPr>
          <p:cNvSpPr txBox="1"/>
          <p:nvPr/>
        </p:nvSpPr>
        <p:spPr>
          <a:xfrm>
            <a:off x="617483" y="5306042"/>
            <a:ext cx="2196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Observator</a:t>
            </a:r>
            <a:r>
              <a:rPr lang="en-US" dirty="0"/>
              <a:t> (P)</a:t>
            </a:r>
            <a:endParaRPr lang="en-ID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DA2AB5E7-0605-461D-BFB1-5CCFDF98C8B8}"/>
              </a:ext>
            </a:extLst>
          </p:cNvPr>
          <p:cNvCxnSpPr>
            <a:stCxn id="6" idx="0"/>
          </p:cNvCxnSpPr>
          <p:nvPr/>
        </p:nvCxnSpPr>
        <p:spPr>
          <a:xfrm flipV="1">
            <a:off x="1715814" y="3315065"/>
            <a:ext cx="2822028" cy="19909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84599FD-DE92-4D7F-AFEB-E4407FC3FB29}"/>
              </a:ext>
            </a:extLst>
          </p:cNvPr>
          <p:cNvSpPr txBox="1"/>
          <p:nvPr/>
        </p:nvSpPr>
        <p:spPr>
          <a:xfrm>
            <a:off x="1382110" y="4055157"/>
            <a:ext cx="2196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Grad. (T)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A3421B7-70CC-491A-90FA-800F3314142D}"/>
              </a:ext>
            </a:extLst>
          </p:cNvPr>
          <p:cNvSpPr txBox="1"/>
          <p:nvPr/>
        </p:nvSpPr>
        <p:spPr>
          <a:xfrm>
            <a:off x="3175439" y="1782265"/>
            <a:ext cx="4666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Gradien </a:t>
            </a:r>
            <a:r>
              <a:rPr lang="en-US" sz="2400" dirty="0" err="1"/>
              <a:t>Suhu</a:t>
            </a:r>
            <a:r>
              <a:rPr lang="en-US" sz="2400" dirty="0"/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48BDAF0C-7BE1-45DC-9B11-2A0AF8B386F3}"/>
                  </a:ext>
                </a:extLst>
              </p:cNvPr>
              <p:cNvSpPr txBox="1"/>
              <p:nvPr/>
            </p:nvSpPr>
            <p:spPr>
              <a:xfrm>
                <a:off x="5449613" y="1782265"/>
                <a:ext cx="289954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ID" sz="2400" dirty="0"/>
                  <a:t> (symbol)</a:t>
                </a:r>
              </a:p>
              <a:p>
                <a:endParaRPr lang="en-ID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BDAF0C-7BE1-45DC-9B11-2A0AF8B38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613" y="1782265"/>
                <a:ext cx="2899543" cy="830997"/>
              </a:xfrm>
              <a:prstGeom prst="rect">
                <a:avLst/>
              </a:prstGeom>
              <a:blipFill>
                <a:blip r:embed="rId3"/>
                <a:stretch>
                  <a:fillRect l="-630" t="-656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8A43F5AF-9C5D-4F03-B430-38C88EB30920}"/>
                  </a:ext>
                </a:extLst>
              </p:cNvPr>
              <p:cNvSpPr txBox="1"/>
              <p:nvPr/>
            </p:nvSpPr>
            <p:spPr>
              <a:xfrm>
                <a:off x="7237773" y="4705877"/>
                <a:ext cx="479166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D" sz="2400" dirty="0"/>
                  <a:t>V (</a:t>
                </a:r>
                <a:r>
                  <a:rPr lang="en-ID" sz="2400" dirty="0" err="1"/>
                  <a:t>simbol</a:t>
                </a:r>
                <a:r>
                  <a:rPr lang="en-ID" sz="2400" dirty="0"/>
                  <a:t> </a:t>
                </a:r>
                <a:r>
                  <a:rPr lang="en-ID" sz="2400" dirty="0" err="1"/>
                  <a:t>untuk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Gradien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Potensial</a:t>
                </a:r>
                <a:r>
                  <a:rPr lang="en-ID" sz="2400" dirty="0"/>
                  <a:t> Listrik)</a:t>
                </a:r>
              </a:p>
              <a:p>
                <a:endParaRPr lang="en-ID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43F5AF-9C5D-4F03-B430-38C88EB30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773" y="4705877"/>
                <a:ext cx="4791667" cy="1200329"/>
              </a:xfrm>
              <a:prstGeom prst="rect">
                <a:avLst/>
              </a:prstGeom>
              <a:blipFill>
                <a:blip r:embed="rId4"/>
                <a:stretch>
                  <a:fillRect l="-1908" t="-456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72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xmlns="" id="{E0BBD30F-F4E8-4F28-BC23-E2DC10CDC5B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28168" y="-114808"/>
                <a:ext cx="10058400" cy="1609344"/>
              </a:xfrm>
            </p:spPr>
            <p:txBody>
              <a:bodyPr/>
              <a:lstStyle/>
              <a:p>
                <a:r>
                  <a:rPr lang="en-US" dirty="0"/>
                  <a:t>Del Factor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endParaRPr lang="en-ID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0BBD30F-F4E8-4F28-BC23-E2DC10CDC5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28168" y="-114808"/>
                <a:ext cx="10058400" cy="160934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C0A8CDA-7C06-4615-83CE-8329E62F2735}"/>
              </a:ext>
            </a:extLst>
          </p:cNvPr>
          <p:cNvSpPr txBox="1"/>
          <p:nvPr/>
        </p:nvSpPr>
        <p:spPr>
          <a:xfrm>
            <a:off x="457200" y="1290320"/>
            <a:ext cx="953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en-US" dirty="0" err="1"/>
              <a:t>diferensial</a:t>
            </a:r>
            <a:r>
              <a:rPr lang="en-US" dirty="0"/>
              <a:t> vector dan </a:t>
            </a:r>
            <a:r>
              <a:rPr lang="en-US" dirty="0" err="1"/>
              <a:t>bergantung</a:t>
            </a:r>
            <a:r>
              <a:rPr lang="en-US" dirty="0"/>
              <a:t> pada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koordinat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FAB9FD93-CAAA-4E7E-B700-741257BF26DE}"/>
                  </a:ext>
                </a:extLst>
              </p:cNvPr>
              <p:cNvSpPr txBox="1"/>
              <p:nvPr/>
            </p:nvSpPr>
            <p:spPr>
              <a:xfrm>
                <a:off x="751840" y="2075142"/>
                <a:ext cx="4277360" cy="690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D" sz="2400" dirty="0"/>
                  <a:t>+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ID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B9FD93-CAAA-4E7E-B700-741257BF2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40" y="2075142"/>
                <a:ext cx="4277360" cy="6905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961F43C4-8F5B-4B2B-ABAF-CDDD33A1AF18}"/>
                  </a:ext>
                </a:extLst>
              </p:cNvPr>
              <p:cNvSpPr txBox="1"/>
              <p:nvPr/>
            </p:nvSpPr>
            <p:spPr>
              <a:xfrm>
                <a:off x="751840" y="3401711"/>
                <a:ext cx="4277360" cy="690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𝜕𝜌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r>
                  <a:rPr lang="en-ID" sz="2400" dirty="0"/>
                  <a:t>+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ID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1F43C4-8F5B-4B2B-ABAF-CDDD33A1A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40" y="3401711"/>
                <a:ext cx="4277360" cy="690574"/>
              </a:xfrm>
              <a:prstGeom prst="rect">
                <a:avLst/>
              </a:prstGeom>
              <a:blipFill>
                <a:blip r:embed="rId4"/>
                <a:stretch>
                  <a:fillRect b="-88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E2C8EB76-8DB4-4C71-89FE-5FEFC0E6A928}"/>
                  </a:ext>
                </a:extLst>
              </p:cNvPr>
              <p:cNvSpPr txBox="1"/>
              <p:nvPr/>
            </p:nvSpPr>
            <p:spPr>
              <a:xfrm>
                <a:off x="751840" y="4840040"/>
                <a:ext cx="7477760" cy="694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ID" sz="2400" dirty="0"/>
                  <a:t>+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endParaRPr lang="en-ID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C8EB76-8DB4-4C71-89FE-5FEFC0E6A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40" y="4840040"/>
                <a:ext cx="7477760" cy="6942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89E6257-7796-4587-9E43-AB8C45BBFA3E}"/>
              </a:ext>
            </a:extLst>
          </p:cNvPr>
          <p:cNvSpPr txBox="1"/>
          <p:nvPr/>
        </p:nvSpPr>
        <p:spPr>
          <a:xfrm>
            <a:off x="6319520" y="2180899"/>
            <a:ext cx="478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kartesian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76CE0F5-006A-4C05-B1EB-4F973F80BDBE}"/>
              </a:ext>
            </a:extLst>
          </p:cNvPr>
          <p:cNvSpPr txBox="1"/>
          <p:nvPr/>
        </p:nvSpPr>
        <p:spPr>
          <a:xfrm>
            <a:off x="6319520" y="3478599"/>
            <a:ext cx="478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silinder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AC6BBDB-DE10-40F1-ADEB-35D3F74525B5}"/>
              </a:ext>
            </a:extLst>
          </p:cNvPr>
          <p:cNvSpPr txBox="1"/>
          <p:nvPr/>
        </p:nvSpPr>
        <p:spPr>
          <a:xfrm>
            <a:off x="6319520" y="4840040"/>
            <a:ext cx="478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(bola)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39934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29867D51-1DB1-423F-9FD2-07BBD5028F75}"/>
                  </a:ext>
                </a:extLst>
              </p:cNvPr>
              <p:cNvSpPr txBox="1"/>
              <p:nvPr/>
            </p:nvSpPr>
            <p:spPr>
              <a:xfrm>
                <a:off x="1056640" y="2407920"/>
                <a:ext cx="9174480" cy="676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ID" sz="2400" dirty="0"/>
                  <a:t>                 (</a:t>
                </a:r>
                <a:r>
                  <a:rPr lang="en-ID" sz="2400" dirty="0" err="1"/>
                  <a:t>sistem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koordinat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kartesian</a:t>
                </a:r>
                <a:r>
                  <a:rPr lang="en-ID" sz="2400" dirty="0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867D51-1DB1-423F-9FD2-07BBD5028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640" y="2407920"/>
                <a:ext cx="9174480" cy="676595"/>
              </a:xfrm>
              <a:prstGeom prst="rect">
                <a:avLst/>
              </a:prstGeom>
              <a:blipFill>
                <a:blip r:embed="rId2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FD958614-F701-422B-9563-A9E11A3B5515}"/>
                  </a:ext>
                </a:extLst>
              </p:cNvPr>
              <p:cNvSpPr txBox="1"/>
              <p:nvPr/>
            </p:nvSpPr>
            <p:spPr>
              <a:xfrm>
                <a:off x="1056640" y="3699810"/>
                <a:ext cx="8219440" cy="1049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𝜕𝜌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ID" sz="2400" dirty="0"/>
                  <a:t>              (sistem </a:t>
                </a:r>
                <a:r>
                  <a:rPr lang="en-ID" sz="2400" dirty="0" err="1"/>
                  <a:t>koordinat</a:t>
                </a:r>
                <a:r>
                  <a:rPr lang="en-ID" sz="2400" dirty="0"/>
                  <a:t>  </a:t>
                </a:r>
              </a:p>
              <a:p>
                <a:r>
                  <a:rPr lang="en-ID" sz="2400" dirty="0"/>
                  <a:t>                                                                </a:t>
                </a:r>
                <a:r>
                  <a:rPr lang="en-ID" sz="2400" dirty="0" err="1"/>
                  <a:t>silinder</a:t>
                </a:r>
                <a:r>
                  <a:rPr lang="en-ID" sz="2400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958614-F701-422B-9563-A9E11A3B5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640" y="3699810"/>
                <a:ext cx="8219440" cy="1049646"/>
              </a:xfrm>
              <a:prstGeom prst="rect">
                <a:avLst/>
              </a:prstGeom>
              <a:blipFill>
                <a:blip r:embed="rId3"/>
                <a:stretch>
                  <a:fillRect b="-1220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DCEC02F1-67C1-4FE9-954D-C446B55359CC}"/>
                  </a:ext>
                </a:extLst>
              </p:cNvPr>
              <p:cNvSpPr txBox="1"/>
              <p:nvPr/>
            </p:nvSpPr>
            <p:spPr>
              <a:xfrm>
                <a:off x="1056640" y="5181753"/>
                <a:ext cx="9469120" cy="680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r>
                  <a:rPr lang="en-ID" sz="2400" dirty="0"/>
                  <a:t>      (sistem </a:t>
                </a:r>
                <a:r>
                  <a:rPr lang="en-ID" sz="2400" dirty="0" err="1"/>
                  <a:t>koordinat</a:t>
                </a:r>
                <a:r>
                  <a:rPr lang="en-ID" sz="2400" dirty="0"/>
                  <a:t> bola)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EC02F1-67C1-4FE9-954D-C446B5535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640" y="5181753"/>
                <a:ext cx="9469120" cy="680314"/>
              </a:xfrm>
              <a:prstGeom prst="rect">
                <a:avLst/>
              </a:prstGeom>
              <a:blipFill>
                <a:blip r:embed="rId4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C744063-438B-4C6B-943A-27772B7948A7}"/>
              </a:ext>
            </a:extLst>
          </p:cNvPr>
          <p:cNvSpPr txBox="1"/>
          <p:nvPr/>
        </p:nvSpPr>
        <p:spPr>
          <a:xfrm>
            <a:off x="782320" y="2030782"/>
            <a:ext cx="10017760" cy="4226560"/>
          </a:xfrm>
          <a:custGeom>
            <a:avLst/>
            <a:gdLst>
              <a:gd name="connsiteX0" fmla="*/ 0 w 10017760"/>
              <a:gd name="connsiteY0" fmla="*/ 0 h 4226560"/>
              <a:gd name="connsiteX1" fmla="*/ 489102 w 10017760"/>
              <a:gd name="connsiteY1" fmla="*/ 0 h 4226560"/>
              <a:gd name="connsiteX2" fmla="*/ 777850 w 10017760"/>
              <a:gd name="connsiteY2" fmla="*/ 0 h 4226560"/>
              <a:gd name="connsiteX3" fmla="*/ 1567485 w 10017760"/>
              <a:gd name="connsiteY3" fmla="*/ 0 h 4226560"/>
              <a:gd name="connsiteX4" fmla="*/ 2056587 w 10017760"/>
              <a:gd name="connsiteY4" fmla="*/ 0 h 4226560"/>
              <a:gd name="connsiteX5" fmla="*/ 2545690 w 10017760"/>
              <a:gd name="connsiteY5" fmla="*/ 0 h 4226560"/>
              <a:gd name="connsiteX6" fmla="*/ 3335325 w 10017760"/>
              <a:gd name="connsiteY6" fmla="*/ 0 h 4226560"/>
              <a:gd name="connsiteX7" fmla="*/ 3724250 w 10017760"/>
              <a:gd name="connsiteY7" fmla="*/ 0 h 4226560"/>
              <a:gd name="connsiteX8" fmla="*/ 4513885 w 10017760"/>
              <a:gd name="connsiteY8" fmla="*/ 0 h 4226560"/>
              <a:gd name="connsiteX9" fmla="*/ 5303520 w 10017760"/>
              <a:gd name="connsiteY9" fmla="*/ 0 h 4226560"/>
              <a:gd name="connsiteX10" fmla="*/ 5892800 w 10017760"/>
              <a:gd name="connsiteY10" fmla="*/ 0 h 4226560"/>
              <a:gd name="connsiteX11" fmla="*/ 6682435 w 10017760"/>
              <a:gd name="connsiteY11" fmla="*/ 0 h 4226560"/>
              <a:gd name="connsiteX12" fmla="*/ 7171538 w 10017760"/>
              <a:gd name="connsiteY12" fmla="*/ 0 h 4226560"/>
              <a:gd name="connsiteX13" fmla="*/ 7660640 w 10017760"/>
              <a:gd name="connsiteY13" fmla="*/ 0 h 4226560"/>
              <a:gd name="connsiteX14" fmla="*/ 8350098 w 10017760"/>
              <a:gd name="connsiteY14" fmla="*/ 0 h 4226560"/>
              <a:gd name="connsiteX15" fmla="*/ 8839200 w 10017760"/>
              <a:gd name="connsiteY15" fmla="*/ 0 h 4226560"/>
              <a:gd name="connsiteX16" fmla="*/ 10017760 w 10017760"/>
              <a:gd name="connsiteY16" fmla="*/ 0 h 4226560"/>
              <a:gd name="connsiteX17" fmla="*/ 10017760 w 10017760"/>
              <a:gd name="connsiteY17" fmla="*/ 612851 h 4226560"/>
              <a:gd name="connsiteX18" fmla="*/ 10017760 w 10017760"/>
              <a:gd name="connsiteY18" fmla="*/ 1183437 h 4226560"/>
              <a:gd name="connsiteX19" fmla="*/ 10017760 w 10017760"/>
              <a:gd name="connsiteY19" fmla="*/ 1754022 h 4226560"/>
              <a:gd name="connsiteX20" fmla="*/ 10017760 w 10017760"/>
              <a:gd name="connsiteY20" fmla="*/ 2155546 h 4226560"/>
              <a:gd name="connsiteX21" fmla="*/ 10017760 w 10017760"/>
              <a:gd name="connsiteY21" fmla="*/ 2599334 h 4226560"/>
              <a:gd name="connsiteX22" fmla="*/ 10017760 w 10017760"/>
              <a:gd name="connsiteY22" fmla="*/ 3169920 h 4226560"/>
              <a:gd name="connsiteX23" fmla="*/ 10017760 w 10017760"/>
              <a:gd name="connsiteY23" fmla="*/ 3655974 h 4226560"/>
              <a:gd name="connsiteX24" fmla="*/ 10017760 w 10017760"/>
              <a:gd name="connsiteY24" fmla="*/ 4226560 h 4226560"/>
              <a:gd name="connsiteX25" fmla="*/ 9328302 w 10017760"/>
              <a:gd name="connsiteY25" fmla="*/ 4226560 h 4226560"/>
              <a:gd name="connsiteX26" fmla="*/ 9039555 w 10017760"/>
              <a:gd name="connsiteY26" fmla="*/ 4226560 h 4226560"/>
              <a:gd name="connsiteX27" fmla="*/ 8450275 w 10017760"/>
              <a:gd name="connsiteY27" fmla="*/ 4226560 h 4226560"/>
              <a:gd name="connsiteX28" fmla="*/ 8061350 w 10017760"/>
              <a:gd name="connsiteY28" fmla="*/ 4226560 h 4226560"/>
              <a:gd name="connsiteX29" fmla="*/ 7371893 w 10017760"/>
              <a:gd name="connsiteY29" fmla="*/ 4226560 h 4226560"/>
              <a:gd name="connsiteX30" fmla="*/ 6982968 w 10017760"/>
              <a:gd name="connsiteY30" fmla="*/ 4226560 h 4226560"/>
              <a:gd name="connsiteX31" fmla="*/ 6293510 w 10017760"/>
              <a:gd name="connsiteY31" fmla="*/ 4226560 h 4226560"/>
              <a:gd name="connsiteX32" fmla="*/ 6004763 w 10017760"/>
              <a:gd name="connsiteY32" fmla="*/ 4226560 h 4226560"/>
              <a:gd name="connsiteX33" fmla="*/ 5315306 w 10017760"/>
              <a:gd name="connsiteY33" fmla="*/ 4226560 h 4226560"/>
              <a:gd name="connsiteX34" fmla="*/ 4926381 w 10017760"/>
              <a:gd name="connsiteY34" fmla="*/ 4226560 h 4226560"/>
              <a:gd name="connsiteX35" fmla="*/ 4637634 w 10017760"/>
              <a:gd name="connsiteY35" fmla="*/ 4226560 h 4226560"/>
              <a:gd name="connsiteX36" fmla="*/ 4248709 w 10017760"/>
              <a:gd name="connsiteY36" fmla="*/ 4226560 h 4226560"/>
              <a:gd name="connsiteX37" fmla="*/ 3559251 w 10017760"/>
              <a:gd name="connsiteY37" fmla="*/ 4226560 h 4226560"/>
              <a:gd name="connsiteX38" fmla="*/ 3170326 w 10017760"/>
              <a:gd name="connsiteY38" fmla="*/ 4226560 h 4226560"/>
              <a:gd name="connsiteX39" fmla="*/ 2881579 w 10017760"/>
              <a:gd name="connsiteY39" fmla="*/ 4226560 h 4226560"/>
              <a:gd name="connsiteX40" fmla="*/ 2492654 w 10017760"/>
              <a:gd name="connsiteY40" fmla="*/ 4226560 h 4226560"/>
              <a:gd name="connsiteX41" fmla="*/ 2003552 w 10017760"/>
              <a:gd name="connsiteY41" fmla="*/ 4226560 h 4226560"/>
              <a:gd name="connsiteX42" fmla="*/ 1414272 w 10017760"/>
              <a:gd name="connsiteY42" fmla="*/ 4226560 h 4226560"/>
              <a:gd name="connsiteX43" fmla="*/ 1025347 w 10017760"/>
              <a:gd name="connsiteY43" fmla="*/ 4226560 h 4226560"/>
              <a:gd name="connsiteX44" fmla="*/ 0 w 10017760"/>
              <a:gd name="connsiteY44" fmla="*/ 4226560 h 4226560"/>
              <a:gd name="connsiteX45" fmla="*/ 0 w 10017760"/>
              <a:gd name="connsiteY45" fmla="*/ 3698240 h 4226560"/>
              <a:gd name="connsiteX46" fmla="*/ 0 w 10017760"/>
              <a:gd name="connsiteY46" fmla="*/ 3169920 h 4226560"/>
              <a:gd name="connsiteX47" fmla="*/ 0 w 10017760"/>
              <a:gd name="connsiteY47" fmla="*/ 2641600 h 4226560"/>
              <a:gd name="connsiteX48" fmla="*/ 0 w 10017760"/>
              <a:gd name="connsiteY48" fmla="*/ 2113280 h 4226560"/>
              <a:gd name="connsiteX49" fmla="*/ 0 w 10017760"/>
              <a:gd name="connsiteY49" fmla="*/ 1627226 h 4226560"/>
              <a:gd name="connsiteX50" fmla="*/ 0 w 10017760"/>
              <a:gd name="connsiteY50" fmla="*/ 1056640 h 4226560"/>
              <a:gd name="connsiteX51" fmla="*/ 0 w 10017760"/>
              <a:gd name="connsiteY51" fmla="*/ 528320 h 4226560"/>
              <a:gd name="connsiteX52" fmla="*/ 0 w 10017760"/>
              <a:gd name="connsiteY52" fmla="*/ 0 h 422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0017760" h="4226560" extrusionOk="0">
                <a:moveTo>
                  <a:pt x="0" y="0"/>
                </a:moveTo>
                <a:cubicBezTo>
                  <a:pt x="187671" y="-57877"/>
                  <a:pt x="287747" y="15506"/>
                  <a:pt x="489102" y="0"/>
                </a:cubicBezTo>
                <a:cubicBezTo>
                  <a:pt x="690457" y="-15506"/>
                  <a:pt x="688489" y="24328"/>
                  <a:pt x="777850" y="0"/>
                </a:cubicBezTo>
                <a:cubicBezTo>
                  <a:pt x="867211" y="-24328"/>
                  <a:pt x="1332086" y="35287"/>
                  <a:pt x="1567485" y="0"/>
                </a:cubicBezTo>
                <a:cubicBezTo>
                  <a:pt x="1802884" y="-35287"/>
                  <a:pt x="1873063" y="7825"/>
                  <a:pt x="2056587" y="0"/>
                </a:cubicBezTo>
                <a:cubicBezTo>
                  <a:pt x="2240111" y="-7825"/>
                  <a:pt x="2424635" y="22170"/>
                  <a:pt x="2545690" y="0"/>
                </a:cubicBezTo>
                <a:cubicBezTo>
                  <a:pt x="2666745" y="-22170"/>
                  <a:pt x="2984992" y="62392"/>
                  <a:pt x="3335325" y="0"/>
                </a:cubicBezTo>
                <a:cubicBezTo>
                  <a:pt x="3685659" y="-62392"/>
                  <a:pt x="3610979" y="19050"/>
                  <a:pt x="3724250" y="0"/>
                </a:cubicBezTo>
                <a:cubicBezTo>
                  <a:pt x="3837522" y="-19050"/>
                  <a:pt x="4324731" y="39044"/>
                  <a:pt x="4513885" y="0"/>
                </a:cubicBezTo>
                <a:cubicBezTo>
                  <a:pt x="4703040" y="-39044"/>
                  <a:pt x="4995748" y="76347"/>
                  <a:pt x="5303520" y="0"/>
                </a:cubicBezTo>
                <a:cubicBezTo>
                  <a:pt x="5611292" y="-76347"/>
                  <a:pt x="5631945" y="4842"/>
                  <a:pt x="5892800" y="0"/>
                </a:cubicBezTo>
                <a:cubicBezTo>
                  <a:pt x="6153655" y="-4842"/>
                  <a:pt x="6514669" y="66274"/>
                  <a:pt x="6682435" y="0"/>
                </a:cubicBezTo>
                <a:cubicBezTo>
                  <a:pt x="6850201" y="-66274"/>
                  <a:pt x="6998565" y="58221"/>
                  <a:pt x="7171538" y="0"/>
                </a:cubicBezTo>
                <a:cubicBezTo>
                  <a:pt x="7344511" y="-58221"/>
                  <a:pt x="7540502" y="21388"/>
                  <a:pt x="7660640" y="0"/>
                </a:cubicBezTo>
                <a:cubicBezTo>
                  <a:pt x="7780778" y="-21388"/>
                  <a:pt x="8158239" y="15733"/>
                  <a:pt x="8350098" y="0"/>
                </a:cubicBezTo>
                <a:cubicBezTo>
                  <a:pt x="8541957" y="-15733"/>
                  <a:pt x="8703148" y="36691"/>
                  <a:pt x="8839200" y="0"/>
                </a:cubicBezTo>
                <a:cubicBezTo>
                  <a:pt x="8975252" y="-36691"/>
                  <a:pt x="9567989" y="122099"/>
                  <a:pt x="10017760" y="0"/>
                </a:cubicBezTo>
                <a:cubicBezTo>
                  <a:pt x="10069606" y="180245"/>
                  <a:pt x="10011164" y="365513"/>
                  <a:pt x="10017760" y="612851"/>
                </a:cubicBezTo>
                <a:cubicBezTo>
                  <a:pt x="10024356" y="860189"/>
                  <a:pt x="9989434" y="1020498"/>
                  <a:pt x="10017760" y="1183437"/>
                </a:cubicBezTo>
                <a:cubicBezTo>
                  <a:pt x="10046086" y="1346376"/>
                  <a:pt x="10012493" y="1591759"/>
                  <a:pt x="10017760" y="1754022"/>
                </a:cubicBezTo>
                <a:cubicBezTo>
                  <a:pt x="10023027" y="1916285"/>
                  <a:pt x="10008290" y="1964234"/>
                  <a:pt x="10017760" y="2155546"/>
                </a:cubicBezTo>
                <a:cubicBezTo>
                  <a:pt x="10027230" y="2346858"/>
                  <a:pt x="9984998" y="2379632"/>
                  <a:pt x="10017760" y="2599334"/>
                </a:cubicBezTo>
                <a:cubicBezTo>
                  <a:pt x="10050522" y="2819036"/>
                  <a:pt x="9987076" y="2920357"/>
                  <a:pt x="10017760" y="3169920"/>
                </a:cubicBezTo>
                <a:cubicBezTo>
                  <a:pt x="10048444" y="3419483"/>
                  <a:pt x="9995874" y="3432914"/>
                  <a:pt x="10017760" y="3655974"/>
                </a:cubicBezTo>
                <a:cubicBezTo>
                  <a:pt x="10039646" y="3879034"/>
                  <a:pt x="10008537" y="3946791"/>
                  <a:pt x="10017760" y="4226560"/>
                </a:cubicBezTo>
                <a:cubicBezTo>
                  <a:pt x="9765468" y="4306195"/>
                  <a:pt x="9567057" y="4217730"/>
                  <a:pt x="9328302" y="4226560"/>
                </a:cubicBezTo>
                <a:cubicBezTo>
                  <a:pt x="9089547" y="4235390"/>
                  <a:pt x="9109810" y="4209854"/>
                  <a:pt x="9039555" y="4226560"/>
                </a:cubicBezTo>
                <a:cubicBezTo>
                  <a:pt x="8969300" y="4243266"/>
                  <a:pt x="8600293" y="4216186"/>
                  <a:pt x="8450275" y="4226560"/>
                </a:cubicBezTo>
                <a:cubicBezTo>
                  <a:pt x="8300257" y="4236934"/>
                  <a:pt x="8225399" y="4206141"/>
                  <a:pt x="8061350" y="4226560"/>
                </a:cubicBezTo>
                <a:cubicBezTo>
                  <a:pt x="7897302" y="4246979"/>
                  <a:pt x="7553816" y="4208175"/>
                  <a:pt x="7371893" y="4226560"/>
                </a:cubicBezTo>
                <a:cubicBezTo>
                  <a:pt x="7189970" y="4244945"/>
                  <a:pt x="7146773" y="4214882"/>
                  <a:pt x="6982968" y="4226560"/>
                </a:cubicBezTo>
                <a:cubicBezTo>
                  <a:pt x="6819163" y="4238238"/>
                  <a:pt x="6604434" y="4182652"/>
                  <a:pt x="6293510" y="4226560"/>
                </a:cubicBezTo>
                <a:cubicBezTo>
                  <a:pt x="5982586" y="4270468"/>
                  <a:pt x="6080024" y="4216106"/>
                  <a:pt x="6004763" y="4226560"/>
                </a:cubicBezTo>
                <a:cubicBezTo>
                  <a:pt x="5929502" y="4237014"/>
                  <a:pt x="5486875" y="4166425"/>
                  <a:pt x="5315306" y="4226560"/>
                </a:cubicBezTo>
                <a:cubicBezTo>
                  <a:pt x="5143737" y="4286695"/>
                  <a:pt x="5035724" y="4224867"/>
                  <a:pt x="4926381" y="4226560"/>
                </a:cubicBezTo>
                <a:cubicBezTo>
                  <a:pt x="4817038" y="4228253"/>
                  <a:pt x="4712692" y="4210419"/>
                  <a:pt x="4637634" y="4226560"/>
                </a:cubicBezTo>
                <a:cubicBezTo>
                  <a:pt x="4562576" y="4242701"/>
                  <a:pt x="4339515" y="4183910"/>
                  <a:pt x="4248709" y="4226560"/>
                </a:cubicBezTo>
                <a:cubicBezTo>
                  <a:pt x="4157904" y="4269210"/>
                  <a:pt x="3843731" y="4148600"/>
                  <a:pt x="3559251" y="4226560"/>
                </a:cubicBezTo>
                <a:cubicBezTo>
                  <a:pt x="3274771" y="4304520"/>
                  <a:pt x="3317571" y="4224879"/>
                  <a:pt x="3170326" y="4226560"/>
                </a:cubicBezTo>
                <a:cubicBezTo>
                  <a:pt x="3023081" y="4228241"/>
                  <a:pt x="3017237" y="4217863"/>
                  <a:pt x="2881579" y="4226560"/>
                </a:cubicBezTo>
                <a:cubicBezTo>
                  <a:pt x="2745921" y="4235257"/>
                  <a:pt x="2581471" y="4184140"/>
                  <a:pt x="2492654" y="4226560"/>
                </a:cubicBezTo>
                <a:cubicBezTo>
                  <a:pt x="2403837" y="4268980"/>
                  <a:pt x="2185142" y="4181115"/>
                  <a:pt x="2003552" y="4226560"/>
                </a:cubicBezTo>
                <a:cubicBezTo>
                  <a:pt x="1821962" y="4272005"/>
                  <a:pt x="1678177" y="4189259"/>
                  <a:pt x="1414272" y="4226560"/>
                </a:cubicBezTo>
                <a:cubicBezTo>
                  <a:pt x="1150367" y="4263861"/>
                  <a:pt x="1144196" y="4189669"/>
                  <a:pt x="1025347" y="4226560"/>
                </a:cubicBezTo>
                <a:cubicBezTo>
                  <a:pt x="906498" y="4263451"/>
                  <a:pt x="502674" y="4124610"/>
                  <a:pt x="0" y="4226560"/>
                </a:cubicBezTo>
                <a:cubicBezTo>
                  <a:pt x="-54769" y="4007065"/>
                  <a:pt x="10745" y="3926544"/>
                  <a:pt x="0" y="3698240"/>
                </a:cubicBezTo>
                <a:cubicBezTo>
                  <a:pt x="-10745" y="3469936"/>
                  <a:pt x="31173" y="3404441"/>
                  <a:pt x="0" y="3169920"/>
                </a:cubicBezTo>
                <a:cubicBezTo>
                  <a:pt x="-31173" y="2935399"/>
                  <a:pt x="22389" y="2788495"/>
                  <a:pt x="0" y="2641600"/>
                </a:cubicBezTo>
                <a:cubicBezTo>
                  <a:pt x="-22389" y="2494705"/>
                  <a:pt x="31951" y="2252798"/>
                  <a:pt x="0" y="2113280"/>
                </a:cubicBezTo>
                <a:cubicBezTo>
                  <a:pt x="-31951" y="1973762"/>
                  <a:pt x="15132" y="1766102"/>
                  <a:pt x="0" y="1627226"/>
                </a:cubicBezTo>
                <a:cubicBezTo>
                  <a:pt x="-15132" y="1488350"/>
                  <a:pt x="41595" y="1288668"/>
                  <a:pt x="0" y="1056640"/>
                </a:cubicBezTo>
                <a:cubicBezTo>
                  <a:pt x="-41595" y="824612"/>
                  <a:pt x="49983" y="715498"/>
                  <a:pt x="0" y="528320"/>
                </a:cubicBezTo>
                <a:cubicBezTo>
                  <a:pt x="-49983" y="341142"/>
                  <a:pt x="3131" y="263986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35630DA0-5E2C-4FE7-97E6-BD7630C8CFCC}"/>
              </a:ext>
            </a:extLst>
          </p:cNvPr>
          <p:cNvSpPr txBox="1">
            <a:spLocks/>
          </p:cNvSpPr>
          <p:nvPr/>
        </p:nvSpPr>
        <p:spPr>
          <a:xfrm>
            <a:off x="365760" y="884980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Gradien</a:t>
            </a:r>
            <a:r>
              <a:rPr lang="en-US" dirty="0"/>
              <a:t> POTENSIAL LISTRIK</a:t>
            </a:r>
            <a:endParaRPr lang="en-ID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2C40D9FD-BD5D-434E-AF5A-34BA380B8B44}"/>
              </a:ext>
            </a:extLst>
          </p:cNvPr>
          <p:cNvSpPr txBox="1">
            <a:spLocks/>
          </p:cNvSpPr>
          <p:nvPr/>
        </p:nvSpPr>
        <p:spPr>
          <a:xfrm>
            <a:off x="302593" y="127280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Contoh Gradien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60890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60F5575-1528-4A3F-9F0D-2DDEAAD95B99}"/>
              </a:ext>
            </a:extLst>
          </p:cNvPr>
          <p:cNvSpPr txBox="1"/>
          <p:nvPr/>
        </p:nvSpPr>
        <p:spPr>
          <a:xfrm>
            <a:off x="383626" y="514791"/>
            <a:ext cx="8103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Contoh</a:t>
            </a:r>
            <a:r>
              <a:rPr lang="en-US" sz="2000" dirty="0"/>
              <a:t> :</a:t>
            </a:r>
            <a:endParaRPr lang="en-ID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14ACBD63-B4D6-4327-A665-4B165BC69498}"/>
                  </a:ext>
                </a:extLst>
              </p:cNvPr>
              <p:cNvSpPr txBox="1"/>
              <p:nvPr/>
            </p:nvSpPr>
            <p:spPr>
              <a:xfrm>
                <a:off x="409903" y="1166648"/>
                <a:ext cx="110043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Diketahui : </a:t>
                </a:r>
                <a:r>
                  <a:rPr lang="en-US" sz="2000" dirty="0" err="1"/>
                  <a:t>potensial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listrik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memenuhi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persamaan</a:t>
                </a:r>
                <a:r>
                  <a:rPr lang="en-US" sz="2000" dirty="0"/>
                  <a:t> 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=6</m:t>
                    </m:r>
                    <m:sSup>
                      <m:sSup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endParaRPr lang="en-ID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ACBD63-B4D6-4327-A665-4B165BC69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03" y="1166648"/>
                <a:ext cx="11004331" cy="400110"/>
              </a:xfrm>
              <a:prstGeom prst="rect">
                <a:avLst/>
              </a:prstGeom>
              <a:blipFill>
                <a:blip r:embed="rId2"/>
                <a:stretch>
                  <a:fillRect l="-554" t="-7576" b="-2575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4227F47-17B5-46C2-B24E-438355A07C11}"/>
              </a:ext>
            </a:extLst>
          </p:cNvPr>
          <p:cNvSpPr txBox="1"/>
          <p:nvPr/>
        </p:nvSpPr>
        <p:spPr>
          <a:xfrm>
            <a:off x="409903" y="1734207"/>
            <a:ext cx="6852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Tentukan</a:t>
            </a:r>
            <a:r>
              <a:rPr lang="en-US" sz="2000" dirty="0"/>
              <a:t> : </a:t>
            </a:r>
            <a:r>
              <a:rPr lang="en-US" sz="2000" dirty="0" err="1"/>
              <a:t>Gradien</a:t>
            </a:r>
            <a:r>
              <a:rPr lang="en-US" sz="2000" dirty="0"/>
              <a:t> </a:t>
            </a:r>
            <a:r>
              <a:rPr lang="en-US" sz="2000" dirty="0" err="1"/>
              <a:t>potensial</a:t>
            </a:r>
            <a:r>
              <a:rPr lang="en-US" sz="2000" dirty="0"/>
              <a:t> </a:t>
            </a:r>
            <a:r>
              <a:rPr lang="en-US" sz="2000" dirty="0" err="1"/>
              <a:t>listrik</a:t>
            </a:r>
            <a:r>
              <a:rPr lang="en-US" sz="2000" dirty="0"/>
              <a:t> di </a:t>
            </a:r>
            <a:r>
              <a:rPr lang="en-US" sz="2000" dirty="0" err="1"/>
              <a:t>titik</a:t>
            </a:r>
            <a:r>
              <a:rPr lang="en-US" sz="2000" dirty="0"/>
              <a:t> P(2,1,0)</a:t>
            </a:r>
            <a:endParaRPr lang="en-ID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B01A2EE-43BE-4A17-B13E-C4211CAC3677}"/>
              </a:ext>
            </a:extLst>
          </p:cNvPr>
          <p:cNvSpPr txBox="1"/>
          <p:nvPr/>
        </p:nvSpPr>
        <p:spPr>
          <a:xfrm>
            <a:off x="409903" y="2406869"/>
            <a:ext cx="5160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Solusi :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8F4BED7C-725B-4101-9E8A-F85BD79A2496}"/>
                  </a:ext>
                </a:extLst>
              </p:cNvPr>
              <p:cNvSpPr txBox="1"/>
              <p:nvPr/>
            </p:nvSpPr>
            <p:spPr>
              <a:xfrm>
                <a:off x="446688" y="3061357"/>
                <a:ext cx="9174480" cy="619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ID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4BED7C-725B-4101-9E8A-F85BD79A2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88" y="3061357"/>
                <a:ext cx="9174480" cy="619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3D5D84C3-AB58-417C-AADA-D243DB027FD4}"/>
                  </a:ext>
                </a:extLst>
              </p:cNvPr>
              <p:cNvSpPr txBox="1"/>
              <p:nvPr/>
            </p:nvSpPr>
            <p:spPr>
              <a:xfrm>
                <a:off x="546538" y="3962400"/>
                <a:ext cx="7262648" cy="430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+18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ID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5D84C3-AB58-417C-AADA-D243DB027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38" y="3962400"/>
                <a:ext cx="7262648" cy="430502"/>
              </a:xfrm>
              <a:prstGeom prst="rect">
                <a:avLst/>
              </a:prstGeom>
              <a:blipFill>
                <a:blip r:embed="rId4"/>
                <a:stretch>
                  <a:fillRect t="-14085" b="-422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B5C64274-F7B4-4EC7-ADCD-C51DBC9754B2}"/>
                  </a:ext>
                </a:extLst>
              </p:cNvPr>
              <p:cNvSpPr txBox="1"/>
              <p:nvPr/>
            </p:nvSpPr>
            <p:spPr>
              <a:xfrm>
                <a:off x="446688" y="4630969"/>
                <a:ext cx="7977353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Gradien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D" sz="2000" dirty="0"/>
                  <a:t> di </a:t>
                </a:r>
                <a:r>
                  <a:rPr lang="en-ID" sz="2000" dirty="0" err="1"/>
                  <a:t>titik</a:t>
                </a:r>
                <a:r>
                  <a:rPr lang="en-ID" sz="2000" dirty="0"/>
                  <a:t> </a:t>
                </a:r>
                <a:r>
                  <a:rPr lang="en-US" sz="2000" dirty="0"/>
                  <a:t>P(2,1,0) =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72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ID" sz="20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C64274-F7B4-4EC7-ADCD-C51DBC975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88" y="4630969"/>
                <a:ext cx="7977353" cy="424283"/>
              </a:xfrm>
              <a:prstGeom prst="rect">
                <a:avLst/>
              </a:prstGeom>
              <a:blipFill>
                <a:blip r:embed="rId5"/>
                <a:stretch>
                  <a:fillRect l="-764" t="-15942" b="-2029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55BA78DA-5401-4F71-B75F-DECED12A1ABA}"/>
                  </a:ext>
                </a:extLst>
              </p:cNvPr>
              <p:cNvSpPr txBox="1"/>
              <p:nvPr/>
            </p:nvSpPr>
            <p:spPr>
              <a:xfrm>
                <a:off x="2979683" y="5253603"/>
                <a:ext cx="6232634" cy="43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D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ID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24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72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=75,9</m:t>
                    </m:r>
                  </m:oMath>
                </a14:m>
                <a:r>
                  <a:rPr lang="en-ID" sz="2000" dirty="0"/>
                  <a:t> (volt/meter)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BA78DA-5401-4F71-B75F-DECED12A1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683" y="5253603"/>
                <a:ext cx="6232634" cy="437749"/>
              </a:xfrm>
              <a:prstGeom prst="rect">
                <a:avLst/>
              </a:prstGeom>
              <a:blipFill>
                <a:blip r:embed="rId6"/>
                <a:stretch>
                  <a:fillRect b="-2361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F794DA03-E740-4518-A03A-D9C918F5424E}"/>
                  </a:ext>
                </a:extLst>
              </p:cNvPr>
              <p:cNvSpPr txBox="1"/>
              <p:nvPr/>
            </p:nvSpPr>
            <p:spPr>
              <a:xfrm>
                <a:off x="1576551" y="5826124"/>
                <a:ext cx="10152993" cy="7491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000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D" sz="200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ID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ID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ID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ID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+72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75,9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=0,316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+0,95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+0,013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94DA03-E740-4518-A03A-D9C918F54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551" y="5826124"/>
                <a:ext cx="10152993" cy="7491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6962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63487C5-70A2-4433-935A-D67A6876696B}"/>
              </a:ext>
            </a:extLst>
          </p:cNvPr>
          <p:cNvSpPr txBox="1"/>
          <p:nvPr/>
        </p:nvSpPr>
        <p:spPr>
          <a:xfrm>
            <a:off x="381000" y="450193"/>
            <a:ext cx="1044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Contoh</a:t>
            </a:r>
            <a:r>
              <a:rPr lang="en-US" sz="2000" dirty="0"/>
              <a:t> : </a:t>
            </a:r>
            <a:endParaRPr lang="en-ID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00CE1309-842B-43B9-951E-2FCACD71238A}"/>
                  </a:ext>
                </a:extLst>
              </p:cNvPr>
              <p:cNvSpPr txBox="1"/>
              <p:nvPr/>
            </p:nvSpPr>
            <p:spPr>
              <a:xfrm>
                <a:off x="381000" y="1127760"/>
                <a:ext cx="97637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Potensial </a:t>
                </a:r>
                <a:r>
                  <a:rPr lang="en-US" sz="2000" dirty="0" err="1"/>
                  <a:t>listrik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memenuhi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persamaan</a:t>
                </a:r>
                <a:r>
                  <a:rPr lang="en-US" sz="2000" dirty="0"/>
                  <a:t> 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</m:func>
                  </m:oMath>
                </a14:m>
                <a:r>
                  <a:rPr lang="en-ID" sz="2000" dirty="0"/>
                  <a:t> (volt)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CE1309-842B-43B9-951E-2FCACD712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27760"/>
                <a:ext cx="9763760" cy="400110"/>
              </a:xfrm>
              <a:prstGeom prst="rect">
                <a:avLst/>
              </a:prstGeom>
              <a:blipFill>
                <a:blip r:embed="rId2"/>
                <a:stretch>
                  <a:fillRect l="-687" t="-7576" b="-2575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8FC504AF-3499-437F-9A91-93C75E65AAB8}"/>
                  </a:ext>
                </a:extLst>
              </p:cNvPr>
              <p:cNvSpPr txBox="1"/>
              <p:nvPr/>
            </p:nvSpPr>
            <p:spPr>
              <a:xfrm>
                <a:off x="381000" y="1605272"/>
                <a:ext cx="95046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Tentukan : </a:t>
                </a:r>
                <a:r>
                  <a:rPr lang="en-US" sz="2000" dirty="0" err="1"/>
                  <a:t>Gradien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potensial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listrik</a:t>
                </a:r>
                <a:r>
                  <a:rPr lang="en-US" sz="2000" dirty="0"/>
                  <a:t> di </a:t>
                </a:r>
                <a:r>
                  <a:rPr lang="en-US" sz="2000" dirty="0" err="1"/>
                  <a:t>titik</a:t>
                </a:r>
                <a:r>
                  <a:rPr lang="en-US" sz="2000" dirty="0"/>
                  <a:t> P(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=45°,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000" dirty="0"/>
                  <a:t>m)</a:t>
                </a:r>
                <a:endParaRPr lang="en-ID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C504AF-3499-437F-9A91-93C75E65A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605272"/>
                <a:ext cx="9504680" cy="400110"/>
              </a:xfrm>
              <a:prstGeom prst="rect">
                <a:avLst/>
              </a:prstGeom>
              <a:blipFill>
                <a:blip r:embed="rId3"/>
                <a:stretch>
                  <a:fillRect l="-706" t="-7576" b="-2575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2A9833F-AB0C-41DD-B764-5371EF15F5E6}"/>
              </a:ext>
            </a:extLst>
          </p:cNvPr>
          <p:cNvSpPr txBox="1"/>
          <p:nvPr/>
        </p:nvSpPr>
        <p:spPr>
          <a:xfrm>
            <a:off x="381000" y="2127012"/>
            <a:ext cx="9763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Solusi :</a:t>
            </a:r>
            <a:endParaRPr lang="en-ID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81815129-37F8-4C73-8442-3A5683B34451}"/>
                  </a:ext>
                </a:extLst>
              </p:cNvPr>
              <p:cNvSpPr txBox="1"/>
              <p:nvPr/>
            </p:nvSpPr>
            <p:spPr>
              <a:xfrm>
                <a:off x="381000" y="2846661"/>
                <a:ext cx="6096000" cy="5823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𝜕𝜌</m:t>
                        </m:r>
                      </m:den>
                    </m:f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ID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815129-37F8-4C73-8442-3A5683B34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846661"/>
                <a:ext cx="6096000" cy="5823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A0B30C98-9B3B-4E17-98A0-5CA3C84E8EF3}"/>
                  </a:ext>
                </a:extLst>
              </p:cNvPr>
              <p:cNvSpPr txBox="1"/>
              <p:nvPr/>
            </p:nvSpPr>
            <p:spPr>
              <a:xfrm>
                <a:off x="381000" y="3748539"/>
                <a:ext cx="9504680" cy="622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𝜕𝜌</m:t>
                        </m:r>
                      </m:den>
                    </m:f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00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00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ID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B30C98-9B3B-4E17-98A0-5CA3C84E8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748539"/>
                <a:ext cx="9504680" cy="6224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3936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A97C296-EE97-49A6-91FA-1AF986320096}"/>
              </a:ext>
            </a:extLst>
          </p:cNvPr>
          <p:cNvSpPr txBox="1"/>
          <p:nvPr/>
        </p:nvSpPr>
        <p:spPr>
          <a:xfrm>
            <a:off x="386080" y="426720"/>
            <a:ext cx="6167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DIVERGENSI </a:t>
            </a:r>
            <a:endParaRPr lang="en-ID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0DD894-A0DF-4ED7-8629-2932D1A82E0A}"/>
              </a:ext>
            </a:extLst>
          </p:cNvPr>
          <p:cNvSpPr txBox="1"/>
          <p:nvPr/>
        </p:nvSpPr>
        <p:spPr>
          <a:xfrm>
            <a:off x="386080" y="1178560"/>
            <a:ext cx="6167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Divergensi</a:t>
            </a:r>
            <a:r>
              <a:rPr lang="en-US" sz="2400" dirty="0"/>
              <a:t> </a:t>
            </a:r>
            <a:r>
              <a:rPr lang="en-US" sz="2400" dirty="0" err="1"/>
              <a:t>Kerapatan</a:t>
            </a:r>
            <a:r>
              <a:rPr lang="en-US" sz="2400" dirty="0"/>
              <a:t> </a:t>
            </a:r>
            <a:r>
              <a:rPr lang="en-US" sz="2400" dirty="0" err="1"/>
              <a:t>Fluks</a:t>
            </a:r>
            <a:r>
              <a:rPr lang="en-US" sz="2400" dirty="0"/>
              <a:t> Listrik :</a:t>
            </a:r>
            <a:endParaRPr lang="en-ID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47508F4B-C29B-4BC9-A7A7-9151E66282D3}"/>
                  </a:ext>
                </a:extLst>
              </p:cNvPr>
              <p:cNvSpPr txBox="1"/>
              <p:nvPr/>
            </p:nvSpPr>
            <p:spPr>
              <a:xfrm>
                <a:off x="762000" y="2346960"/>
                <a:ext cx="10342880" cy="698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∇∙</m:t>
                    </m:r>
                    <m:acc>
                      <m:accPr>
                        <m:chr m:val="⃗"/>
                        <m:ctrlPr>
                          <a:rPr lang="en-ID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D" sz="2400" dirty="0"/>
                  <a:t>                                               (</a:t>
                </a:r>
                <a:r>
                  <a:rPr lang="en-ID" sz="2400" dirty="0" err="1"/>
                  <a:t>Sistem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Koordinat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Kartesian</a:t>
                </a:r>
                <a:r>
                  <a:rPr lang="en-ID" sz="2400" dirty="0"/>
                  <a:t>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508F4B-C29B-4BC9-A7A7-9151E6628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346960"/>
                <a:ext cx="10342880" cy="698974"/>
              </a:xfrm>
              <a:prstGeom prst="rect">
                <a:avLst/>
              </a:prstGeom>
              <a:blipFill>
                <a:blip r:embed="rId2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3F08035C-0638-4A56-B22E-9480BE7CE484}"/>
                  </a:ext>
                </a:extLst>
              </p:cNvPr>
              <p:cNvSpPr txBox="1"/>
              <p:nvPr/>
            </p:nvSpPr>
            <p:spPr>
              <a:xfrm>
                <a:off x="762000" y="3812067"/>
                <a:ext cx="10342880" cy="740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∇∙</m:t>
                    </m:r>
                    <m:acc>
                      <m:accPr>
                        <m:chr m:val="⃗"/>
                        <m:ctrlPr>
                          <a:rPr lang="en-ID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𝜕𝜌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D" sz="2400" dirty="0"/>
                  <a:t>                                     (</a:t>
                </a:r>
                <a:r>
                  <a:rPr lang="en-ID" sz="2400" dirty="0" err="1"/>
                  <a:t>Sistem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Koordinat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Silinder</a:t>
                </a:r>
                <a:r>
                  <a:rPr lang="en-ID" sz="2400" dirty="0"/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08035C-0638-4A56-B22E-9480BE7CE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812067"/>
                <a:ext cx="10342880" cy="740972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92B6F115-160A-484C-9889-FF19DF2DA6CB}"/>
                  </a:ext>
                </a:extLst>
              </p:cNvPr>
              <p:cNvSpPr txBox="1"/>
              <p:nvPr/>
            </p:nvSpPr>
            <p:spPr>
              <a:xfrm>
                <a:off x="762000" y="5122707"/>
                <a:ext cx="10342880" cy="704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∇∙</m:t>
                    </m:r>
                    <m:acc>
                      <m:accPr>
                        <m:chr m:val="⃗"/>
                        <m:ctrlPr>
                          <a:rPr lang="en-ID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func>
                          <m:func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</m:oMath>
                </a14:m>
                <a:r>
                  <a:rPr lang="en-ID" sz="2400" dirty="0"/>
                  <a:t>        (</a:t>
                </a:r>
                <a:r>
                  <a:rPr lang="en-ID" sz="2400" dirty="0" err="1"/>
                  <a:t>Sistem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Koordinat</a:t>
                </a:r>
                <a:r>
                  <a:rPr lang="en-ID" sz="2400" dirty="0"/>
                  <a:t> Bola)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B6F115-160A-484C-9889-FF19DF2DA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122707"/>
                <a:ext cx="10342880" cy="704295"/>
              </a:xfrm>
              <a:prstGeom prst="rect">
                <a:avLst/>
              </a:prstGeom>
              <a:blipFill>
                <a:blip r:embed="rId4"/>
                <a:stretch>
                  <a:fillRect b="-258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D8D08EC-B309-445A-A54B-760462C4ADD1}"/>
              </a:ext>
            </a:extLst>
          </p:cNvPr>
          <p:cNvSpPr/>
          <p:nvPr/>
        </p:nvSpPr>
        <p:spPr>
          <a:xfrm>
            <a:off x="264160" y="2032000"/>
            <a:ext cx="11541760" cy="4399280"/>
          </a:xfrm>
          <a:custGeom>
            <a:avLst/>
            <a:gdLst>
              <a:gd name="connsiteX0" fmla="*/ 0 w 11541760"/>
              <a:gd name="connsiteY0" fmla="*/ 0 h 4399280"/>
              <a:gd name="connsiteX1" fmla="*/ 461670 w 11541760"/>
              <a:gd name="connsiteY1" fmla="*/ 0 h 4399280"/>
              <a:gd name="connsiteX2" fmla="*/ 1269594 w 11541760"/>
              <a:gd name="connsiteY2" fmla="*/ 0 h 4399280"/>
              <a:gd name="connsiteX3" fmla="*/ 1846682 w 11541760"/>
              <a:gd name="connsiteY3" fmla="*/ 0 h 4399280"/>
              <a:gd name="connsiteX4" fmla="*/ 2423770 w 11541760"/>
              <a:gd name="connsiteY4" fmla="*/ 0 h 4399280"/>
              <a:gd name="connsiteX5" fmla="*/ 2654605 w 11541760"/>
              <a:gd name="connsiteY5" fmla="*/ 0 h 4399280"/>
              <a:gd name="connsiteX6" fmla="*/ 3347110 w 11541760"/>
              <a:gd name="connsiteY6" fmla="*/ 0 h 4399280"/>
              <a:gd name="connsiteX7" fmla="*/ 3924198 w 11541760"/>
              <a:gd name="connsiteY7" fmla="*/ 0 h 4399280"/>
              <a:gd name="connsiteX8" fmla="*/ 4501286 w 11541760"/>
              <a:gd name="connsiteY8" fmla="*/ 0 h 4399280"/>
              <a:gd name="connsiteX9" fmla="*/ 4847539 w 11541760"/>
              <a:gd name="connsiteY9" fmla="*/ 0 h 4399280"/>
              <a:gd name="connsiteX10" fmla="*/ 5540045 w 11541760"/>
              <a:gd name="connsiteY10" fmla="*/ 0 h 4399280"/>
              <a:gd name="connsiteX11" fmla="*/ 5770880 w 11541760"/>
              <a:gd name="connsiteY11" fmla="*/ 0 h 4399280"/>
              <a:gd name="connsiteX12" fmla="*/ 6001715 w 11541760"/>
              <a:gd name="connsiteY12" fmla="*/ 0 h 4399280"/>
              <a:gd name="connsiteX13" fmla="*/ 6694221 w 11541760"/>
              <a:gd name="connsiteY13" fmla="*/ 0 h 4399280"/>
              <a:gd name="connsiteX14" fmla="*/ 7271309 w 11541760"/>
              <a:gd name="connsiteY14" fmla="*/ 0 h 4399280"/>
              <a:gd name="connsiteX15" fmla="*/ 7963814 w 11541760"/>
              <a:gd name="connsiteY15" fmla="*/ 0 h 4399280"/>
              <a:gd name="connsiteX16" fmla="*/ 8656320 w 11541760"/>
              <a:gd name="connsiteY16" fmla="*/ 0 h 4399280"/>
              <a:gd name="connsiteX17" fmla="*/ 8887155 w 11541760"/>
              <a:gd name="connsiteY17" fmla="*/ 0 h 4399280"/>
              <a:gd name="connsiteX18" fmla="*/ 9579661 w 11541760"/>
              <a:gd name="connsiteY18" fmla="*/ 0 h 4399280"/>
              <a:gd name="connsiteX19" fmla="*/ 9810496 w 11541760"/>
              <a:gd name="connsiteY19" fmla="*/ 0 h 4399280"/>
              <a:gd name="connsiteX20" fmla="*/ 10503002 w 11541760"/>
              <a:gd name="connsiteY20" fmla="*/ 0 h 4399280"/>
              <a:gd name="connsiteX21" fmla="*/ 10733837 w 11541760"/>
              <a:gd name="connsiteY21" fmla="*/ 0 h 4399280"/>
              <a:gd name="connsiteX22" fmla="*/ 11541760 w 11541760"/>
              <a:gd name="connsiteY22" fmla="*/ 0 h 4399280"/>
              <a:gd name="connsiteX23" fmla="*/ 11541760 w 11541760"/>
              <a:gd name="connsiteY23" fmla="*/ 461924 h 4399280"/>
              <a:gd name="connsiteX24" fmla="*/ 11541760 w 11541760"/>
              <a:gd name="connsiteY24" fmla="*/ 1055827 h 4399280"/>
              <a:gd name="connsiteX25" fmla="*/ 11541760 w 11541760"/>
              <a:gd name="connsiteY25" fmla="*/ 1649730 h 4399280"/>
              <a:gd name="connsiteX26" fmla="*/ 11541760 w 11541760"/>
              <a:gd name="connsiteY26" fmla="*/ 2287626 h 4399280"/>
              <a:gd name="connsiteX27" fmla="*/ 11541760 w 11541760"/>
              <a:gd name="connsiteY27" fmla="*/ 2881528 h 4399280"/>
              <a:gd name="connsiteX28" fmla="*/ 11541760 w 11541760"/>
              <a:gd name="connsiteY28" fmla="*/ 3519424 h 4399280"/>
              <a:gd name="connsiteX29" fmla="*/ 11541760 w 11541760"/>
              <a:gd name="connsiteY29" fmla="*/ 4399280 h 4399280"/>
              <a:gd name="connsiteX30" fmla="*/ 11195507 w 11541760"/>
              <a:gd name="connsiteY30" fmla="*/ 4399280 h 4399280"/>
              <a:gd name="connsiteX31" fmla="*/ 10849254 w 11541760"/>
              <a:gd name="connsiteY31" fmla="*/ 4399280 h 4399280"/>
              <a:gd name="connsiteX32" fmla="*/ 10041331 w 11541760"/>
              <a:gd name="connsiteY32" fmla="*/ 4399280 h 4399280"/>
              <a:gd name="connsiteX33" fmla="*/ 9810496 w 11541760"/>
              <a:gd name="connsiteY33" fmla="*/ 4399280 h 4399280"/>
              <a:gd name="connsiteX34" fmla="*/ 9117990 w 11541760"/>
              <a:gd name="connsiteY34" fmla="*/ 4399280 h 4399280"/>
              <a:gd name="connsiteX35" fmla="*/ 8425485 w 11541760"/>
              <a:gd name="connsiteY35" fmla="*/ 4399280 h 4399280"/>
              <a:gd name="connsiteX36" fmla="*/ 7848397 w 11541760"/>
              <a:gd name="connsiteY36" fmla="*/ 4399280 h 4399280"/>
              <a:gd name="connsiteX37" fmla="*/ 7040474 w 11541760"/>
              <a:gd name="connsiteY37" fmla="*/ 4399280 h 4399280"/>
              <a:gd name="connsiteX38" fmla="*/ 6694221 w 11541760"/>
              <a:gd name="connsiteY38" fmla="*/ 4399280 h 4399280"/>
              <a:gd name="connsiteX39" fmla="*/ 6001715 w 11541760"/>
              <a:gd name="connsiteY39" fmla="*/ 4399280 h 4399280"/>
              <a:gd name="connsiteX40" fmla="*/ 5770880 w 11541760"/>
              <a:gd name="connsiteY40" fmla="*/ 4399280 h 4399280"/>
              <a:gd name="connsiteX41" fmla="*/ 5193792 w 11541760"/>
              <a:gd name="connsiteY41" fmla="*/ 4399280 h 4399280"/>
              <a:gd name="connsiteX42" fmla="*/ 4732122 w 11541760"/>
              <a:gd name="connsiteY42" fmla="*/ 4399280 h 4399280"/>
              <a:gd name="connsiteX43" fmla="*/ 4385869 w 11541760"/>
              <a:gd name="connsiteY43" fmla="*/ 4399280 h 4399280"/>
              <a:gd name="connsiteX44" fmla="*/ 3808781 w 11541760"/>
              <a:gd name="connsiteY44" fmla="*/ 4399280 h 4399280"/>
              <a:gd name="connsiteX45" fmla="*/ 3231693 w 11541760"/>
              <a:gd name="connsiteY45" fmla="*/ 4399280 h 4399280"/>
              <a:gd name="connsiteX46" fmla="*/ 2770022 w 11541760"/>
              <a:gd name="connsiteY46" fmla="*/ 4399280 h 4399280"/>
              <a:gd name="connsiteX47" fmla="*/ 2539187 w 11541760"/>
              <a:gd name="connsiteY47" fmla="*/ 4399280 h 4399280"/>
              <a:gd name="connsiteX48" fmla="*/ 1731264 w 11541760"/>
              <a:gd name="connsiteY48" fmla="*/ 4399280 h 4399280"/>
              <a:gd name="connsiteX49" fmla="*/ 1038758 w 11541760"/>
              <a:gd name="connsiteY49" fmla="*/ 4399280 h 4399280"/>
              <a:gd name="connsiteX50" fmla="*/ 0 w 11541760"/>
              <a:gd name="connsiteY50" fmla="*/ 4399280 h 4399280"/>
              <a:gd name="connsiteX51" fmla="*/ 0 w 11541760"/>
              <a:gd name="connsiteY51" fmla="*/ 3893363 h 4399280"/>
              <a:gd name="connsiteX52" fmla="*/ 0 w 11541760"/>
              <a:gd name="connsiteY52" fmla="*/ 3255467 h 4399280"/>
              <a:gd name="connsiteX53" fmla="*/ 0 w 11541760"/>
              <a:gd name="connsiteY53" fmla="*/ 2705557 h 4399280"/>
              <a:gd name="connsiteX54" fmla="*/ 0 w 11541760"/>
              <a:gd name="connsiteY54" fmla="*/ 2067662 h 4399280"/>
              <a:gd name="connsiteX55" fmla="*/ 0 w 11541760"/>
              <a:gd name="connsiteY55" fmla="*/ 1561744 h 4399280"/>
              <a:gd name="connsiteX56" fmla="*/ 0 w 11541760"/>
              <a:gd name="connsiteY56" fmla="*/ 923849 h 4399280"/>
              <a:gd name="connsiteX57" fmla="*/ 0 w 11541760"/>
              <a:gd name="connsiteY57" fmla="*/ 0 h 439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1541760" h="4399280" extrusionOk="0">
                <a:moveTo>
                  <a:pt x="0" y="0"/>
                </a:moveTo>
                <a:cubicBezTo>
                  <a:pt x="210958" y="-48969"/>
                  <a:pt x="303728" y="2856"/>
                  <a:pt x="461670" y="0"/>
                </a:cubicBezTo>
                <a:cubicBezTo>
                  <a:pt x="619612" y="-2856"/>
                  <a:pt x="979319" y="94657"/>
                  <a:pt x="1269594" y="0"/>
                </a:cubicBezTo>
                <a:cubicBezTo>
                  <a:pt x="1559869" y="-94657"/>
                  <a:pt x="1714176" y="30103"/>
                  <a:pt x="1846682" y="0"/>
                </a:cubicBezTo>
                <a:cubicBezTo>
                  <a:pt x="1979188" y="-30103"/>
                  <a:pt x="2264047" y="62719"/>
                  <a:pt x="2423770" y="0"/>
                </a:cubicBezTo>
                <a:cubicBezTo>
                  <a:pt x="2583493" y="-62719"/>
                  <a:pt x="2564279" y="9427"/>
                  <a:pt x="2654605" y="0"/>
                </a:cubicBezTo>
                <a:cubicBezTo>
                  <a:pt x="2744931" y="-9427"/>
                  <a:pt x="3117195" y="38187"/>
                  <a:pt x="3347110" y="0"/>
                </a:cubicBezTo>
                <a:cubicBezTo>
                  <a:pt x="3577026" y="-38187"/>
                  <a:pt x="3687243" y="39708"/>
                  <a:pt x="3924198" y="0"/>
                </a:cubicBezTo>
                <a:cubicBezTo>
                  <a:pt x="4161153" y="-39708"/>
                  <a:pt x="4357383" y="52643"/>
                  <a:pt x="4501286" y="0"/>
                </a:cubicBezTo>
                <a:cubicBezTo>
                  <a:pt x="4645189" y="-52643"/>
                  <a:pt x="4767292" y="14644"/>
                  <a:pt x="4847539" y="0"/>
                </a:cubicBezTo>
                <a:cubicBezTo>
                  <a:pt x="4927786" y="-14644"/>
                  <a:pt x="5379381" y="10060"/>
                  <a:pt x="5540045" y="0"/>
                </a:cubicBezTo>
                <a:cubicBezTo>
                  <a:pt x="5700709" y="-10060"/>
                  <a:pt x="5715440" y="23237"/>
                  <a:pt x="5770880" y="0"/>
                </a:cubicBezTo>
                <a:cubicBezTo>
                  <a:pt x="5826321" y="-23237"/>
                  <a:pt x="5911802" y="23456"/>
                  <a:pt x="6001715" y="0"/>
                </a:cubicBezTo>
                <a:cubicBezTo>
                  <a:pt x="6091628" y="-23456"/>
                  <a:pt x="6442947" y="23809"/>
                  <a:pt x="6694221" y="0"/>
                </a:cubicBezTo>
                <a:cubicBezTo>
                  <a:pt x="6945495" y="-23809"/>
                  <a:pt x="7013629" y="56627"/>
                  <a:pt x="7271309" y="0"/>
                </a:cubicBezTo>
                <a:cubicBezTo>
                  <a:pt x="7528989" y="-56627"/>
                  <a:pt x="7813347" y="8121"/>
                  <a:pt x="7963814" y="0"/>
                </a:cubicBezTo>
                <a:cubicBezTo>
                  <a:pt x="8114281" y="-8121"/>
                  <a:pt x="8422751" y="45749"/>
                  <a:pt x="8656320" y="0"/>
                </a:cubicBezTo>
                <a:cubicBezTo>
                  <a:pt x="8889889" y="-45749"/>
                  <a:pt x="8815702" y="4806"/>
                  <a:pt x="8887155" y="0"/>
                </a:cubicBezTo>
                <a:cubicBezTo>
                  <a:pt x="8958609" y="-4806"/>
                  <a:pt x="9375602" y="25665"/>
                  <a:pt x="9579661" y="0"/>
                </a:cubicBezTo>
                <a:cubicBezTo>
                  <a:pt x="9783720" y="-25665"/>
                  <a:pt x="9708752" y="5978"/>
                  <a:pt x="9810496" y="0"/>
                </a:cubicBezTo>
                <a:cubicBezTo>
                  <a:pt x="9912241" y="-5978"/>
                  <a:pt x="10313642" y="630"/>
                  <a:pt x="10503002" y="0"/>
                </a:cubicBezTo>
                <a:cubicBezTo>
                  <a:pt x="10692362" y="-630"/>
                  <a:pt x="10654287" y="14549"/>
                  <a:pt x="10733837" y="0"/>
                </a:cubicBezTo>
                <a:cubicBezTo>
                  <a:pt x="10813387" y="-14549"/>
                  <a:pt x="11331565" y="328"/>
                  <a:pt x="11541760" y="0"/>
                </a:cubicBezTo>
                <a:cubicBezTo>
                  <a:pt x="11556925" y="222244"/>
                  <a:pt x="11494771" y="284731"/>
                  <a:pt x="11541760" y="461924"/>
                </a:cubicBezTo>
                <a:cubicBezTo>
                  <a:pt x="11588749" y="639117"/>
                  <a:pt x="11516207" y="838236"/>
                  <a:pt x="11541760" y="1055827"/>
                </a:cubicBezTo>
                <a:cubicBezTo>
                  <a:pt x="11567313" y="1273418"/>
                  <a:pt x="11495923" y="1393404"/>
                  <a:pt x="11541760" y="1649730"/>
                </a:cubicBezTo>
                <a:cubicBezTo>
                  <a:pt x="11587597" y="1906056"/>
                  <a:pt x="11471205" y="2145021"/>
                  <a:pt x="11541760" y="2287626"/>
                </a:cubicBezTo>
                <a:cubicBezTo>
                  <a:pt x="11612315" y="2430231"/>
                  <a:pt x="11476544" y="2620577"/>
                  <a:pt x="11541760" y="2881528"/>
                </a:cubicBezTo>
                <a:cubicBezTo>
                  <a:pt x="11606976" y="3142479"/>
                  <a:pt x="11499062" y="3312069"/>
                  <a:pt x="11541760" y="3519424"/>
                </a:cubicBezTo>
                <a:cubicBezTo>
                  <a:pt x="11584458" y="3726779"/>
                  <a:pt x="11457751" y="4022638"/>
                  <a:pt x="11541760" y="4399280"/>
                </a:cubicBezTo>
                <a:cubicBezTo>
                  <a:pt x="11465351" y="4413099"/>
                  <a:pt x="11336520" y="4361377"/>
                  <a:pt x="11195507" y="4399280"/>
                </a:cubicBezTo>
                <a:cubicBezTo>
                  <a:pt x="11054494" y="4437183"/>
                  <a:pt x="10929592" y="4381379"/>
                  <a:pt x="10849254" y="4399280"/>
                </a:cubicBezTo>
                <a:cubicBezTo>
                  <a:pt x="10768916" y="4417181"/>
                  <a:pt x="10303362" y="4341414"/>
                  <a:pt x="10041331" y="4399280"/>
                </a:cubicBezTo>
                <a:cubicBezTo>
                  <a:pt x="9779300" y="4457146"/>
                  <a:pt x="9894252" y="4374512"/>
                  <a:pt x="9810496" y="4399280"/>
                </a:cubicBezTo>
                <a:cubicBezTo>
                  <a:pt x="9726740" y="4424048"/>
                  <a:pt x="9373586" y="4328808"/>
                  <a:pt x="9117990" y="4399280"/>
                </a:cubicBezTo>
                <a:cubicBezTo>
                  <a:pt x="8862394" y="4469752"/>
                  <a:pt x="8667605" y="4390447"/>
                  <a:pt x="8425485" y="4399280"/>
                </a:cubicBezTo>
                <a:cubicBezTo>
                  <a:pt x="8183366" y="4408113"/>
                  <a:pt x="8112707" y="4331316"/>
                  <a:pt x="7848397" y="4399280"/>
                </a:cubicBezTo>
                <a:cubicBezTo>
                  <a:pt x="7584087" y="4467244"/>
                  <a:pt x="7284464" y="4378208"/>
                  <a:pt x="7040474" y="4399280"/>
                </a:cubicBezTo>
                <a:cubicBezTo>
                  <a:pt x="6796484" y="4420352"/>
                  <a:pt x="6795155" y="4397842"/>
                  <a:pt x="6694221" y="4399280"/>
                </a:cubicBezTo>
                <a:cubicBezTo>
                  <a:pt x="6593287" y="4400718"/>
                  <a:pt x="6247650" y="4384955"/>
                  <a:pt x="6001715" y="4399280"/>
                </a:cubicBezTo>
                <a:cubicBezTo>
                  <a:pt x="5755780" y="4413605"/>
                  <a:pt x="5869668" y="4383480"/>
                  <a:pt x="5770880" y="4399280"/>
                </a:cubicBezTo>
                <a:cubicBezTo>
                  <a:pt x="5672093" y="4415080"/>
                  <a:pt x="5393714" y="4394735"/>
                  <a:pt x="5193792" y="4399280"/>
                </a:cubicBezTo>
                <a:cubicBezTo>
                  <a:pt x="4993870" y="4403825"/>
                  <a:pt x="4928910" y="4394246"/>
                  <a:pt x="4732122" y="4399280"/>
                </a:cubicBezTo>
                <a:cubicBezTo>
                  <a:pt x="4535334" y="4404314"/>
                  <a:pt x="4477206" y="4367240"/>
                  <a:pt x="4385869" y="4399280"/>
                </a:cubicBezTo>
                <a:cubicBezTo>
                  <a:pt x="4294532" y="4431320"/>
                  <a:pt x="3987632" y="4393702"/>
                  <a:pt x="3808781" y="4399280"/>
                </a:cubicBezTo>
                <a:cubicBezTo>
                  <a:pt x="3629930" y="4404858"/>
                  <a:pt x="3492083" y="4345633"/>
                  <a:pt x="3231693" y="4399280"/>
                </a:cubicBezTo>
                <a:cubicBezTo>
                  <a:pt x="2971303" y="4452927"/>
                  <a:pt x="2984388" y="4363195"/>
                  <a:pt x="2770022" y="4399280"/>
                </a:cubicBezTo>
                <a:cubicBezTo>
                  <a:pt x="2555656" y="4435365"/>
                  <a:pt x="2620212" y="4387010"/>
                  <a:pt x="2539187" y="4399280"/>
                </a:cubicBezTo>
                <a:cubicBezTo>
                  <a:pt x="2458163" y="4411550"/>
                  <a:pt x="1965834" y="4323141"/>
                  <a:pt x="1731264" y="4399280"/>
                </a:cubicBezTo>
                <a:cubicBezTo>
                  <a:pt x="1496694" y="4475419"/>
                  <a:pt x="1239348" y="4316268"/>
                  <a:pt x="1038758" y="4399280"/>
                </a:cubicBezTo>
                <a:cubicBezTo>
                  <a:pt x="838168" y="4482292"/>
                  <a:pt x="446940" y="4287731"/>
                  <a:pt x="0" y="4399280"/>
                </a:cubicBezTo>
                <a:cubicBezTo>
                  <a:pt x="-23976" y="4239560"/>
                  <a:pt x="11411" y="4118131"/>
                  <a:pt x="0" y="3893363"/>
                </a:cubicBezTo>
                <a:cubicBezTo>
                  <a:pt x="-11411" y="3668595"/>
                  <a:pt x="61130" y="3501668"/>
                  <a:pt x="0" y="3255467"/>
                </a:cubicBezTo>
                <a:cubicBezTo>
                  <a:pt x="-61130" y="3009266"/>
                  <a:pt x="54638" y="2870297"/>
                  <a:pt x="0" y="2705557"/>
                </a:cubicBezTo>
                <a:cubicBezTo>
                  <a:pt x="-54638" y="2540817"/>
                  <a:pt x="51146" y="2217251"/>
                  <a:pt x="0" y="2067662"/>
                </a:cubicBezTo>
                <a:cubicBezTo>
                  <a:pt x="-51146" y="1918073"/>
                  <a:pt x="8032" y="1731327"/>
                  <a:pt x="0" y="1561744"/>
                </a:cubicBezTo>
                <a:cubicBezTo>
                  <a:pt x="-8032" y="1392161"/>
                  <a:pt x="6418" y="1175382"/>
                  <a:pt x="0" y="923849"/>
                </a:cubicBezTo>
                <a:cubicBezTo>
                  <a:pt x="-6418" y="672317"/>
                  <a:pt x="73931" y="425546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128477542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0221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28569E6-36E3-45F1-93F3-D1D82ED841FD}"/>
              </a:ext>
            </a:extLst>
          </p:cNvPr>
          <p:cNvSpPr txBox="1"/>
          <p:nvPr/>
        </p:nvSpPr>
        <p:spPr>
          <a:xfrm>
            <a:off x="396240" y="396240"/>
            <a:ext cx="7437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CURL</a:t>
            </a:r>
            <a:endParaRPr lang="en-ID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035B67C-7B6C-4821-9448-C08F4DB884CF}"/>
              </a:ext>
            </a:extLst>
          </p:cNvPr>
          <p:cNvSpPr txBox="1"/>
          <p:nvPr/>
        </p:nvSpPr>
        <p:spPr>
          <a:xfrm>
            <a:off x="508000" y="1280160"/>
            <a:ext cx="55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Curl </a:t>
            </a:r>
            <a:r>
              <a:rPr lang="en-US" sz="2400" dirty="0" err="1"/>
              <a:t>dari</a:t>
            </a:r>
            <a:r>
              <a:rPr lang="en-US" sz="2400" dirty="0"/>
              <a:t> Medan Magnet</a:t>
            </a:r>
            <a:endParaRPr lang="en-ID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436A7ADD-FFBB-4A29-AA63-5B97E1680E52}"/>
                  </a:ext>
                </a:extLst>
              </p:cNvPr>
              <p:cNvSpPr txBox="1"/>
              <p:nvPr/>
            </p:nvSpPr>
            <p:spPr>
              <a:xfrm>
                <a:off x="304800" y="2225039"/>
                <a:ext cx="6898640" cy="777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∇×</m:t>
                      </m:r>
                      <m:acc>
                        <m:accPr>
                          <m:chr m:val="⃗"/>
                          <m:ctrlPr>
                            <a:rPr lang="en-ID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6A7ADD-FFBB-4A29-AA63-5B97E1680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225039"/>
                <a:ext cx="6898640" cy="7772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0F25F25A-A97D-4E2B-8485-515C78780A02}"/>
                  </a:ext>
                </a:extLst>
              </p:cNvPr>
              <p:cNvSpPr txBox="1"/>
              <p:nvPr/>
            </p:nvSpPr>
            <p:spPr>
              <a:xfrm>
                <a:off x="223520" y="3632177"/>
                <a:ext cx="10038080" cy="749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∇×</m:t>
                    </m:r>
                    <m:acc>
                      <m:accPr>
                        <m:chr m:val="⃗"/>
                        <m:ctrlPr>
                          <a:rPr lang="en-ID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  <m:f>
                          <m:f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𝜕𝜌</m:t>
                            </m:r>
                          </m:den>
                        </m:f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  <m:f>
                          <m:f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ID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25F25A-A97D-4E2B-8485-515C78780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0" y="3632177"/>
                <a:ext cx="10038080" cy="7496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1901CA20-5A39-4AEA-92CD-CB18CE19636B}"/>
                  </a:ext>
                </a:extLst>
              </p:cNvPr>
              <p:cNvSpPr txBox="1"/>
              <p:nvPr/>
            </p:nvSpPr>
            <p:spPr>
              <a:xfrm>
                <a:off x="223520" y="5182571"/>
                <a:ext cx="12100560" cy="749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∇×</m:t>
                    </m:r>
                    <m:acc>
                      <m:accPr>
                        <m:chr m:val="⃗"/>
                        <m:ctrlPr>
                          <a:rPr lang="en-ID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func>
                          <m:func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func>
                              <m:funcPr>
                                <m:ctrlPr>
                                  <a:rPr lang="en-US" sz="240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den>
                        </m:f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</m:e>
                        </m:d>
                      </m:e>
                    </m:d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endParaRPr lang="en-ID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01CA20-5A39-4AEA-92CD-CB18CE196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0" y="5182571"/>
                <a:ext cx="12100560" cy="7496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68308E8-5640-4AF6-8360-A10DF5773B91}"/>
              </a:ext>
            </a:extLst>
          </p:cNvPr>
          <p:cNvSpPr txBox="1"/>
          <p:nvPr/>
        </p:nvSpPr>
        <p:spPr>
          <a:xfrm>
            <a:off x="7833360" y="2331996"/>
            <a:ext cx="2814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Kartesian</a:t>
            </a:r>
            <a:endParaRPr lang="en-ID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70C5E5C5-AADA-4A2F-BE6F-7848EC8D8975}"/>
              </a:ext>
            </a:extLst>
          </p:cNvPr>
          <p:cNvSpPr txBox="1"/>
          <p:nvPr/>
        </p:nvSpPr>
        <p:spPr>
          <a:xfrm>
            <a:off x="9509760" y="3725785"/>
            <a:ext cx="2814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Silinder</a:t>
            </a:r>
            <a:endParaRPr lang="en-ID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D9AB18E-C585-41C6-825F-03A8EB27D6E3}"/>
              </a:ext>
            </a:extLst>
          </p:cNvPr>
          <p:cNvSpPr txBox="1"/>
          <p:nvPr/>
        </p:nvSpPr>
        <p:spPr>
          <a:xfrm>
            <a:off x="9509760" y="6072745"/>
            <a:ext cx="1584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Bola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108239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1413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ood Type" id="{7ACABC62-BF99-48CF-A9DC-4DB89C7B13DC}" vid="{142A1326-48AB-42A9-8428-CB14AA30176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A3AD49-9331-450C-A2FE-6857A4DB38C6}">
  <ds:schemaRefs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71af3243-3dd4-4a8d-8c0d-dd76da1f02a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3CC670F-05B9-4BB7-BA2C-0DE5B5C1E5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B453C-F2B2-4ECA-A6ED-7DBEF1B6D3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1349</Words>
  <Application>Microsoft Office PowerPoint</Application>
  <PresentationFormat>Custom</PresentationFormat>
  <Paragraphs>86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Wood Type</vt:lpstr>
      <vt:lpstr>DIFERENSIAL VEKTOR</vt:lpstr>
      <vt:lpstr>PowerPoint Presentation</vt:lpstr>
      <vt:lpstr>Diferensial vektor</vt:lpstr>
      <vt:lpstr>Gradien</vt:lpstr>
      <vt:lpstr>Contoh Gradien</vt:lpstr>
      <vt:lpstr>Del Factor ∇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2020-07-12T13:59:41Z</dcterms:created>
  <dcterms:modified xsi:type="dcterms:W3CDTF">2021-07-14T23:46:10Z</dcterms:modified>
</cp:coreProperties>
</file>