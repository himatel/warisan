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66" r:id="rId2"/>
    <p:sldId id="267" r:id="rId3"/>
    <p:sldId id="268" r:id="rId4"/>
    <p:sldId id="269" r:id="rId5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8A005-D108-401A-BE9D-F835DA2122D2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71277-D6CC-48D3-9B19-335C7DD71963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6931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C6BA6-DB4E-4CDA-B3E5-0F670AF78EC1}" type="datetimeFigureOut">
              <a:rPr lang="id-ID" smtClean="0"/>
              <a:pPr/>
              <a:t>29/11/2020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A3A0F-7818-434F-8DB2-9B11BE1DE854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emf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4428000" cy="28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209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endParaRPr kumimoji="0" lang="id-ID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44" name="Rectangle 20"/>
          <p:cNvSpPr>
            <a:spLocks noChangeArrowheads="1"/>
          </p:cNvSpPr>
          <p:nvPr/>
        </p:nvSpPr>
        <p:spPr bwMode="auto">
          <a:xfrm>
            <a:off x="4929190" y="1142984"/>
            <a:ext cx="4000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f(t) = +V   untuk 0 &lt;</a:t>
            </a:r>
            <a:r>
              <a:rPr kumimoji="0" 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ω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</a:t>
            </a: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&lt;     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4" name="Picture 1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43900" y="1214422"/>
            <a:ext cx="214314" cy="428628"/>
          </a:xfrm>
          <a:prstGeom prst="rect">
            <a:avLst/>
          </a:prstGeom>
          <a:noFill/>
        </p:spPr>
      </p:pic>
      <p:sp>
        <p:nvSpPr>
          <p:cNvPr id="1047" name="Rectangle 23"/>
          <p:cNvSpPr>
            <a:spLocks noChangeArrowheads="1"/>
          </p:cNvSpPr>
          <p:nvPr/>
        </p:nvSpPr>
        <p:spPr bwMode="auto">
          <a:xfrm>
            <a:off x="4929190" y="1714488"/>
            <a:ext cx="40004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f(t) = - V   untuk </a:t>
            </a:r>
            <a:endParaRPr kumimoji="0" 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43768" y="1785926"/>
            <a:ext cx="1285884" cy="428628"/>
          </a:xfrm>
          <a:prstGeom prst="rect">
            <a:avLst/>
          </a:prstGeom>
          <a:noFill/>
        </p:spPr>
      </p:pic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1371600" y="6667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052" name="Picture 2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8596" y="3071810"/>
            <a:ext cx="2928958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Rectangle 31"/>
          <p:cNvSpPr/>
          <p:nvPr/>
        </p:nvSpPr>
        <p:spPr>
          <a:xfrm>
            <a:off x="785786" y="3500438"/>
            <a:ext cx="898003" cy="396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400" b="1" dirty="0">
                <a:latin typeface="Times New Roman" pitchFamily="18" charset="0"/>
                <a:cs typeface="Times New Roman" pitchFamily="18" charset="0"/>
              </a:rPr>
              <a:t>= 0    </a:t>
            </a:r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  <a:p>
            <a:endParaRPr lang="id-ID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53" name="Picture 2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2910" y="5214945"/>
            <a:ext cx="4932000" cy="660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57224" y="5786454"/>
            <a:ext cx="3543409" cy="4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55" name="Picture 3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57224" y="6286520"/>
            <a:ext cx="3631489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59" name="Picture 3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71470" y="4071942"/>
            <a:ext cx="5571462" cy="68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60" name="Rectangle 36"/>
          <p:cNvSpPr>
            <a:spLocks noChangeArrowheads="1"/>
          </p:cNvSpPr>
          <p:nvPr/>
        </p:nvSpPr>
        <p:spPr bwMode="auto">
          <a:xfrm>
            <a:off x="-714412" y="4286256"/>
            <a:ext cx="5292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= 0    ........ untuk setiap harga n</a:t>
            </a:r>
            <a:endParaRPr kumimoji="0" lang="id-ID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0"/>
            <a:ext cx="3815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800" b="1" dirty="0"/>
              <a:t>Contoh : 1 Sinyal Bipolar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47"/>
            <a:ext cx="8928000" cy="1414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2285992"/>
            <a:ext cx="5508000" cy="345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928926" y="5715016"/>
            <a:ext cx="41879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200" b="1" dirty="0">
                <a:latin typeface="Times New Roman" pitchFamily="18" charset="0"/>
                <a:cs typeface="Times New Roman" pitchFamily="18" charset="0"/>
              </a:rPr>
              <a:t>Gambar spektrumnya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403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800" b="1" dirty="0"/>
              <a:t>Contoh : 2 Sinyal Unipolar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rcRect l="4573" b="23404"/>
          <a:stretch>
            <a:fillRect/>
          </a:stretch>
        </p:blipFill>
        <p:spPr bwMode="auto">
          <a:xfrm>
            <a:off x="214282" y="428604"/>
            <a:ext cx="4032000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7" y="1357297"/>
            <a:ext cx="3300000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19" y="3214686"/>
            <a:ext cx="2556000" cy="581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472" y="3714752"/>
            <a:ext cx="972000" cy="46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5720" y="4143380"/>
            <a:ext cx="4140895" cy="5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42910" y="4714884"/>
            <a:ext cx="39744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85720" y="5072074"/>
            <a:ext cx="3902726" cy="57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42910" y="5643578"/>
            <a:ext cx="4370144" cy="3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71472" y="6000768"/>
            <a:ext cx="4736768" cy="3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7310" y="1920708"/>
            <a:ext cx="3735703" cy="358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1680" y="1018828"/>
            <a:ext cx="5832648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50088" y="188640"/>
                <a:ext cx="86144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sz="20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f(t) = V/2 + 2V/</a:t>
                </a:r>
                <a14:m>
                  <m:oMath xmlns:m="http://schemas.openxmlformats.org/officeDocument/2006/math">
                    <m:r>
                      <a:rPr lang="id-ID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𝝅</m:t>
                    </m:r>
                  </m:oMath>
                </a14:m>
                <a:r>
                  <a:rPr lang="id-ID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Sin</a:t>
                </a:r>
                <a:r>
                  <a:rPr lang="el-GR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ω</a:t>
                </a:r>
                <a:r>
                  <a:rPr lang="en-US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id-ID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+ 2V/3</a:t>
                </a:r>
                <a14:m>
                  <m:oMath xmlns:m="http://schemas.openxmlformats.org/officeDocument/2006/math">
                    <m:r>
                      <a:rPr lang="id-ID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𝝅</m:t>
                    </m:r>
                  </m:oMath>
                </a14:m>
                <a:r>
                  <a:rPr lang="id-ID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Sin3</a:t>
                </a:r>
                <a:r>
                  <a:rPr lang="el-GR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ω</a:t>
                </a:r>
                <a:r>
                  <a:rPr lang="en-US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id-ID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+ 2V/5</a:t>
                </a:r>
                <a14:m>
                  <m:oMath xmlns:m="http://schemas.openxmlformats.org/officeDocument/2006/math">
                    <m:r>
                      <a:rPr lang="id-ID" sz="20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𝝅</m:t>
                    </m:r>
                  </m:oMath>
                </a14:m>
                <a:r>
                  <a:rPr lang="id-ID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Sin5</a:t>
                </a:r>
                <a:r>
                  <a:rPr lang="el-GR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ω</a:t>
                </a:r>
                <a:r>
                  <a:rPr lang="en-US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</a:t>
                </a:r>
                <a:r>
                  <a:rPr lang="id-ID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+ ...............</a:t>
                </a:r>
                <a:endParaRPr lang="id-ID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88" y="188640"/>
                <a:ext cx="8614400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707" t="-10606" b="-2424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</TotalTime>
  <Words>77</Words>
  <Application>Microsoft Office PowerPoint</Application>
  <PresentationFormat>On-screen Show (4:3)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-</dc:creator>
  <cp:lastModifiedBy>Megi Yanto</cp:lastModifiedBy>
  <cp:revision>30</cp:revision>
  <dcterms:created xsi:type="dcterms:W3CDTF">2012-02-21T13:04:46Z</dcterms:created>
  <dcterms:modified xsi:type="dcterms:W3CDTF">2020-11-29T09:34:55Z</dcterms:modified>
</cp:coreProperties>
</file>