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2" r:id="rId6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5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73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0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4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8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0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4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55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5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5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4A3CF-5BBA-443F-A44E-B81065BACA77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5A412-94F9-4ED6-AADC-2B262B05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8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Minggu </a:t>
            </a:r>
            <a:r>
              <a:rPr lang="en-US" dirty="0" err="1"/>
              <a:t>ke</a:t>
            </a:r>
            <a:r>
              <a:rPr lang="en-US" dirty="0"/>
              <a:t>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2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Check Box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71552" b="48303"/>
          <a:stretch/>
        </p:blipFill>
        <p:spPr>
          <a:xfrm>
            <a:off x="838200" y="1913709"/>
            <a:ext cx="3701415" cy="37816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224" t="12947" r="36814" b="24554"/>
          <a:stretch/>
        </p:blipFill>
        <p:spPr>
          <a:xfrm>
            <a:off x="5551715" y="1371599"/>
            <a:ext cx="5329646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8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Radio Button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366" t="-90" r="64625" b="60982"/>
          <a:stretch/>
        </p:blipFill>
        <p:spPr>
          <a:xfrm>
            <a:off x="6703423" y="2043385"/>
            <a:ext cx="4650377" cy="28607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123" t="13483" r="36814" b="24553"/>
          <a:stretch/>
        </p:blipFill>
        <p:spPr>
          <a:xfrm>
            <a:off x="635723" y="1520870"/>
            <a:ext cx="5660573" cy="480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Contoh Combo Box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4974" t="14197" r="40328" b="41160"/>
          <a:stretch/>
        </p:blipFill>
        <p:spPr>
          <a:xfrm>
            <a:off x="1005839" y="1881051"/>
            <a:ext cx="3213463" cy="3265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926" t="13125" r="44345" b="24911"/>
          <a:stretch/>
        </p:blipFill>
        <p:spPr>
          <a:xfrm>
            <a:off x="5068389" y="1371600"/>
            <a:ext cx="4976949" cy="52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1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970"/>
            <a:ext cx="10515600" cy="479946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SOAL LAB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1. </a:t>
            </a:r>
            <a:r>
              <a:rPr lang="en-US" dirty="0" err="1"/>
              <a:t>Buatlah</a:t>
            </a:r>
            <a:r>
              <a:rPr lang="en-US" dirty="0"/>
              <a:t> aplikasi yang didalamnya terdapat radio button, check box, dan combo box seperti tampilan di </a:t>
            </a:r>
            <a:r>
              <a:rPr lang="en-US" dirty="0" err="1"/>
              <a:t>bawah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tampilkan</a:t>
            </a:r>
            <a:r>
              <a:rPr lang="en-US" dirty="0"/>
              <a:t> label yang </a:t>
            </a:r>
            <a:r>
              <a:rPr lang="en-US" dirty="0" err="1"/>
              <a:t>berisi</a:t>
            </a:r>
            <a:r>
              <a:rPr lang="en-US" dirty="0"/>
              <a:t> tulisan : Nama </a:t>
            </a:r>
            <a:r>
              <a:rPr lang="en-US" dirty="0" err="1"/>
              <a:t>anda</a:t>
            </a:r>
            <a:r>
              <a:rPr lang="en-US" dirty="0"/>
              <a:t> …..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kelamin</a:t>
            </a:r>
            <a:r>
              <a:rPr lang="en-US" dirty="0"/>
              <a:t> …… agama …. dan </a:t>
            </a:r>
            <a:r>
              <a:rPr lang="en-US" dirty="0" err="1"/>
              <a:t>hobi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…..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7283" t="25089" r="37517" b="49732"/>
          <a:stretch/>
        </p:blipFill>
        <p:spPr>
          <a:xfrm>
            <a:off x="2847703" y="3318189"/>
            <a:ext cx="5812972" cy="326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56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Buatlah aplikasi kalkulator sederhana seperti tampilan di bawah ini: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9693" t="19553" r="41131" b="28304"/>
          <a:stretch/>
        </p:blipFill>
        <p:spPr>
          <a:xfrm>
            <a:off x="4310743" y="2362608"/>
            <a:ext cx="2495006" cy="38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7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69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LAB Minggu ke 9</vt:lpstr>
      <vt:lpstr>Contoh Check Box</vt:lpstr>
      <vt:lpstr>Contoh Radio Button</vt:lpstr>
      <vt:lpstr>Contoh Combo Box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Minggu ke 13</dc:title>
  <dc:creator>Abu Bakar Prakoso Bekti</dc:creator>
  <cp:lastModifiedBy>rahmawati hasanah</cp:lastModifiedBy>
  <cp:revision>8</cp:revision>
  <dcterms:created xsi:type="dcterms:W3CDTF">2021-01-15T02:32:53Z</dcterms:created>
  <dcterms:modified xsi:type="dcterms:W3CDTF">2024-04-16T03:17:33Z</dcterms:modified>
</cp:coreProperties>
</file>