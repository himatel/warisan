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343" autoAdjust="0"/>
  </p:normalViewPr>
  <p:slideViewPr>
    <p:cSldViewPr snapToGrid="0">
      <p:cViewPr varScale="1">
        <p:scale>
          <a:sx n="74" d="100"/>
          <a:sy n="74" d="100"/>
        </p:scale>
        <p:origin x="3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4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0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18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16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605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14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50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02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504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25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72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205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14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4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878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82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50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6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JLIST, JTABBEDPANE, JTABLE</a:t>
            </a:r>
          </a:p>
        </p:txBody>
      </p:sp>
    </p:spTree>
    <p:extLst>
      <p:ext uri="{BB962C8B-B14F-4D97-AF65-F5344CB8AC3E}">
        <p14:creationId xmlns:p14="http://schemas.microsoft.com/office/powerpoint/2010/main" val="3669800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07218"/>
            <a:ext cx="10131425" cy="1456267"/>
          </a:xfrm>
        </p:spPr>
        <p:txBody>
          <a:bodyPr/>
          <a:lstStyle/>
          <a:p>
            <a:r>
              <a:rPr lang="en-US" dirty="0"/>
              <a:t>1. Jlist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81" y="2197271"/>
            <a:ext cx="57607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Komponen JList digunakan untuk menampilkan daftar pilihan dalam bentuk listbox.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Dalam komponen ini, item yang dipilih dapat lebih dari satu, tergantung mode seleksi yang ditentukan melalui method setSelectionMode()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JList lebih kompleks dari JComboBox meskipun terlihat mirip.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Constructor dari kelas JList ; </a:t>
            </a:r>
          </a:p>
          <a:p>
            <a:r>
              <a:rPr lang="en-US" dirty="0"/>
              <a:t>    JList()</a:t>
            </a:r>
          </a:p>
          <a:p>
            <a:r>
              <a:rPr lang="en-US" dirty="0"/>
              <a:t>    JList(ListModel lm)</a:t>
            </a:r>
          </a:p>
          <a:p>
            <a:r>
              <a:rPr lang="en-US" dirty="0"/>
              <a:t>    JList(Object[] arrObj)</a:t>
            </a:r>
          </a:p>
          <a:p>
            <a:r>
              <a:rPr lang="en-US" dirty="0"/>
              <a:t>    JList(Vector 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lm adalah objek ListModel yang dapat menampung data-data yang akan digunakan sebagai pilihan selain dalam bentuk array dari kelas Object (arrObj) dan juga vector v.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41098" t="26340" r="27679" b="28661"/>
          <a:stretch/>
        </p:blipFill>
        <p:spPr>
          <a:xfrm>
            <a:off x="6690400" y="2549111"/>
            <a:ext cx="4949215" cy="401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6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023" t="13303" r="39927" b="24197"/>
          <a:stretch/>
        </p:blipFill>
        <p:spPr>
          <a:xfrm>
            <a:off x="148991" y="495894"/>
            <a:ext cx="6011179" cy="55512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2525" t="14018" r="42738" b="44375"/>
          <a:stretch/>
        </p:blipFill>
        <p:spPr>
          <a:xfrm>
            <a:off x="6375046" y="495894"/>
            <a:ext cx="5809539" cy="391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6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2726" t="15625" r="41934" b="25804"/>
          <a:stretch/>
        </p:blipFill>
        <p:spPr>
          <a:xfrm>
            <a:off x="705394" y="596537"/>
            <a:ext cx="5205602" cy="48506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1421" t="57411" r="42436" b="22589"/>
          <a:stretch/>
        </p:blipFill>
        <p:spPr>
          <a:xfrm>
            <a:off x="6361610" y="596537"/>
            <a:ext cx="5724328" cy="17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21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JTABBedpane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142067"/>
            <a:ext cx="6420393" cy="364913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Komponen JTabbedPane digunakan untuk membuat sebuah tab page. </a:t>
            </a:r>
          </a:p>
          <a:p>
            <a:r>
              <a:rPr lang="en-US" sz="2000" dirty="0"/>
              <a:t>Apabila dalam program banyak mengandung kontrol dan proses tertentu yang sifatnya spesifik, maka masing-masing proses tersebut kita kelompokkan ke dalam suatu page dalam objek tab page. </a:t>
            </a:r>
          </a:p>
          <a:p>
            <a:r>
              <a:rPr lang="en-US" sz="2000" dirty="0"/>
              <a:t>Setiap page dapat ditempati oleh komponen kontrol yang berbeda-beda.</a:t>
            </a:r>
          </a:p>
          <a:p>
            <a:r>
              <a:rPr lang="en-US" sz="2000" dirty="0"/>
              <a:t>Tab page sering dijumpai pada window atau form yang digunakan untuk setting/ konfigurasi.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8926" t="34185" r="39032" b="36079"/>
          <a:stretch/>
        </p:blipFill>
        <p:spPr>
          <a:xfrm>
            <a:off x="7398328" y="1054485"/>
            <a:ext cx="3311236" cy="2511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9139" t="34375" r="38926" b="39678"/>
          <a:stretch/>
        </p:blipFill>
        <p:spPr>
          <a:xfrm>
            <a:off x="7398328" y="3906981"/>
            <a:ext cx="3893127" cy="258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3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818" t="13125" r="40429" b="32232"/>
          <a:stretch/>
        </p:blipFill>
        <p:spPr>
          <a:xfrm>
            <a:off x="116519" y="476198"/>
            <a:ext cx="6186734" cy="49045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1783" t="12767" r="41935" b="23391"/>
          <a:stretch/>
        </p:blipFill>
        <p:spPr>
          <a:xfrm>
            <a:off x="6540978" y="476198"/>
            <a:ext cx="5372665" cy="53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3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Jtabble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16" y="2065867"/>
            <a:ext cx="6397170" cy="3649133"/>
          </a:xfrm>
        </p:spPr>
        <p:txBody>
          <a:bodyPr>
            <a:noAutofit/>
          </a:bodyPr>
          <a:lstStyle/>
          <a:p>
            <a:r>
              <a:rPr lang="en-US" sz="2000" dirty="0"/>
              <a:t>Komponen JTable digunakan untuk menampilkan data dalam bentuk tabular (memiliki baris dan kolom) </a:t>
            </a:r>
          </a:p>
          <a:p>
            <a:r>
              <a:rPr lang="en-US" sz="2000" dirty="0"/>
              <a:t>Komponen ini diturunkan langsung dari kelas JComponent.</a:t>
            </a:r>
          </a:p>
          <a:p>
            <a:r>
              <a:rPr lang="en-US" sz="2000" dirty="0"/>
              <a:t>Object [ ] [ ] data = {  -&gt; Data merupakan array dua dimensi yang berisi informasi yang akan ditampilkan.   </a:t>
            </a:r>
          </a:p>
          <a:p>
            <a:r>
              <a:rPr lang="en-US" sz="2000" dirty="0"/>
              <a:t>Untuk menampilkan JFrame  kita perlu membuat JScrollPane untuk menampung komponen JTable yang kita buat. Selanjutnya objek JScrollPane inilah yang kita tempatkan ke dalam frame.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379" t="24553" r="33379" b="29613"/>
          <a:stretch/>
        </p:blipFill>
        <p:spPr>
          <a:xfrm>
            <a:off x="6680652" y="1851175"/>
            <a:ext cx="5382387" cy="417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9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777" t="14633" r="39626" b="32986"/>
          <a:stretch/>
        </p:blipFill>
        <p:spPr>
          <a:xfrm>
            <a:off x="159657" y="769257"/>
            <a:ext cx="6391562" cy="48767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0996" t="18403" r="41522" b="23661"/>
          <a:stretch/>
        </p:blipFill>
        <p:spPr>
          <a:xfrm>
            <a:off x="6662058" y="769257"/>
            <a:ext cx="5529941" cy="48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46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mandiri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Cobalah contoh program JList, JTabbedPane dan JTable yang telah dijelaskan.</a:t>
            </a:r>
          </a:p>
          <a:p>
            <a:r>
              <a:rPr lang="en-US" dirty="0"/>
              <a:t>Dari program JTabbedPane dapat dikembangkan, misal ; membuat program JTabbedPane yang terdiri dari 4 page, dimana page1 berisi form signup, page2 berisi form menu, page3 berisi form pemesanan, page4 berisi form data transaksi.</a:t>
            </a:r>
          </a:p>
          <a:p>
            <a:r>
              <a:rPr lang="en-US" dirty="0"/>
              <a:t>Dari program JTable dapat dikembangkan untuk menampilkan data yang berada pada database MySQL.</a:t>
            </a:r>
          </a:p>
        </p:txBody>
      </p:sp>
    </p:spTree>
    <p:extLst>
      <p:ext uri="{BB962C8B-B14F-4D97-AF65-F5344CB8AC3E}">
        <p14:creationId xmlns:p14="http://schemas.microsoft.com/office/powerpoint/2010/main" val="3444224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Referensi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Budi Raharjo, Imam Heryanto, Arif Haryono, “Mudah Belajar JAVA” Revisi Kedua, INFORMATIKA, Bandung, 2012.</a:t>
            </a:r>
          </a:p>
        </p:txBody>
      </p:sp>
    </p:spTree>
    <p:extLst>
      <p:ext uri="{BB962C8B-B14F-4D97-AF65-F5344CB8AC3E}">
        <p14:creationId xmlns:p14="http://schemas.microsoft.com/office/powerpoint/2010/main" val="3017502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97</TotalTime>
  <Words>336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Teori Minggu 9</vt:lpstr>
      <vt:lpstr>1. Jlist </vt:lpstr>
      <vt:lpstr>PowerPoint Presentation</vt:lpstr>
      <vt:lpstr>PowerPoint Presentation</vt:lpstr>
      <vt:lpstr>2. JTABBedpane</vt:lpstr>
      <vt:lpstr>PowerPoint Presentation</vt:lpstr>
      <vt:lpstr>3. Jtabble </vt:lpstr>
      <vt:lpstr>PowerPoint Presentation</vt:lpstr>
      <vt:lpstr>Belajar mandiri</vt:lpstr>
      <vt:lpstr>Referensi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minggu ke 16</dc:title>
  <dc:creator>Abu Bakar Prakoso Bekti</dc:creator>
  <cp:lastModifiedBy>rahmawati hasanah</cp:lastModifiedBy>
  <cp:revision>11</cp:revision>
  <dcterms:created xsi:type="dcterms:W3CDTF">2021-02-05T00:23:44Z</dcterms:created>
  <dcterms:modified xsi:type="dcterms:W3CDTF">2024-04-17T09:04:14Z</dcterms:modified>
</cp:coreProperties>
</file>