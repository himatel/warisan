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7" r:id="rId1"/>
  </p:sldMasterIdLst>
  <p:notesMasterIdLst>
    <p:notesMasterId r:id="rId25"/>
  </p:notesMasterIdLst>
  <p:sldIdLst>
    <p:sldId id="256" r:id="rId2"/>
    <p:sldId id="266" r:id="rId3"/>
    <p:sldId id="260" r:id="rId4"/>
    <p:sldId id="257" r:id="rId5"/>
    <p:sldId id="265" r:id="rId6"/>
    <p:sldId id="282" r:id="rId7"/>
    <p:sldId id="283" r:id="rId8"/>
    <p:sldId id="284" r:id="rId9"/>
    <p:sldId id="285" r:id="rId10"/>
    <p:sldId id="261" r:id="rId11"/>
    <p:sldId id="277" r:id="rId12"/>
    <p:sldId id="278" r:id="rId13"/>
    <p:sldId id="279" r:id="rId14"/>
    <p:sldId id="280" r:id="rId15"/>
    <p:sldId id="281" r:id="rId16"/>
    <p:sldId id="267" r:id="rId17"/>
    <p:sldId id="275" r:id="rId18"/>
    <p:sldId id="276" r:id="rId19"/>
    <p:sldId id="268" r:id="rId20"/>
    <p:sldId id="269" r:id="rId21"/>
    <p:sldId id="270" r:id="rId22"/>
    <p:sldId id="271" r:id="rId23"/>
    <p:sldId id="272" r:id="rId24"/>
  </p:sldIdLst>
  <p:sldSz cx="9144000" cy="6858000" type="screen4x3"/>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6912" autoAdjust="0"/>
    <p:restoredTop sz="94581" autoAdjust="0"/>
  </p:normalViewPr>
  <p:slideViewPr>
    <p:cSldViewPr>
      <p:cViewPr varScale="1">
        <p:scale>
          <a:sx n="70" d="100"/>
          <a:sy n="70" d="100"/>
        </p:scale>
        <p:origin x="744" y="72"/>
      </p:cViewPr>
      <p:guideLst>
        <p:guide orient="horz" pos="2160"/>
        <p:guide pos="2880"/>
      </p:guideLst>
    </p:cSldViewPr>
  </p:slideViewPr>
  <p:outlineViewPr>
    <p:cViewPr>
      <p:scale>
        <a:sx n="33" d="100"/>
        <a:sy n="33" d="100"/>
      </p:scale>
      <p:origin x="18"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15632D-345E-4EDD-9EC4-54997C171E7A}" type="doc">
      <dgm:prSet loTypeId="urn:microsoft.com/office/officeart/2005/8/layout/hierarchy4" loCatId="hierarchy" qsTypeId="urn:microsoft.com/office/officeart/2005/8/quickstyle/simple1" qsCatId="simple" csTypeId="urn:microsoft.com/office/officeart/2005/8/colors/colorful1#1" csCatId="colorful" phldr="1"/>
      <dgm:spPr/>
      <dgm:t>
        <a:bodyPr/>
        <a:lstStyle/>
        <a:p>
          <a:endParaRPr lang="en-US"/>
        </a:p>
      </dgm:t>
    </dgm:pt>
    <dgm:pt modelId="{AE9B9CCD-CBA9-456C-9C43-B98DE671B570}">
      <dgm:prSet phldrT="[Text]"/>
      <dgm:spPr/>
      <dgm:t>
        <a:bodyPr/>
        <a:lstStyle/>
        <a:p>
          <a:r>
            <a:rPr lang="en-US" dirty="0" smtClean="0"/>
            <a:t>ASTAGATRA</a:t>
          </a:r>
          <a:endParaRPr lang="en-US" dirty="0"/>
        </a:p>
      </dgm:t>
    </dgm:pt>
    <dgm:pt modelId="{33889748-554E-4CC6-BEE5-ECE5BEFB7403}" type="parTrans" cxnId="{4D97213C-E8C5-4A7B-893E-55C6BE53770A}">
      <dgm:prSet/>
      <dgm:spPr/>
      <dgm:t>
        <a:bodyPr/>
        <a:lstStyle/>
        <a:p>
          <a:endParaRPr lang="en-US"/>
        </a:p>
      </dgm:t>
    </dgm:pt>
    <dgm:pt modelId="{A5E7008B-2CF4-41A6-B606-63C0BFB59E26}" type="sibTrans" cxnId="{4D97213C-E8C5-4A7B-893E-55C6BE53770A}">
      <dgm:prSet/>
      <dgm:spPr/>
      <dgm:t>
        <a:bodyPr/>
        <a:lstStyle/>
        <a:p>
          <a:endParaRPr lang="en-US"/>
        </a:p>
      </dgm:t>
    </dgm:pt>
    <dgm:pt modelId="{988D6076-4C64-4B8B-A3CD-949D575C7DA7}">
      <dgm:prSet phldrT="[Text]"/>
      <dgm:spPr/>
      <dgm:t>
        <a:bodyPr/>
        <a:lstStyle/>
        <a:p>
          <a:r>
            <a:rPr lang="en-US" dirty="0" err="1" smtClean="0"/>
            <a:t>Alamiah</a:t>
          </a:r>
          <a:endParaRPr lang="en-US" dirty="0"/>
        </a:p>
      </dgm:t>
    </dgm:pt>
    <dgm:pt modelId="{ED8E3E84-8099-476C-965F-A6A7CA8D0547}" type="parTrans" cxnId="{59DCD7D2-0383-434C-9E24-C5BAC20E500C}">
      <dgm:prSet/>
      <dgm:spPr/>
      <dgm:t>
        <a:bodyPr/>
        <a:lstStyle/>
        <a:p>
          <a:endParaRPr lang="en-US"/>
        </a:p>
      </dgm:t>
    </dgm:pt>
    <dgm:pt modelId="{8ED73780-45C6-4011-9DE0-841F0D991E4B}" type="sibTrans" cxnId="{59DCD7D2-0383-434C-9E24-C5BAC20E500C}">
      <dgm:prSet/>
      <dgm:spPr/>
      <dgm:t>
        <a:bodyPr/>
        <a:lstStyle/>
        <a:p>
          <a:endParaRPr lang="en-US"/>
        </a:p>
      </dgm:t>
    </dgm:pt>
    <dgm:pt modelId="{9C17D49C-5DDF-4704-A45D-3685B6D97685}">
      <dgm:prSet phldrT="[Text]"/>
      <dgm:spPr/>
      <dgm:t>
        <a:bodyPr/>
        <a:lstStyle/>
        <a:p>
          <a:r>
            <a:rPr lang="en-US" dirty="0" err="1" smtClean="0"/>
            <a:t>Letak</a:t>
          </a:r>
          <a:r>
            <a:rPr lang="en-US" dirty="0" smtClean="0"/>
            <a:t> </a:t>
          </a:r>
          <a:r>
            <a:rPr lang="en-US" dirty="0" err="1" smtClean="0"/>
            <a:t>dan</a:t>
          </a:r>
          <a:r>
            <a:rPr lang="en-US" dirty="0" smtClean="0"/>
            <a:t> </a:t>
          </a:r>
          <a:r>
            <a:rPr lang="en-US" dirty="0" err="1" smtClean="0"/>
            <a:t>kedudukan</a:t>
          </a:r>
          <a:r>
            <a:rPr lang="en-US" dirty="0" smtClean="0"/>
            <a:t> </a:t>
          </a:r>
          <a:r>
            <a:rPr lang="en-US" dirty="0" err="1" smtClean="0"/>
            <a:t>Geografi</a:t>
          </a:r>
          <a:endParaRPr lang="en-US" dirty="0"/>
        </a:p>
      </dgm:t>
    </dgm:pt>
    <dgm:pt modelId="{CB106368-20CB-478A-92E3-84EFDDABC093}" type="parTrans" cxnId="{CAA2C8ED-A1BD-42C0-8915-C4B71F1B50C1}">
      <dgm:prSet/>
      <dgm:spPr/>
      <dgm:t>
        <a:bodyPr/>
        <a:lstStyle/>
        <a:p>
          <a:endParaRPr lang="en-US"/>
        </a:p>
      </dgm:t>
    </dgm:pt>
    <dgm:pt modelId="{72E0FF4C-9F7F-4CCB-AE2D-BBABE0C12AAE}" type="sibTrans" cxnId="{CAA2C8ED-A1BD-42C0-8915-C4B71F1B50C1}">
      <dgm:prSet/>
      <dgm:spPr/>
      <dgm:t>
        <a:bodyPr/>
        <a:lstStyle/>
        <a:p>
          <a:endParaRPr lang="en-US"/>
        </a:p>
      </dgm:t>
    </dgm:pt>
    <dgm:pt modelId="{F4A104C2-F9A6-4074-AAB5-1E5617873E46}">
      <dgm:prSet phldrT="[Text]"/>
      <dgm:spPr/>
      <dgm:t>
        <a:bodyPr/>
        <a:lstStyle/>
        <a:p>
          <a:r>
            <a:rPr lang="en-US" dirty="0" err="1" smtClean="0"/>
            <a:t>Keadaan</a:t>
          </a:r>
          <a:r>
            <a:rPr lang="en-US" dirty="0" smtClean="0"/>
            <a:t> </a:t>
          </a:r>
          <a:r>
            <a:rPr lang="en-US" dirty="0" err="1" smtClean="0"/>
            <a:t>dan</a:t>
          </a:r>
          <a:r>
            <a:rPr lang="en-US" dirty="0" smtClean="0"/>
            <a:t> </a:t>
          </a:r>
          <a:r>
            <a:rPr lang="en-US" dirty="0" err="1" smtClean="0"/>
            <a:t>kekayaan</a:t>
          </a:r>
          <a:r>
            <a:rPr lang="en-US" dirty="0" smtClean="0"/>
            <a:t> </a:t>
          </a:r>
          <a:r>
            <a:rPr lang="en-US" dirty="0" err="1" smtClean="0"/>
            <a:t>alam</a:t>
          </a:r>
          <a:endParaRPr lang="en-US" dirty="0"/>
        </a:p>
      </dgm:t>
    </dgm:pt>
    <dgm:pt modelId="{6FEFD10C-D358-4B77-9145-D82F954C4A2C}" type="parTrans" cxnId="{871EF7CC-99D9-4489-AC5D-05E7D498E002}">
      <dgm:prSet/>
      <dgm:spPr/>
      <dgm:t>
        <a:bodyPr/>
        <a:lstStyle/>
        <a:p>
          <a:endParaRPr lang="en-US"/>
        </a:p>
      </dgm:t>
    </dgm:pt>
    <dgm:pt modelId="{EC5AB49B-8171-436B-8C9E-B4D20EAAB7F7}" type="sibTrans" cxnId="{871EF7CC-99D9-4489-AC5D-05E7D498E002}">
      <dgm:prSet/>
      <dgm:spPr/>
      <dgm:t>
        <a:bodyPr/>
        <a:lstStyle/>
        <a:p>
          <a:endParaRPr lang="en-US"/>
        </a:p>
      </dgm:t>
    </dgm:pt>
    <dgm:pt modelId="{DFA8D45E-E506-49C9-AEBE-104D2810ACF4}">
      <dgm:prSet phldrT="[Text]"/>
      <dgm:spPr/>
      <dgm:t>
        <a:bodyPr/>
        <a:lstStyle/>
        <a:p>
          <a:r>
            <a:rPr lang="en-US" dirty="0" err="1" smtClean="0"/>
            <a:t>Kehidupan</a:t>
          </a:r>
          <a:r>
            <a:rPr lang="en-US" dirty="0" smtClean="0"/>
            <a:t> </a:t>
          </a:r>
          <a:r>
            <a:rPr lang="en-US" dirty="0" err="1" smtClean="0"/>
            <a:t>Sosial</a:t>
          </a:r>
          <a:endParaRPr lang="en-US" dirty="0"/>
        </a:p>
      </dgm:t>
    </dgm:pt>
    <dgm:pt modelId="{4F66B1DF-63FB-4752-AE04-72FFAF810256}" type="parTrans" cxnId="{ED9C3B6C-EADC-4C31-B559-78335FAD6188}">
      <dgm:prSet/>
      <dgm:spPr/>
      <dgm:t>
        <a:bodyPr/>
        <a:lstStyle/>
        <a:p>
          <a:endParaRPr lang="en-US"/>
        </a:p>
      </dgm:t>
    </dgm:pt>
    <dgm:pt modelId="{EE157761-C43A-4607-96E8-5C0B33C57395}" type="sibTrans" cxnId="{ED9C3B6C-EADC-4C31-B559-78335FAD6188}">
      <dgm:prSet/>
      <dgm:spPr/>
      <dgm:t>
        <a:bodyPr/>
        <a:lstStyle/>
        <a:p>
          <a:endParaRPr lang="en-US"/>
        </a:p>
      </dgm:t>
    </dgm:pt>
    <dgm:pt modelId="{9FB19517-F12E-4B23-91B1-111A61180530}">
      <dgm:prSet phldrT="[Text]"/>
      <dgm:spPr/>
      <dgm:t>
        <a:bodyPr/>
        <a:lstStyle/>
        <a:p>
          <a:r>
            <a:rPr lang="en-US" dirty="0" err="1" smtClean="0"/>
            <a:t>Ideologi</a:t>
          </a:r>
          <a:endParaRPr lang="en-US" dirty="0" smtClean="0"/>
        </a:p>
      </dgm:t>
    </dgm:pt>
    <dgm:pt modelId="{3165993D-D6B0-475A-A4C9-D44FE34FB802}" type="parTrans" cxnId="{52E78025-3CED-4211-8F6E-94FDB905484B}">
      <dgm:prSet/>
      <dgm:spPr/>
      <dgm:t>
        <a:bodyPr/>
        <a:lstStyle/>
        <a:p>
          <a:endParaRPr lang="en-US"/>
        </a:p>
      </dgm:t>
    </dgm:pt>
    <dgm:pt modelId="{8A1822A4-1B9C-4B3A-A99F-17091BCC5469}" type="sibTrans" cxnId="{52E78025-3CED-4211-8F6E-94FDB905484B}">
      <dgm:prSet/>
      <dgm:spPr/>
      <dgm:t>
        <a:bodyPr/>
        <a:lstStyle/>
        <a:p>
          <a:endParaRPr lang="en-US"/>
        </a:p>
      </dgm:t>
    </dgm:pt>
    <dgm:pt modelId="{8C00009E-270F-410E-BDFA-1AED8BD59860}">
      <dgm:prSet phldrT="[Text]"/>
      <dgm:spPr/>
      <dgm:t>
        <a:bodyPr/>
        <a:lstStyle/>
        <a:p>
          <a:r>
            <a:rPr lang="en-US" dirty="0" err="1" smtClean="0"/>
            <a:t>Politik</a:t>
          </a:r>
          <a:endParaRPr lang="en-US" dirty="0" smtClean="0"/>
        </a:p>
      </dgm:t>
    </dgm:pt>
    <dgm:pt modelId="{90621DDC-33A6-4CDF-AF13-56637906C3BD}" type="parTrans" cxnId="{2F0945F0-2D95-46E8-A0B5-4AEFA24EFB93}">
      <dgm:prSet/>
      <dgm:spPr/>
      <dgm:t>
        <a:bodyPr/>
        <a:lstStyle/>
        <a:p>
          <a:endParaRPr lang="en-US"/>
        </a:p>
      </dgm:t>
    </dgm:pt>
    <dgm:pt modelId="{B6593D5D-2893-478A-9CD3-2727D7037DD6}" type="sibTrans" cxnId="{2F0945F0-2D95-46E8-A0B5-4AEFA24EFB93}">
      <dgm:prSet/>
      <dgm:spPr/>
      <dgm:t>
        <a:bodyPr/>
        <a:lstStyle/>
        <a:p>
          <a:endParaRPr lang="en-US"/>
        </a:p>
      </dgm:t>
    </dgm:pt>
    <dgm:pt modelId="{14ED2CEE-8273-47AA-A28F-BF0285D7C09F}">
      <dgm:prSet phldrT="[Text]"/>
      <dgm:spPr/>
      <dgm:t>
        <a:bodyPr/>
        <a:lstStyle/>
        <a:p>
          <a:r>
            <a:rPr lang="en-US" dirty="0" err="1" smtClean="0"/>
            <a:t>Ekonomi</a:t>
          </a:r>
          <a:endParaRPr lang="en-US" dirty="0" smtClean="0"/>
        </a:p>
      </dgm:t>
    </dgm:pt>
    <dgm:pt modelId="{D2738312-5658-4F32-B7E0-DB44C6BE455D}" type="parTrans" cxnId="{B99C47DC-C48D-4BB8-8104-3AFA0D3D7338}">
      <dgm:prSet/>
      <dgm:spPr/>
      <dgm:t>
        <a:bodyPr/>
        <a:lstStyle/>
        <a:p>
          <a:endParaRPr lang="en-US"/>
        </a:p>
      </dgm:t>
    </dgm:pt>
    <dgm:pt modelId="{56A0B357-0AED-4D60-B77F-7B3924925146}" type="sibTrans" cxnId="{B99C47DC-C48D-4BB8-8104-3AFA0D3D7338}">
      <dgm:prSet/>
      <dgm:spPr/>
      <dgm:t>
        <a:bodyPr/>
        <a:lstStyle/>
        <a:p>
          <a:endParaRPr lang="en-US"/>
        </a:p>
      </dgm:t>
    </dgm:pt>
    <dgm:pt modelId="{C768E7F6-2C2D-4EAB-88B2-B166B7B6F1AC}">
      <dgm:prSet phldrT="[Text]"/>
      <dgm:spPr/>
      <dgm:t>
        <a:bodyPr/>
        <a:lstStyle/>
        <a:p>
          <a:r>
            <a:rPr lang="en-US" dirty="0" err="1" smtClean="0"/>
            <a:t>Sosial</a:t>
          </a:r>
          <a:r>
            <a:rPr lang="en-US" dirty="0" smtClean="0"/>
            <a:t> </a:t>
          </a:r>
          <a:r>
            <a:rPr lang="en-US" dirty="0" err="1" smtClean="0"/>
            <a:t>Budaya</a:t>
          </a:r>
          <a:endParaRPr lang="en-US" dirty="0" smtClean="0"/>
        </a:p>
      </dgm:t>
    </dgm:pt>
    <dgm:pt modelId="{E4DF37DF-B775-4B64-931F-1348DE5729E8}" type="parTrans" cxnId="{EDC97022-3D68-40E6-8E9B-B044931236F6}">
      <dgm:prSet/>
      <dgm:spPr/>
      <dgm:t>
        <a:bodyPr/>
        <a:lstStyle/>
        <a:p>
          <a:endParaRPr lang="en-US"/>
        </a:p>
      </dgm:t>
    </dgm:pt>
    <dgm:pt modelId="{AD2902D0-E8A4-400F-B68A-1F940093F4BB}" type="sibTrans" cxnId="{EDC97022-3D68-40E6-8E9B-B044931236F6}">
      <dgm:prSet/>
      <dgm:spPr/>
      <dgm:t>
        <a:bodyPr/>
        <a:lstStyle/>
        <a:p>
          <a:endParaRPr lang="en-US"/>
        </a:p>
      </dgm:t>
    </dgm:pt>
    <dgm:pt modelId="{4B4B1827-4DD3-4359-9E71-D43D798E7113}">
      <dgm:prSet phldrT="[Text]"/>
      <dgm:spPr/>
      <dgm:t>
        <a:bodyPr/>
        <a:lstStyle/>
        <a:p>
          <a:r>
            <a:rPr lang="en-US" dirty="0" err="1" smtClean="0"/>
            <a:t>Hankam</a:t>
          </a:r>
          <a:endParaRPr lang="en-US" dirty="0" smtClean="0"/>
        </a:p>
      </dgm:t>
    </dgm:pt>
    <dgm:pt modelId="{A0527839-9053-41F4-99DC-1FFE8D31F4E9}" type="parTrans" cxnId="{BBEE2D06-A30C-45AA-AF3A-227D02CB9B44}">
      <dgm:prSet/>
      <dgm:spPr/>
      <dgm:t>
        <a:bodyPr/>
        <a:lstStyle/>
        <a:p>
          <a:endParaRPr lang="en-US"/>
        </a:p>
      </dgm:t>
    </dgm:pt>
    <dgm:pt modelId="{F648A827-2BBA-43D6-B5C8-0E9B0EE0ACB3}" type="sibTrans" cxnId="{BBEE2D06-A30C-45AA-AF3A-227D02CB9B44}">
      <dgm:prSet/>
      <dgm:spPr/>
      <dgm:t>
        <a:bodyPr/>
        <a:lstStyle/>
        <a:p>
          <a:endParaRPr lang="en-US"/>
        </a:p>
      </dgm:t>
    </dgm:pt>
    <dgm:pt modelId="{1CA2F3EE-8C40-4C22-B2F2-A668F7791206}">
      <dgm:prSet phldrT="[Text]"/>
      <dgm:spPr/>
      <dgm:t>
        <a:bodyPr/>
        <a:lstStyle/>
        <a:p>
          <a:r>
            <a:rPr lang="en-US" dirty="0" err="1" smtClean="0"/>
            <a:t>Keadaan</a:t>
          </a:r>
          <a:r>
            <a:rPr lang="en-US" dirty="0" smtClean="0"/>
            <a:t> </a:t>
          </a:r>
          <a:r>
            <a:rPr lang="en-US" dirty="0" err="1" smtClean="0"/>
            <a:t>dan</a:t>
          </a:r>
          <a:r>
            <a:rPr lang="en-US" dirty="0" smtClean="0"/>
            <a:t> </a:t>
          </a:r>
          <a:r>
            <a:rPr lang="en-US" dirty="0" err="1" smtClean="0"/>
            <a:t>kemampuan</a:t>
          </a:r>
          <a:r>
            <a:rPr lang="en-US" dirty="0" smtClean="0"/>
            <a:t> </a:t>
          </a:r>
          <a:r>
            <a:rPr lang="en-US" dirty="0" err="1" smtClean="0"/>
            <a:t>penduduk</a:t>
          </a:r>
          <a:endParaRPr lang="en-US" dirty="0"/>
        </a:p>
      </dgm:t>
    </dgm:pt>
    <dgm:pt modelId="{A01F49FB-EC2B-466D-BE89-730F8E7E84B3}" type="parTrans" cxnId="{46F2D64D-AEEA-4DA4-A104-4EFA9355B910}">
      <dgm:prSet/>
      <dgm:spPr/>
      <dgm:t>
        <a:bodyPr/>
        <a:lstStyle/>
        <a:p>
          <a:endParaRPr lang="en-US"/>
        </a:p>
      </dgm:t>
    </dgm:pt>
    <dgm:pt modelId="{E1EA976B-A40E-48D3-B96E-4DEC2B7C8392}" type="sibTrans" cxnId="{46F2D64D-AEEA-4DA4-A104-4EFA9355B910}">
      <dgm:prSet/>
      <dgm:spPr/>
      <dgm:t>
        <a:bodyPr/>
        <a:lstStyle/>
        <a:p>
          <a:endParaRPr lang="en-US"/>
        </a:p>
      </dgm:t>
    </dgm:pt>
    <dgm:pt modelId="{3A588AF6-C89E-4F5F-9494-D5ECBDD7771C}" type="pres">
      <dgm:prSet presAssocID="{3115632D-345E-4EDD-9EC4-54997C171E7A}" presName="Name0" presStyleCnt="0">
        <dgm:presLayoutVars>
          <dgm:chPref val="1"/>
          <dgm:dir/>
          <dgm:animOne val="branch"/>
          <dgm:animLvl val="lvl"/>
          <dgm:resizeHandles/>
        </dgm:presLayoutVars>
      </dgm:prSet>
      <dgm:spPr/>
      <dgm:t>
        <a:bodyPr/>
        <a:lstStyle/>
        <a:p>
          <a:endParaRPr lang="en-US"/>
        </a:p>
      </dgm:t>
    </dgm:pt>
    <dgm:pt modelId="{FEEFDA7E-9BE9-4750-A89C-8239F6C263D0}" type="pres">
      <dgm:prSet presAssocID="{AE9B9CCD-CBA9-456C-9C43-B98DE671B570}" presName="vertOne" presStyleCnt="0"/>
      <dgm:spPr/>
    </dgm:pt>
    <dgm:pt modelId="{0E68ADC8-7952-4BA2-8741-5878B25DD9AD}" type="pres">
      <dgm:prSet presAssocID="{AE9B9CCD-CBA9-456C-9C43-B98DE671B570}" presName="txOne" presStyleLbl="node0" presStyleIdx="0" presStyleCnt="1">
        <dgm:presLayoutVars>
          <dgm:chPref val="3"/>
        </dgm:presLayoutVars>
      </dgm:prSet>
      <dgm:spPr/>
      <dgm:t>
        <a:bodyPr/>
        <a:lstStyle/>
        <a:p>
          <a:endParaRPr lang="en-US"/>
        </a:p>
      </dgm:t>
    </dgm:pt>
    <dgm:pt modelId="{539B989C-894A-48BB-9DFB-B99FA00F9079}" type="pres">
      <dgm:prSet presAssocID="{AE9B9CCD-CBA9-456C-9C43-B98DE671B570}" presName="parTransOne" presStyleCnt="0"/>
      <dgm:spPr/>
    </dgm:pt>
    <dgm:pt modelId="{14325F19-A0C4-45A8-B529-A4787EBEB2EE}" type="pres">
      <dgm:prSet presAssocID="{AE9B9CCD-CBA9-456C-9C43-B98DE671B570}" presName="horzOne" presStyleCnt="0"/>
      <dgm:spPr/>
    </dgm:pt>
    <dgm:pt modelId="{D280094F-2C0E-44E8-92F2-85BB2C2567F7}" type="pres">
      <dgm:prSet presAssocID="{988D6076-4C64-4B8B-A3CD-949D575C7DA7}" presName="vertTwo" presStyleCnt="0"/>
      <dgm:spPr/>
    </dgm:pt>
    <dgm:pt modelId="{E35ADC96-EB07-4A9D-91F2-D137164897CF}" type="pres">
      <dgm:prSet presAssocID="{988D6076-4C64-4B8B-A3CD-949D575C7DA7}" presName="txTwo" presStyleLbl="node2" presStyleIdx="0" presStyleCnt="2">
        <dgm:presLayoutVars>
          <dgm:chPref val="3"/>
        </dgm:presLayoutVars>
      </dgm:prSet>
      <dgm:spPr/>
      <dgm:t>
        <a:bodyPr/>
        <a:lstStyle/>
        <a:p>
          <a:endParaRPr lang="en-US"/>
        </a:p>
      </dgm:t>
    </dgm:pt>
    <dgm:pt modelId="{E34F299E-F157-4E04-8B62-A170F2D0648C}" type="pres">
      <dgm:prSet presAssocID="{988D6076-4C64-4B8B-A3CD-949D575C7DA7}" presName="parTransTwo" presStyleCnt="0"/>
      <dgm:spPr/>
    </dgm:pt>
    <dgm:pt modelId="{C8E87C4E-BCB9-4500-A7CA-3E9DDC54646D}" type="pres">
      <dgm:prSet presAssocID="{988D6076-4C64-4B8B-A3CD-949D575C7DA7}" presName="horzTwo" presStyleCnt="0"/>
      <dgm:spPr/>
    </dgm:pt>
    <dgm:pt modelId="{35149C33-C3D1-4FD8-9FC3-D361F1A1438D}" type="pres">
      <dgm:prSet presAssocID="{9C17D49C-5DDF-4704-A45D-3685B6D97685}" presName="vertThree" presStyleCnt="0"/>
      <dgm:spPr/>
    </dgm:pt>
    <dgm:pt modelId="{55C364D3-4855-40FA-839B-E6C74DE1664C}" type="pres">
      <dgm:prSet presAssocID="{9C17D49C-5DDF-4704-A45D-3685B6D97685}" presName="txThree" presStyleLbl="node3" presStyleIdx="0" presStyleCnt="8">
        <dgm:presLayoutVars>
          <dgm:chPref val="3"/>
        </dgm:presLayoutVars>
      </dgm:prSet>
      <dgm:spPr/>
      <dgm:t>
        <a:bodyPr/>
        <a:lstStyle/>
        <a:p>
          <a:endParaRPr lang="en-US"/>
        </a:p>
      </dgm:t>
    </dgm:pt>
    <dgm:pt modelId="{6A969A32-1B05-496B-9109-C6A635FC9EC4}" type="pres">
      <dgm:prSet presAssocID="{9C17D49C-5DDF-4704-A45D-3685B6D97685}" presName="horzThree" presStyleCnt="0"/>
      <dgm:spPr/>
    </dgm:pt>
    <dgm:pt modelId="{9DA38F00-7255-402D-8B6D-B916E0F46460}" type="pres">
      <dgm:prSet presAssocID="{72E0FF4C-9F7F-4CCB-AE2D-BBABE0C12AAE}" presName="sibSpaceThree" presStyleCnt="0"/>
      <dgm:spPr/>
    </dgm:pt>
    <dgm:pt modelId="{20D7533B-E361-4F34-B3A4-F777B31AD72C}" type="pres">
      <dgm:prSet presAssocID="{F4A104C2-F9A6-4074-AAB5-1E5617873E46}" presName="vertThree" presStyleCnt="0"/>
      <dgm:spPr/>
    </dgm:pt>
    <dgm:pt modelId="{94289E81-C3E5-431E-8A2F-EABBE3887CAB}" type="pres">
      <dgm:prSet presAssocID="{F4A104C2-F9A6-4074-AAB5-1E5617873E46}" presName="txThree" presStyleLbl="node3" presStyleIdx="1" presStyleCnt="8">
        <dgm:presLayoutVars>
          <dgm:chPref val="3"/>
        </dgm:presLayoutVars>
      </dgm:prSet>
      <dgm:spPr/>
      <dgm:t>
        <a:bodyPr/>
        <a:lstStyle/>
        <a:p>
          <a:endParaRPr lang="en-US"/>
        </a:p>
      </dgm:t>
    </dgm:pt>
    <dgm:pt modelId="{82AEF7CA-752D-4731-8AFD-5A4F7A05ED24}" type="pres">
      <dgm:prSet presAssocID="{F4A104C2-F9A6-4074-AAB5-1E5617873E46}" presName="horzThree" presStyleCnt="0"/>
      <dgm:spPr/>
    </dgm:pt>
    <dgm:pt modelId="{A0A2FFE9-9C49-4BC9-B52B-FEEDD7F73F5E}" type="pres">
      <dgm:prSet presAssocID="{EC5AB49B-8171-436B-8C9E-B4D20EAAB7F7}" presName="sibSpaceThree" presStyleCnt="0"/>
      <dgm:spPr/>
    </dgm:pt>
    <dgm:pt modelId="{6D240324-2AD2-448C-ABF1-90AE3113385B}" type="pres">
      <dgm:prSet presAssocID="{1CA2F3EE-8C40-4C22-B2F2-A668F7791206}" presName="vertThree" presStyleCnt="0"/>
      <dgm:spPr/>
    </dgm:pt>
    <dgm:pt modelId="{81FFDF22-CA84-42B6-8477-318D7EA2865D}" type="pres">
      <dgm:prSet presAssocID="{1CA2F3EE-8C40-4C22-B2F2-A668F7791206}" presName="txThree" presStyleLbl="node3" presStyleIdx="2" presStyleCnt="8">
        <dgm:presLayoutVars>
          <dgm:chPref val="3"/>
        </dgm:presLayoutVars>
      </dgm:prSet>
      <dgm:spPr/>
      <dgm:t>
        <a:bodyPr/>
        <a:lstStyle/>
        <a:p>
          <a:endParaRPr lang="en-US"/>
        </a:p>
      </dgm:t>
    </dgm:pt>
    <dgm:pt modelId="{14ACB90B-610B-4108-A2B5-A194A7B0C49C}" type="pres">
      <dgm:prSet presAssocID="{1CA2F3EE-8C40-4C22-B2F2-A668F7791206}" presName="horzThree" presStyleCnt="0"/>
      <dgm:spPr/>
    </dgm:pt>
    <dgm:pt modelId="{21729CCF-B290-4C6F-AB83-B4CEB7EB76DE}" type="pres">
      <dgm:prSet presAssocID="{8ED73780-45C6-4011-9DE0-841F0D991E4B}" presName="sibSpaceTwo" presStyleCnt="0"/>
      <dgm:spPr/>
    </dgm:pt>
    <dgm:pt modelId="{0D5BEE7F-3088-428E-903C-39CA982011CE}" type="pres">
      <dgm:prSet presAssocID="{DFA8D45E-E506-49C9-AEBE-104D2810ACF4}" presName="vertTwo" presStyleCnt="0"/>
      <dgm:spPr/>
    </dgm:pt>
    <dgm:pt modelId="{90CE06C5-2ECF-4A50-B048-B8F1AFE74E99}" type="pres">
      <dgm:prSet presAssocID="{DFA8D45E-E506-49C9-AEBE-104D2810ACF4}" presName="txTwo" presStyleLbl="node2" presStyleIdx="1" presStyleCnt="2">
        <dgm:presLayoutVars>
          <dgm:chPref val="3"/>
        </dgm:presLayoutVars>
      </dgm:prSet>
      <dgm:spPr/>
      <dgm:t>
        <a:bodyPr/>
        <a:lstStyle/>
        <a:p>
          <a:endParaRPr lang="en-US"/>
        </a:p>
      </dgm:t>
    </dgm:pt>
    <dgm:pt modelId="{4CFE7C44-AA47-4C1B-B924-B29E5C19A683}" type="pres">
      <dgm:prSet presAssocID="{DFA8D45E-E506-49C9-AEBE-104D2810ACF4}" presName="parTransTwo" presStyleCnt="0"/>
      <dgm:spPr/>
    </dgm:pt>
    <dgm:pt modelId="{F9E0E632-C5D8-4359-A739-BBEF138E0FC0}" type="pres">
      <dgm:prSet presAssocID="{DFA8D45E-E506-49C9-AEBE-104D2810ACF4}" presName="horzTwo" presStyleCnt="0"/>
      <dgm:spPr/>
    </dgm:pt>
    <dgm:pt modelId="{74948A64-803B-407C-929E-5B41C28E3FAB}" type="pres">
      <dgm:prSet presAssocID="{9FB19517-F12E-4B23-91B1-111A61180530}" presName="vertThree" presStyleCnt="0"/>
      <dgm:spPr/>
    </dgm:pt>
    <dgm:pt modelId="{E9EEA7AB-8FB1-4D46-AB9A-504F9D276317}" type="pres">
      <dgm:prSet presAssocID="{9FB19517-F12E-4B23-91B1-111A61180530}" presName="txThree" presStyleLbl="node3" presStyleIdx="3" presStyleCnt="8">
        <dgm:presLayoutVars>
          <dgm:chPref val="3"/>
        </dgm:presLayoutVars>
      </dgm:prSet>
      <dgm:spPr/>
      <dgm:t>
        <a:bodyPr/>
        <a:lstStyle/>
        <a:p>
          <a:endParaRPr lang="en-US"/>
        </a:p>
      </dgm:t>
    </dgm:pt>
    <dgm:pt modelId="{67824E31-CA81-440D-8DA9-BE8B6FBBD580}" type="pres">
      <dgm:prSet presAssocID="{9FB19517-F12E-4B23-91B1-111A61180530}" presName="horzThree" presStyleCnt="0"/>
      <dgm:spPr/>
    </dgm:pt>
    <dgm:pt modelId="{9ECA10DA-7398-4966-88CC-132C78999F02}" type="pres">
      <dgm:prSet presAssocID="{8A1822A4-1B9C-4B3A-A99F-17091BCC5469}" presName="sibSpaceThree" presStyleCnt="0"/>
      <dgm:spPr/>
    </dgm:pt>
    <dgm:pt modelId="{D77B9D3C-2304-4B24-91A0-93B80BDFB70C}" type="pres">
      <dgm:prSet presAssocID="{8C00009E-270F-410E-BDFA-1AED8BD59860}" presName="vertThree" presStyleCnt="0"/>
      <dgm:spPr/>
    </dgm:pt>
    <dgm:pt modelId="{1C7B2818-D694-4126-B073-748E3B0B8DB3}" type="pres">
      <dgm:prSet presAssocID="{8C00009E-270F-410E-BDFA-1AED8BD59860}" presName="txThree" presStyleLbl="node3" presStyleIdx="4" presStyleCnt="8">
        <dgm:presLayoutVars>
          <dgm:chPref val="3"/>
        </dgm:presLayoutVars>
      </dgm:prSet>
      <dgm:spPr/>
      <dgm:t>
        <a:bodyPr/>
        <a:lstStyle/>
        <a:p>
          <a:endParaRPr lang="en-US"/>
        </a:p>
      </dgm:t>
    </dgm:pt>
    <dgm:pt modelId="{C9F1CD10-4834-4E28-95BD-216E2CBE607E}" type="pres">
      <dgm:prSet presAssocID="{8C00009E-270F-410E-BDFA-1AED8BD59860}" presName="horzThree" presStyleCnt="0"/>
      <dgm:spPr/>
    </dgm:pt>
    <dgm:pt modelId="{018DA5CE-98E5-42E2-AA51-97A7DF54DEAB}" type="pres">
      <dgm:prSet presAssocID="{B6593D5D-2893-478A-9CD3-2727D7037DD6}" presName="sibSpaceThree" presStyleCnt="0"/>
      <dgm:spPr/>
    </dgm:pt>
    <dgm:pt modelId="{53AE6378-253D-453B-96A0-D8D5DE6480B4}" type="pres">
      <dgm:prSet presAssocID="{14ED2CEE-8273-47AA-A28F-BF0285D7C09F}" presName="vertThree" presStyleCnt="0"/>
      <dgm:spPr/>
    </dgm:pt>
    <dgm:pt modelId="{2C44D820-0021-4290-BA74-08E8AF1BFE79}" type="pres">
      <dgm:prSet presAssocID="{14ED2CEE-8273-47AA-A28F-BF0285D7C09F}" presName="txThree" presStyleLbl="node3" presStyleIdx="5" presStyleCnt="8">
        <dgm:presLayoutVars>
          <dgm:chPref val="3"/>
        </dgm:presLayoutVars>
      </dgm:prSet>
      <dgm:spPr/>
      <dgm:t>
        <a:bodyPr/>
        <a:lstStyle/>
        <a:p>
          <a:endParaRPr lang="en-US"/>
        </a:p>
      </dgm:t>
    </dgm:pt>
    <dgm:pt modelId="{BAC97E14-4CF5-4C41-9083-4BCF3F1DDD86}" type="pres">
      <dgm:prSet presAssocID="{14ED2CEE-8273-47AA-A28F-BF0285D7C09F}" presName="horzThree" presStyleCnt="0"/>
      <dgm:spPr/>
    </dgm:pt>
    <dgm:pt modelId="{41B47EF1-C0B4-4D6C-B5E6-CC25CD2EC36F}" type="pres">
      <dgm:prSet presAssocID="{56A0B357-0AED-4D60-B77F-7B3924925146}" presName="sibSpaceThree" presStyleCnt="0"/>
      <dgm:spPr/>
    </dgm:pt>
    <dgm:pt modelId="{3A1A22A9-76F7-4008-9AE5-D9E517284668}" type="pres">
      <dgm:prSet presAssocID="{C768E7F6-2C2D-4EAB-88B2-B166B7B6F1AC}" presName="vertThree" presStyleCnt="0"/>
      <dgm:spPr/>
    </dgm:pt>
    <dgm:pt modelId="{2EC487BD-CF97-45FF-9C8E-7C1A17B9202A}" type="pres">
      <dgm:prSet presAssocID="{C768E7F6-2C2D-4EAB-88B2-B166B7B6F1AC}" presName="txThree" presStyleLbl="node3" presStyleIdx="6" presStyleCnt="8">
        <dgm:presLayoutVars>
          <dgm:chPref val="3"/>
        </dgm:presLayoutVars>
      </dgm:prSet>
      <dgm:spPr/>
      <dgm:t>
        <a:bodyPr/>
        <a:lstStyle/>
        <a:p>
          <a:endParaRPr lang="en-US"/>
        </a:p>
      </dgm:t>
    </dgm:pt>
    <dgm:pt modelId="{8F173AA4-4873-4C28-AFB4-0B3F79A0CC07}" type="pres">
      <dgm:prSet presAssocID="{C768E7F6-2C2D-4EAB-88B2-B166B7B6F1AC}" presName="horzThree" presStyleCnt="0"/>
      <dgm:spPr/>
    </dgm:pt>
    <dgm:pt modelId="{AF696377-0E8E-429A-8070-C4D28146179D}" type="pres">
      <dgm:prSet presAssocID="{AD2902D0-E8A4-400F-B68A-1F940093F4BB}" presName="sibSpaceThree" presStyleCnt="0"/>
      <dgm:spPr/>
    </dgm:pt>
    <dgm:pt modelId="{61E012FB-AD70-4743-9B82-6340E26FA429}" type="pres">
      <dgm:prSet presAssocID="{4B4B1827-4DD3-4359-9E71-D43D798E7113}" presName="vertThree" presStyleCnt="0"/>
      <dgm:spPr/>
    </dgm:pt>
    <dgm:pt modelId="{832DD310-4CD5-4FBF-92EA-5A6109C175F2}" type="pres">
      <dgm:prSet presAssocID="{4B4B1827-4DD3-4359-9E71-D43D798E7113}" presName="txThree" presStyleLbl="node3" presStyleIdx="7" presStyleCnt="8">
        <dgm:presLayoutVars>
          <dgm:chPref val="3"/>
        </dgm:presLayoutVars>
      </dgm:prSet>
      <dgm:spPr/>
      <dgm:t>
        <a:bodyPr/>
        <a:lstStyle/>
        <a:p>
          <a:endParaRPr lang="en-US"/>
        </a:p>
      </dgm:t>
    </dgm:pt>
    <dgm:pt modelId="{B50F880E-E29E-4989-8490-E9CC7032A817}" type="pres">
      <dgm:prSet presAssocID="{4B4B1827-4DD3-4359-9E71-D43D798E7113}" presName="horzThree" presStyleCnt="0"/>
      <dgm:spPr/>
    </dgm:pt>
  </dgm:ptLst>
  <dgm:cxnLst>
    <dgm:cxn modelId="{894612F5-958E-4A08-8B47-BF2EFE748F72}" type="presOf" srcId="{AE9B9CCD-CBA9-456C-9C43-B98DE671B570}" destId="{0E68ADC8-7952-4BA2-8741-5878B25DD9AD}" srcOrd="0" destOrd="0" presId="urn:microsoft.com/office/officeart/2005/8/layout/hierarchy4"/>
    <dgm:cxn modelId="{4D97213C-E8C5-4A7B-893E-55C6BE53770A}" srcId="{3115632D-345E-4EDD-9EC4-54997C171E7A}" destId="{AE9B9CCD-CBA9-456C-9C43-B98DE671B570}" srcOrd="0" destOrd="0" parTransId="{33889748-554E-4CC6-BEE5-ECE5BEFB7403}" sibTransId="{A5E7008B-2CF4-41A6-B606-63C0BFB59E26}"/>
    <dgm:cxn modelId="{818AA3F9-2C8A-4E85-96DC-B90574324586}" type="presOf" srcId="{4B4B1827-4DD3-4359-9E71-D43D798E7113}" destId="{832DD310-4CD5-4FBF-92EA-5A6109C175F2}" srcOrd="0" destOrd="0" presId="urn:microsoft.com/office/officeart/2005/8/layout/hierarchy4"/>
    <dgm:cxn modelId="{871EF7CC-99D9-4489-AC5D-05E7D498E002}" srcId="{988D6076-4C64-4B8B-A3CD-949D575C7DA7}" destId="{F4A104C2-F9A6-4074-AAB5-1E5617873E46}" srcOrd="1" destOrd="0" parTransId="{6FEFD10C-D358-4B77-9145-D82F954C4A2C}" sibTransId="{EC5AB49B-8171-436B-8C9E-B4D20EAAB7F7}"/>
    <dgm:cxn modelId="{798E97C3-2E8B-44BB-ACC5-BEC0E5666D5C}" type="presOf" srcId="{8C00009E-270F-410E-BDFA-1AED8BD59860}" destId="{1C7B2818-D694-4126-B073-748E3B0B8DB3}" srcOrd="0" destOrd="0" presId="urn:microsoft.com/office/officeart/2005/8/layout/hierarchy4"/>
    <dgm:cxn modelId="{AB82DDBB-265E-4D53-8F47-E71F058CE9A2}" type="presOf" srcId="{DFA8D45E-E506-49C9-AEBE-104D2810ACF4}" destId="{90CE06C5-2ECF-4A50-B048-B8F1AFE74E99}" srcOrd="0" destOrd="0" presId="urn:microsoft.com/office/officeart/2005/8/layout/hierarchy4"/>
    <dgm:cxn modelId="{37D5FDE1-9254-4921-83B0-BC9F1D82550D}" type="presOf" srcId="{3115632D-345E-4EDD-9EC4-54997C171E7A}" destId="{3A588AF6-C89E-4F5F-9494-D5ECBDD7771C}" srcOrd="0" destOrd="0" presId="urn:microsoft.com/office/officeart/2005/8/layout/hierarchy4"/>
    <dgm:cxn modelId="{52E78025-3CED-4211-8F6E-94FDB905484B}" srcId="{DFA8D45E-E506-49C9-AEBE-104D2810ACF4}" destId="{9FB19517-F12E-4B23-91B1-111A61180530}" srcOrd="0" destOrd="0" parTransId="{3165993D-D6B0-475A-A4C9-D44FE34FB802}" sibTransId="{8A1822A4-1B9C-4B3A-A99F-17091BCC5469}"/>
    <dgm:cxn modelId="{BBEE2D06-A30C-45AA-AF3A-227D02CB9B44}" srcId="{DFA8D45E-E506-49C9-AEBE-104D2810ACF4}" destId="{4B4B1827-4DD3-4359-9E71-D43D798E7113}" srcOrd="4" destOrd="0" parTransId="{A0527839-9053-41F4-99DC-1FFE8D31F4E9}" sibTransId="{F648A827-2BBA-43D6-B5C8-0E9B0EE0ACB3}"/>
    <dgm:cxn modelId="{6DB0F43A-2494-4B91-A3D7-8DE7A8B6BF71}" type="presOf" srcId="{9FB19517-F12E-4B23-91B1-111A61180530}" destId="{E9EEA7AB-8FB1-4D46-AB9A-504F9D276317}" srcOrd="0" destOrd="0" presId="urn:microsoft.com/office/officeart/2005/8/layout/hierarchy4"/>
    <dgm:cxn modelId="{ED9C3B6C-EADC-4C31-B559-78335FAD6188}" srcId="{AE9B9CCD-CBA9-456C-9C43-B98DE671B570}" destId="{DFA8D45E-E506-49C9-AEBE-104D2810ACF4}" srcOrd="1" destOrd="0" parTransId="{4F66B1DF-63FB-4752-AE04-72FFAF810256}" sibTransId="{EE157761-C43A-4607-96E8-5C0B33C57395}"/>
    <dgm:cxn modelId="{2F0945F0-2D95-46E8-A0B5-4AEFA24EFB93}" srcId="{DFA8D45E-E506-49C9-AEBE-104D2810ACF4}" destId="{8C00009E-270F-410E-BDFA-1AED8BD59860}" srcOrd="1" destOrd="0" parTransId="{90621DDC-33A6-4CDF-AF13-56637906C3BD}" sibTransId="{B6593D5D-2893-478A-9CD3-2727D7037DD6}"/>
    <dgm:cxn modelId="{7A6B0F7D-270A-416E-8B1C-EA0E3BF90103}" type="presOf" srcId="{9C17D49C-5DDF-4704-A45D-3685B6D97685}" destId="{55C364D3-4855-40FA-839B-E6C74DE1664C}" srcOrd="0" destOrd="0" presId="urn:microsoft.com/office/officeart/2005/8/layout/hierarchy4"/>
    <dgm:cxn modelId="{CAA2C8ED-A1BD-42C0-8915-C4B71F1B50C1}" srcId="{988D6076-4C64-4B8B-A3CD-949D575C7DA7}" destId="{9C17D49C-5DDF-4704-A45D-3685B6D97685}" srcOrd="0" destOrd="0" parTransId="{CB106368-20CB-478A-92E3-84EFDDABC093}" sibTransId="{72E0FF4C-9F7F-4CCB-AE2D-BBABE0C12AAE}"/>
    <dgm:cxn modelId="{34E8AD53-352B-4796-BEB6-CDD127C194B3}" type="presOf" srcId="{C768E7F6-2C2D-4EAB-88B2-B166B7B6F1AC}" destId="{2EC487BD-CF97-45FF-9C8E-7C1A17B9202A}" srcOrd="0" destOrd="0" presId="urn:microsoft.com/office/officeart/2005/8/layout/hierarchy4"/>
    <dgm:cxn modelId="{88DDCA15-100F-44B7-B5D1-3C62422ADBC9}" type="presOf" srcId="{1CA2F3EE-8C40-4C22-B2F2-A668F7791206}" destId="{81FFDF22-CA84-42B6-8477-318D7EA2865D}" srcOrd="0" destOrd="0" presId="urn:microsoft.com/office/officeart/2005/8/layout/hierarchy4"/>
    <dgm:cxn modelId="{B28D81E5-37D0-4D2D-80B5-4791E8C163CD}" type="presOf" srcId="{988D6076-4C64-4B8B-A3CD-949D575C7DA7}" destId="{E35ADC96-EB07-4A9D-91F2-D137164897CF}" srcOrd="0" destOrd="0" presId="urn:microsoft.com/office/officeart/2005/8/layout/hierarchy4"/>
    <dgm:cxn modelId="{0E450945-03D2-4B94-A386-002D5A7C3845}" type="presOf" srcId="{F4A104C2-F9A6-4074-AAB5-1E5617873E46}" destId="{94289E81-C3E5-431E-8A2F-EABBE3887CAB}" srcOrd="0" destOrd="0" presId="urn:microsoft.com/office/officeart/2005/8/layout/hierarchy4"/>
    <dgm:cxn modelId="{EDC97022-3D68-40E6-8E9B-B044931236F6}" srcId="{DFA8D45E-E506-49C9-AEBE-104D2810ACF4}" destId="{C768E7F6-2C2D-4EAB-88B2-B166B7B6F1AC}" srcOrd="3" destOrd="0" parTransId="{E4DF37DF-B775-4B64-931F-1348DE5729E8}" sibTransId="{AD2902D0-E8A4-400F-B68A-1F940093F4BB}"/>
    <dgm:cxn modelId="{46F2D64D-AEEA-4DA4-A104-4EFA9355B910}" srcId="{988D6076-4C64-4B8B-A3CD-949D575C7DA7}" destId="{1CA2F3EE-8C40-4C22-B2F2-A668F7791206}" srcOrd="2" destOrd="0" parTransId="{A01F49FB-EC2B-466D-BE89-730F8E7E84B3}" sibTransId="{E1EA976B-A40E-48D3-B96E-4DEC2B7C8392}"/>
    <dgm:cxn modelId="{59DCD7D2-0383-434C-9E24-C5BAC20E500C}" srcId="{AE9B9CCD-CBA9-456C-9C43-B98DE671B570}" destId="{988D6076-4C64-4B8B-A3CD-949D575C7DA7}" srcOrd="0" destOrd="0" parTransId="{ED8E3E84-8099-476C-965F-A6A7CA8D0547}" sibTransId="{8ED73780-45C6-4011-9DE0-841F0D991E4B}"/>
    <dgm:cxn modelId="{B99C47DC-C48D-4BB8-8104-3AFA0D3D7338}" srcId="{DFA8D45E-E506-49C9-AEBE-104D2810ACF4}" destId="{14ED2CEE-8273-47AA-A28F-BF0285D7C09F}" srcOrd="2" destOrd="0" parTransId="{D2738312-5658-4F32-B7E0-DB44C6BE455D}" sibTransId="{56A0B357-0AED-4D60-B77F-7B3924925146}"/>
    <dgm:cxn modelId="{533D7804-EA86-46BC-8D3D-1889B180D35E}" type="presOf" srcId="{14ED2CEE-8273-47AA-A28F-BF0285D7C09F}" destId="{2C44D820-0021-4290-BA74-08E8AF1BFE79}" srcOrd="0" destOrd="0" presId="urn:microsoft.com/office/officeart/2005/8/layout/hierarchy4"/>
    <dgm:cxn modelId="{A54385E5-EF3A-4A52-AEED-47F0EBD72ED2}" type="presParOf" srcId="{3A588AF6-C89E-4F5F-9494-D5ECBDD7771C}" destId="{FEEFDA7E-9BE9-4750-A89C-8239F6C263D0}" srcOrd="0" destOrd="0" presId="urn:microsoft.com/office/officeart/2005/8/layout/hierarchy4"/>
    <dgm:cxn modelId="{ACD90B95-C926-4496-A2BB-5633C7CAFA8C}" type="presParOf" srcId="{FEEFDA7E-9BE9-4750-A89C-8239F6C263D0}" destId="{0E68ADC8-7952-4BA2-8741-5878B25DD9AD}" srcOrd="0" destOrd="0" presId="urn:microsoft.com/office/officeart/2005/8/layout/hierarchy4"/>
    <dgm:cxn modelId="{A62C9441-28D0-4EE8-8B2C-A1CC5CEB9998}" type="presParOf" srcId="{FEEFDA7E-9BE9-4750-A89C-8239F6C263D0}" destId="{539B989C-894A-48BB-9DFB-B99FA00F9079}" srcOrd="1" destOrd="0" presId="urn:microsoft.com/office/officeart/2005/8/layout/hierarchy4"/>
    <dgm:cxn modelId="{4EB69875-1596-4167-9D28-2A837068296F}" type="presParOf" srcId="{FEEFDA7E-9BE9-4750-A89C-8239F6C263D0}" destId="{14325F19-A0C4-45A8-B529-A4787EBEB2EE}" srcOrd="2" destOrd="0" presId="urn:microsoft.com/office/officeart/2005/8/layout/hierarchy4"/>
    <dgm:cxn modelId="{71D1926B-5708-4C43-8F51-51F61665F916}" type="presParOf" srcId="{14325F19-A0C4-45A8-B529-A4787EBEB2EE}" destId="{D280094F-2C0E-44E8-92F2-85BB2C2567F7}" srcOrd="0" destOrd="0" presId="urn:microsoft.com/office/officeart/2005/8/layout/hierarchy4"/>
    <dgm:cxn modelId="{A84DE66D-3F31-44FA-B0DD-FD192F7C98DA}" type="presParOf" srcId="{D280094F-2C0E-44E8-92F2-85BB2C2567F7}" destId="{E35ADC96-EB07-4A9D-91F2-D137164897CF}" srcOrd="0" destOrd="0" presId="urn:microsoft.com/office/officeart/2005/8/layout/hierarchy4"/>
    <dgm:cxn modelId="{5EA1A9AD-E3EF-486C-B273-DF7770B32F80}" type="presParOf" srcId="{D280094F-2C0E-44E8-92F2-85BB2C2567F7}" destId="{E34F299E-F157-4E04-8B62-A170F2D0648C}" srcOrd="1" destOrd="0" presId="urn:microsoft.com/office/officeart/2005/8/layout/hierarchy4"/>
    <dgm:cxn modelId="{1EFE20BD-4214-4FAF-9AEC-17C06AFCB5EE}" type="presParOf" srcId="{D280094F-2C0E-44E8-92F2-85BB2C2567F7}" destId="{C8E87C4E-BCB9-4500-A7CA-3E9DDC54646D}" srcOrd="2" destOrd="0" presId="urn:microsoft.com/office/officeart/2005/8/layout/hierarchy4"/>
    <dgm:cxn modelId="{1D999C1D-F6CB-4024-92F5-62A75ADEBBC8}" type="presParOf" srcId="{C8E87C4E-BCB9-4500-A7CA-3E9DDC54646D}" destId="{35149C33-C3D1-4FD8-9FC3-D361F1A1438D}" srcOrd="0" destOrd="0" presId="urn:microsoft.com/office/officeart/2005/8/layout/hierarchy4"/>
    <dgm:cxn modelId="{9F1950DB-4034-417A-BDEB-91B6528510DD}" type="presParOf" srcId="{35149C33-C3D1-4FD8-9FC3-D361F1A1438D}" destId="{55C364D3-4855-40FA-839B-E6C74DE1664C}" srcOrd="0" destOrd="0" presId="urn:microsoft.com/office/officeart/2005/8/layout/hierarchy4"/>
    <dgm:cxn modelId="{944B2CC5-1589-4F3A-99F3-9D7493978D3B}" type="presParOf" srcId="{35149C33-C3D1-4FD8-9FC3-D361F1A1438D}" destId="{6A969A32-1B05-496B-9109-C6A635FC9EC4}" srcOrd="1" destOrd="0" presId="urn:microsoft.com/office/officeart/2005/8/layout/hierarchy4"/>
    <dgm:cxn modelId="{56494B74-CA66-4DA4-922F-6B6FE49E80B2}" type="presParOf" srcId="{C8E87C4E-BCB9-4500-A7CA-3E9DDC54646D}" destId="{9DA38F00-7255-402D-8B6D-B916E0F46460}" srcOrd="1" destOrd="0" presId="urn:microsoft.com/office/officeart/2005/8/layout/hierarchy4"/>
    <dgm:cxn modelId="{CD67B58F-8427-4E35-B78C-9E3DA28E29C4}" type="presParOf" srcId="{C8E87C4E-BCB9-4500-A7CA-3E9DDC54646D}" destId="{20D7533B-E361-4F34-B3A4-F777B31AD72C}" srcOrd="2" destOrd="0" presId="urn:microsoft.com/office/officeart/2005/8/layout/hierarchy4"/>
    <dgm:cxn modelId="{66BCDD85-2991-4D7B-835C-7FB93C659D7F}" type="presParOf" srcId="{20D7533B-E361-4F34-B3A4-F777B31AD72C}" destId="{94289E81-C3E5-431E-8A2F-EABBE3887CAB}" srcOrd="0" destOrd="0" presId="urn:microsoft.com/office/officeart/2005/8/layout/hierarchy4"/>
    <dgm:cxn modelId="{88028972-68E1-4F79-90AE-03C8498C506C}" type="presParOf" srcId="{20D7533B-E361-4F34-B3A4-F777B31AD72C}" destId="{82AEF7CA-752D-4731-8AFD-5A4F7A05ED24}" srcOrd="1" destOrd="0" presId="urn:microsoft.com/office/officeart/2005/8/layout/hierarchy4"/>
    <dgm:cxn modelId="{91BF1BB2-C227-4237-92F9-BDB876D00CFA}" type="presParOf" srcId="{C8E87C4E-BCB9-4500-A7CA-3E9DDC54646D}" destId="{A0A2FFE9-9C49-4BC9-B52B-FEEDD7F73F5E}" srcOrd="3" destOrd="0" presId="urn:microsoft.com/office/officeart/2005/8/layout/hierarchy4"/>
    <dgm:cxn modelId="{2D402E42-141F-43C4-BC9D-EAB6448CD668}" type="presParOf" srcId="{C8E87C4E-BCB9-4500-A7CA-3E9DDC54646D}" destId="{6D240324-2AD2-448C-ABF1-90AE3113385B}" srcOrd="4" destOrd="0" presId="urn:microsoft.com/office/officeart/2005/8/layout/hierarchy4"/>
    <dgm:cxn modelId="{716B9BF2-FE35-4DFA-A54C-07FEFC07D48E}" type="presParOf" srcId="{6D240324-2AD2-448C-ABF1-90AE3113385B}" destId="{81FFDF22-CA84-42B6-8477-318D7EA2865D}" srcOrd="0" destOrd="0" presId="urn:microsoft.com/office/officeart/2005/8/layout/hierarchy4"/>
    <dgm:cxn modelId="{44229D48-9442-45B8-91F7-E8AE73A46053}" type="presParOf" srcId="{6D240324-2AD2-448C-ABF1-90AE3113385B}" destId="{14ACB90B-610B-4108-A2B5-A194A7B0C49C}" srcOrd="1" destOrd="0" presId="urn:microsoft.com/office/officeart/2005/8/layout/hierarchy4"/>
    <dgm:cxn modelId="{99ACF5F9-CA47-4DAB-B2EA-CADC27190F2C}" type="presParOf" srcId="{14325F19-A0C4-45A8-B529-A4787EBEB2EE}" destId="{21729CCF-B290-4C6F-AB83-B4CEB7EB76DE}" srcOrd="1" destOrd="0" presId="urn:microsoft.com/office/officeart/2005/8/layout/hierarchy4"/>
    <dgm:cxn modelId="{2FFB8986-55B0-4697-8810-AD41C31FF289}" type="presParOf" srcId="{14325F19-A0C4-45A8-B529-A4787EBEB2EE}" destId="{0D5BEE7F-3088-428E-903C-39CA982011CE}" srcOrd="2" destOrd="0" presId="urn:microsoft.com/office/officeart/2005/8/layout/hierarchy4"/>
    <dgm:cxn modelId="{D554B460-CDD9-4859-B087-A9C19CBE433A}" type="presParOf" srcId="{0D5BEE7F-3088-428E-903C-39CA982011CE}" destId="{90CE06C5-2ECF-4A50-B048-B8F1AFE74E99}" srcOrd="0" destOrd="0" presId="urn:microsoft.com/office/officeart/2005/8/layout/hierarchy4"/>
    <dgm:cxn modelId="{83F4B68D-DDA4-4291-8580-1601E8BAEEBE}" type="presParOf" srcId="{0D5BEE7F-3088-428E-903C-39CA982011CE}" destId="{4CFE7C44-AA47-4C1B-B924-B29E5C19A683}" srcOrd="1" destOrd="0" presId="urn:microsoft.com/office/officeart/2005/8/layout/hierarchy4"/>
    <dgm:cxn modelId="{F5C5E239-09A8-4E52-8EC0-F792B73E477C}" type="presParOf" srcId="{0D5BEE7F-3088-428E-903C-39CA982011CE}" destId="{F9E0E632-C5D8-4359-A739-BBEF138E0FC0}" srcOrd="2" destOrd="0" presId="urn:microsoft.com/office/officeart/2005/8/layout/hierarchy4"/>
    <dgm:cxn modelId="{4CD6768B-4A11-40B5-B6F8-3515BE389FAD}" type="presParOf" srcId="{F9E0E632-C5D8-4359-A739-BBEF138E0FC0}" destId="{74948A64-803B-407C-929E-5B41C28E3FAB}" srcOrd="0" destOrd="0" presId="urn:microsoft.com/office/officeart/2005/8/layout/hierarchy4"/>
    <dgm:cxn modelId="{0AA60D24-15C3-45AA-B1DE-AFECC103E525}" type="presParOf" srcId="{74948A64-803B-407C-929E-5B41C28E3FAB}" destId="{E9EEA7AB-8FB1-4D46-AB9A-504F9D276317}" srcOrd="0" destOrd="0" presId="urn:microsoft.com/office/officeart/2005/8/layout/hierarchy4"/>
    <dgm:cxn modelId="{FC9EB8B6-6C8C-4A6B-9FFA-08E4CA01AC63}" type="presParOf" srcId="{74948A64-803B-407C-929E-5B41C28E3FAB}" destId="{67824E31-CA81-440D-8DA9-BE8B6FBBD580}" srcOrd="1" destOrd="0" presId="urn:microsoft.com/office/officeart/2005/8/layout/hierarchy4"/>
    <dgm:cxn modelId="{966F3EAA-F5C1-4FC1-8694-1ADD54E4938F}" type="presParOf" srcId="{F9E0E632-C5D8-4359-A739-BBEF138E0FC0}" destId="{9ECA10DA-7398-4966-88CC-132C78999F02}" srcOrd="1" destOrd="0" presId="urn:microsoft.com/office/officeart/2005/8/layout/hierarchy4"/>
    <dgm:cxn modelId="{92DDB268-0AEB-4B54-BDB3-EA19B09C68D8}" type="presParOf" srcId="{F9E0E632-C5D8-4359-A739-BBEF138E0FC0}" destId="{D77B9D3C-2304-4B24-91A0-93B80BDFB70C}" srcOrd="2" destOrd="0" presId="urn:microsoft.com/office/officeart/2005/8/layout/hierarchy4"/>
    <dgm:cxn modelId="{7CD2D203-D787-4E2A-83C8-7A8B2062CA81}" type="presParOf" srcId="{D77B9D3C-2304-4B24-91A0-93B80BDFB70C}" destId="{1C7B2818-D694-4126-B073-748E3B0B8DB3}" srcOrd="0" destOrd="0" presId="urn:microsoft.com/office/officeart/2005/8/layout/hierarchy4"/>
    <dgm:cxn modelId="{79C2A0DD-68BE-4510-BAD3-4D895AD639B0}" type="presParOf" srcId="{D77B9D3C-2304-4B24-91A0-93B80BDFB70C}" destId="{C9F1CD10-4834-4E28-95BD-216E2CBE607E}" srcOrd="1" destOrd="0" presId="urn:microsoft.com/office/officeart/2005/8/layout/hierarchy4"/>
    <dgm:cxn modelId="{065B9399-19C3-4837-BB95-F143693E10D4}" type="presParOf" srcId="{F9E0E632-C5D8-4359-A739-BBEF138E0FC0}" destId="{018DA5CE-98E5-42E2-AA51-97A7DF54DEAB}" srcOrd="3" destOrd="0" presId="urn:microsoft.com/office/officeart/2005/8/layout/hierarchy4"/>
    <dgm:cxn modelId="{7A38C700-E5F4-441D-B34B-3CCA2EDF2E38}" type="presParOf" srcId="{F9E0E632-C5D8-4359-A739-BBEF138E0FC0}" destId="{53AE6378-253D-453B-96A0-D8D5DE6480B4}" srcOrd="4" destOrd="0" presId="urn:microsoft.com/office/officeart/2005/8/layout/hierarchy4"/>
    <dgm:cxn modelId="{4CD28DDB-2BDC-489F-8A88-C0857A43AAAB}" type="presParOf" srcId="{53AE6378-253D-453B-96A0-D8D5DE6480B4}" destId="{2C44D820-0021-4290-BA74-08E8AF1BFE79}" srcOrd="0" destOrd="0" presId="urn:microsoft.com/office/officeart/2005/8/layout/hierarchy4"/>
    <dgm:cxn modelId="{6B54D85F-BECC-4CD2-BABC-84A1733D47B5}" type="presParOf" srcId="{53AE6378-253D-453B-96A0-D8D5DE6480B4}" destId="{BAC97E14-4CF5-4C41-9083-4BCF3F1DDD86}" srcOrd="1" destOrd="0" presId="urn:microsoft.com/office/officeart/2005/8/layout/hierarchy4"/>
    <dgm:cxn modelId="{FDA0E4DB-5263-4935-B925-A65F2260A099}" type="presParOf" srcId="{F9E0E632-C5D8-4359-A739-BBEF138E0FC0}" destId="{41B47EF1-C0B4-4D6C-B5E6-CC25CD2EC36F}" srcOrd="5" destOrd="0" presId="urn:microsoft.com/office/officeart/2005/8/layout/hierarchy4"/>
    <dgm:cxn modelId="{305DABB5-404A-4F18-A3B8-EC181E8FB0C7}" type="presParOf" srcId="{F9E0E632-C5D8-4359-A739-BBEF138E0FC0}" destId="{3A1A22A9-76F7-4008-9AE5-D9E517284668}" srcOrd="6" destOrd="0" presId="urn:microsoft.com/office/officeart/2005/8/layout/hierarchy4"/>
    <dgm:cxn modelId="{7F589C7A-9F12-402C-8767-EB813C2ADF76}" type="presParOf" srcId="{3A1A22A9-76F7-4008-9AE5-D9E517284668}" destId="{2EC487BD-CF97-45FF-9C8E-7C1A17B9202A}" srcOrd="0" destOrd="0" presId="urn:microsoft.com/office/officeart/2005/8/layout/hierarchy4"/>
    <dgm:cxn modelId="{78789E4F-AF97-4A0A-A4ED-DB0F4CCB74B7}" type="presParOf" srcId="{3A1A22A9-76F7-4008-9AE5-D9E517284668}" destId="{8F173AA4-4873-4C28-AFB4-0B3F79A0CC07}" srcOrd="1" destOrd="0" presId="urn:microsoft.com/office/officeart/2005/8/layout/hierarchy4"/>
    <dgm:cxn modelId="{C0E04023-831F-4909-89DC-F0A6084F8265}" type="presParOf" srcId="{F9E0E632-C5D8-4359-A739-BBEF138E0FC0}" destId="{AF696377-0E8E-429A-8070-C4D28146179D}" srcOrd="7" destOrd="0" presId="urn:microsoft.com/office/officeart/2005/8/layout/hierarchy4"/>
    <dgm:cxn modelId="{56F365D2-A98B-4F60-AB09-D7D5A00A3101}" type="presParOf" srcId="{F9E0E632-C5D8-4359-A739-BBEF138E0FC0}" destId="{61E012FB-AD70-4743-9B82-6340E26FA429}" srcOrd="8" destOrd="0" presId="urn:microsoft.com/office/officeart/2005/8/layout/hierarchy4"/>
    <dgm:cxn modelId="{541E8143-73D5-420E-ADC7-8C11C1EDE293}" type="presParOf" srcId="{61E012FB-AD70-4743-9B82-6340E26FA429}" destId="{832DD310-4CD5-4FBF-92EA-5A6109C175F2}" srcOrd="0" destOrd="0" presId="urn:microsoft.com/office/officeart/2005/8/layout/hierarchy4"/>
    <dgm:cxn modelId="{9BD063EE-4D96-46B5-AA9F-27D349F6CB53}" type="presParOf" srcId="{61E012FB-AD70-4743-9B82-6340E26FA429}" destId="{B50F880E-E29E-4989-8490-E9CC7032A817}"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189726-633F-4E03-ABB3-B8BB92085C1F}"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908B6EF3-AF63-467A-94B8-9A05A36715B0}">
      <dgm:prSet phldrT="[Text]"/>
      <dgm:spPr/>
      <dgm:t>
        <a:bodyPr/>
        <a:lstStyle/>
        <a:p>
          <a:r>
            <a:rPr lang="en-US" b="1" dirty="0" smtClean="0">
              <a:solidFill>
                <a:schemeClr val="bg1"/>
              </a:solidFill>
            </a:rPr>
            <a:t>HAKIKAT</a:t>
          </a:r>
          <a:endParaRPr lang="en-US" b="1" dirty="0">
            <a:solidFill>
              <a:schemeClr val="bg1"/>
            </a:solidFill>
          </a:endParaRPr>
        </a:p>
      </dgm:t>
    </dgm:pt>
    <dgm:pt modelId="{64E7EF8E-85CC-4644-8EC5-B711A30587A8}" type="parTrans" cxnId="{D46052B2-7A7C-4525-979C-C7CF742D23D5}">
      <dgm:prSet/>
      <dgm:spPr/>
      <dgm:t>
        <a:bodyPr/>
        <a:lstStyle/>
        <a:p>
          <a:endParaRPr lang="en-US"/>
        </a:p>
      </dgm:t>
    </dgm:pt>
    <dgm:pt modelId="{733C23FC-6606-42EA-AE35-ED64A65FB26B}" type="sibTrans" cxnId="{D46052B2-7A7C-4525-979C-C7CF742D23D5}">
      <dgm:prSet/>
      <dgm:spPr/>
      <dgm:t>
        <a:bodyPr/>
        <a:lstStyle/>
        <a:p>
          <a:endParaRPr lang="en-US"/>
        </a:p>
      </dgm:t>
    </dgm:pt>
    <dgm:pt modelId="{EAAF9C1C-9A36-44E8-8860-318538D7DC14}">
      <dgm:prSet phldrT="[Text]"/>
      <dgm:spPr/>
      <dgm:t>
        <a:bodyPr/>
        <a:lstStyle/>
        <a:p>
          <a:r>
            <a:rPr lang="en-US" b="1" dirty="0" smtClean="0">
              <a:solidFill>
                <a:schemeClr val="bg1"/>
              </a:solidFill>
            </a:rPr>
            <a:t>KEULETAN DAN KETANGGUHAN BANGSA YANG MENGANDUNG KEMAMPUAN MENGEMBANGKAN KEKUATANNASIONAL UNTUK MENJAMIN KELANGSUNGAN HIDUP BANGSA DAN NEGARA DALAM MENCAPAI TUJUAN NASIONAL</a:t>
          </a:r>
          <a:endParaRPr lang="en-US" b="1" dirty="0">
            <a:solidFill>
              <a:schemeClr val="bg1"/>
            </a:solidFill>
          </a:endParaRPr>
        </a:p>
      </dgm:t>
    </dgm:pt>
    <dgm:pt modelId="{1F02CC02-6422-463D-85DA-7F6533F1F81C}" type="parTrans" cxnId="{5EC88BEA-3587-4A58-9CE8-C11C3FDD5554}">
      <dgm:prSet/>
      <dgm:spPr/>
      <dgm:t>
        <a:bodyPr/>
        <a:lstStyle/>
        <a:p>
          <a:endParaRPr lang="en-US"/>
        </a:p>
      </dgm:t>
    </dgm:pt>
    <dgm:pt modelId="{C1C5504B-AFE4-4ADB-A34C-C605A13F85EC}" type="sibTrans" cxnId="{5EC88BEA-3587-4A58-9CE8-C11C3FDD5554}">
      <dgm:prSet/>
      <dgm:spPr/>
      <dgm:t>
        <a:bodyPr/>
        <a:lstStyle/>
        <a:p>
          <a:endParaRPr lang="en-US"/>
        </a:p>
      </dgm:t>
    </dgm:pt>
    <dgm:pt modelId="{14C19415-EE85-49E2-8396-7A58FBA7D95E}">
      <dgm:prSet phldrT="[Text]"/>
      <dgm:spPr/>
      <dgm:t>
        <a:bodyPr/>
        <a:lstStyle/>
        <a:p>
          <a:r>
            <a:rPr lang="en-US" b="1" dirty="0" smtClean="0">
              <a:solidFill>
                <a:schemeClr val="bg1"/>
              </a:solidFill>
            </a:rPr>
            <a:t>KONSEPSI</a:t>
          </a:r>
          <a:endParaRPr lang="en-US" b="1" dirty="0">
            <a:solidFill>
              <a:schemeClr val="bg1"/>
            </a:solidFill>
          </a:endParaRPr>
        </a:p>
      </dgm:t>
    </dgm:pt>
    <dgm:pt modelId="{BD518102-C60A-43CD-B28A-8C53A5EC8B75}" type="parTrans" cxnId="{CE071A9F-005D-4992-96FB-89091F32E425}">
      <dgm:prSet/>
      <dgm:spPr/>
      <dgm:t>
        <a:bodyPr/>
        <a:lstStyle/>
        <a:p>
          <a:endParaRPr lang="en-US"/>
        </a:p>
      </dgm:t>
    </dgm:pt>
    <dgm:pt modelId="{C5D6D199-2B94-4823-82F5-65AFC89F3F7A}" type="sibTrans" cxnId="{CE071A9F-005D-4992-96FB-89091F32E425}">
      <dgm:prSet/>
      <dgm:spPr/>
      <dgm:t>
        <a:bodyPr/>
        <a:lstStyle/>
        <a:p>
          <a:endParaRPr lang="en-US"/>
        </a:p>
      </dgm:t>
    </dgm:pt>
    <dgm:pt modelId="{641E4229-2C6A-4B71-8FBE-386598E78851}">
      <dgm:prSet phldrT="[Text]"/>
      <dgm:spPr/>
      <dgm:t>
        <a:bodyPr/>
        <a:lstStyle/>
        <a:p>
          <a:r>
            <a:rPr lang="en-US" b="1" dirty="0" smtClean="0">
              <a:solidFill>
                <a:schemeClr val="bg1"/>
              </a:solidFill>
            </a:rPr>
            <a:t>PENGATURAN DAN PENYELENGGARAAN SEGENAP ASPEK KEHIDUPAN NASIONAL UNTUK MEWUJUDKAN KESEJAHTERAAN DAN KEAMANAMAN SECARA SERASI, SELARAS, DAN SERASI</a:t>
          </a:r>
          <a:endParaRPr lang="en-US" b="1" dirty="0">
            <a:solidFill>
              <a:schemeClr val="bg1"/>
            </a:solidFill>
          </a:endParaRPr>
        </a:p>
      </dgm:t>
    </dgm:pt>
    <dgm:pt modelId="{0444F8BC-D891-434F-9003-C59CE0DF75CA}" type="parTrans" cxnId="{80EE615C-1B0C-4705-AFEB-2FAA1E04FB11}">
      <dgm:prSet/>
      <dgm:spPr/>
      <dgm:t>
        <a:bodyPr/>
        <a:lstStyle/>
        <a:p>
          <a:endParaRPr lang="en-US"/>
        </a:p>
      </dgm:t>
    </dgm:pt>
    <dgm:pt modelId="{65F18423-8962-48A9-86AC-949B300B2A69}" type="sibTrans" cxnId="{80EE615C-1B0C-4705-AFEB-2FAA1E04FB11}">
      <dgm:prSet/>
      <dgm:spPr/>
      <dgm:t>
        <a:bodyPr/>
        <a:lstStyle/>
        <a:p>
          <a:endParaRPr lang="en-US"/>
        </a:p>
      </dgm:t>
    </dgm:pt>
    <dgm:pt modelId="{B9FEAB40-0D7C-4F82-BF09-54A1F03EA242}" type="pres">
      <dgm:prSet presAssocID="{E9189726-633F-4E03-ABB3-B8BB92085C1F}" presName="Name0" presStyleCnt="0">
        <dgm:presLayoutVars>
          <dgm:dir/>
          <dgm:resizeHandles val="exact"/>
        </dgm:presLayoutVars>
      </dgm:prSet>
      <dgm:spPr/>
      <dgm:t>
        <a:bodyPr/>
        <a:lstStyle/>
        <a:p>
          <a:endParaRPr lang="en-US"/>
        </a:p>
      </dgm:t>
    </dgm:pt>
    <dgm:pt modelId="{AA826E9B-FEED-414B-8032-CD6FD65FC83E}" type="pres">
      <dgm:prSet presAssocID="{908B6EF3-AF63-467A-94B8-9A05A36715B0}" presName="node" presStyleLbl="node1" presStyleIdx="0" presStyleCnt="2">
        <dgm:presLayoutVars>
          <dgm:bulletEnabled val="1"/>
        </dgm:presLayoutVars>
      </dgm:prSet>
      <dgm:spPr/>
      <dgm:t>
        <a:bodyPr/>
        <a:lstStyle/>
        <a:p>
          <a:endParaRPr lang="en-US"/>
        </a:p>
      </dgm:t>
    </dgm:pt>
    <dgm:pt modelId="{FF30B94C-CBB7-4EAD-B52D-45CF9168CE9E}" type="pres">
      <dgm:prSet presAssocID="{733C23FC-6606-42EA-AE35-ED64A65FB26B}" presName="sibTrans" presStyleCnt="0"/>
      <dgm:spPr/>
    </dgm:pt>
    <dgm:pt modelId="{97688AF0-6978-4D41-9A2B-C6B27C10C532}" type="pres">
      <dgm:prSet presAssocID="{14C19415-EE85-49E2-8396-7A58FBA7D95E}" presName="node" presStyleLbl="node1" presStyleIdx="1" presStyleCnt="2">
        <dgm:presLayoutVars>
          <dgm:bulletEnabled val="1"/>
        </dgm:presLayoutVars>
      </dgm:prSet>
      <dgm:spPr/>
      <dgm:t>
        <a:bodyPr/>
        <a:lstStyle/>
        <a:p>
          <a:endParaRPr lang="en-US"/>
        </a:p>
      </dgm:t>
    </dgm:pt>
  </dgm:ptLst>
  <dgm:cxnLst>
    <dgm:cxn modelId="{A39E7089-8F2E-4543-B27E-8F03C666DB6E}" type="presOf" srcId="{14C19415-EE85-49E2-8396-7A58FBA7D95E}" destId="{97688AF0-6978-4D41-9A2B-C6B27C10C532}" srcOrd="0" destOrd="0" presId="urn:microsoft.com/office/officeart/2005/8/layout/hList6"/>
    <dgm:cxn modelId="{60444B78-B34D-4635-B16D-597C10D0FAD8}" type="presOf" srcId="{EAAF9C1C-9A36-44E8-8860-318538D7DC14}" destId="{AA826E9B-FEED-414B-8032-CD6FD65FC83E}" srcOrd="0" destOrd="1" presId="urn:microsoft.com/office/officeart/2005/8/layout/hList6"/>
    <dgm:cxn modelId="{CE071A9F-005D-4992-96FB-89091F32E425}" srcId="{E9189726-633F-4E03-ABB3-B8BB92085C1F}" destId="{14C19415-EE85-49E2-8396-7A58FBA7D95E}" srcOrd="1" destOrd="0" parTransId="{BD518102-C60A-43CD-B28A-8C53A5EC8B75}" sibTransId="{C5D6D199-2B94-4823-82F5-65AFC89F3F7A}"/>
    <dgm:cxn modelId="{CA415A5F-A04F-4894-A064-70DBA163386A}" type="presOf" srcId="{908B6EF3-AF63-467A-94B8-9A05A36715B0}" destId="{AA826E9B-FEED-414B-8032-CD6FD65FC83E}" srcOrd="0" destOrd="0" presId="urn:microsoft.com/office/officeart/2005/8/layout/hList6"/>
    <dgm:cxn modelId="{5B7C4293-9727-4377-911C-3646B2AAAC83}" type="presOf" srcId="{E9189726-633F-4E03-ABB3-B8BB92085C1F}" destId="{B9FEAB40-0D7C-4F82-BF09-54A1F03EA242}" srcOrd="0" destOrd="0" presId="urn:microsoft.com/office/officeart/2005/8/layout/hList6"/>
    <dgm:cxn modelId="{5EC88BEA-3587-4A58-9CE8-C11C3FDD5554}" srcId="{908B6EF3-AF63-467A-94B8-9A05A36715B0}" destId="{EAAF9C1C-9A36-44E8-8860-318538D7DC14}" srcOrd="0" destOrd="0" parTransId="{1F02CC02-6422-463D-85DA-7F6533F1F81C}" sibTransId="{C1C5504B-AFE4-4ADB-A34C-C605A13F85EC}"/>
    <dgm:cxn modelId="{89FA7B32-6166-47E1-89D9-A0ADA76A79E9}" type="presOf" srcId="{641E4229-2C6A-4B71-8FBE-386598E78851}" destId="{97688AF0-6978-4D41-9A2B-C6B27C10C532}" srcOrd="0" destOrd="1" presId="urn:microsoft.com/office/officeart/2005/8/layout/hList6"/>
    <dgm:cxn modelId="{80EE615C-1B0C-4705-AFEB-2FAA1E04FB11}" srcId="{14C19415-EE85-49E2-8396-7A58FBA7D95E}" destId="{641E4229-2C6A-4B71-8FBE-386598E78851}" srcOrd="0" destOrd="0" parTransId="{0444F8BC-D891-434F-9003-C59CE0DF75CA}" sibTransId="{65F18423-8962-48A9-86AC-949B300B2A69}"/>
    <dgm:cxn modelId="{D46052B2-7A7C-4525-979C-C7CF742D23D5}" srcId="{E9189726-633F-4E03-ABB3-B8BB92085C1F}" destId="{908B6EF3-AF63-467A-94B8-9A05A36715B0}" srcOrd="0" destOrd="0" parTransId="{64E7EF8E-85CC-4644-8EC5-B711A30587A8}" sibTransId="{733C23FC-6606-42EA-AE35-ED64A65FB26B}"/>
    <dgm:cxn modelId="{C6E2BE5E-9D9E-421A-9196-BD60B402B71A}" type="presParOf" srcId="{B9FEAB40-0D7C-4F82-BF09-54A1F03EA242}" destId="{AA826E9B-FEED-414B-8032-CD6FD65FC83E}" srcOrd="0" destOrd="0" presId="urn:microsoft.com/office/officeart/2005/8/layout/hList6"/>
    <dgm:cxn modelId="{E02EE1EC-BADF-4904-B6C9-EC9F3DF98D48}" type="presParOf" srcId="{B9FEAB40-0D7C-4F82-BF09-54A1F03EA242}" destId="{FF30B94C-CBB7-4EAD-B52D-45CF9168CE9E}" srcOrd="1" destOrd="0" presId="urn:microsoft.com/office/officeart/2005/8/layout/hList6"/>
    <dgm:cxn modelId="{76A3F0E5-BA30-4030-9D77-59C992B5E4F5}" type="presParOf" srcId="{B9FEAB40-0D7C-4F82-BF09-54A1F03EA242}" destId="{97688AF0-6978-4D41-9A2B-C6B27C10C532}"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4A44AA-E21A-41D3-8909-6BC49AC1738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09931E1-89D9-4188-A004-15496AFE7493}">
      <dgm:prSet phldrT="[Text]"/>
      <dgm:spPr/>
      <dgm:t>
        <a:bodyPr/>
        <a:lstStyle/>
        <a:p>
          <a:r>
            <a:rPr lang="en-US" dirty="0" smtClean="0"/>
            <a:t>KESEJAHTERAAN DAN KEAMANAN</a:t>
          </a:r>
          <a:endParaRPr lang="en-US" dirty="0"/>
        </a:p>
      </dgm:t>
    </dgm:pt>
    <dgm:pt modelId="{9ACE18D7-2879-4149-BD70-4BD1451C849C}" type="parTrans" cxnId="{FC5DEAD9-9CD3-413B-AD98-8EF74E6D3DCB}">
      <dgm:prSet/>
      <dgm:spPr/>
      <dgm:t>
        <a:bodyPr/>
        <a:lstStyle/>
        <a:p>
          <a:endParaRPr lang="en-US"/>
        </a:p>
      </dgm:t>
    </dgm:pt>
    <dgm:pt modelId="{6578EC0A-7883-44B4-B146-887D0C21D3DC}" type="sibTrans" cxnId="{FC5DEAD9-9CD3-413B-AD98-8EF74E6D3DCB}">
      <dgm:prSet/>
      <dgm:spPr/>
      <dgm:t>
        <a:bodyPr/>
        <a:lstStyle/>
        <a:p>
          <a:endParaRPr lang="en-US"/>
        </a:p>
      </dgm:t>
    </dgm:pt>
    <dgm:pt modelId="{B5CE7EF6-F715-49B7-A6D3-3A8DA9E613C3}">
      <dgm:prSet phldrT="[Text]"/>
      <dgm:spPr/>
      <dgm:t>
        <a:bodyPr/>
        <a:lstStyle/>
        <a:p>
          <a:r>
            <a:rPr lang="en-US" dirty="0" smtClean="0"/>
            <a:t>KOMPREHENSIF INTEGRAL</a:t>
          </a:r>
          <a:endParaRPr lang="en-US" dirty="0"/>
        </a:p>
      </dgm:t>
    </dgm:pt>
    <dgm:pt modelId="{6E5D0076-55B3-49F3-8A6C-9B44AC458BFB}" type="parTrans" cxnId="{F6F2211C-DD47-4B56-BC2E-2EA165ABCB11}">
      <dgm:prSet/>
      <dgm:spPr/>
      <dgm:t>
        <a:bodyPr/>
        <a:lstStyle/>
        <a:p>
          <a:endParaRPr lang="en-US"/>
        </a:p>
      </dgm:t>
    </dgm:pt>
    <dgm:pt modelId="{6B2B0978-C898-4D11-8BD6-ED0664904DBF}" type="sibTrans" cxnId="{F6F2211C-DD47-4B56-BC2E-2EA165ABCB11}">
      <dgm:prSet/>
      <dgm:spPr/>
      <dgm:t>
        <a:bodyPr/>
        <a:lstStyle/>
        <a:p>
          <a:endParaRPr lang="en-US"/>
        </a:p>
      </dgm:t>
    </dgm:pt>
    <dgm:pt modelId="{F078F515-3A89-43D6-8285-8A733B6B5419}">
      <dgm:prSet phldrT="[Text]"/>
      <dgm:spPr/>
      <dgm:t>
        <a:bodyPr/>
        <a:lstStyle/>
        <a:p>
          <a:r>
            <a:rPr lang="en-US" dirty="0" smtClean="0"/>
            <a:t>MAWAS KE DALAM DAN KE LUAR</a:t>
          </a:r>
          <a:endParaRPr lang="en-US" dirty="0"/>
        </a:p>
      </dgm:t>
    </dgm:pt>
    <dgm:pt modelId="{58D3E6D4-A783-4C6A-A7F9-A8DF41EF95CA}" type="parTrans" cxnId="{5741A991-83F6-41B3-BD8F-884348630DBC}">
      <dgm:prSet/>
      <dgm:spPr/>
      <dgm:t>
        <a:bodyPr/>
        <a:lstStyle/>
        <a:p>
          <a:endParaRPr lang="en-US"/>
        </a:p>
      </dgm:t>
    </dgm:pt>
    <dgm:pt modelId="{D33B0AA2-AE9E-4395-94C8-0E7C16716FC9}" type="sibTrans" cxnId="{5741A991-83F6-41B3-BD8F-884348630DBC}">
      <dgm:prSet/>
      <dgm:spPr/>
      <dgm:t>
        <a:bodyPr/>
        <a:lstStyle/>
        <a:p>
          <a:endParaRPr lang="en-US"/>
        </a:p>
      </dgm:t>
    </dgm:pt>
    <dgm:pt modelId="{69AF6CF8-DE36-4B86-B226-76D7B0387D5F}">
      <dgm:prSet phldrT="[Text]"/>
      <dgm:spPr/>
      <dgm:t>
        <a:bodyPr/>
        <a:lstStyle/>
        <a:p>
          <a:r>
            <a:rPr lang="en-US" dirty="0" smtClean="0"/>
            <a:t>ASAS KEKELUARGAAN</a:t>
          </a:r>
          <a:endParaRPr lang="en-US" dirty="0"/>
        </a:p>
      </dgm:t>
    </dgm:pt>
    <dgm:pt modelId="{C748ED31-770F-445D-BB46-D42391AF2DC1}" type="parTrans" cxnId="{15986B02-1015-49A4-8D77-BA64B91DBC5E}">
      <dgm:prSet/>
      <dgm:spPr/>
      <dgm:t>
        <a:bodyPr/>
        <a:lstStyle/>
        <a:p>
          <a:endParaRPr lang="id-ID"/>
        </a:p>
      </dgm:t>
    </dgm:pt>
    <dgm:pt modelId="{6A220D5C-AEC7-4483-A912-702BF863C406}" type="sibTrans" cxnId="{15986B02-1015-49A4-8D77-BA64B91DBC5E}">
      <dgm:prSet/>
      <dgm:spPr/>
      <dgm:t>
        <a:bodyPr/>
        <a:lstStyle/>
        <a:p>
          <a:endParaRPr lang="id-ID"/>
        </a:p>
      </dgm:t>
    </dgm:pt>
    <dgm:pt modelId="{A0B6B6FE-FEDF-4643-9421-A41AA81F2C31}" type="pres">
      <dgm:prSet presAssocID="{D84A44AA-E21A-41D3-8909-6BC49AC17387}" presName="linear" presStyleCnt="0">
        <dgm:presLayoutVars>
          <dgm:dir/>
          <dgm:animLvl val="lvl"/>
          <dgm:resizeHandles val="exact"/>
        </dgm:presLayoutVars>
      </dgm:prSet>
      <dgm:spPr/>
      <dgm:t>
        <a:bodyPr/>
        <a:lstStyle/>
        <a:p>
          <a:endParaRPr lang="en-US"/>
        </a:p>
      </dgm:t>
    </dgm:pt>
    <dgm:pt modelId="{4155DD12-700D-4B49-BB91-D8E5EDB0B48B}" type="pres">
      <dgm:prSet presAssocID="{709931E1-89D9-4188-A004-15496AFE7493}" presName="parentLin" presStyleCnt="0"/>
      <dgm:spPr/>
    </dgm:pt>
    <dgm:pt modelId="{76611EB0-FFFA-4DED-9703-04FA662038C8}" type="pres">
      <dgm:prSet presAssocID="{709931E1-89D9-4188-A004-15496AFE7493}" presName="parentLeftMargin" presStyleLbl="node1" presStyleIdx="0" presStyleCnt="4"/>
      <dgm:spPr/>
      <dgm:t>
        <a:bodyPr/>
        <a:lstStyle/>
        <a:p>
          <a:endParaRPr lang="en-US"/>
        </a:p>
      </dgm:t>
    </dgm:pt>
    <dgm:pt modelId="{73AED453-78A1-4EDA-AA7F-BDF82B4C0A8F}" type="pres">
      <dgm:prSet presAssocID="{709931E1-89D9-4188-A004-15496AFE7493}" presName="parentText" presStyleLbl="node1" presStyleIdx="0" presStyleCnt="4">
        <dgm:presLayoutVars>
          <dgm:chMax val="0"/>
          <dgm:bulletEnabled val="1"/>
        </dgm:presLayoutVars>
      </dgm:prSet>
      <dgm:spPr/>
      <dgm:t>
        <a:bodyPr/>
        <a:lstStyle/>
        <a:p>
          <a:endParaRPr lang="en-US"/>
        </a:p>
      </dgm:t>
    </dgm:pt>
    <dgm:pt modelId="{5DF7538A-9E13-4732-BD18-762B48272BBC}" type="pres">
      <dgm:prSet presAssocID="{709931E1-89D9-4188-A004-15496AFE7493}" presName="negativeSpace" presStyleCnt="0"/>
      <dgm:spPr/>
    </dgm:pt>
    <dgm:pt modelId="{1CC31763-4655-4DBD-9D3C-803AC6B4283F}" type="pres">
      <dgm:prSet presAssocID="{709931E1-89D9-4188-A004-15496AFE7493}" presName="childText" presStyleLbl="conFgAcc1" presStyleIdx="0" presStyleCnt="4">
        <dgm:presLayoutVars>
          <dgm:bulletEnabled val="1"/>
        </dgm:presLayoutVars>
      </dgm:prSet>
      <dgm:spPr/>
    </dgm:pt>
    <dgm:pt modelId="{9A4D7C12-55DC-4982-BCE9-4EAFF20C8B9B}" type="pres">
      <dgm:prSet presAssocID="{6578EC0A-7883-44B4-B146-887D0C21D3DC}" presName="spaceBetweenRectangles" presStyleCnt="0"/>
      <dgm:spPr/>
    </dgm:pt>
    <dgm:pt modelId="{0CAD8705-C3F1-4EE0-914E-932890DB482A}" type="pres">
      <dgm:prSet presAssocID="{B5CE7EF6-F715-49B7-A6D3-3A8DA9E613C3}" presName="parentLin" presStyleCnt="0"/>
      <dgm:spPr/>
    </dgm:pt>
    <dgm:pt modelId="{F19CFC4D-7A1F-42E4-BAFA-AC4245D2AC7F}" type="pres">
      <dgm:prSet presAssocID="{B5CE7EF6-F715-49B7-A6D3-3A8DA9E613C3}" presName="parentLeftMargin" presStyleLbl="node1" presStyleIdx="0" presStyleCnt="4"/>
      <dgm:spPr/>
      <dgm:t>
        <a:bodyPr/>
        <a:lstStyle/>
        <a:p>
          <a:endParaRPr lang="en-US"/>
        </a:p>
      </dgm:t>
    </dgm:pt>
    <dgm:pt modelId="{F57F0609-056B-415A-9E19-E128ABA8A15D}" type="pres">
      <dgm:prSet presAssocID="{B5CE7EF6-F715-49B7-A6D3-3A8DA9E613C3}" presName="parentText" presStyleLbl="node1" presStyleIdx="1" presStyleCnt="4">
        <dgm:presLayoutVars>
          <dgm:chMax val="0"/>
          <dgm:bulletEnabled val="1"/>
        </dgm:presLayoutVars>
      </dgm:prSet>
      <dgm:spPr/>
      <dgm:t>
        <a:bodyPr/>
        <a:lstStyle/>
        <a:p>
          <a:endParaRPr lang="en-US"/>
        </a:p>
      </dgm:t>
    </dgm:pt>
    <dgm:pt modelId="{20A84A4D-F268-4F11-83B4-8ACFD98367B8}" type="pres">
      <dgm:prSet presAssocID="{B5CE7EF6-F715-49B7-A6D3-3A8DA9E613C3}" presName="negativeSpace" presStyleCnt="0"/>
      <dgm:spPr/>
    </dgm:pt>
    <dgm:pt modelId="{2AEA9490-B421-4889-B800-181119A4EA77}" type="pres">
      <dgm:prSet presAssocID="{B5CE7EF6-F715-49B7-A6D3-3A8DA9E613C3}" presName="childText" presStyleLbl="conFgAcc1" presStyleIdx="1" presStyleCnt="4">
        <dgm:presLayoutVars>
          <dgm:bulletEnabled val="1"/>
        </dgm:presLayoutVars>
      </dgm:prSet>
      <dgm:spPr/>
    </dgm:pt>
    <dgm:pt modelId="{98E4F7C3-C121-4689-989D-C0785C115699}" type="pres">
      <dgm:prSet presAssocID="{6B2B0978-C898-4D11-8BD6-ED0664904DBF}" presName="spaceBetweenRectangles" presStyleCnt="0"/>
      <dgm:spPr/>
    </dgm:pt>
    <dgm:pt modelId="{C23FFDDD-D4C1-4E37-AAAD-A144177E8CEE}" type="pres">
      <dgm:prSet presAssocID="{F078F515-3A89-43D6-8285-8A733B6B5419}" presName="parentLin" presStyleCnt="0"/>
      <dgm:spPr/>
    </dgm:pt>
    <dgm:pt modelId="{316E18D2-C705-4519-A7A1-D12D58DE4AD2}" type="pres">
      <dgm:prSet presAssocID="{F078F515-3A89-43D6-8285-8A733B6B5419}" presName="parentLeftMargin" presStyleLbl="node1" presStyleIdx="1" presStyleCnt="4"/>
      <dgm:spPr/>
      <dgm:t>
        <a:bodyPr/>
        <a:lstStyle/>
        <a:p>
          <a:endParaRPr lang="en-US"/>
        </a:p>
      </dgm:t>
    </dgm:pt>
    <dgm:pt modelId="{9CDBE643-EDDD-4328-9887-E244F5881054}" type="pres">
      <dgm:prSet presAssocID="{F078F515-3A89-43D6-8285-8A733B6B5419}" presName="parentText" presStyleLbl="node1" presStyleIdx="2" presStyleCnt="4">
        <dgm:presLayoutVars>
          <dgm:chMax val="0"/>
          <dgm:bulletEnabled val="1"/>
        </dgm:presLayoutVars>
      </dgm:prSet>
      <dgm:spPr/>
      <dgm:t>
        <a:bodyPr/>
        <a:lstStyle/>
        <a:p>
          <a:endParaRPr lang="en-US"/>
        </a:p>
      </dgm:t>
    </dgm:pt>
    <dgm:pt modelId="{2B43B31B-294A-4C54-A248-C16281649658}" type="pres">
      <dgm:prSet presAssocID="{F078F515-3A89-43D6-8285-8A733B6B5419}" presName="negativeSpace" presStyleCnt="0"/>
      <dgm:spPr/>
    </dgm:pt>
    <dgm:pt modelId="{5B2E0615-FD7E-43D7-985A-55B48BCACB87}" type="pres">
      <dgm:prSet presAssocID="{F078F515-3A89-43D6-8285-8A733B6B5419}" presName="childText" presStyleLbl="conFgAcc1" presStyleIdx="2" presStyleCnt="4">
        <dgm:presLayoutVars>
          <dgm:bulletEnabled val="1"/>
        </dgm:presLayoutVars>
      </dgm:prSet>
      <dgm:spPr/>
    </dgm:pt>
    <dgm:pt modelId="{6E1E2457-7279-4F6E-9663-C21F9E7539B6}" type="pres">
      <dgm:prSet presAssocID="{D33B0AA2-AE9E-4395-94C8-0E7C16716FC9}" presName="spaceBetweenRectangles" presStyleCnt="0"/>
      <dgm:spPr/>
    </dgm:pt>
    <dgm:pt modelId="{5C0CE7D7-09BF-4DD6-A443-115C7B5BE264}" type="pres">
      <dgm:prSet presAssocID="{69AF6CF8-DE36-4B86-B226-76D7B0387D5F}" presName="parentLin" presStyleCnt="0"/>
      <dgm:spPr/>
    </dgm:pt>
    <dgm:pt modelId="{2AE350DE-CBA6-4117-BF8F-7B57A8CFDE24}" type="pres">
      <dgm:prSet presAssocID="{69AF6CF8-DE36-4B86-B226-76D7B0387D5F}" presName="parentLeftMargin" presStyleLbl="node1" presStyleIdx="2" presStyleCnt="4"/>
      <dgm:spPr/>
      <dgm:t>
        <a:bodyPr/>
        <a:lstStyle/>
        <a:p>
          <a:endParaRPr lang="en-US"/>
        </a:p>
      </dgm:t>
    </dgm:pt>
    <dgm:pt modelId="{BABC125D-26CE-4524-A635-8E5950F5E567}" type="pres">
      <dgm:prSet presAssocID="{69AF6CF8-DE36-4B86-B226-76D7B0387D5F}" presName="parentText" presStyleLbl="node1" presStyleIdx="3" presStyleCnt="4">
        <dgm:presLayoutVars>
          <dgm:chMax val="0"/>
          <dgm:bulletEnabled val="1"/>
        </dgm:presLayoutVars>
      </dgm:prSet>
      <dgm:spPr/>
      <dgm:t>
        <a:bodyPr/>
        <a:lstStyle/>
        <a:p>
          <a:endParaRPr lang="en-US"/>
        </a:p>
      </dgm:t>
    </dgm:pt>
    <dgm:pt modelId="{C992825B-A988-4711-B614-03F0D40DA808}" type="pres">
      <dgm:prSet presAssocID="{69AF6CF8-DE36-4B86-B226-76D7B0387D5F}" presName="negativeSpace" presStyleCnt="0"/>
      <dgm:spPr/>
    </dgm:pt>
    <dgm:pt modelId="{EA2FB91C-36EF-4D32-9B95-AF25E306EAF1}" type="pres">
      <dgm:prSet presAssocID="{69AF6CF8-DE36-4B86-B226-76D7B0387D5F}" presName="childText" presStyleLbl="conFgAcc1" presStyleIdx="3" presStyleCnt="4">
        <dgm:presLayoutVars>
          <dgm:bulletEnabled val="1"/>
        </dgm:presLayoutVars>
      </dgm:prSet>
      <dgm:spPr/>
    </dgm:pt>
  </dgm:ptLst>
  <dgm:cxnLst>
    <dgm:cxn modelId="{B8A1175C-C320-441B-AAAD-39738BC9125A}" type="presOf" srcId="{69AF6CF8-DE36-4B86-B226-76D7B0387D5F}" destId="{BABC125D-26CE-4524-A635-8E5950F5E567}" srcOrd="1" destOrd="0" presId="urn:microsoft.com/office/officeart/2005/8/layout/list1"/>
    <dgm:cxn modelId="{F6F2211C-DD47-4B56-BC2E-2EA165ABCB11}" srcId="{D84A44AA-E21A-41D3-8909-6BC49AC17387}" destId="{B5CE7EF6-F715-49B7-A6D3-3A8DA9E613C3}" srcOrd="1" destOrd="0" parTransId="{6E5D0076-55B3-49F3-8A6C-9B44AC458BFB}" sibTransId="{6B2B0978-C898-4D11-8BD6-ED0664904DBF}"/>
    <dgm:cxn modelId="{5A7C0584-7923-4A25-A227-B12B23162800}" type="presOf" srcId="{F078F515-3A89-43D6-8285-8A733B6B5419}" destId="{316E18D2-C705-4519-A7A1-D12D58DE4AD2}" srcOrd="0" destOrd="0" presId="urn:microsoft.com/office/officeart/2005/8/layout/list1"/>
    <dgm:cxn modelId="{FC5DEAD9-9CD3-413B-AD98-8EF74E6D3DCB}" srcId="{D84A44AA-E21A-41D3-8909-6BC49AC17387}" destId="{709931E1-89D9-4188-A004-15496AFE7493}" srcOrd="0" destOrd="0" parTransId="{9ACE18D7-2879-4149-BD70-4BD1451C849C}" sibTransId="{6578EC0A-7883-44B4-B146-887D0C21D3DC}"/>
    <dgm:cxn modelId="{15986B02-1015-49A4-8D77-BA64B91DBC5E}" srcId="{D84A44AA-E21A-41D3-8909-6BC49AC17387}" destId="{69AF6CF8-DE36-4B86-B226-76D7B0387D5F}" srcOrd="3" destOrd="0" parTransId="{C748ED31-770F-445D-BB46-D42391AF2DC1}" sibTransId="{6A220D5C-AEC7-4483-A912-702BF863C406}"/>
    <dgm:cxn modelId="{6FB399C1-AF67-4C16-9EA4-15A5ADD66E53}" type="presOf" srcId="{709931E1-89D9-4188-A004-15496AFE7493}" destId="{73AED453-78A1-4EDA-AA7F-BDF82B4C0A8F}" srcOrd="1" destOrd="0" presId="urn:microsoft.com/office/officeart/2005/8/layout/list1"/>
    <dgm:cxn modelId="{2ACE63DD-C9B7-4C06-B35D-7B86F60E9602}" type="presOf" srcId="{69AF6CF8-DE36-4B86-B226-76D7B0387D5F}" destId="{2AE350DE-CBA6-4117-BF8F-7B57A8CFDE24}" srcOrd="0" destOrd="0" presId="urn:microsoft.com/office/officeart/2005/8/layout/list1"/>
    <dgm:cxn modelId="{E55E5A34-BB6A-4696-AC83-8599B437EA1B}" type="presOf" srcId="{709931E1-89D9-4188-A004-15496AFE7493}" destId="{76611EB0-FFFA-4DED-9703-04FA662038C8}" srcOrd="0" destOrd="0" presId="urn:microsoft.com/office/officeart/2005/8/layout/list1"/>
    <dgm:cxn modelId="{05CCA23B-41C4-41BC-9D2E-8000E0E26703}" type="presOf" srcId="{F078F515-3A89-43D6-8285-8A733B6B5419}" destId="{9CDBE643-EDDD-4328-9887-E244F5881054}" srcOrd="1" destOrd="0" presId="urn:microsoft.com/office/officeart/2005/8/layout/list1"/>
    <dgm:cxn modelId="{3C6D05AA-6BDD-442D-B879-764433B0B77A}" type="presOf" srcId="{B5CE7EF6-F715-49B7-A6D3-3A8DA9E613C3}" destId="{F57F0609-056B-415A-9E19-E128ABA8A15D}" srcOrd="1" destOrd="0" presId="urn:microsoft.com/office/officeart/2005/8/layout/list1"/>
    <dgm:cxn modelId="{5741A991-83F6-41B3-BD8F-884348630DBC}" srcId="{D84A44AA-E21A-41D3-8909-6BC49AC17387}" destId="{F078F515-3A89-43D6-8285-8A733B6B5419}" srcOrd="2" destOrd="0" parTransId="{58D3E6D4-A783-4C6A-A7F9-A8DF41EF95CA}" sibTransId="{D33B0AA2-AE9E-4395-94C8-0E7C16716FC9}"/>
    <dgm:cxn modelId="{E4AE0AF4-AC2E-4666-B107-99EB5226A7F9}" type="presOf" srcId="{D84A44AA-E21A-41D3-8909-6BC49AC17387}" destId="{A0B6B6FE-FEDF-4643-9421-A41AA81F2C31}" srcOrd="0" destOrd="0" presId="urn:microsoft.com/office/officeart/2005/8/layout/list1"/>
    <dgm:cxn modelId="{EA782F6F-0120-4710-BCFE-DBC42E92CC12}" type="presOf" srcId="{B5CE7EF6-F715-49B7-A6D3-3A8DA9E613C3}" destId="{F19CFC4D-7A1F-42E4-BAFA-AC4245D2AC7F}" srcOrd="0" destOrd="0" presId="urn:microsoft.com/office/officeart/2005/8/layout/list1"/>
    <dgm:cxn modelId="{674090A8-DF18-46AF-8DC2-4B4316B61E09}" type="presParOf" srcId="{A0B6B6FE-FEDF-4643-9421-A41AA81F2C31}" destId="{4155DD12-700D-4B49-BB91-D8E5EDB0B48B}" srcOrd="0" destOrd="0" presId="urn:microsoft.com/office/officeart/2005/8/layout/list1"/>
    <dgm:cxn modelId="{6160D888-C079-45C8-83F8-DC18A0A623B9}" type="presParOf" srcId="{4155DD12-700D-4B49-BB91-D8E5EDB0B48B}" destId="{76611EB0-FFFA-4DED-9703-04FA662038C8}" srcOrd="0" destOrd="0" presId="urn:microsoft.com/office/officeart/2005/8/layout/list1"/>
    <dgm:cxn modelId="{503AE011-8FA7-4B93-91B0-5D5904C7EF49}" type="presParOf" srcId="{4155DD12-700D-4B49-BB91-D8E5EDB0B48B}" destId="{73AED453-78A1-4EDA-AA7F-BDF82B4C0A8F}" srcOrd="1" destOrd="0" presId="urn:microsoft.com/office/officeart/2005/8/layout/list1"/>
    <dgm:cxn modelId="{AE6BD1A5-2B99-4EBD-AB22-725CB798B066}" type="presParOf" srcId="{A0B6B6FE-FEDF-4643-9421-A41AA81F2C31}" destId="{5DF7538A-9E13-4732-BD18-762B48272BBC}" srcOrd="1" destOrd="0" presId="urn:microsoft.com/office/officeart/2005/8/layout/list1"/>
    <dgm:cxn modelId="{F525E831-2DE5-48F5-9975-534CBA1A6E4C}" type="presParOf" srcId="{A0B6B6FE-FEDF-4643-9421-A41AA81F2C31}" destId="{1CC31763-4655-4DBD-9D3C-803AC6B4283F}" srcOrd="2" destOrd="0" presId="urn:microsoft.com/office/officeart/2005/8/layout/list1"/>
    <dgm:cxn modelId="{0CBA7BA4-221A-485B-A0FA-659BF777130F}" type="presParOf" srcId="{A0B6B6FE-FEDF-4643-9421-A41AA81F2C31}" destId="{9A4D7C12-55DC-4982-BCE9-4EAFF20C8B9B}" srcOrd="3" destOrd="0" presId="urn:microsoft.com/office/officeart/2005/8/layout/list1"/>
    <dgm:cxn modelId="{7C9229F9-51D3-420B-B0DD-D96CCB81E583}" type="presParOf" srcId="{A0B6B6FE-FEDF-4643-9421-A41AA81F2C31}" destId="{0CAD8705-C3F1-4EE0-914E-932890DB482A}" srcOrd="4" destOrd="0" presId="urn:microsoft.com/office/officeart/2005/8/layout/list1"/>
    <dgm:cxn modelId="{2D92C08F-67F7-4637-91C8-4B4D94B2CFA1}" type="presParOf" srcId="{0CAD8705-C3F1-4EE0-914E-932890DB482A}" destId="{F19CFC4D-7A1F-42E4-BAFA-AC4245D2AC7F}" srcOrd="0" destOrd="0" presId="urn:microsoft.com/office/officeart/2005/8/layout/list1"/>
    <dgm:cxn modelId="{F93662BE-B2A2-4B11-9828-C6E1A5CAB206}" type="presParOf" srcId="{0CAD8705-C3F1-4EE0-914E-932890DB482A}" destId="{F57F0609-056B-415A-9E19-E128ABA8A15D}" srcOrd="1" destOrd="0" presId="urn:microsoft.com/office/officeart/2005/8/layout/list1"/>
    <dgm:cxn modelId="{EDA58BF4-9069-43F8-9B84-50F16FA3F2A7}" type="presParOf" srcId="{A0B6B6FE-FEDF-4643-9421-A41AA81F2C31}" destId="{20A84A4D-F268-4F11-83B4-8ACFD98367B8}" srcOrd="5" destOrd="0" presId="urn:microsoft.com/office/officeart/2005/8/layout/list1"/>
    <dgm:cxn modelId="{DCC0202C-3B9D-4E2E-92C7-4BEFD316DC67}" type="presParOf" srcId="{A0B6B6FE-FEDF-4643-9421-A41AA81F2C31}" destId="{2AEA9490-B421-4889-B800-181119A4EA77}" srcOrd="6" destOrd="0" presId="urn:microsoft.com/office/officeart/2005/8/layout/list1"/>
    <dgm:cxn modelId="{B0466AD3-F58A-4365-933C-940301AE76CC}" type="presParOf" srcId="{A0B6B6FE-FEDF-4643-9421-A41AA81F2C31}" destId="{98E4F7C3-C121-4689-989D-C0785C115699}" srcOrd="7" destOrd="0" presId="urn:microsoft.com/office/officeart/2005/8/layout/list1"/>
    <dgm:cxn modelId="{2ED717DE-9BEC-4FC0-A9EF-F4CF6957FBCD}" type="presParOf" srcId="{A0B6B6FE-FEDF-4643-9421-A41AA81F2C31}" destId="{C23FFDDD-D4C1-4E37-AAAD-A144177E8CEE}" srcOrd="8" destOrd="0" presId="urn:microsoft.com/office/officeart/2005/8/layout/list1"/>
    <dgm:cxn modelId="{491EDE19-BD3C-411D-9751-DC119202F067}" type="presParOf" srcId="{C23FFDDD-D4C1-4E37-AAAD-A144177E8CEE}" destId="{316E18D2-C705-4519-A7A1-D12D58DE4AD2}" srcOrd="0" destOrd="0" presId="urn:microsoft.com/office/officeart/2005/8/layout/list1"/>
    <dgm:cxn modelId="{707D334E-353F-4845-BB84-6EC572E68E37}" type="presParOf" srcId="{C23FFDDD-D4C1-4E37-AAAD-A144177E8CEE}" destId="{9CDBE643-EDDD-4328-9887-E244F5881054}" srcOrd="1" destOrd="0" presId="urn:microsoft.com/office/officeart/2005/8/layout/list1"/>
    <dgm:cxn modelId="{B669E0D3-689B-4AF3-93D8-0627CB533EC5}" type="presParOf" srcId="{A0B6B6FE-FEDF-4643-9421-A41AA81F2C31}" destId="{2B43B31B-294A-4C54-A248-C16281649658}" srcOrd="9" destOrd="0" presId="urn:microsoft.com/office/officeart/2005/8/layout/list1"/>
    <dgm:cxn modelId="{816D9737-2077-4F2D-B393-7A7742E33835}" type="presParOf" srcId="{A0B6B6FE-FEDF-4643-9421-A41AA81F2C31}" destId="{5B2E0615-FD7E-43D7-985A-55B48BCACB87}" srcOrd="10" destOrd="0" presId="urn:microsoft.com/office/officeart/2005/8/layout/list1"/>
    <dgm:cxn modelId="{5112C653-B06A-4CB2-8B85-2B9A18586C71}" type="presParOf" srcId="{A0B6B6FE-FEDF-4643-9421-A41AA81F2C31}" destId="{6E1E2457-7279-4F6E-9663-C21F9E7539B6}" srcOrd="11" destOrd="0" presId="urn:microsoft.com/office/officeart/2005/8/layout/list1"/>
    <dgm:cxn modelId="{D1425C60-B2D2-4529-9FC7-B65106D89FF1}" type="presParOf" srcId="{A0B6B6FE-FEDF-4643-9421-A41AA81F2C31}" destId="{5C0CE7D7-09BF-4DD6-A443-115C7B5BE264}" srcOrd="12" destOrd="0" presId="urn:microsoft.com/office/officeart/2005/8/layout/list1"/>
    <dgm:cxn modelId="{7ED0765A-C42E-43AA-90EE-C58BEAF67228}" type="presParOf" srcId="{5C0CE7D7-09BF-4DD6-A443-115C7B5BE264}" destId="{2AE350DE-CBA6-4117-BF8F-7B57A8CFDE24}" srcOrd="0" destOrd="0" presId="urn:microsoft.com/office/officeart/2005/8/layout/list1"/>
    <dgm:cxn modelId="{A3F78238-2AD4-4ECC-8C87-0A2BDF683F3C}" type="presParOf" srcId="{5C0CE7D7-09BF-4DD6-A443-115C7B5BE264}" destId="{BABC125D-26CE-4524-A635-8E5950F5E567}" srcOrd="1" destOrd="0" presId="urn:microsoft.com/office/officeart/2005/8/layout/list1"/>
    <dgm:cxn modelId="{F93E11BC-0D7E-4EC7-AC58-0E331541336A}" type="presParOf" srcId="{A0B6B6FE-FEDF-4643-9421-A41AA81F2C31}" destId="{C992825B-A988-4711-B614-03F0D40DA808}" srcOrd="13" destOrd="0" presId="urn:microsoft.com/office/officeart/2005/8/layout/list1"/>
    <dgm:cxn modelId="{FDA600B2-B0B0-4A5D-8F43-4CA0C3769FC9}" type="presParOf" srcId="{A0B6B6FE-FEDF-4643-9421-A41AA81F2C31}" destId="{EA2FB91C-36EF-4D32-9B95-AF25E306EAF1}"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8ADC8-7952-4BA2-8741-5878B25DD9AD}">
      <dsp:nvSpPr>
        <dsp:cNvPr id="0" name=""/>
        <dsp:cNvSpPr/>
      </dsp:nvSpPr>
      <dsp:spPr>
        <a:xfrm>
          <a:off x="3037" y="3619"/>
          <a:ext cx="8223524" cy="1476375"/>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ASTAGATRA</a:t>
          </a:r>
          <a:endParaRPr lang="en-US" sz="6500" kern="1200" dirty="0"/>
        </a:p>
      </dsp:txBody>
      <dsp:txXfrm>
        <a:off x="46279" y="46861"/>
        <a:ext cx="8137040" cy="1389891"/>
      </dsp:txXfrm>
    </dsp:sp>
    <dsp:sp modelId="{E35ADC96-EB07-4A9D-91F2-D137164897CF}">
      <dsp:nvSpPr>
        <dsp:cNvPr id="0" name=""/>
        <dsp:cNvSpPr/>
      </dsp:nvSpPr>
      <dsp:spPr>
        <a:xfrm>
          <a:off x="3037" y="1624012"/>
          <a:ext cx="3042388" cy="1476375"/>
        </a:xfrm>
        <a:prstGeom prst="roundRect">
          <a:avLst>
            <a:gd name="adj" fmla="val 10000"/>
          </a:avLst>
        </a:prstGeom>
        <a:solidFill>
          <a:schemeClr val="accent2">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kern="1200" dirty="0" err="1" smtClean="0"/>
            <a:t>Alamiah</a:t>
          </a:r>
          <a:endParaRPr lang="en-US" sz="4800" kern="1200" dirty="0"/>
        </a:p>
      </dsp:txBody>
      <dsp:txXfrm>
        <a:off x="46279" y="1667254"/>
        <a:ext cx="2955904" cy="1389891"/>
      </dsp:txXfrm>
    </dsp:sp>
    <dsp:sp modelId="{55C364D3-4855-40FA-839B-E6C74DE1664C}">
      <dsp:nvSpPr>
        <dsp:cNvPr id="0" name=""/>
        <dsp:cNvSpPr/>
      </dsp:nvSpPr>
      <dsp:spPr>
        <a:xfrm>
          <a:off x="3037" y="3244405"/>
          <a:ext cx="986507" cy="1476375"/>
        </a:xfrm>
        <a:prstGeom prst="roundRect">
          <a:avLst>
            <a:gd name="adj" fmla="val 10000"/>
          </a:avLst>
        </a:prstGeom>
        <a:solidFill>
          <a:schemeClr val="accent3">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err="1" smtClean="0"/>
            <a:t>Letak</a:t>
          </a:r>
          <a:r>
            <a:rPr lang="en-US" sz="1200" kern="1200" dirty="0" smtClean="0"/>
            <a:t> </a:t>
          </a:r>
          <a:r>
            <a:rPr lang="en-US" sz="1200" kern="1200" dirty="0" err="1" smtClean="0"/>
            <a:t>dan</a:t>
          </a:r>
          <a:r>
            <a:rPr lang="en-US" sz="1200" kern="1200" dirty="0" smtClean="0"/>
            <a:t> </a:t>
          </a:r>
          <a:r>
            <a:rPr lang="en-US" sz="1200" kern="1200" dirty="0" err="1" smtClean="0"/>
            <a:t>kedudukan</a:t>
          </a:r>
          <a:r>
            <a:rPr lang="en-US" sz="1200" kern="1200" dirty="0" smtClean="0"/>
            <a:t> </a:t>
          </a:r>
          <a:r>
            <a:rPr lang="en-US" sz="1200" kern="1200" dirty="0" err="1" smtClean="0"/>
            <a:t>Geografi</a:t>
          </a:r>
          <a:endParaRPr lang="en-US" sz="1200" kern="1200" dirty="0"/>
        </a:p>
      </dsp:txBody>
      <dsp:txXfrm>
        <a:off x="31931" y="3273299"/>
        <a:ext cx="928719" cy="1418587"/>
      </dsp:txXfrm>
    </dsp:sp>
    <dsp:sp modelId="{94289E81-C3E5-431E-8A2F-EABBE3887CAB}">
      <dsp:nvSpPr>
        <dsp:cNvPr id="0" name=""/>
        <dsp:cNvSpPr/>
      </dsp:nvSpPr>
      <dsp:spPr>
        <a:xfrm>
          <a:off x="1030978" y="3244405"/>
          <a:ext cx="986507" cy="1476375"/>
        </a:xfrm>
        <a:prstGeom prst="roundRect">
          <a:avLst>
            <a:gd name="adj" fmla="val 10000"/>
          </a:avLst>
        </a:prstGeom>
        <a:solidFill>
          <a:schemeClr val="accent3">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err="1" smtClean="0"/>
            <a:t>Keadaan</a:t>
          </a:r>
          <a:r>
            <a:rPr lang="en-US" sz="1200" kern="1200" dirty="0" smtClean="0"/>
            <a:t> </a:t>
          </a:r>
          <a:r>
            <a:rPr lang="en-US" sz="1200" kern="1200" dirty="0" err="1" smtClean="0"/>
            <a:t>dan</a:t>
          </a:r>
          <a:r>
            <a:rPr lang="en-US" sz="1200" kern="1200" dirty="0" smtClean="0"/>
            <a:t> </a:t>
          </a:r>
          <a:r>
            <a:rPr lang="en-US" sz="1200" kern="1200" dirty="0" err="1" smtClean="0"/>
            <a:t>kekayaan</a:t>
          </a:r>
          <a:r>
            <a:rPr lang="en-US" sz="1200" kern="1200" dirty="0" smtClean="0"/>
            <a:t> </a:t>
          </a:r>
          <a:r>
            <a:rPr lang="en-US" sz="1200" kern="1200" dirty="0" err="1" smtClean="0"/>
            <a:t>alam</a:t>
          </a:r>
          <a:endParaRPr lang="en-US" sz="1200" kern="1200" dirty="0"/>
        </a:p>
      </dsp:txBody>
      <dsp:txXfrm>
        <a:off x="1059872" y="3273299"/>
        <a:ext cx="928719" cy="1418587"/>
      </dsp:txXfrm>
    </dsp:sp>
    <dsp:sp modelId="{81FFDF22-CA84-42B6-8477-318D7EA2865D}">
      <dsp:nvSpPr>
        <dsp:cNvPr id="0" name=""/>
        <dsp:cNvSpPr/>
      </dsp:nvSpPr>
      <dsp:spPr>
        <a:xfrm>
          <a:off x="2058918" y="3244405"/>
          <a:ext cx="986507" cy="1476375"/>
        </a:xfrm>
        <a:prstGeom prst="roundRect">
          <a:avLst>
            <a:gd name="adj" fmla="val 10000"/>
          </a:avLst>
        </a:prstGeom>
        <a:solidFill>
          <a:schemeClr val="accent3">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err="1" smtClean="0"/>
            <a:t>Keadaan</a:t>
          </a:r>
          <a:r>
            <a:rPr lang="en-US" sz="1200" kern="1200" dirty="0" smtClean="0"/>
            <a:t> </a:t>
          </a:r>
          <a:r>
            <a:rPr lang="en-US" sz="1200" kern="1200" dirty="0" err="1" smtClean="0"/>
            <a:t>dan</a:t>
          </a:r>
          <a:r>
            <a:rPr lang="en-US" sz="1200" kern="1200" dirty="0" smtClean="0"/>
            <a:t> </a:t>
          </a:r>
          <a:r>
            <a:rPr lang="en-US" sz="1200" kern="1200" dirty="0" err="1" smtClean="0"/>
            <a:t>kemampuan</a:t>
          </a:r>
          <a:r>
            <a:rPr lang="en-US" sz="1200" kern="1200" dirty="0" smtClean="0"/>
            <a:t> </a:t>
          </a:r>
          <a:r>
            <a:rPr lang="en-US" sz="1200" kern="1200" dirty="0" err="1" smtClean="0"/>
            <a:t>penduduk</a:t>
          </a:r>
          <a:endParaRPr lang="en-US" sz="1200" kern="1200" dirty="0"/>
        </a:p>
      </dsp:txBody>
      <dsp:txXfrm>
        <a:off x="2087812" y="3273299"/>
        <a:ext cx="928719" cy="1418587"/>
      </dsp:txXfrm>
    </dsp:sp>
    <dsp:sp modelId="{90CE06C5-2ECF-4A50-B048-B8F1AFE74E99}">
      <dsp:nvSpPr>
        <dsp:cNvPr id="0" name=""/>
        <dsp:cNvSpPr/>
      </dsp:nvSpPr>
      <dsp:spPr>
        <a:xfrm>
          <a:off x="3128292" y="1624012"/>
          <a:ext cx="5098269" cy="1476375"/>
        </a:xfrm>
        <a:prstGeom prst="roundRect">
          <a:avLst>
            <a:gd name="adj" fmla="val 10000"/>
          </a:avLst>
        </a:prstGeom>
        <a:solidFill>
          <a:schemeClr val="accent2">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kern="1200" dirty="0" err="1" smtClean="0"/>
            <a:t>Kehidupan</a:t>
          </a:r>
          <a:r>
            <a:rPr lang="en-US" sz="4800" kern="1200" dirty="0" smtClean="0"/>
            <a:t> </a:t>
          </a:r>
          <a:r>
            <a:rPr lang="en-US" sz="4800" kern="1200" dirty="0" err="1" smtClean="0"/>
            <a:t>Sosial</a:t>
          </a:r>
          <a:endParaRPr lang="en-US" sz="4800" kern="1200" dirty="0"/>
        </a:p>
      </dsp:txBody>
      <dsp:txXfrm>
        <a:off x="3171534" y="1667254"/>
        <a:ext cx="5011785" cy="1389891"/>
      </dsp:txXfrm>
    </dsp:sp>
    <dsp:sp modelId="{E9EEA7AB-8FB1-4D46-AB9A-504F9D276317}">
      <dsp:nvSpPr>
        <dsp:cNvPr id="0" name=""/>
        <dsp:cNvSpPr/>
      </dsp:nvSpPr>
      <dsp:spPr>
        <a:xfrm>
          <a:off x="3128292" y="3244405"/>
          <a:ext cx="986507" cy="1476375"/>
        </a:xfrm>
        <a:prstGeom prst="roundRect">
          <a:avLst>
            <a:gd name="adj" fmla="val 10000"/>
          </a:avLst>
        </a:prstGeom>
        <a:solidFill>
          <a:schemeClr val="accent3">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err="1" smtClean="0"/>
            <a:t>Ideologi</a:t>
          </a:r>
          <a:endParaRPr lang="en-US" sz="1200" kern="1200" dirty="0" smtClean="0"/>
        </a:p>
      </dsp:txBody>
      <dsp:txXfrm>
        <a:off x="3157186" y="3273299"/>
        <a:ext cx="928719" cy="1418587"/>
      </dsp:txXfrm>
    </dsp:sp>
    <dsp:sp modelId="{1C7B2818-D694-4126-B073-748E3B0B8DB3}">
      <dsp:nvSpPr>
        <dsp:cNvPr id="0" name=""/>
        <dsp:cNvSpPr/>
      </dsp:nvSpPr>
      <dsp:spPr>
        <a:xfrm>
          <a:off x="4156233" y="3244405"/>
          <a:ext cx="986507" cy="1476375"/>
        </a:xfrm>
        <a:prstGeom prst="roundRect">
          <a:avLst>
            <a:gd name="adj" fmla="val 10000"/>
          </a:avLst>
        </a:prstGeom>
        <a:solidFill>
          <a:schemeClr val="accent3">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err="1" smtClean="0"/>
            <a:t>Politik</a:t>
          </a:r>
          <a:endParaRPr lang="en-US" sz="1200" kern="1200" dirty="0" smtClean="0"/>
        </a:p>
      </dsp:txBody>
      <dsp:txXfrm>
        <a:off x="4185127" y="3273299"/>
        <a:ext cx="928719" cy="1418587"/>
      </dsp:txXfrm>
    </dsp:sp>
    <dsp:sp modelId="{2C44D820-0021-4290-BA74-08E8AF1BFE79}">
      <dsp:nvSpPr>
        <dsp:cNvPr id="0" name=""/>
        <dsp:cNvSpPr/>
      </dsp:nvSpPr>
      <dsp:spPr>
        <a:xfrm>
          <a:off x="5184173" y="3244405"/>
          <a:ext cx="986507" cy="1476375"/>
        </a:xfrm>
        <a:prstGeom prst="roundRect">
          <a:avLst>
            <a:gd name="adj" fmla="val 10000"/>
          </a:avLst>
        </a:prstGeom>
        <a:solidFill>
          <a:schemeClr val="accent3">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err="1" smtClean="0"/>
            <a:t>Ekonomi</a:t>
          </a:r>
          <a:endParaRPr lang="en-US" sz="1200" kern="1200" dirty="0" smtClean="0"/>
        </a:p>
      </dsp:txBody>
      <dsp:txXfrm>
        <a:off x="5213067" y="3273299"/>
        <a:ext cx="928719" cy="1418587"/>
      </dsp:txXfrm>
    </dsp:sp>
    <dsp:sp modelId="{2EC487BD-CF97-45FF-9C8E-7C1A17B9202A}">
      <dsp:nvSpPr>
        <dsp:cNvPr id="0" name=""/>
        <dsp:cNvSpPr/>
      </dsp:nvSpPr>
      <dsp:spPr>
        <a:xfrm>
          <a:off x="6212114" y="3244405"/>
          <a:ext cx="986507" cy="1476375"/>
        </a:xfrm>
        <a:prstGeom prst="roundRect">
          <a:avLst>
            <a:gd name="adj" fmla="val 10000"/>
          </a:avLst>
        </a:prstGeom>
        <a:solidFill>
          <a:schemeClr val="accent3">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err="1" smtClean="0"/>
            <a:t>Sosial</a:t>
          </a:r>
          <a:r>
            <a:rPr lang="en-US" sz="1200" kern="1200" dirty="0" smtClean="0"/>
            <a:t> </a:t>
          </a:r>
          <a:r>
            <a:rPr lang="en-US" sz="1200" kern="1200" dirty="0" err="1" smtClean="0"/>
            <a:t>Budaya</a:t>
          </a:r>
          <a:endParaRPr lang="en-US" sz="1200" kern="1200" dirty="0" smtClean="0"/>
        </a:p>
      </dsp:txBody>
      <dsp:txXfrm>
        <a:off x="6241008" y="3273299"/>
        <a:ext cx="928719" cy="1418587"/>
      </dsp:txXfrm>
    </dsp:sp>
    <dsp:sp modelId="{832DD310-4CD5-4FBF-92EA-5A6109C175F2}">
      <dsp:nvSpPr>
        <dsp:cNvPr id="0" name=""/>
        <dsp:cNvSpPr/>
      </dsp:nvSpPr>
      <dsp:spPr>
        <a:xfrm>
          <a:off x="7240054" y="3244405"/>
          <a:ext cx="986507" cy="1476375"/>
        </a:xfrm>
        <a:prstGeom prst="roundRect">
          <a:avLst>
            <a:gd name="adj" fmla="val 10000"/>
          </a:avLst>
        </a:prstGeom>
        <a:solidFill>
          <a:schemeClr val="accent3">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err="1" smtClean="0"/>
            <a:t>Hankam</a:t>
          </a:r>
          <a:endParaRPr lang="en-US" sz="1200" kern="1200" dirty="0" smtClean="0"/>
        </a:p>
      </dsp:txBody>
      <dsp:txXfrm>
        <a:off x="7268948" y="3273299"/>
        <a:ext cx="928719" cy="14185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26E9B-FEED-414B-8032-CD6FD65FC83E}">
      <dsp:nvSpPr>
        <dsp:cNvPr id="0" name=""/>
        <dsp:cNvSpPr/>
      </dsp:nvSpPr>
      <dsp:spPr>
        <a:xfrm rot="16200000">
          <a:off x="-641385" y="645008"/>
          <a:ext cx="4775200" cy="3485182"/>
        </a:xfrm>
        <a:prstGeom prst="flowChartManualOperation">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0" tIns="0" rIns="144859" bIns="0" numCol="1" spcCol="1270" anchor="t" anchorCtr="0">
          <a:noAutofit/>
        </a:bodyPr>
        <a:lstStyle/>
        <a:p>
          <a:pPr lvl="0" algn="l" defTabSz="1022350">
            <a:lnSpc>
              <a:spcPct val="90000"/>
            </a:lnSpc>
            <a:spcBef>
              <a:spcPct val="0"/>
            </a:spcBef>
            <a:spcAft>
              <a:spcPct val="35000"/>
            </a:spcAft>
          </a:pPr>
          <a:r>
            <a:rPr lang="en-US" sz="2300" b="1" kern="1200" dirty="0" smtClean="0">
              <a:solidFill>
                <a:schemeClr val="bg1"/>
              </a:solidFill>
            </a:rPr>
            <a:t>HAKIKAT</a:t>
          </a:r>
          <a:endParaRPr lang="en-US" sz="2300" b="1" kern="1200" dirty="0">
            <a:solidFill>
              <a:schemeClr val="bg1"/>
            </a:solidFill>
          </a:endParaRPr>
        </a:p>
        <a:p>
          <a:pPr marL="171450" lvl="1" indent="-171450" algn="l" defTabSz="800100">
            <a:lnSpc>
              <a:spcPct val="90000"/>
            </a:lnSpc>
            <a:spcBef>
              <a:spcPct val="0"/>
            </a:spcBef>
            <a:spcAft>
              <a:spcPct val="15000"/>
            </a:spcAft>
            <a:buChar char="••"/>
          </a:pPr>
          <a:r>
            <a:rPr lang="en-US" sz="1800" b="1" kern="1200" dirty="0" smtClean="0">
              <a:solidFill>
                <a:schemeClr val="bg1"/>
              </a:solidFill>
            </a:rPr>
            <a:t>KEULETAN DAN KETANGGUHAN BANGSA YANG MENGANDUNG KEMAMPUAN MENGEMBANGKAN KEKUATANNASIONAL UNTUK MENJAMIN KELANGSUNGAN HIDUP BANGSA DAN NEGARA DALAM MENCAPAI TUJUAN NASIONAL</a:t>
          </a:r>
          <a:endParaRPr lang="en-US" sz="1800" b="1" kern="1200" dirty="0">
            <a:solidFill>
              <a:schemeClr val="bg1"/>
            </a:solidFill>
          </a:endParaRPr>
        </a:p>
      </dsp:txBody>
      <dsp:txXfrm rot="5400000">
        <a:off x="3624" y="955039"/>
        <a:ext cx="3485182" cy="2865120"/>
      </dsp:txXfrm>
    </dsp:sp>
    <dsp:sp modelId="{97688AF0-6978-4D41-9A2B-C6B27C10C532}">
      <dsp:nvSpPr>
        <dsp:cNvPr id="0" name=""/>
        <dsp:cNvSpPr/>
      </dsp:nvSpPr>
      <dsp:spPr>
        <a:xfrm rot="16200000">
          <a:off x="3105185" y="645008"/>
          <a:ext cx="4775200" cy="3485182"/>
        </a:xfrm>
        <a:prstGeom prst="flowChartManualOperation">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0" tIns="0" rIns="144859" bIns="0" numCol="1" spcCol="1270" anchor="t" anchorCtr="0">
          <a:noAutofit/>
        </a:bodyPr>
        <a:lstStyle/>
        <a:p>
          <a:pPr lvl="0" algn="l" defTabSz="1022350">
            <a:lnSpc>
              <a:spcPct val="90000"/>
            </a:lnSpc>
            <a:spcBef>
              <a:spcPct val="0"/>
            </a:spcBef>
            <a:spcAft>
              <a:spcPct val="35000"/>
            </a:spcAft>
          </a:pPr>
          <a:r>
            <a:rPr lang="en-US" sz="2300" b="1" kern="1200" dirty="0" smtClean="0">
              <a:solidFill>
                <a:schemeClr val="bg1"/>
              </a:solidFill>
            </a:rPr>
            <a:t>KONSEPSI</a:t>
          </a:r>
          <a:endParaRPr lang="en-US" sz="2300" b="1" kern="1200" dirty="0">
            <a:solidFill>
              <a:schemeClr val="bg1"/>
            </a:solidFill>
          </a:endParaRPr>
        </a:p>
        <a:p>
          <a:pPr marL="171450" lvl="1" indent="-171450" algn="l" defTabSz="800100">
            <a:lnSpc>
              <a:spcPct val="90000"/>
            </a:lnSpc>
            <a:spcBef>
              <a:spcPct val="0"/>
            </a:spcBef>
            <a:spcAft>
              <a:spcPct val="15000"/>
            </a:spcAft>
            <a:buChar char="••"/>
          </a:pPr>
          <a:r>
            <a:rPr lang="en-US" sz="1800" b="1" kern="1200" dirty="0" smtClean="0">
              <a:solidFill>
                <a:schemeClr val="bg1"/>
              </a:solidFill>
            </a:rPr>
            <a:t>PENGATURAN DAN PENYELENGGARAAN SEGENAP ASPEK KEHIDUPAN NASIONAL UNTUK MEWUJUDKAN KESEJAHTERAAN DAN KEAMANAMAN SECARA SERASI, SELARAS, DAN SERASI</a:t>
          </a:r>
          <a:endParaRPr lang="en-US" sz="1800" b="1" kern="1200" dirty="0">
            <a:solidFill>
              <a:schemeClr val="bg1"/>
            </a:solidFill>
          </a:endParaRPr>
        </a:p>
      </dsp:txBody>
      <dsp:txXfrm rot="5400000">
        <a:off x="3750194" y="955039"/>
        <a:ext cx="3485182" cy="28651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C31763-4655-4DBD-9D3C-803AC6B4283F}">
      <dsp:nvSpPr>
        <dsp:cNvPr id="0" name=""/>
        <dsp:cNvSpPr/>
      </dsp:nvSpPr>
      <dsp:spPr>
        <a:xfrm>
          <a:off x="0" y="445298"/>
          <a:ext cx="7239000" cy="680400"/>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3AED453-78A1-4EDA-AA7F-BDF82B4C0A8F}">
      <dsp:nvSpPr>
        <dsp:cNvPr id="0" name=""/>
        <dsp:cNvSpPr/>
      </dsp:nvSpPr>
      <dsp:spPr>
        <a:xfrm>
          <a:off x="361950" y="46778"/>
          <a:ext cx="5067300" cy="79704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1532" tIns="0" rIns="191532" bIns="0" numCol="1" spcCol="1270" anchor="ctr" anchorCtr="0">
          <a:noAutofit/>
        </a:bodyPr>
        <a:lstStyle/>
        <a:p>
          <a:pPr lvl="0" algn="l" defTabSz="1200150">
            <a:lnSpc>
              <a:spcPct val="90000"/>
            </a:lnSpc>
            <a:spcBef>
              <a:spcPct val="0"/>
            </a:spcBef>
            <a:spcAft>
              <a:spcPct val="35000"/>
            </a:spcAft>
          </a:pPr>
          <a:r>
            <a:rPr lang="en-US" sz="2700" kern="1200" dirty="0" smtClean="0"/>
            <a:t>KESEJAHTERAAN DAN KEAMANAN</a:t>
          </a:r>
          <a:endParaRPr lang="en-US" sz="2700" kern="1200" dirty="0"/>
        </a:p>
      </dsp:txBody>
      <dsp:txXfrm>
        <a:off x="400858" y="85686"/>
        <a:ext cx="4989484" cy="719224"/>
      </dsp:txXfrm>
    </dsp:sp>
    <dsp:sp modelId="{2AEA9490-B421-4889-B800-181119A4EA77}">
      <dsp:nvSpPr>
        <dsp:cNvPr id="0" name=""/>
        <dsp:cNvSpPr/>
      </dsp:nvSpPr>
      <dsp:spPr>
        <a:xfrm>
          <a:off x="0" y="1670018"/>
          <a:ext cx="7239000" cy="680400"/>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7F0609-056B-415A-9E19-E128ABA8A15D}">
      <dsp:nvSpPr>
        <dsp:cNvPr id="0" name=""/>
        <dsp:cNvSpPr/>
      </dsp:nvSpPr>
      <dsp:spPr>
        <a:xfrm>
          <a:off x="361950" y="1271498"/>
          <a:ext cx="5067300" cy="79704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1532" tIns="0" rIns="191532" bIns="0" numCol="1" spcCol="1270" anchor="ctr" anchorCtr="0">
          <a:noAutofit/>
        </a:bodyPr>
        <a:lstStyle/>
        <a:p>
          <a:pPr lvl="0" algn="l" defTabSz="1200150">
            <a:lnSpc>
              <a:spcPct val="90000"/>
            </a:lnSpc>
            <a:spcBef>
              <a:spcPct val="0"/>
            </a:spcBef>
            <a:spcAft>
              <a:spcPct val="35000"/>
            </a:spcAft>
          </a:pPr>
          <a:r>
            <a:rPr lang="en-US" sz="2700" kern="1200" dirty="0" smtClean="0"/>
            <a:t>KOMPREHENSIF INTEGRAL</a:t>
          </a:r>
          <a:endParaRPr lang="en-US" sz="2700" kern="1200" dirty="0"/>
        </a:p>
      </dsp:txBody>
      <dsp:txXfrm>
        <a:off x="400858" y="1310406"/>
        <a:ext cx="4989484" cy="719224"/>
      </dsp:txXfrm>
    </dsp:sp>
    <dsp:sp modelId="{5B2E0615-FD7E-43D7-985A-55B48BCACB87}">
      <dsp:nvSpPr>
        <dsp:cNvPr id="0" name=""/>
        <dsp:cNvSpPr/>
      </dsp:nvSpPr>
      <dsp:spPr>
        <a:xfrm>
          <a:off x="0" y="2894739"/>
          <a:ext cx="7239000" cy="680400"/>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DBE643-EDDD-4328-9887-E244F5881054}">
      <dsp:nvSpPr>
        <dsp:cNvPr id="0" name=""/>
        <dsp:cNvSpPr/>
      </dsp:nvSpPr>
      <dsp:spPr>
        <a:xfrm>
          <a:off x="361950" y="2496219"/>
          <a:ext cx="5067300" cy="79704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1532" tIns="0" rIns="191532" bIns="0" numCol="1" spcCol="1270" anchor="ctr" anchorCtr="0">
          <a:noAutofit/>
        </a:bodyPr>
        <a:lstStyle/>
        <a:p>
          <a:pPr lvl="0" algn="l" defTabSz="1200150">
            <a:lnSpc>
              <a:spcPct val="90000"/>
            </a:lnSpc>
            <a:spcBef>
              <a:spcPct val="0"/>
            </a:spcBef>
            <a:spcAft>
              <a:spcPct val="35000"/>
            </a:spcAft>
          </a:pPr>
          <a:r>
            <a:rPr lang="en-US" sz="2700" kern="1200" dirty="0" smtClean="0"/>
            <a:t>MAWAS KE DALAM DAN KE LUAR</a:t>
          </a:r>
          <a:endParaRPr lang="en-US" sz="2700" kern="1200" dirty="0"/>
        </a:p>
      </dsp:txBody>
      <dsp:txXfrm>
        <a:off x="400858" y="2535127"/>
        <a:ext cx="4989484" cy="719224"/>
      </dsp:txXfrm>
    </dsp:sp>
    <dsp:sp modelId="{EA2FB91C-36EF-4D32-9B95-AF25E306EAF1}">
      <dsp:nvSpPr>
        <dsp:cNvPr id="0" name=""/>
        <dsp:cNvSpPr/>
      </dsp:nvSpPr>
      <dsp:spPr>
        <a:xfrm>
          <a:off x="0" y="4119459"/>
          <a:ext cx="7239000" cy="680400"/>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BC125D-26CE-4524-A635-8E5950F5E567}">
      <dsp:nvSpPr>
        <dsp:cNvPr id="0" name=""/>
        <dsp:cNvSpPr/>
      </dsp:nvSpPr>
      <dsp:spPr>
        <a:xfrm>
          <a:off x="361950" y="3720939"/>
          <a:ext cx="5067300" cy="79704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1532" tIns="0" rIns="191532" bIns="0" numCol="1" spcCol="1270" anchor="ctr" anchorCtr="0">
          <a:noAutofit/>
        </a:bodyPr>
        <a:lstStyle/>
        <a:p>
          <a:pPr lvl="0" algn="l" defTabSz="1200150">
            <a:lnSpc>
              <a:spcPct val="90000"/>
            </a:lnSpc>
            <a:spcBef>
              <a:spcPct val="0"/>
            </a:spcBef>
            <a:spcAft>
              <a:spcPct val="35000"/>
            </a:spcAft>
          </a:pPr>
          <a:r>
            <a:rPr lang="en-US" sz="2700" kern="1200" dirty="0" smtClean="0"/>
            <a:t>ASAS KEKELUARGAAN</a:t>
          </a:r>
          <a:endParaRPr lang="en-US" sz="2700" kern="1200" dirty="0"/>
        </a:p>
      </dsp:txBody>
      <dsp:txXfrm>
        <a:off x="400858" y="3759847"/>
        <a:ext cx="4989484" cy="71922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CA5D7C6-1AA8-4ACE-8DBD-CAC64514F1C6}" type="datetimeFigureOut">
              <a:rPr lang="id-ID" smtClean="0"/>
              <a:t>13/04/2019</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1EB02E-EAB5-4119-8710-287ADC8EC41F}" type="slidenum">
              <a:rPr lang="id-ID" smtClean="0"/>
              <a:t>‹#›</a:t>
            </a:fld>
            <a:endParaRPr lang="id-ID"/>
          </a:p>
        </p:txBody>
      </p:sp>
    </p:spTree>
    <p:extLst>
      <p:ext uri="{BB962C8B-B14F-4D97-AF65-F5344CB8AC3E}">
        <p14:creationId xmlns:p14="http://schemas.microsoft.com/office/powerpoint/2010/main" val="758059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A1213A1-AFA5-4241-A16E-EDB3BDC81CEE}" type="slidenum">
              <a:rPr lang="en-US" smtClean="0"/>
              <a:pPr/>
              <a:t>6</a:t>
            </a:fld>
            <a:endParaRPr lang="en-US"/>
          </a:p>
        </p:txBody>
      </p:sp>
    </p:spTree>
    <p:extLst>
      <p:ext uri="{BB962C8B-B14F-4D97-AF65-F5344CB8AC3E}">
        <p14:creationId xmlns:p14="http://schemas.microsoft.com/office/powerpoint/2010/main" val="4062479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A1213A1-AFA5-4241-A16E-EDB3BDC81CEE}" type="slidenum">
              <a:rPr lang="en-US" smtClean="0"/>
              <a:pPr/>
              <a:t>7</a:t>
            </a:fld>
            <a:endParaRPr lang="en-US"/>
          </a:p>
        </p:txBody>
      </p:sp>
    </p:spTree>
    <p:extLst>
      <p:ext uri="{BB962C8B-B14F-4D97-AF65-F5344CB8AC3E}">
        <p14:creationId xmlns:p14="http://schemas.microsoft.com/office/powerpoint/2010/main" val="41820439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14232BF1-2D17-43B2-8E16-2F9C7458CD70}" type="datetimeFigureOut">
              <a:rPr lang="en-US" smtClean="0"/>
              <a:pPr/>
              <a:t>4/13/2019</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48A3292E-B76D-44FF-BA10-D844129D38B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4232BF1-2D17-43B2-8E16-2F9C7458CD70}" type="datetimeFigureOut">
              <a:rPr lang="en-US" smtClean="0"/>
              <a:pPr/>
              <a:t>4/13/2019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8A3292E-B76D-44FF-BA10-D844129D38B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14232BF1-2D17-43B2-8E16-2F9C7458CD70}" type="datetimeFigureOut">
              <a:rPr lang="en-US" smtClean="0"/>
              <a:pPr/>
              <a:t>4/13/2019</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48A3292E-B76D-44FF-BA10-D844129D38B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4232BF1-2D17-43B2-8E16-2F9C7458CD70}" type="datetimeFigureOut">
              <a:rPr lang="en-US" smtClean="0"/>
              <a:pPr/>
              <a:t>4/13/2019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8A3292E-B76D-44FF-BA10-D844129D38B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4232BF1-2D17-43B2-8E16-2F9C7458CD70}" type="datetimeFigureOut">
              <a:rPr lang="en-US" smtClean="0"/>
              <a:pPr/>
              <a:t>4/13/2019</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48A3292E-B76D-44FF-BA10-D844129D38B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4232BF1-2D17-43B2-8E16-2F9C7458CD70}" type="datetimeFigureOut">
              <a:rPr lang="en-US" smtClean="0"/>
              <a:pPr/>
              <a:t>4/13/2019</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48A3292E-B76D-44FF-BA10-D844129D38B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4232BF1-2D17-43B2-8E16-2F9C7458CD70}" type="datetimeFigureOut">
              <a:rPr lang="en-US" smtClean="0"/>
              <a:pPr/>
              <a:t>4/13/2019</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48A3292E-B76D-44FF-BA10-D844129D38B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4232BF1-2D17-43B2-8E16-2F9C7458CD70}" type="datetimeFigureOut">
              <a:rPr lang="en-US" smtClean="0"/>
              <a:pPr/>
              <a:t>4/13/2019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8A3292E-B76D-44FF-BA10-D844129D38B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14232BF1-2D17-43B2-8E16-2F9C7458CD70}" type="datetimeFigureOut">
              <a:rPr lang="en-US" smtClean="0"/>
              <a:pPr/>
              <a:t>4/13/2019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8A3292E-B76D-44FF-BA10-D844129D38B1}"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4232BF1-2D17-43B2-8E16-2F9C7458CD70}" type="datetimeFigureOut">
              <a:rPr lang="en-US" smtClean="0"/>
              <a:pPr/>
              <a:t>4/13/2019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8A3292E-B76D-44FF-BA10-D844129D38B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14232BF1-2D17-43B2-8E16-2F9C7458CD70}" type="datetimeFigureOut">
              <a:rPr lang="en-US" smtClean="0"/>
              <a:pPr/>
              <a:t>4/13/2019</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48A3292E-B76D-44FF-BA10-D844129D38B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14232BF1-2D17-43B2-8E16-2F9C7458CD70}" type="datetimeFigureOut">
              <a:rPr lang="en-US" smtClean="0"/>
              <a:pPr/>
              <a:t>4/13/2019</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48A3292E-B76D-44FF-BA10-D844129D38B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5.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5.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err="1" smtClean="0"/>
              <a:t>Ketahanan</a:t>
            </a:r>
            <a:r>
              <a:rPr lang="en-US" dirty="0" smtClean="0"/>
              <a:t> </a:t>
            </a:r>
            <a:r>
              <a:rPr lang="en-US" dirty="0" err="1" smtClean="0"/>
              <a:t>Nasional</a:t>
            </a:r>
            <a:r>
              <a:rPr lang="id-ID" dirty="0" smtClean="0"/>
              <a:t> SEBAGAI GEOSTATEGI</a:t>
            </a:r>
            <a:r>
              <a:rPr lang="en-US" dirty="0" smtClean="0"/>
              <a:t> Indonesia</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tx1"/>
                </a:solidFill>
              </a:rPr>
              <a:t>PENGERTIAN GEOSTRATEGI</a:t>
            </a:r>
            <a:endParaRPr lang="en-US" dirty="0">
              <a:solidFill>
                <a:schemeClr val="tx1"/>
              </a:solidFill>
            </a:endParaRPr>
          </a:p>
        </p:txBody>
      </p:sp>
      <p:sp>
        <p:nvSpPr>
          <p:cNvPr id="3" name="Content Placeholder 2"/>
          <p:cNvSpPr>
            <a:spLocks noGrp="1"/>
          </p:cNvSpPr>
          <p:nvPr>
            <p:ph idx="1"/>
          </p:nvPr>
        </p:nvSpPr>
        <p:spPr/>
        <p:txBody>
          <a:bodyPr>
            <a:normAutofit fontScale="92500" lnSpcReduction="10000"/>
          </a:bodyPr>
          <a:lstStyle/>
          <a:p>
            <a:r>
              <a:rPr lang="en-US" dirty="0" err="1" smtClean="0">
                <a:solidFill>
                  <a:schemeClr val="tx1"/>
                </a:solidFill>
              </a:rPr>
              <a:t>Geostrategi</a:t>
            </a:r>
            <a:r>
              <a:rPr lang="en-US" dirty="0" smtClean="0">
                <a:solidFill>
                  <a:schemeClr val="tx1"/>
                </a:solidFill>
              </a:rPr>
              <a:t> </a:t>
            </a:r>
            <a:r>
              <a:rPr lang="en-US" dirty="0" err="1" smtClean="0">
                <a:solidFill>
                  <a:schemeClr val="tx1"/>
                </a:solidFill>
              </a:rPr>
              <a:t>berasal</a:t>
            </a:r>
            <a:r>
              <a:rPr lang="en-US" dirty="0" smtClean="0">
                <a:solidFill>
                  <a:schemeClr val="tx1"/>
                </a:solidFill>
              </a:rPr>
              <a:t> </a:t>
            </a:r>
            <a:r>
              <a:rPr lang="en-US" dirty="0" err="1" smtClean="0">
                <a:solidFill>
                  <a:schemeClr val="tx1"/>
                </a:solidFill>
              </a:rPr>
              <a:t>dari</a:t>
            </a:r>
            <a:r>
              <a:rPr lang="en-US" dirty="0" smtClean="0">
                <a:solidFill>
                  <a:schemeClr val="tx1"/>
                </a:solidFill>
              </a:rPr>
              <a:t> </a:t>
            </a:r>
            <a:r>
              <a:rPr lang="en-US" dirty="0" err="1" smtClean="0">
                <a:solidFill>
                  <a:schemeClr val="tx1"/>
                </a:solidFill>
              </a:rPr>
              <a:t>kata</a:t>
            </a:r>
            <a:r>
              <a:rPr lang="en-US" dirty="0" smtClean="0">
                <a:solidFill>
                  <a:schemeClr val="tx1"/>
                </a:solidFill>
              </a:rPr>
              <a:t> </a:t>
            </a:r>
            <a:r>
              <a:rPr lang="en-US" b="1" i="1" dirty="0" err="1" smtClean="0">
                <a:solidFill>
                  <a:schemeClr val="tx1"/>
                </a:solidFill>
              </a:rPr>
              <a:t>geografi</a:t>
            </a:r>
            <a:r>
              <a:rPr lang="en-US" dirty="0" smtClean="0">
                <a:solidFill>
                  <a:schemeClr val="tx1"/>
                </a:solidFill>
              </a:rPr>
              <a:t> </a:t>
            </a:r>
            <a:r>
              <a:rPr lang="en-US" dirty="0" err="1" smtClean="0">
                <a:solidFill>
                  <a:schemeClr val="tx1"/>
                </a:solidFill>
              </a:rPr>
              <a:t>dan</a:t>
            </a:r>
            <a:r>
              <a:rPr lang="en-US" dirty="0" smtClean="0">
                <a:solidFill>
                  <a:schemeClr val="tx1"/>
                </a:solidFill>
              </a:rPr>
              <a:t> </a:t>
            </a:r>
            <a:r>
              <a:rPr lang="en-US" b="1" i="1" dirty="0" err="1" smtClean="0">
                <a:solidFill>
                  <a:schemeClr val="tx1"/>
                </a:solidFill>
              </a:rPr>
              <a:t>strategi</a:t>
            </a:r>
            <a:r>
              <a:rPr lang="en-US" dirty="0" smtClean="0">
                <a:solidFill>
                  <a:schemeClr val="tx1"/>
                </a:solidFill>
              </a:rPr>
              <a:t>. </a:t>
            </a:r>
            <a:r>
              <a:rPr lang="en-US" b="1" dirty="0" err="1" smtClean="0">
                <a:solidFill>
                  <a:schemeClr val="tx1"/>
                </a:solidFill>
              </a:rPr>
              <a:t>Geografi</a:t>
            </a:r>
            <a:r>
              <a:rPr lang="en-US" dirty="0" smtClean="0">
                <a:solidFill>
                  <a:schemeClr val="tx1"/>
                </a:solidFill>
              </a:rPr>
              <a:t> </a:t>
            </a:r>
            <a:r>
              <a:rPr lang="en-US" dirty="0" err="1" smtClean="0">
                <a:solidFill>
                  <a:schemeClr val="tx1"/>
                </a:solidFill>
              </a:rPr>
              <a:t>merujuk</a:t>
            </a:r>
            <a:r>
              <a:rPr lang="en-US" dirty="0" smtClean="0">
                <a:solidFill>
                  <a:schemeClr val="tx1"/>
                </a:solidFill>
              </a:rPr>
              <a:t> </a:t>
            </a:r>
            <a:r>
              <a:rPr lang="en-US" dirty="0" err="1" smtClean="0">
                <a:solidFill>
                  <a:schemeClr val="tx1"/>
                </a:solidFill>
              </a:rPr>
              <a:t>kepada</a:t>
            </a:r>
            <a:r>
              <a:rPr lang="en-US" dirty="0" smtClean="0">
                <a:solidFill>
                  <a:schemeClr val="tx1"/>
                </a:solidFill>
              </a:rPr>
              <a:t> </a:t>
            </a:r>
            <a:r>
              <a:rPr lang="en-US" dirty="0" err="1" smtClean="0">
                <a:solidFill>
                  <a:schemeClr val="tx1"/>
                </a:solidFill>
              </a:rPr>
              <a:t>ruang</a:t>
            </a:r>
            <a:r>
              <a:rPr lang="en-US" dirty="0" smtClean="0">
                <a:solidFill>
                  <a:schemeClr val="tx1"/>
                </a:solidFill>
              </a:rPr>
              <a:t> </a:t>
            </a:r>
            <a:r>
              <a:rPr lang="en-US" dirty="0" err="1" smtClean="0">
                <a:solidFill>
                  <a:schemeClr val="tx1"/>
                </a:solidFill>
              </a:rPr>
              <a:t>hidup</a:t>
            </a:r>
            <a:r>
              <a:rPr lang="en-US" dirty="0" smtClean="0">
                <a:solidFill>
                  <a:schemeClr val="tx1"/>
                </a:solidFill>
              </a:rPr>
              <a:t> </a:t>
            </a:r>
            <a:r>
              <a:rPr lang="en-US" dirty="0" err="1" smtClean="0">
                <a:solidFill>
                  <a:schemeClr val="tx1"/>
                </a:solidFill>
              </a:rPr>
              <a:t>nasional</a:t>
            </a:r>
            <a:r>
              <a:rPr lang="en-US" dirty="0" smtClean="0">
                <a:solidFill>
                  <a:schemeClr val="tx1"/>
                </a:solidFill>
              </a:rPr>
              <a:t>, </a:t>
            </a:r>
            <a:r>
              <a:rPr lang="en-US" dirty="0" err="1" smtClean="0">
                <a:solidFill>
                  <a:schemeClr val="tx1"/>
                </a:solidFill>
              </a:rPr>
              <a:t>wadah</a:t>
            </a:r>
            <a:r>
              <a:rPr lang="en-US" dirty="0" smtClean="0">
                <a:solidFill>
                  <a:schemeClr val="tx1"/>
                </a:solidFill>
              </a:rPr>
              <a:t>, </a:t>
            </a:r>
            <a:r>
              <a:rPr lang="en-US" dirty="0" err="1" smtClean="0">
                <a:solidFill>
                  <a:schemeClr val="tx1"/>
                </a:solidFill>
              </a:rPr>
              <a:t>atau</a:t>
            </a:r>
            <a:r>
              <a:rPr lang="en-US" dirty="0" smtClean="0">
                <a:solidFill>
                  <a:schemeClr val="tx1"/>
                </a:solidFill>
              </a:rPr>
              <a:t> </a:t>
            </a:r>
            <a:r>
              <a:rPr lang="en-US" dirty="0" err="1" smtClean="0">
                <a:solidFill>
                  <a:schemeClr val="tx1"/>
                </a:solidFill>
              </a:rPr>
              <a:t>tempat</a:t>
            </a:r>
            <a:r>
              <a:rPr lang="en-US" dirty="0" smtClean="0">
                <a:solidFill>
                  <a:schemeClr val="tx1"/>
                </a:solidFill>
              </a:rPr>
              <a:t> </a:t>
            </a:r>
            <a:r>
              <a:rPr lang="en-US" dirty="0" err="1" smtClean="0">
                <a:solidFill>
                  <a:schemeClr val="tx1"/>
                </a:solidFill>
              </a:rPr>
              <a:t>hidupnya</a:t>
            </a:r>
            <a:r>
              <a:rPr lang="en-US" dirty="0" smtClean="0">
                <a:solidFill>
                  <a:schemeClr val="tx1"/>
                </a:solidFill>
              </a:rPr>
              <a:t> </a:t>
            </a:r>
            <a:r>
              <a:rPr lang="en-US" dirty="0" err="1" smtClean="0">
                <a:solidFill>
                  <a:schemeClr val="tx1"/>
                </a:solidFill>
              </a:rPr>
              <a:t>bangsa</a:t>
            </a:r>
            <a:r>
              <a:rPr lang="en-US" dirty="0" smtClean="0">
                <a:solidFill>
                  <a:schemeClr val="tx1"/>
                </a:solidFill>
              </a:rPr>
              <a:t> </a:t>
            </a:r>
            <a:r>
              <a:rPr lang="en-US" dirty="0" err="1" smtClean="0">
                <a:solidFill>
                  <a:schemeClr val="tx1"/>
                </a:solidFill>
              </a:rPr>
              <a:t>dan</a:t>
            </a:r>
            <a:r>
              <a:rPr lang="en-US" dirty="0" smtClean="0">
                <a:solidFill>
                  <a:schemeClr val="tx1"/>
                </a:solidFill>
              </a:rPr>
              <a:t> </a:t>
            </a:r>
            <a:r>
              <a:rPr lang="en-US" dirty="0" err="1" smtClean="0">
                <a:solidFill>
                  <a:schemeClr val="tx1"/>
                </a:solidFill>
              </a:rPr>
              <a:t>negara</a:t>
            </a:r>
            <a:r>
              <a:rPr lang="en-US" dirty="0" smtClean="0">
                <a:solidFill>
                  <a:schemeClr val="tx1"/>
                </a:solidFill>
              </a:rPr>
              <a:t> Indonesia. </a:t>
            </a:r>
            <a:r>
              <a:rPr lang="en-US" b="1" dirty="0" err="1" smtClean="0">
                <a:solidFill>
                  <a:schemeClr val="tx1"/>
                </a:solidFill>
              </a:rPr>
              <a:t>Strategi</a:t>
            </a:r>
            <a:r>
              <a:rPr lang="en-US" dirty="0" smtClean="0">
                <a:solidFill>
                  <a:schemeClr val="tx1"/>
                </a:solidFill>
              </a:rPr>
              <a:t> </a:t>
            </a:r>
            <a:r>
              <a:rPr lang="en-US" dirty="0" err="1" smtClean="0">
                <a:solidFill>
                  <a:schemeClr val="tx1"/>
                </a:solidFill>
              </a:rPr>
              <a:t>diartikan</a:t>
            </a:r>
            <a:r>
              <a:rPr lang="en-US" dirty="0" smtClean="0">
                <a:solidFill>
                  <a:schemeClr val="tx1"/>
                </a:solidFill>
              </a:rPr>
              <a:t> </a:t>
            </a:r>
            <a:r>
              <a:rPr lang="en-US" dirty="0" err="1" smtClean="0">
                <a:solidFill>
                  <a:schemeClr val="tx1"/>
                </a:solidFill>
              </a:rPr>
              <a:t>sebagai</a:t>
            </a:r>
            <a:r>
              <a:rPr lang="en-US" dirty="0" smtClean="0">
                <a:solidFill>
                  <a:schemeClr val="tx1"/>
                </a:solidFill>
              </a:rPr>
              <a:t> </a:t>
            </a:r>
            <a:r>
              <a:rPr lang="en-US" dirty="0" err="1" smtClean="0">
                <a:solidFill>
                  <a:schemeClr val="tx1"/>
                </a:solidFill>
              </a:rPr>
              <a:t>ilmu</a:t>
            </a:r>
            <a:r>
              <a:rPr lang="en-US" dirty="0" smtClean="0">
                <a:solidFill>
                  <a:schemeClr val="tx1"/>
                </a:solidFill>
              </a:rPr>
              <a:t> </a:t>
            </a:r>
            <a:r>
              <a:rPr lang="en-US" dirty="0" err="1" smtClean="0">
                <a:solidFill>
                  <a:schemeClr val="tx1"/>
                </a:solidFill>
              </a:rPr>
              <a:t>dan</a:t>
            </a:r>
            <a:r>
              <a:rPr lang="en-US" dirty="0" smtClean="0">
                <a:solidFill>
                  <a:schemeClr val="tx1"/>
                </a:solidFill>
              </a:rPr>
              <a:t> </a:t>
            </a:r>
            <a:r>
              <a:rPr lang="en-US" dirty="0" err="1" smtClean="0">
                <a:solidFill>
                  <a:schemeClr val="tx1"/>
                </a:solidFill>
              </a:rPr>
              <a:t>seni</a:t>
            </a:r>
            <a:r>
              <a:rPr lang="en-US" dirty="0" smtClean="0">
                <a:solidFill>
                  <a:schemeClr val="tx1"/>
                </a:solidFill>
              </a:rPr>
              <a:t> </a:t>
            </a:r>
            <a:r>
              <a:rPr lang="en-US" dirty="0" err="1" smtClean="0">
                <a:solidFill>
                  <a:schemeClr val="tx1"/>
                </a:solidFill>
              </a:rPr>
              <a:t>menggunakan</a:t>
            </a:r>
            <a:r>
              <a:rPr lang="en-US" dirty="0" smtClean="0">
                <a:solidFill>
                  <a:schemeClr val="tx1"/>
                </a:solidFill>
              </a:rPr>
              <a:t> </a:t>
            </a:r>
            <a:r>
              <a:rPr lang="en-US" dirty="0" err="1" smtClean="0">
                <a:solidFill>
                  <a:schemeClr val="tx1"/>
                </a:solidFill>
              </a:rPr>
              <a:t>semua</a:t>
            </a:r>
            <a:r>
              <a:rPr lang="en-US" dirty="0" smtClean="0">
                <a:solidFill>
                  <a:schemeClr val="tx1"/>
                </a:solidFill>
              </a:rPr>
              <a:t> </a:t>
            </a:r>
            <a:r>
              <a:rPr lang="en-US" dirty="0" err="1" smtClean="0">
                <a:solidFill>
                  <a:schemeClr val="tx1"/>
                </a:solidFill>
              </a:rPr>
              <a:t>sumber</a:t>
            </a:r>
            <a:r>
              <a:rPr lang="en-US" dirty="0" smtClean="0">
                <a:solidFill>
                  <a:schemeClr val="tx1"/>
                </a:solidFill>
              </a:rPr>
              <a:t> </a:t>
            </a:r>
            <a:r>
              <a:rPr lang="en-US" dirty="0" err="1" smtClean="0">
                <a:solidFill>
                  <a:schemeClr val="tx1"/>
                </a:solidFill>
              </a:rPr>
              <a:t>daya</a:t>
            </a:r>
            <a:r>
              <a:rPr lang="en-US" dirty="0" smtClean="0">
                <a:solidFill>
                  <a:schemeClr val="tx1"/>
                </a:solidFill>
              </a:rPr>
              <a:t> </a:t>
            </a:r>
            <a:r>
              <a:rPr lang="en-US" dirty="0" err="1" smtClean="0">
                <a:solidFill>
                  <a:schemeClr val="tx1"/>
                </a:solidFill>
              </a:rPr>
              <a:t>bangsa</a:t>
            </a:r>
            <a:r>
              <a:rPr lang="en-US" dirty="0" smtClean="0">
                <a:solidFill>
                  <a:schemeClr val="tx1"/>
                </a:solidFill>
              </a:rPr>
              <a:t> </a:t>
            </a:r>
            <a:r>
              <a:rPr lang="en-US" dirty="0" err="1" smtClean="0">
                <a:solidFill>
                  <a:schemeClr val="tx1"/>
                </a:solidFill>
              </a:rPr>
              <a:t>untuk</a:t>
            </a:r>
            <a:r>
              <a:rPr lang="en-US" dirty="0" smtClean="0">
                <a:solidFill>
                  <a:schemeClr val="tx1"/>
                </a:solidFill>
              </a:rPr>
              <a:t> </a:t>
            </a:r>
            <a:r>
              <a:rPr lang="en-US" dirty="0" err="1" smtClean="0">
                <a:solidFill>
                  <a:schemeClr val="tx1"/>
                </a:solidFill>
              </a:rPr>
              <a:t>melaksanakan</a:t>
            </a:r>
            <a:r>
              <a:rPr lang="en-US" dirty="0" smtClean="0">
                <a:solidFill>
                  <a:schemeClr val="tx1"/>
                </a:solidFill>
              </a:rPr>
              <a:t> </a:t>
            </a:r>
            <a:r>
              <a:rPr lang="en-US" dirty="0" err="1" smtClean="0">
                <a:solidFill>
                  <a:schemeClr val="tx1"/>
                </a:solidFill>
              </a:rPr>
              <a:t>kebijaksanaan</a:t>
            </a:r>
            <a:r>
              <a:rPr lang="en-US" dirty="0" smtClean="0">
                <a:solidFill>
                  <a:schemeClr val="tx1"/>
                </a:solidFill>
              </a:rPr>
              <a:t> </a:t>
            </a:r>
            <a:r>
              <a:rPr lang="en-US" dirty="0" err="1" smtClean="0">
                <a:solidFill>
                  <a:schemeClr val="tx1"/>
                </a:solidFill>
              </a:rPr>
              <a:t>tertentu</a:t>
            </a:r>
            <a:r>
              <a:rPr lang="en-US" dirty="0" smtClean="0">
                <a:solidFill>
                  <a:schemeClr val="tx1"/>
                </a:solidFill>
              </a:rPr>
              <a:t> </a:t>
            </a:r>
            <a:r>
              <a:rPr lang="en-US" dirty="0" err="1" smtClean="0">
                <a:solidFill>
                  <a:schemeClr val="tx1"/>
                </a:solidFill>
              </a:rPr>
              <a:t>dalam</a:t>
            </a:r>
            <a:r>
              <a:rPr lang="en-US" dirty="0" smtClean="0">
                <a:solidFill>
                  <a:schemeClr val="tx1"/>
                </a:solidFill>
              </a:rPr>
              <a:t> </a:t>
            </a:r>
            <a:r>
              <a:rPr lang="en-US" dirty="0" err="1" smtClean="0">
                <a:solidFill>
                  <a:schemeClr val="tx1"/>
                </a:solidFill>
              </a:rPr>
              <a:t>keadaan</a:t>
            </a:r>
            <a:r>
              <a:rPr lang="en-US" dirty="0" smtClean="0">
                <a:solidFill>
                  <a:schemeClr val="tx1"/>
                </a:solidFill>
              </a:rPr>
              <a:t> </a:t>
            </a:r>
            <a:r>
              <a:rPr lang="en-US" dirty="0" err="1" smtClean="0">
                <a:solidFill>
                  <a:schemeClr val="tx1"/>
                </a:solidFill>
              </a:rPr>
              <a:t>perang</a:t>
            </a:r>
            <a:r>
              <a:rPr lang="en-US" dirty="0" smtClean="0">
                <a:solidFill>
                  <a:schemeClr val="tx1"/>
                </a:solidFill>
              </a:rPr>
              <a:t> </a:t>
            </a:r>
            <a:r>
              <a:rPr lang="en-US" dirty="0" err="1" smtClean="0">
                <a:solidFill>
                  <a:schemeClr val="tx1"/>
                </a:solidFill>
              </a:rPr>
              <a:t>dan</a:t>
            </a:r>
            <a:r>
              <a:rPr lang="en-US" dirty="0" smtClean="0">
                <a:solidFill>
                  <a:schemeClr val="tx1"/>
                </a:solidFill>
              </a:rPr>
              <a:t> </a:t>
            </a:r>
            <a:r>
              <a:rPr lang="en-US" dirty="0" err="1" smtClean="0">
                <a:solidFill>
                  <a:schemeClr val="tx1"/>
                </a:solidFill>
              </a:rPr>
              <a:t>damai</a:t>
            </a:r>
            <a:r>
              <a:rPr lang="en-US" dirty="0" smtClean="0">
                <a:solidFill>
                  <a:schemeClr val="tx1"/>
                </a:solidFill>
              </a:rPr>
              <a:t>.</a:t>
            </a:r>
          </a:p>
          <a:p>
            <a:r>
              <a:rPr lang="en-US" dirty="0" err="1" smtClean="0">
                <a:solidFill>
                  <a:schemeClr val="tx1"/>
                </a:solidFill>
              </a:rPr>
              <a:t>Bangsa</a:t>
            </a:r>
            <a:r>
              <a:rPr lang="en-US" dirty="0" smtClean="0">
                <a:solidFill>
                  <a:schemeClr val="tx1"/>
                </a:solidFill>
              </a:rPr>
              <a:t> Indonesia </a:t>
            </a:r>
            <a:r>
              <a:rPr lang="en-US" dirty="0" err="1" smtClean="0">
                <a:solidFill>
                  <a:schemeClr val="tx1"/>
                </a:solidFill>
              </a:rPr>
              <a:t>memandang</a:t>
            </a:r>
            <a:r>
              <a:rPr lang="en-US" dirty="0" smtClean="0">
                <a:solidFill>
                  <a:schemeClr val="tx1"/>
                </a:solidFill>
              </a:rPr>
              <a:t> </a:t>
            </a:r>
            <a:r>
              <a:rPr lang="en-US" dirty="0" err="1" smtClean="0">
                <a:solidFill>
                  <a:schemeClr val="tx1"/>
                </a:solidFill>
              </a:rPr>
              <a:t>geostrategi</a:t>
            </a:r>
            <a:r>
              <a:rPr lang="en-US" dirty="0" smtClean="0">
                <a:solidFill>
                  <a:schemeClr val="tx1"/>
                </a:solidFill>
              </a:rPr>
              <a:t> </a:t>
            </a:r>
            <a:r>
              <a:rPr lang="en-US" dirty="0" err="1" smtClean="0">
                <a:solidFill>
                  <a:schemeClr val="tx1"/>
                </a:solidFill>
              </a:rPr>
              <a:t>sebagai</a:t>
            </a:r>
            <a:r>
              <a:rPr lang="en-US" dirty="0" smtClean="0">
                <a:solidFill>
                  <a:schemeClr val="tx1"/>
                </a:solidFill>
              </a:rPr>
              <a:t> </a:t>
            </a:r>
            <a:r>
              <a:rPr lang="en-US" dirty="0" err="1" smtClean="0">
                <a:solidFill>
                  <a:schemeClr val="tx1"/>
                </a:solidFill>
              </a:rPr>
              <a:t>strategi</a:t>
            </a:r>
            <a:r>
              <a:rPr lang="en-US" dirty="0" smtClean="0">
                <a:solidFill>
                  <a:schemeClr val="tx1"/>
                </a:solidFill>
              </a:rPr>
              <a:t> </a:t>
            </a:r>
            <a:r>
              <a:rPr lang="en-US" dirty="0" err="1" smtClean="0">
                <a:solidFill>
                  <a:schemeClr val="tx1"/>
                </a:solidFill>
              </a:rPr>
              <a:t>dalam</a:t>
            </a:r>
            <a:r>
              <a:rPr lang="en-US" dirty="0" smtClean="0">
                <a:solidFill>
                  <a:schemeClr val="tx1"/>
                </a:solidFill>
              </a:rPr>
              <a:t> </a:t>
            </a:r>
            <a:r>
              <a:rPr lang="en-US" dirty="0" err="1" smtClean="0">
                <a:solidFill>
                  <a:schemeClr val="tx1"/>
                </a:solidFill>
              </a:rPr>
              <a:t>memanfaatkan</a:t>
            </a:r>
            <a:r>
              <a:rPr lang="en-US" dirty="0" smtClean="0">
                <a:solidFill>
                  <a:schemeClr val="tx1"/>
                </a:solidFill>
              </a:rPr>
              <a:t> </a:t>
            </a:r>
            <a:r>
              <a:rPr lang="en-US" dirty="0" err="1" smtClean="0">
                <a:solidFill>
                  <a:schemeClr val="tx1"/>
                </a:solidFill>
              </a:rPr>
              <a:t>keadaan</a:t>
            </a:r>
            <a:r>
              <a:rPr lang="en-US" dirty="0" smtClean="0">
                <a:solidFill>
                  <a:schemeClr val="tx1"/>
                </a:solidFill>
              </a:rPr>
              <a:t> </a:t>
            </a:r>
            <a:r>
              <a:rPr lang="en-US" dirty="0" err="1" smtClean="0">
                <a:solidFill>
                  <a:schemeClr val="tx1"/>
                </a:solidFill>
              </a:rPr>
              <a:t>atau</a:t>
            </a:r>
            <a:r>
              <a:rPr lang="en-US" dirty="0" smtClean="0">
                <a:solidFill>
                  <a:schemeClr val="tx1"/>
                </a:solidFill>
              </a:rPr>
              <a:t> </a:t>
            </a:r>
            <a:r>
              <a:rPr lang="en-US" dirty="0" err="1" smtClean="0">
                <a:solidFill>
                  <a:schemeClr val="tx1"/>
                </a:solidFill>
              </a:rPr>
              <a:t>konstelasi</a:t>
            </a:r>
            <a:r>
              <a:rPr lang="en-US" dirty="0" smtClean="0">
                <a:solidFill>
                  <a:schemeClr val="tx1"/>
                </a:solidFill>
              </a:rPr>
              <a:t> </a:t>
            </a:r>
            <a:r>
              <a:rPr lang="en-US" dirty="0" err="1" smtClean="0">
                <a:solidFill>
                  <a:schemeClr val="tx1"/>
                </a:solidFill>
              </a:rPr>
              <a:t>geografi</a:t>
            </a:r>
            <a:r>
              <a:rPr lang="en-US" dirty="0" smtClean="0">
                <a:solidFill>
                  <a:schemeClr val="tx1"/>
                </a:solidFill>
              </a:rPr>
              <a:t> </a:t>
            </a:r>
            <a:r>
              <a:rPr lang="en-US" dirty="0" err="1" smtClean="0">
                <a:solidFill>
                  <a:schemeClr val="tx1"/>
                </a:solidFill>
              </a:rPr>
              <a:t>negara</a:t>
            </a:r>
            <a:r>
              <a:rPr lang="en-US" dirty="0" smtClean="0">
                <a:solidFill>
                  <a:schemeClr val="tx1"/>
                </a:solidFill>
              </a:rPr>
              <a:t> Indonesia </a:t>
            </a:r>
            <a:r>
              <a:rPr lang="en-US" dirty="0" err="1" smtClean="0">
                <a:solidFill>
                  <a:schemeClr val="tx1"/>
                </a:solidFill>
              </a:rPr>
              <a:t>untuk</a:t>
            </a:r>
            <a:r>
              <a:rPr lang="en-US" dirty="0" smtClean="0">
                <a:solidFill>
                  <a:schemeClr val="tx1"/>
                </a:solidFill>
              </a:rPr>
              <a:t> </a:t>
            </a:r>
            <a:r>
              <a:rPr lang="en-US" dirty="0" err="1" smtClean="0">
                <a:solidFill>
                  <a:schemeClr val="tx1"/>
                </a:solidFill>
              </a:rPr>
              <a:t>menentukan</a:t>
            </a:r>
            <a:r>
              <a:rPr lang="en-US" dirty="0" smtClean="0">
                <a:solidFill>
                  <a:schemeClr val="tx1"/>
                </a:solidFill>
              </a:rPr>
              <a:t> </a:t>
            </a:r>
            <a:r>
              <a:rPr lang="en-US" dirty="0" err="1" smtClean="0">
                <a:solidFill>
                  <a:schemeClr val="tx1"/>
                </a:solidFill>
              </a:rPr>
              <a:t>kebijakan</a:t>
            </a:r>
            <a:r>
              <a:rPr lang="en-US" dirty="0" smtClean="0">
                <a:solidFill>
                  <a:schemeClr val="tx1"/>
                </a:solidFill>
              </a:rPr>
              <a:t> </a:t>
            </a:r>
            <a:r>
              <a:rPr lang="en-US" dirty="0" err="1" smtClean="0">
                <a:solidFill>
                  <a:schemeClr val="tx1"/>
                </a:solidFill>
              </a:rPr>
              <a:t>tujuan</a:t>
            </a:r>
            <a:r>
              <a:rPr lang="en-US" dirty="0" smtClean="0">
                <a:solidFill>
                  <a:schemeClr val="tx1"/>
                </a:solidFill>
              </a:rPr>
              <a:t>, </a:t>
            </a:r>
            <a:r>
              <a:rPr lang="en-US" dirty="0" err="1" smtClean="0">
                <a:solidFill>
                  <a:schemeClr val="tx1"/>
                </a:solidFill>
              </a:rPr>
              <a:t>dan</a:t>
            </a:r>
            <a:r>
              <a:rPr lang="en-US" dirty="0" smtClean="0">
                <a:solidFill>
                  <a:schemeClr val="tx1"/>
                </a:solidFill>
              </a:rPr>
              <a:t> </a:t>
            </a:r>
            <a:r>
              <a:rPr lang="en-US" dirty="0" err="1" smtClean="0">
                <a:solidFill>
                  <a:schemeClr val="tx1"/>
                </a:solidFill>
              </a:rPr>
              <a:t>sarana-sarana</a:t>
            </a:r>
            <a:r>
              <a:rPr lang="en-US" dirty="0" smtClean="0">
                <a:solidFill>
                  <a:schemeClr val="tx1"/>
                </a:solidFill>
              </a:rPr>
              <a:t> </a:t>
            </a:r>
            <a:r>
              <a:rPr lang="en-US" dirty="0" err="1" smtClean="0">
                <a:solidFill>
                  <a:schemeClr val="tx1"/>
                </a:solidFill>
              </a:rPr>
              <a:t>guna</a:t>
            </a:r>
            <a:r>
              <a:rPr lang="en-US" dirty="0" smtClean="0">
                <a:solidFill>
                  <a:schemeClr val="tx1"/>
                </a:solidFill>
              </a:rPr>
              <a:t> </a:t>
            </a:r>
            <a:r>
              <a:rPr lang="en-US" dirty="0" err="1" smtClean="0">
                <a:solidFill>
                  <a:schemeClr val="tx1"/>
                </a:solidFill>
              </a:rPr>
              <a:t>mewujudkan</a:t>
            </a:r>
            <a:r>
              <a:rPr lang="en-US" dirty="0" smtClean="0">
                <a:solidFill>
                  <a:schemeClr val="tx1"/>
                </a:solidFill>
              </a:rPr>
              <a:t> </a:t>
            </a:r>
            <a:r>
              <a:rPr lang="en-US" dirty="0" err="1" smtClean="0">
                <a:solidFill>
                  <a:schemeClr val="tx1"/>
                </a:solidFill>
              </a:rPr>
              <a:t>cita-cita</a:t>
            </a:r>
            <a:r>
              <a:rPr lang="en-US" dirty="0" smtClean="0">
                <a:solidFill>
                  <a:schemeClr val="tx1"/>
                </a:solidFill>
              </a:rPr>
              <a:t> </a:t>
            </a:r>
            <a:r>
              <a:rPr lang="en-US" dirty="0" err="1" smtClean="0">
                <a:solidFill>
                  <a:schemeClr val="tx1"/>
                </a:solidFill>
              </a:rPr>
              <a:t>proklamasi</a:t>
            </a:r>
            <a:r>
              <a:rPr lang="en-US" dirty="0" smtClean="0">
                <a:solidFill>
                  <a:schemeClr val="tx1"/>
                </a:solidFill>
              </a:rPr>
              <a:t> </a:t>
            </a:r>
            <a:r>
              <a:rPr lang="en-US" dirty="0" err="1" smtClean="0">
                <a:solidFill>
                  <a:schemeClr val="tx1"/>
                </a:solidFill>
              </a:rPr>
              <a:t>dan</a:t>
            </a:r>
            <a:r>
              <a:rPr lang="en-US" dirty="0" smtClean="0">
                <a:solidFill>
                  <a:schemeClr val="tx1"/>
                </a:solidFill>
              </a:rPr>
              <a:t> </a:t>
            </a:r>
            <a:r>
              <a:rPr lang="en-US" dirty="0" err="1" smtClean="0">
                <a:solidFill>
                  <a:schemeClr val="tx1"/>
                </a:solidFill>
              </a:rPr>
              <a:t>tujuan</a:t>
            </a:r>
            <a:r>
              <a:rPr lang="en-US" dirty="0" smtClean="0">
                <a:solidFill>
                  <a:schemeClr val="tx1"/>
                </a:solidFill>
              </a:rPr>
              <a:t> </a:t>
            </a:r>
            <a:r>
              <a:rPr lang="en-US" dirty="0" err="1" smtClean="0">
                <a:solidFill>
                  <a:schemeClr val="tx1"/>
                </a:solidFill>
              </a:rPr>
              <a:t>nasional</a:t>
            </a:r>
            <a:r>
              <a:rPr lang="en-US" dirty="0" smtClean="0">
                <a:solidFill>
                  <a:schemeClr val="tx1"/>
                </a:solidFill>
              </a:rPr>
              <a:t> </a:t>
            </a:r>
            <a:r>
              <a:rPr lang="en-US" dirty="0" err="1" smtClean="0">
                <a:solidFill>
                  <a:schemeClr val="tx1"/>
                </a:solidFill>
              </a:rPr>
              <a:t>bangsa</a:t>
            </a:r>
            <a:r>
              <a:rPr lang="en-US" dirty="0" smtClean="0">
                <a:solidFill>
                  <a:schemeClr val="tx1"/>
                </a:solidFill>
              </a:rPr>
              <a:t> Indonesia.</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Ketahanan</a:t>
            </a:r>
            <a:r>
              <a:rPr lang="en-US" dirty="0" smtClean="0"/>
              <a:t> </a:t>
            </a:r>
            <a:r>
              <a:rPr lang="en-US" dirty="0" err="1" smtClean="0"/>
              <a:t>Nasional</a:t>
            </a:r>
            <a:endParaRPr lang="en-US" dirty="0"/>
          </a:p>
        </p:txBody>
      </p:sp>
      <p:sp>
        <p:nvSpPr>
          <p:cNvPr id="3" name="Content Placeholder 2"/>
          <p:cNvSpPr>
            <a:spLocks noGrp="1"/>
          </p:cNvSpPr>
          <p:nvPr>
            <p:ph idx="1"/>
          </p:nvPr>
        </p:nvSpPr>
        <p:spPr/>
        <p:txBody>
          <a:bodyPr>
            <a:normAutofit/>
          </a:bodyPr>
          <a:lstStyle/>
          <a:p>
            <a:r>
              <a:rPr lang="en-US" dirty="0" err="1" smtClean="0"/>
              <a:t>Kondisi</a:t>
            </a:r>
            <a:r>
              <a:rPr lang="en-US" dirty="0" smtClean="0"/>
              <a:t> </a:t>
            </a:r>
            <a:r>
              <a:rPr lang="en-US" dirty="0" err="1" smtClean="0"/>
              <a:t>dinamis</a:t>
            </a:r>
            <a:r>
              <a:rPr lang="en-US" dirty="0" smtClean="0"/>
              <a:t> </a:t>
            </a:r>
            <a:r>
              <a:rPr lang="en-US" dirty="0" err="1" smtClean="0"/>
              <a:t>satu</a:t>
            </a:r>
            <a:r>
              <a:rPr lang="en-US" dirty="0" smtClean="0"/>
              <a:t> </a:t>
            </a:r>
            <a:r>
              <a:rPr lang="en-US" dirty="0" err="1" smtClean="0"/>
              <a:t>bangsa</a:t>
            </a:r>
            <a:r>
              <a:rPr lang="en-US" dirty="0" smtClean="0"/>
              <a:t> yang </a:t>
            </a:r>
            <a:r>
              <a:rPr lang="en-US" dirty="0" err="1" smtClean="0"/>
              <a:t>berisi</a:t>
            </a:r>
            <a:r>
              <a:rPr lang="en-US" dirty="0" smtClean="0"/>
              <a:t> </a:t>
            </a:r>
            <a:r>
              <a:rPr lang="en-US" dirty="0" err="1" smtClean="0"/>
              <a:t>keuletan</a:t>
            </a:r>
            <a:r>
              <a:rPr lang="en-US" dirty="0" smtClean="0"/>
              <a:t> </a:t>
            </a:r>
            <a:r>
              <a:rPr lang="en-US" dirty="0" err="1" smtClean="0"/>
              <a:t>dan</a:t>
            </a:r>
            <a:r>
              <a:rPr lang="en-US" dirty="0" smtClean="0"/>
              <a:t> </a:t>
            </a:r>
            <a:r>
              <a:rPr lang="en-US" dirty="0" err="1" smtClean="0"/>
              <a:t>ketangguhan</a:t>
            </a:r>
            <a:r>
              <a:rPr lang="en-US" dirty="0" smtClean="0"/>
              <a:t> yang </a:t>
            </a:r>
            <a:r>
              <a:rPr lang="en-US" dirty="0" err="1" smtClean="0"/>
              <a:t>mengandung</a:t>
            </a:r>
            <a:r>
              <a:rPr lang="en-US" dirty="0" smtClean="0"/>
              <a:t> </a:t>
            </a:r>
            <a:r>
              <a:rPr lang="en-US" dirty="0" err="1" smtClean="0"/>
              <a:t>kemampuan</a:t>
            </a:r>
            <a:r>
              <a:rPr lang="en-US" dirty="0" smtClean="0"/>
              <a:t> </a:t>
            </a:r>
            <a:r>
              <a:rPr lang="en-US" dirty="0" err="1" smtClean="0"/>
              <a:t>untuk</a:t>
            </a:r>
            <a:r>
              <a:rPr lang="en-US" dirty="0" smtClean="0"/>
              <a:t> </a:t>
            </a:r>
            <a:r>
              <a:rPr lang="en-US" dirty="0" err="1" smtClean="0"/>
              <a:t>mengembangkan</a:t>
            </a:r>
            <a:r>
              <a:rPr lang="en-US" dirty="0" smtClean="0"/>
              <a:t> </a:t>
            </a:r>
            <a:r>
              <a:rPr lang="en-US" dirty="0" err="1" smtClean="0"/>
              <a:t>kekuatan</a:t>
            </a:r>
            <a:r>
              <a:rPr lang="en-US" dirty="0" smtClean="0"/>
              <a:t> </a:t>
            </a:r>
            <a:r>
              <a:rPr lang="en-US" dirty="0" err="1" smtClean="0"/>
              <a:t>nasional</a:t>
            </a:r>
            <a:r>
              <a:rPr lang="en-US" dirty="0" smtClean="0"/>
              <a:t>, </a:t>
            </a:r>
            <a:r>
              <a:rPr lang="en-US" dirty="0" err="1" smtClean="0"/>
              <a:t>di</a:t>
            </a:r>
            <a:r>
              <a:rPr lang="en-US" dirty="0" smtClean="0"/>
              <a:t> </a:t>
            </a:r>
            <a:r>
              <a:rPr lang="en-US" dirty="0" err="1" smtClean="0"/>
              <a:t>dalam</a:t>
            </a:r>
            <a:r>
              <a:rPr lang="en-US" dirty="0" smtClean="0"/>
              <a:t> </a:t>
            </a:r>
            <a:r>
              <a:rPr lang="en-US" dirty="0" err="1" smtClean="0"/>
              <a:t>menghadapi</a:t>
            </a:r>
            <a:r>
              <a:rPr lang="en-US" dirty="0" smtClean="0"/>
              <a:t> </a:t>
            </a:r>
            <a:r>
              <a:rPr lang="en-US" dirty="0" err="1" smtClean="0"/>
              <a:t>dan</a:t>
            </a:r>
            <a:r>
              <a:rPr lang="en-US" dirty="0" smtClean="0"/>
              <a:t> </a:t>
            </a:r>
            <a:r>
              <a:rPr lang="en-US" dirty="0" err="1" smtClean="0"/>
              <a:t>mengatasi</a:t>
            </a:r>
            <a:r>
              <a:rPr lang="en-US" dirty="0" smtClean="0"/>
              <a:t> </a:t>
            </a:r>
            <a:r>
              <a:rPr lang="en-US" dirty="0" err="1" smtClean="0"/>
              <a:t>segala</a:t>
            </a:r>
            <a:r>
              <a:rPr lang="en-US" dirty="0" smtClean="0"/>
              <a:t> </a:t>
            </a:r>
            <a:r>
              <a:rPr lang="en-US" dirty="0" err="1" smtClean="0"/>
              <a:t>tantangan</a:t>
            </a:r>
            <a:r>
              <a:rPr lang="en-US" dirty="0" smtClean="0"/>
              <a:t>, </a:t>
            </a:r>
            <a:r>
              <a:rPr lang="en-US" dirty="0" err="1" smtClean="0"/>
              <a:t>ancaman</a:t>
            </a:r>
            <a:r>
              <a:rPr lang="en-US" dirty="0" smtClean="0"/>
              <a:t>, </a:t>
            </a:r>
            <a:r>
              <a:rPr lang="en-US" dirty="0" err="1" smtClean="0"/>
              <a:t>hambatan</a:t>
            </a:r>
            <a:r>
              <a:rPr lang="en-US" dirty="0" smtClean="0"/>
              <a:t> </a:t>
            </a:r>
            <a:r>
              <a:rPr lang="en-US" dirty="0" err="1" smtClean="0"/>
              <a:t>dan</a:t>
            </a:r>
            <a:r>
              <a:rPr lang="en-US" dirty="0" smtClean="0"/>
              <a:t> </a:t>
            </a:r>
            <a:r>
              <a:rPr lang="en-US" dirty="0" err="1" smtClean="0"/>
              <a:t>gangguan</a:t>
            </a:r>
            <a:r>
              <a:rPr lang="en-US" dirty="0" smtClean="0"/>
              <a:t>, </a:t>
            </a:r>
            <a:r>
              <a:rPr lang="en-US" dirty="0" err="1" smtClean="0"/>
              <a:t>baik</a:t>
            </a:r>
            <a:r>
              <a:rPr lang="en-US" dirty="0" smtClean="0"/>
              <a:t> yang </a:t>
            </a:r>
            <a:r>
              <a:rPr lang="en-US" dirty="0" err="1" smtClean="0"/>
              <a:t>datang</a:t>
            </a:r>
            <a:r>
              <a:rPr lang="en-US" dirty="0" smtClean="0"/>
              <a:t> </a:t>
            </a:r>
            <a:r>
              <a:rPr lang="en-US" dirty="0" err="1" smtClean="0"/>
              <a:t>dari</a:t>
            </a:r>
            <a:r>
              <a:rPr lang="en-US" dirty="0" smtClean="0"/>
              <a:t> </a:t>
            </a:r>
            <a:r>
              <a:rPr lang="en-US" dirty="0" err="1" smtClean="0"/>
              <a:t>luar</a:t>
            </a:r>
            <a:r>
              <a:rPr lang="en-US" dirty="0" smtClean="0"/>
              <a:t> </a:t>
            </a:r>
            <a:r>
              <a:rPr lang="en-US" dirty="0" err="1" smtClean="0"/>
              <a:t>maupun</a:t>
            </a:r>
            <a:r>
              <a:rPr lang="en-US" dirty="0" smtClean="0"/>
              <a:t> </a:t>
            </a:r>
            <a:r>
              <a:rPr lang="en-US" dirty="0" err="1" smtClean="0"/>
              <a:t>dalam</a:t>
            </a:r>
            <a:r>
              <a:rPr lang="en-US" dirty="0" smtClean="0"/>
              <a:t>, yang </a:t>
            </a:r>
            <a:r>
              <a:rPr lang="en-US" dirty="0" err="1" smtClean="0"/>
              <a:t>langsung</a:t>
            </a:r>
            <a:r>
              <a:rPr lang="en-US" dirty="0" smtClean="0"/>
              <a:t> </a:t>
            </a:r>
            <a:r>
              <a:rPr lang="en-US" dirty="0" err="1" smtClean="0"/>
              <a:t>maupun</a:t>
            </a:r>
            <a:r>
              <a:rPr lang="en-US" dirty="0" smtClean="0"/>
              <a:t> </a:t>
            </a:r>
            <a:r>
              <a:rPr lang="en-US" dirty="0" err="1" smtClean="0"/>
              <a:t>tidak</a:t>
            </a:r>
            <a:r>
              <a:rPr lang="en-US" dirty="0" smtClean="0"/>
              <a:t> </a:t>
            </a:r>
            <a:r>
              <a:rPr lang="en-US" dirty="0" err="1" smtClean="0"/>
              <a:t>langsung</a:t>
            </a:r>
            <a:r>
              <a:rPr lang="en-US" dirty="0" smtClean="0"/>
              <a:t> </a:t>
            </a:r>
            <a:r>
              <a:rPr lang="en-US" dirty="0" err="1" smtClean="0"/>
              <a:t>membahayakan</a:t>
            </a:r>
            <a:r>
              <a:rPr lang="en-US" dirty="0" smtClean="0"/>
              <a:t> </a:t>
            </a:r>
            <a:r>
              <a:rPr lang="en-US" dirty="0" err="1" smtClean="0"/>
              <a:t>identitas</a:t>
            </a:r>
            <a:r>
              <a:rPr lang="en-US" dirty="0" smtClean="0"/>
              <a:t>, </a:t>
            </a:r>
            <a:r>
              <a:rPr lang="en-US" dirty="0" err="1" smtClean="0"/>
              <a:t>integritas</a:t>
            </a:r>
            <a:r>
              <a:rPr lang="en-US" dirty="0" smtClean="0"/>
              <a:t>, </a:t>
            </a:r>
            <a:r>
              <a:rPr lang="en-US" dirty="0" err="1" smtClean="0"/>
              <a:t>kelangsungan</a:t>
            </a:r>
            <a:r>
              <a:rPr lang="en-US" dirty="0" smtClean="0"/>
              <a:t> </a:t>
            </a:r>
            <a:r>
              <a:rPr lang="en-US" dirty="0" err="1" smtClean="0"/>
              <a:t>hidup</a:t>
            </a:r>
            <a:r>
              <a:rPr lang="en-US" dirty="0" smtClean="0"/>
              <a:t>, </a:t>
            </a:r>
            <a:r>
              <a:rPr lang="en-US" dirty="0" err="1" smtClean="0"/>
              <a:t>serta</a:t>
            </a:r>
            <a:r>
              <a:rPr lang="en-US" dirty="0" smtClean="0"/>
              <a:t> </a:t>
            </a:r>
            <a:r>
              <a:rPr lang="en-US" dirty="0" err="1" smtClean="0"/>
              <a:t>perjuangan</a:t>
            </a:r>
            <a:r>
              <a:rPr lang="en-US" dirty="0" smtClean="0"/>
              <a:t> </a:t>
            </a:r>
            <a:r>
              <a:rPr lang="en-US" dirty="0" err="1" smtClean="0"/>
              <a:t>mengejar</a:t>
            </a:r>
            <a:r>
              <a:rPr lang="en-US" dirty="0" smtClean="0"/>
              <a:t> </a:t>
            </a:r>
            <a:r>
              <a:rPr lang="en-US" dirty="0" err="1" smtClean="0"/>
              <a:t>tujuan</a:t>
            </a:r>
            <a:r>
              <a:rPr lang="en-US" dirty="0" smtClean="0"/>
              <a:t> </a:t>
            </a:r>
            <a:r>
              <a:rPr lang="en-US" dirty="0" err="1" smtClean="0"/>
              <a:t>perjuangan</a:t>
            </a:r>
            <a:r>
              <a:rPr lang="en-US" dirty="0" smtClean="0"/>
              <a:t> </a:t>
            </a:r>
            <a:r>
              <a:rPr lang="en-US" dirty="0" err="1" smtClean="0"/>
              <a:t>nasional</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3200" dirty="0" smtClean="0"/>
              <a:t>SKEMA KONSEPSI KETAHANAN NASIONAL</a:t>
            </a:r>
            <a:endParaRPr lang="en-US" sz="3200" dirty="0"/>
          </a:p>
        </p:txBody>
      </p:sp>
      <p:sp>
        <p:nvSpPr>
          <p:cNvPr id="4" name="Oval 3"/>
          <p:cNvSpPr/>
          <p:nvPr/>
        </p:nvSpPr>
        <p:spPr>
          <a:xfrm>
            <a:off x="152400" y="2131874"/>
            <a:ext cx="1981200" cy="18288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600" dirty="0" err="1" smtClean="0"/>
              <a:t>Keuletan</a:t>
            </a:r>
            <a:endParaRPr lang="en-US" sz="1600" dirty="0" smtClean="0"/>
          </a:p>
          <a:p>
            <a:pPr algn="ctr"/>
            <a:r>
              <a:rPr lang="en-US" sz="1600" dirty="0" smtClean="0"/>
              <a:t>&amp;</a:t>
            </a:r>
          </a:p>
          <a:p>
            <a:pPr algn="ctr"/>
            <a:r>
              <a:rPr lang="en-US" sz="1600" dirty="0" err="1" smtClean="0"/>
              <a:t>Ketangguhan</a:t>
            </a:r>
            <a:endParaRPr lang="en-US" sz="1600" dirty="0"/>
          </a:p>
        </p:txBody>
      </p:sp>
      <p:sp>
        <p:nvSpPr>
          <p:cNvPr id="5" name="Right Arrow 4"/>
          <p:cNvSpPr/>
          <p:nvPr/>
        </p:nvSpPr>
        <p:spPr>
          <a:xfrm>
            <a:off x="2209800" y="1827074"/>
            <a:ext cx="1828800" cy="2514600"/>
          </a:xfrm>
          <a:prstGeom prst="rightArrow">
            <a:avLst>
              <a:gd name="adj1" fmla="val 73173"/>
              <a:gd name="adj2" fmla="val 25149"/>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6" name="Oval 5"/>
          <p:cNvSpPr/>
          <p:nvPr/>
        </p:nvSpPr>
        <p:spPr>
          <a:xfrm flipH="1">
            <a:off x="7399283" y="2131874"/>
            <a:ext cx="1668517" cy="18288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err="1" smtClean="0"/>
              <a:t>Lawan</a:t>
            </a:r>
            <a:endParaRPr lang="en-US" dirty="0"/>
          </a:p>
        </p:txBody>
      </p:sp>
      <p:sp>
        <p:nvSpPr>
          <p:cNvPr id="7" name="Right Arrow 6"/>
          <p:cNvSpPr/>
          <p:nvPr/>
        </p:nvSpPr>
        <p:spPr>
          <a:xfrm flipH="1">
            <a:off x="4191000" y="1827074"/>
            <a:ext cx="1981200" cy="2514600"/>
          </a:xfrm>
          <a:prstGeom prst="rightArrow">
            <a:avLst>
              <a:gd name="adj1" fmla="val 73173"/>
              <a:gd name="adj2" fmla="val 2375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 name="TextBox 7"/>
          <p:cNvSpPr txBox="1"/>
          <p:nvPr/>
        </p:nvSpPr>
        <p:spPr>
          <a:xfrm>
            <a:off x="2209800" y="2455545"/>
            <a:ext cx="1828800" cy="1200329"/>
          </a:xfrm>
          <a:prstGeom prst="rect">
            <a:avLst/>
          </a:prstGeom>
          <a:noFill/>
        </p:spPr>
        <p:txBody>
          <a:bodyPr wrap="square" rtlCol="0">
            <a:spAutoFit/>
          </a:bodyPr>
          <a:lstStyle/>
          <a:p>
            <a:r>
              <a:rPr lang="en-US" dirty="0" err="1" smtClean="0">
                <a:solidFill>
                  <a:schemeClr val="bg1"/>
                </a:solidFill>
              </a:rPr>
              <a:t>Kemampuan</a:t>
            </a:r>
            <a:r>
              <a:rPr lang="en-US" dirty="0" smtClean="0">
                <a:solidFill>
                  <a:schemeClr val="bg1"/>
                </a:solidFill>
              </a:rPr>
              <a:t> </a:t>
            </a:r>
            <a:r>
              <a:rPr lang="en-US" dirty="0" err="1" smtClean="0">
                <a:solidFill>
                  <a:schemeClr val="bg1"/>
                </a:solidFill>
              </a:rPr>
              <a:t>mengembangkan</a:t>
            </a:r>
            <a:r>
              <a:rPr lang="en-US" dirty="0" smtClean="0">
                <a:solidFill>
                  <a:schemeClr val="bg1"/>
                </a:solidFill>
              </a:rPr>
              <a:t> </a:t>
            </a:r>
            <a:r>
              <a:rPr lang="en-US" dirty="0" err="1" smtClean="0">
                <a:solidFill>
                  <a:schemeClr val="bg1"/>
                </a:solidFill>
              </a:rPr>
              <a:t>kekuatan</a:t>
            </a:r>
            <a:r>
              <a:rPr lang="en-US" dirty="0" smtClean="0">
                <a:solidFill>
                  <a:schemeClr val="bg1"/>
                </a:solidFill>
              </a:rPr>
              <a:t> </a:t>
            </a:r>
            <a:r>
              <a:rPr lang="en-US" dirty="0" err="1" smtClean="0">
                <a:solidFill>
                  <a:schemeClr val="bg1"/>
                </a:solidFill>
              </a:rPr>
              <a:t>nasional</a:t>
            </a:r>
            <a:endParaRPr lang="en-US" dirty="0">
              <a:solidFill>
                <a:schemeClr val="bg1"/>
              </a:solidFill>
            </a:endParaRPr>
          </a:p>
        </p:txBody>
      </p:sp>
      <p:sp>
        <p:nvSpPr>
          <p:cNvPr id="9" name="TextBox 8"/>
          <p:cNvSpPr txBox="1"/>
          <p:nvPr/>
        </p:nvSpPr>
        <p:spPr>
          <a:xfrm>
            <a:off x="4800600" y="2490181"/>
            <a:ext cx="1295400" cy="1200329"/>
          </a:xfrm>
          <a:prstGeom prst="rect">
            <a:avLst/>
          </a:prstGeom>
          <a:noFill/>
        </p:spPr>
        <p:txBody>
          <a:bodyPr wrap="square" rtlCol="0">
            <a:spAutoFit/>
          </a:bodyPr>
          <a:lstStyle/>
          <a:p>
            <a:r>
              <a:rPr lang="en-US" dirty="0" err="1" smtClean="0">
                <a:solidFill>
                  <a:schemeClr val="bg1"/>
                </a:solidFill>
              </a:rPr>
              <a:t>Ancaman</a:t>
            </a:r>
            <a:endParaRPr lang="en-US" dirty="0" smtClean="0">
              <a:solidFill>
                <a:schemeClr val="bg1"/>
              </a:solidFill>
            </a:endParaRPr>
          </a:p>
          <a:p>
            <a:r>
              <a:rPr lang="en-US" dirty="0" err="1" smtClean="0">
                <a:solidFill>
                  <a:schemeClr val="bg1"/>
                </a:solidFill>
              </a:rPr>
              <a:t>Tantangan</a:t>
            </a:r>
            <a:endParaRPr lang="en-US" dirty="0" smtClean="0">
              <a:solidFill>
                <a:schemeClr val="bg1"/>
              </a:solidFill>
            </a:endParaRPr>
          </a:p>
          <a:p>
            <a:r>
              <a:rPr lang="en-US" dirty="0" err="1" smtClean="0">
                <a:solidFill>
                  <a:schemeClr val="bg1"/>
                </a:solidFill>
              </a:rPr>
              <a:t>Hambatan</a:t>
            </a:r>
            <a:endParaRPr lang="en-US" dirty="0" smtClean="0">
              <a:solidFill>
                <a:schemeClr val="bg1"/>
              </a:solidFill>
            </a:endParaRPr>
          </a:p>
          <a:p>
            <a:r>
              <a:rPr lang="en-US" dirty="0" err="1" smtClean="0">
                <a:solidFill>
                  <a:schemeClr val="bg1"/>
                </a:solidFill>
              </a:rPr>
              <a:t>Gangguan</a:t>
            </a:r>
            <a:endParaRPr lang="en-US" dirty="0">
              <a:solidFill>
                <a:schemeClr val="bg1"/>
              </a:solidFill>
            </a:endParaRPr>
          </a:p>
        </p:txBody>
      </p:sp>
      <p:sp>
        <p:nvSpPr>
          <p:cNvPr id="10" name="TextBox 9"/>
          <p:cNvSpPr txBox="1"/>
          <p:nvPr/>
        </p:nvSpPr>
        <p:spPr>
          <a:xfrm>
            <a:off x="6248400" y="1750874"/>
            <a:ext cx="1066318" cy="369332"/>
          </a:xfrm>
          <a:prstGeom prst="rect">
            <a:avLst/>
          </a:prstGeom>
          <a:noFill/>
        </p:spPr>
        <p:txBody>
          <a:bodyPr wrap="none" rtlCol="0">
            <a:spAutoFit/>
          </a:bodyPr>
          <a:lstStyle/>
          <a:p>
            <a:r>
              <a:rPr lang="en-US" dirty="0" err="1" smtClean="0"/>
              <a:t>Langsung</a:t>
            </a:r>
            <a:endParaRPr lang="en-US" dirty="0"/>
          </a:p>
        </p:txBody>
      </p:sp>
      <p:sp>
        <p:nvSpPr>
          <p:cNvPr id="11" name="TextBox 10"/>
          <p:cNvSpPr txBox="1"/>
          <p:nvPr/>
        </p:nvSpPr>
        <p:spPr>
          <a:xfrm>
            <a:off x="6206861" y="4099220"/>
            <a:ext cx="1620957" cy="369332"/>
          </a:xfrm>
          <a:prstGeom prst="rect">
            <a:avLst/>
          </a:prstGeom>
          <a:noFill/>
        </p:spPr>
        <p:txBody>
          <a:bodyPr wrap="none" rtlCol="0">
            <a:spAutoFit/>
          </a:bodyPr>
          <a:lstStyle/>
          <a:p>
            <a:r>
              <a:rPr lang="en-US" dirty="0" err="1" smtClean="0"/>
              <a:t>Tidak</a:t>
            </a:r>
            <a:r>
              <a:rPr lang="en-US" dirty="0" smtClean="0"/>
              <a:t> </a:t>
            </a:r>
            <a:r>
              <a:rPr lang="en-US" dirty="0" err="1" smtClean="0"/>
              <a:t>Langsung</a:t>
            </a:r>
            <a:endParaRPr lang="en-US" dirty="0"/>
          </a:p>
        </p:txBody>
      </p:sp>
      <p:sp>
        <p:nvSpPr>
          <p:cNvPr id="12" name="TextBox 11"/>
          <p:cNvSpPr txBox="1"/>
          <p:nvPr/>
        </p:nvSpPr>
        <p:spPr>
          <a:xfrm>
            <a:off x="6234546" y="3385710"/>
            <a:ext cx="1034257" cy="369332"/>
          </a:xfrm>
          <a:prstGeom prst="rect">
            <a:avLst/>
          </a:prstGeom>
          <a:noFill/>
        </p:spPr>
        <p:txBody>
          <a:bodyPr wrap="none" rtlCol="0">
            <a:spAutoFit/>
          </a:bodyPr>
          <a:lstStyle/>
          <a:p>
            <a:r>
              <a:rPr lang="en-US" dirty="0" smtClean="0"/>
              <a:t>Dari </a:t>
            </a:r>
            <a:r>
              <a:rPr lang="en-US" dirty="0" err="1" smtClean="0"/>
              <a:t>Luar</a:t>
            </a:r>
            <a:endParaRPr lang="en-US" dirty="0"/>
          </a:p>
        </p:txBody>
      </p:sp>
      <p:sp>
        <p:nvSpPr>
          <p:cNvPr id="13" name="TextBox 12"/>
          <p:cNvSpPr txBox="1"/>
          <p:nvPr/>
        </p:nvSpPr>
        <p:spPr>
          <a:xfrm>
            <a:off x="6248400" y="2512874"/>
            <a:ext cx="1204176" cy="369332"/>
          </a:xfrm>
          <a:prstGeom prst="rect">
            <a:avLst/>
          </a:prstGeom>
          <a:noFill/>
        </p:spPr>
        <p:txBody>
          <a:bodyPr wrap="none" rtlCol="0">
            <a:spAutoFit/>
          </a:bodyPr>
          <a:lstStyle/>
          <a:p>
            <a:r>
              <a:rPr lang="en-US" dirty="0" smtClean="0"/>
              <a:t>Dari </a:t>
            </a:r>
            <a:r>
              <a:rPr lang="en-US" dirty="0" err="1" smtClean="0"/>
              <a:t>dalam</a:t>
            </a:r>
            <a:endParaRPr lang="en-US" dirty="0"/>
          </a:p>
        </p:txBody>
      </p:sp>
      <p:cxnSp>
        <p:nvCxnSpPr>
          <p:cNvPr id="15" name="Straight Connector 14"/>
          <p:cNvCxnSpPr/>
          <p:nvPr/>
        </p:nvCxnSpPr>
        <p:spPr>
          <a:xfrm>
            <a:off x="6324600" y="2208074"/>
            <a:ext cx="91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324600" y="3120886"/>
            <a:ext cx="91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6324600" y="4014504"/>
            <a:ext cx="914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35528" y="1598474"/>
            <a:ext cx="1669688" cy="369332"/>
          </a:xfrm>
          <a:prstGeom prst="rect">
            <a:avLst/>
          </a:prstGeom>
          <a:noFill/>
        </p:spPr>
        <p:txBody>
          <a:bodyPr wrap="none" rtlCol="0">
            <a:spAutoFit/>
          </a:bodyPr>
          <a:lstStyle/>
          <a:p>
            <a:r>
              <a:rPr lang="en-US" dirty="0" err="1" smtClean="0"/>
              <a:t>Kondisi</a:t>
            </a:r>
            <a:r>
              <a:rPr lang="en-US" dirty="0" smtClean="0"/>
              <a:t> </a:t>
            </a:r>
            <a:r>
              <a:rPr lang="en-US" dirty="0" err="1" smtClean="0"/>
              <a:t>Dinamis</a:t>
            </a:r>
            <a:endParaRPr lang="en-US" dirty="0"/>
          </a:p>
        </p:txBody>
      </p:sp>
      <p:sp>
        <p:nvSpPr>
          <p:cNvPr id="23" name="TextBox 22"/>
          <p:cNvSpPr txBox="1"/>
          <p:nvPr/>
        </p:nvSpPr>
        <p:spPr>
          <a:xfrm>
            <a:off x="2667000" y="4417874"/>
            <a:ext cx="2895600" cy="2031325"/>
          </a:xfrm>
          <a:prstGeom prst="rect">
            <a:avLst/>
          </a:prstGeom>
          <a:noFill/>
        </p:spPr>
        <p:txBody>
          <a:bodyPr wrap="square" rtlCol="0">
            <a:spAutoFit/>
          </a:bodyPr>
          <a:lstStyle/>
          <a:p>
            <a:pPr algn="ctr"/>
            <a:r>
              <a:rPr lang="en-US" dirty="0" err="1" smtClean="0"/>
              <a:t>Membahayakan</a:t>
            </a:r>
            <a:endParaRPr lang="en-US" dirty="0" smtClean="0"/>
          </a:p>
          <a:p>
            <a:pPr marL="342900" indent="-342900" algn="ctr">
              <a:buFont typeface="+mj-lt"/>
              <a:buAutoNum type="arabicPeriod"/>
            </a:pPr>
            <a:r>
              <a:rPr lang="en-US" dirty="0" err="1" smtClean="0"/>
              <a:t>Integritas</a:t>
            </a:r>
            <a:endParaRPr lang="en-US" dirty="0" smtClean="0"/>
          </a:p>
          <a:p>
            <a:pPr marL="342900" indent="-342900" algn="ctr">
              <a:buFont typeface="+mj-lt"/>
              <a:buAutoNum type="arabicPeriod"/>
            </a:pPr>
            <a:r>
              <a:rPr lang="en-US" dirty="0" err="1" smtClean="0"/>
              <a:t>Identitas</a:t>
            </a:r>
            <a:endParaRPr lang="en-US" dirty="0" smtClean="0"/>
          </a:p>
          <a:p>
            <a:pPr marL="342900" indent="-342900" algn="ctr">
              <a:buFont typeface="+mj-lt"/>
              <a:buAutoNum type="arabicPeriod"/>
            </a:pPr>
            <a:r>
              <a:rPr lang="en-US" dirty="0" err="1" smtClean="0"/>
              <a:t>Kelangsungan</a:t>
            </a:r>
            <a:r>
              <a:rPr lang="en-US" dirty="0" smtClean="0"/>
              <a:t> </a:t>
            </a:r>
            <a:r>
              <a:rPr lang="en-US" dirty="0" err="1" smtClean="0"/>
              <a:t>hidup</a:t>
            </a:r>
            <a:endParaRPr lang="en-US" dirty="0" smtClean="0"/>
          </a:p>
          <a:p>
            <a:pPr marL="342900" indent="-342900" algn="ctr">
              <a:buFont typeface="+mj-lt"/>
              <a:buAutoNum type="arabicPeriod"/>
            </a:pPr>
            <a:r>
              <a:rPr lang="en-US" dirty="0" err="1" smtClean="0"/>
              <a:t>Perjuangan</a:t>
            </a:r>
            <a:r>
              <a:rPr lang="en-US" dirty="0" smtClean="0"/>
              <a:t> </a:t>
            </a:r>
            <a:r>
              <a:rPr lang="en-US" dirty="0" err="1" smtClean="0"/>
              <a:t>dalam</a:t>
            </a:r>
            <a:r>
              <a:rPr lang="en-US" dirty="0" smtClean="0"/>
              <a:t> </a:t>
            </a:r>
            <a:r>
              <a:rPr lang="en-US" dirty="0" err="1" smtClean="0"/>
              <a:t>mengejar</a:t>
            </a:r>
            <a:r>
              <a:rPr lang="en-US" dirty="0" smtClean="0"/>
              <a:t> </a:t>
            </a:r>
            <a:r>
              <a:rPr lang="en-US" dirty="0" err="1" smtClean="0"/>
              <a:t>tercapainya</a:t>
            </a:r>
            <a:r>
              <a:rPr lang="en-US" dirty="0" smtClean="0"/>
              <a:t> </a:t>
            </a:r>
            <a:r>
              <a:rPr lang="en-US" dirty="0" err="1" smtClean="0"/>
              <a:t>tujuan</a:t>
            </a:r>
            <a:endParaRPr lang="en-US" dirty="0"/>
          </a:p>
        </p:txBody>
      </p:sp>
      <p:sp>
        <p:nvSpPr>
          <p:cNvPr id="28" name="Down Arrow 27"/>
          <p:cNvSpPr/>
          <p:nvPr/>
        </p:nvSpPr>
        <p:spPr>
          <a:xfrm>
            <a:off x="3837432" y="3859630"/>
            <a:ext cx="582168" cy="559970"/>
          </a:xfrm>
          <a:prstGeom prst="down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ASTAGATRA</a:t>
            </a:r>
            <a:endParaRPr lang="en-US" dirty="0"/>
          </a:p>
        </p:txBody>
      </p:sp>
      <p:sp>
        <p:nvSpPr>
          <p:cNvPr id="3" name="Content Placeholder 2"/>
          <p:cNvSpPr>
            <a:spLocks noGrp="1"/>
          </p:cNvSpPr>
          <p:nvPr>
            <p:ph idx="1"/>
          </p:nvPr>
        </p:nvSpPr>
        <p:spPr/>
        <p:txBody>
          <a:bodyPr/>
          <a:lstStyle/>
          <a:p>
            <a:endParaRPr lang="en-US" dirty="0" smtClean="0"/>
          </a:p>
          <a:p>
            <a:endParaRPr lang="en-US" dirty="0"/>
          </a:p>
        </p:txBody>
      </p:sp>
      <p:graphicFrame>
        <p:nvGraphicFramePr>
          <p:cNvPr id="5" name="Diagram 4"/>
          <p:cNvGraphicFramePr/>
          <p:nvPr>
            <p:extLst>
              <p:ext uri="{D42A27DB-BD31-4B8C-83A1-F6EECF244321}">
                <p14:modId xmlns:p14="http://schemas.microsoft.com/office/powerpoint/2010/main" val="3189277457"/>
              </p:ext>
            </p:extLst>
          </p:nvPr>
        </p:nvGraphicFramePr>
        <p:xfrm>
          <a:off x="457200" y="1676400"/>
          <a:ext cx="8229600" cy="4724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HAKIKAT DAN KONSEPSI</a:t>
            </a:r>
            <a:endParaRPr lang="en-US" dirty="0"/>
          </a:p>
        </p:txBody>
      </p:sp>
      <p:graphicFrame>
        <p:nvGraphicFramePr>
          <p:cNvPr id="3" name="Diagram 2"/>
          <p:cNvGraphicFramePr/>
          <p:nvPr>
            <p:extLst>
              <p:ext uri="{D42A27DB-BD31-4B8C-83A1-F6EECF244321}">
                <p14:modId xmlns:p14="http://schemas.microsoft.com/office/powerpoint/2010/main" val="2488086895"/>
              </p:ext>
            </p:extLst>
          </p:nvPr>
        </p:nvGraphicFramePr>
        <p:xfrm>
          <a:off x="990600" y="1397000"/>
          <a:ext cx="7239000" cy="477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12884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057400" y="685800"/>
            <a:ext cx="18288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TANNAS</a:t>
            </a:r>
            <a:endParaRPr lang="en-US" dirty="0">
              <a:solidFill>
                <a:schemeClr val="bg1"/>
              </a:solidFill>
            </a:endParaRPr>
          </a:p>
        </p:txBody>
      </p:sp>
      <p:cxnSp>
        <p:nvCxnSpPr>
          <p:cNvPr id="6" name="Straight Connector 5"/>
          <p:cNvCxnSpPr/>
          <p:nvPr/>
        </p:nvCxnSpPr>
        <p:spPr>
          <a:xfrm>
            <a:off x="2971800" y="1619250"/>
            <a:ext cx="0" cy="2857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828800" y="1934029"/>
            <a:ext cx="2590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1447800" y="2315029"/>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4039394" y="2314235"/>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Rounded Rectangle 16"/>
          <p:cNvSpPr/>
          <p:nvPr/>
        </p:nvSpPr>
        <p:spPr>
          <a:xfrm>
            <a:off x="685800" y="2696029"/>
            <a:ext cx="1676400" cy="990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S</a:t>
            </a:r>
            <a:r>
              <a:rPr lang="id-ID" dirty="0" smtClean="0">
                <a:solidFill>
                  <a:schemeClr val="bg1"/>
                </a:solidFill>
              </a:rPr>
              <a:t>EBA</a:t>
            </a:r>
            <a:r>
              <a:rPr lang="en-US" dirty="0" smtClean="0">
                <a:solidFill>
                  <a:schemeClr val="bg1"/>
                </a:solidFill>
              </a:rPr>
              <a:t>G</a:t>
            </a:r>
            <a:r>
              <a:rPr lang="id-ID" dirty="0" smtClean="0">
                <a:solidFill>
                  <a:schemeClr val="bg1"/>
                </a:solidFill>
              </a:rPr>
              <a:t>AI</a:t>
            </a:r>
            <a:r>
              <a:rPr lang="en-US" dirty="0" smtClean="0">
                <a:solidFill>
                  <a:schemeClr val="bg1"/>
                </a:solidFill>
              </a:rPr>
              <a:t> KONSEPSI</a:t>
            </a:r>
            <a:endParaRPr lang="en-US" dirty="0">
              <a:solidFill>
                <a:schemeClr val="bg1"/>
              </a:solidFill>
            </a:endParaRPr>
          </a:p>
        </p:txBody>
      </p:sp>
      <p:sp>
        <p:nvSpPr>
          <p:cNvPr id="18" name="Rounded Rectangle 17"/>
          <p:cNvSpPr/>
          <p:nvPr/>
        </p:nvSpPr>
        <p:spPr>
          <a:xfrm>
            <a:off x="3618706" y="2696029"/>
            <a:ext cx="1410494" cy="990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S</a:t>
            </a:r>
            <a:r>
              <a:rPr lang="id-ID" dirty="0" smtClean="0">
                <a:solidFill>
                  <a:schemeClr val="bg1"/>
                </a:solidFill>
              </a:rPr>
              <a:t>EBAGAI</a:t>
            </a:r>
            <a:r>
              <a:rPr lang="en-US" dirty="0" smtClean="0">
                <a:solidFill>
                  <a:schemeClr val="bg1"/>
                </a:solidFill>
              </a:rPr>
              <a:t> KONDISI</a:t>
            </a:r>
            <a:endParaRPr lang="en-US" dirty="0">
              <a:solidFill>
                <a:schemeClr val="bg1"/>
              </a:solidFill>
            </a:endParaRPr>
          </a:p>
        </p:txBody>
      </p:sp>
      <p:cxnSp>
        <p:nvCxnSpPr>
          <p:cNvPr id="20" name="Straight Arrow Connector 19"/>
          <p:cNvCxnSpPr/>
          <p:nvPr/>
        </p:nvCxnSpPr>
        <p:spPr>
          <a:xfrm>
            <a:off x="5029200" y="3198812"/>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5410200" y="2286001"/>
            <a:ext cx="3581400" cy="18287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INPUT</a:t>
            </a:r>
          </a:p>
          <a:p>
            <a:pPr algn="ctr"/>
            <a:r>
              <a:rPr lang="en-US" dirty="0" err="1" smtClean="0">
                <a:solidFill>
                  <a:schemeClr val="bg1"/>
                </a:solidFill>
              </a:rPr>
              <a:t>Penilaianm</a:t>
            </a:r>
            <a:r>
              <a:rPr lang="en-US" dirty="0" smtClean="0">
                <a:solidFill>
                  <a:schemeClr val="bg1"/>
                </a:solidFill>
              </a:rPr>
              <a:t> </a:t>
            </a:r>
            <a:r>
              <a:rPr lang="en-US" dirty="0" err="1" smtClean="0">
                <a:solidFill>
                  <a:schemeClr val="bg1"/>
                </a:solidFill>
              </a:rPr>
              <a:t>keadaan</a:t>
            </a:r>
            <a:r>
              <a:rPr lang="en-US" dirty="0" smtClean="0">
                <a:solidFill>
                  <a:schemeClr val="bg1"/>
                </a:solidFill>
              </a:rPr>
              <a:t> </a:t>
            </a:r>
            <a:r>
              <a:rPr lang="en-US" dirty="0" err="1" smtClean="0">
                <a:solidFill>
                  <a:schemeClr val="bg1"/>
                </a:solidFill>
              </a:rPr>
              <a:t>ttg</a:t>
            </a:r>
            <a:r>
              <a:rPr lang="en-US" dirty="0" smtClean="0">
                <a:solidFill>
                  <a:schemeClr val="bg1"/>
                </a:solidFill>
              </a:rPr>
              <a:t> </a:t>
            </a:r>
            <a:r>
              <a:rPr lang="en-US" dirty="0" err="1" smtClean="0">
                <a:solidFill>
                  <a:schemeClr val="bg1"/>
                </a:solidFill>
              </a:rPr>
              <a:t>ketangguhan</a:t>
            </a:r>
            <a:r>
              <a:rPr lang="en-US" dirty="0" smtClean="0">
                <a:solidFill>
                  <a:schemeClr val="bg1"/>
                </a:solidFill>
              </a:rPr>
              <a:t> </a:t>
            </a:r>
            <a:r>
              <a:rPr lang="en-US" dirty="0" err="1" smtClean="0">
                <a:solidFill>
                  <a:schemeClr val="bg1"/>
                </a:solidFill>
              </a:rPr>
              <a:t>dan</a:t>
            </a:r>
            <a:r>
              <a:rPr lang="en-US" dirty="0" smtClean="0">
                <a:solidFill>
                  <a:schemeClr val="bg1"/>
                </a:solidFill>
              </a:rPr>
              <a:t> </a:t>
            </a:r>
            <a:r>
              <a:rPr lang="en-US" dirty="0" err="1" smtClean="0">
                <a:solidFill>
                  <a:schemeClr val="bg1"/>
                </a:solidFill>
              </a:rPr>
              <a:t>kelemahan</a:t>
            </a:r>
            <a:r>
              <a:rPr lang="en-US" dirty="0" smtClean="0">
                <a:solidFill>
                  <a:schemeClr val="bg1"/>
                </a:solidFill>
              </a:rPr>
              <a:t> </a:t>
            </a:r>
            <a:r>
              <a:rPr lang="en-US" dirty="0" err="1" smtClean="0">
                <a:solidFill>
                  <a:schemeClr val="bg1"/>
                </a:solidFill>
              </a:rPr>
              <a:t>dlm</a:t>
            </a:r>
            <a:r>
              <a:rPr lang="en-US" dirty="0" smtClean="0">
                <a:solidFill>
                  <a:schemeClr val="bg1"/>
                </a:solidFill>
              </a:rPr>
              <a:t> </a:t>
            </a:r>
            <a:r>
              <a:rPr lang="en-US" dirty="0" err="1" smtClean="0">
                <a:solidFill>
                  <a:schemeClr val="bg1"/>
                </a:solidFill>
              </a:rPr>
              <a:t>segenap</a:t>
            </a:r>
            <a:r>
              <a:rPr lang="en-US" dirty="0" smtClean="0">
                <a:solidFill>
                  <a:schemeClr val="bg1"/>
                </a:solidFill>
              </a:rPr>
              <a:t> </a:t>
            </a:r>
            <a:r>
              <a:rPr lang="en-US" dirty="0" err="1" smtClean="0">
                <a:solidFill>
                  <a:schemeClr val="bg1"/>
                </a:solidFill>
              </a:rPr>
              <a:t>aspek</a:t>
            </a:r>
            <a:r>
              <a:rPr lang="en-US" dirty="0" smtClean="0">
                <a:solidFill>
                  <a:schemeClr val="bg1"/>
                </a:solidFill>
              </a:rPr>
              <a:t> </a:t>
            </a:r>
            <a:r>
              <a:rPr lang="en-US" dirty="0" err="1" smtClean="0">
                <a:solidFill>
                  <a:schemeClr val="bg1"/>
                </a:solidFill>
              </a:rPr>
              <a:t>kehidpn</a:t>
            </a:r>
            <a:r>
              <a:rPr lang="en-US" dirty="0" smtClean="0">
                <a:solidFill>
                  <a:schemeClr val="bg1"/>
                </a:solidFill>
              </a:rPr>
              <a:t> </a:t>
            </a:r>
            <a:r>
              <a:rPr lang="en-US" dirty="0" err="1" smtClean="0">
                <a:solidFill>
                  <a:schemeClr val="bg1"/>
                </a:solidFill>
              </a:rPr>
              <a:t>nasional</a:t>
            </a:r>
            <a:r>
              <a:rPr lang="en-US" dirty="0" smtClean="0">
                <a:solidFill>
                  <a:schemeClr val="bg1"/>
                </a:solidFill>
              </a:rPr>
              <a:t> </a:t>
            </a:r>
            <a:r>
              <a:rPr lang="en-US" dirty="0" err="1" smtClean="0">
                <a:solidFill>
                  <a:schemeClr val="bg1"/>
                </a:solidFill>
              </a:rPr>
              <a:t>yg</a:t>
            </a:r>
            <a:r>
              <a:rPr lang="en-US" dirty="0" smtClean="0">
                <a:solidFill>
                  <a:schemeClr val="bg1"/>
                </a:solidFill>
              </a:rPr>
              <a:t> </a:t>
            </a:r>
            <a:r>
              <a:rPr lang="en-US" dirty="0" err="1" smtClean="0">
                <a:solidFill>
                  <a:schemeClr val="bg1"/>
                </a:solidFill>
              </a:rPr>
              <a:t>dijadikan</a:t>
            </a:r>
            <a:r>
              <a:rPr lang="en-US" dirty="0" smtClean="0">
                <a:solidFill>
                  <a:schemeClr val="bg1"/>
                </a:solidFill>
              </a:rPr>
              <a:t> modal </a:t>
            </a:r>
            <a:r>
              <a:rPr lang="en-US" dirty="0" err="1" smtClean="0">
                <a:solidFill>
                  <a:schemeClr val="bg1"/>
                </a:solidFill>
              </a:rPr>
              <a:t>menyusun</a:t>
            </a:r>
            <a:r>
              <a:rPr lang="en-US" dirty="0" smtClean="0">
                <a:solidFill>
                  <a:schemeClr val="bg1"/>
                </a:solidFill>
              </a:rPr>
              <a:t> </a:t>
            </a:r>
            <a:r>
              <a:rPr lang="en-US" dirty="0" err="1" smtClean="0">
                <a:solidFill>
                  <a:schemeClr val="bg1"/>
                </a:solidFill>
              </a:rPr>
              <a:t>konsepsi</a:t>
            </a:r>
            <a:r>
              <a:rPr lang="en-US" dirty="0" smtClean="0">
                <a:solidFill>
                  <a:schemeClr val="bg1"/>
                </a:solidFill>
              </a:rPr>
              <a:t> TANNAS</a:t>
            </a:r>
            <a:endParaRPr lang="en-US" dirty="0">
              <a:solidFill>
                <a:schemeClr val="bg1"/>
              </a:solidFill>
            </a:endParaRPr>
          </a:p>
        </p:txBody>
      </p:sp>
      <p:cxnSp>
        <p:nvCxnSpPr>
          <p:cNvPr id="22" name="Straight Arrow Connector 21"/>
          <p:cNvCxnSpPr/>
          <p:nvPr/>
        </p:nvCxnSpPr>
        <p:spPr>
          <a:xfrm>
            <a:off x="4421188" y="3657600"/>
            <a:ext cx="0" cy="79102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Rounded Rectangle 24"/>
          <p:cNvSpPr/>
          <p:nvPr/>
        </p:nvSpPr>
        <p:spPr>
          <a:xfrm>
            <a:off x="3733800" y="4448629"/>
            <a:ext cx="4114800" cy="119017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OUT PUT</a:t>
            </a:r>
          </a:p>
          <a:p>
            <a:pPr algn="ctr"/>
            <a:r>
              <a:rPr lang="en-US" dirty="0" err="1" smtClean="0">
                <a:solidFill>
                  <a:schemeClr val="bg1"/>
                </a:solidFill>
              </a:rPr>
              <a:t>Segenap</a:t>
            </a:r>
            <a:r>
              <a:rPr lang="en-US" dirty="0" smtClean="0">
                <a:solidFill>
                  <a:schemeClr val="bg1"/>
                </a:solidFill>
              </a:rPr>
              <a:t> </a:t>
            </a:r>
            <a:r>
              <a:rPr lang="en-US" dirty="0" err="1" smtClean="0">
                <a:solidFill>
                  <a:schemeClr val="bg1"/>
                </a:solidFill>
              </a:rPr>
              <a:t>upaya</a:t>
            </a:r>
            <a:r>
              <a:rPr lang="en-US" dirty="0" smtClean="0">
                <a:solidFill>
                  <a:schemeClr val="bg1"/>
                </a:solidFill>
              </a:rPr>
              <a:t> </a:t>
            </a:r>
            <a:r>
              <a:rPr lang="en-US" dirty="0" err="1" smtClean="0">
                <a:solidFill>
                  <a:schemeClr val="bg1"/>
                </a:solidFill>
              </a:rPr>
              <a:t>nasional</a:t>
            </a:r>
            <a:r>
              <a:rPr lang="en-US" dirty="0" smtClean="0">
                <a:solidFill>
                  <a:schemeClr val="bg1"/>
                </a:solidFill>
              </a:rPr>
              <a:t> </a:t>
            </a:r>
            <a:r>
              <a:rPr lang="en-US" dirty="0" err="1" smtClean="0">
                <a:solidFill>
                  <a:schemeClr val="bg1"/>
                </a:solidFill>
              </a:rPr>
              <a:t>pada</a:t>
            </a:r>
            <a:r>
              <a:rPr lang="en-US" dirty="0" smtClean="0">
                <a:solidFill>
                  <a:schemeClr val="bg1"/>
                </a:solidFill>
              </a:rPr>
              <a:t> </a:t>
            </a:r>
            <a:r>
              <a:rPr lang="en-US" dirty="0" err="1" smtClean="0">
                <a:solidFill>
                  <a:schemeClr val="bg1"/>
                </a:solidFill>
              </a:rPr>
              <a:t>saat</a:t>
            </a:r>
            <a:r>
              <a:rPr lang="en-US" dirty="0" smtClean="0">
                <a:solidFill>
                  <a:schemeClr val="bg1"/>
                </a:solidFill>
              </a:rPr>
              <a:t>  </a:t>
            </a:r>
            <a:r>
              <a:rPr lang="en-US" dirty="0" err="1" smtClean="0">
                <a:solidFill>
                  <a:schemeClr val="bg1"/>
                </a:solidFill>
              </a:rPr>
              <a:t>tertentu</a:t>
            </a:r>
            <a:r>
              <a:rPr lang="en-US" dirty="0" smtClean="0">
                <a:solidFill>
                  <a:schemeClr val="bg1"/>
                </a:solidFill>
              </a:rPr>
              <a:t> </a:t>
            </a:r>
            <a:r>
              <a:rPr lang="en-US" dirty="0" err="1" smtClean="0">
                <a:solidFill>
                  <a:schemeClr val="bg1"/>
                </a:solidFill>
              </a:rPr>
              <a:t>dlm</a:t>
            </a:r>
            <a:r>
              <a:rPr lang="en-US" dirty="0" smtClean="0">
                <a:solidFill>
                  <a:schemeClr val="bg1"/>
                </a:solidFill>
              </a:rPr>
              <a:t> </a:t>
            </a:r>
            <a:r>
              <a:rPr lang="en-US" dirty="0" err="1" smtClean="0">
                <a:solidFill>
                  <a:schemeClr val="bg1"/>
                </a:solidFill>
              </a:rPr>
              <a:t>rangka</a:t>
            </a:r>
            <a:r>
              <a:rPr lang="en-US" dirty="0" smtClean="0">
                <a:solidFill>
                  <a:schemeClr val="bg1"/>
                </a:solidFill>
              </a:rPr>
              <a:t> </a:t>
            </a:r>
            <a:r>
              <a:rPr lang="en-US" dirty="0" err="1" smtClean="0">
                <a:solidFill>
                  <a:schemeClr val="bg1"/>
                </a:solidFill>
              </a:rPr>
              <a:t>mencapai</a:t>
            </a:r>
            <a:r>
              <a:rPr lang="en-US" dirty="0" smtClean="0">
                <a:solidFill>
                  <a:schemeClr val="tx1"/>
                </a:solidFill>
              </a:rPr>
              <a:t> </a:t>
            </a:r>
            <a:r>
              <a:rPr lang="en-US" dirty="0" err="1" smtClean="0">
                <a:solidFill>
                  <a:schemeClr val="bg1"/>
                </a:solidFill>
              </a:rPr>
              <a:t>Tujuan</a:t>
            </a:r>
            <a:r>
              <a:rPr lang="en-US" dirty="0" smtClean="0">
                <a:solidFill>
                  <a:schemeClr val="bg1"/>
                </a:solidFill>
              </a:rPr>
              <a:t> </a:t>
            </a:r>
            <a:r>
              <a:rPr lang="en-US" dirty="0" err="1" smtClean="0">
                <a:solidFill>
                  <a:schemeClr val="bg1"/>
                </a:solidFill>
              </a:rPr>
              <a:t>Nasional</a:t>
            </a:r>
            <a:endParaRPr lang="en-US" dirty="0">
              <a:solidFill>
                <a:schemeClr val="bg1"/>
              </a:solidFill>
            </a:endParaRPr>
          </a:p>
        </p:txBody>
      </p:sp>
      <p:cxnSp>
        <p:nvCxnSpPr>
          <p:cNvPr id="26" name="Straight Arrow Connector 25"/>
          <p:cNvCxnSpPr/>
          <p:nvPr/>
        </p:nvCxnSpPr>
        <p:spPr>
          <a:xfrm rot="5400000">
            <a:off x="1181894" y="3876335"/>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Rounded Rectangle 30"/>
          <p:cNvSpPr/>
          <p:nvPr/>
        </p:nvSpPr>
        <p:spPr>
          <a:xfrm>
            <a:off x="37306" y="4129314"/>
            <a:ext cx="3581400" cy="18142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dirty="0" err="1" smtClean="0">
                <a:solidFill>
                  <a:schemeClr val="bg1"/>
                </a:solidFill>
              </a:rPr>
              <a:t>Pisau</a:t>
            </a:r>
            <a:r>
              <a:rPr lang="en-US" dirty="0" smtClean="0">
                <a:solidFill>
                  <a:schemeClr val="bg1"/>
                </a:solidFill>
              </a:rPr>
              <a:t> </a:t>
            </a:r>
            <a:r>
              <a:rPr lang="en-US" dirty="0" err="1" smtClean="0">
                <a:solidFill>
                  <a:schemeClr val="bg1"/>
                </a:solidFill>
              </a:rPr>
              <a:t>analisa</a:t>
            </a:r>
            <a:r>
              <a:rPr lang="en-US" dirty="0" smtClean="0">
                <a:solidFill>
                  <a:schemeClr val="bg1"/>
                </a:solidFill>
              </a:rPr>
              <a:t> dal</a:t>
            </a:r>
            <a:r>
              <a:rPr lang="id-ID" dirty="0" smtClean="0">
                <a:solidFill>
                  <a:schemeClr val="bg1"/>
                </a:solidFill>
              </a:rPr>
              <a:t>a</a:t>
            </a:r>
            <a:r>
              <a:rPr lang="en-US" dirty="0" smtClean="0">
                <a:solidFill>
                  <a:schemeClr val="bg1"/>
                </a:solidFill>
              </a:rPr>
              <a:t>m problem solving </a:t>
            </a:r>
            <a:r>
              <a:rPr lang="en-US" dirty="0" err="1" smtClean="0">
                <a:solidFill>
                  <a:schemeClr val="bg1"/>
                </a:solidFill>
              </a:rPr>
              <a:t>nas</a:t>
            </a:r>
            <a:r>
              <a:rPr lang="id-ID" dirty="0" smtClean="0">
                <a:solidFill>
                  <a:schemeClr val="bg1"/>
                </a:solidFill>
              </a:rPr>
              <a:t>ional </a:t>
            </a:r>
            <a:r>
              <a:rPr lang="en-US" dirty="0" err="1" smtClean="0">
                <a:solidFill>
                  <a:schemeClr val="bg1"/>
                </a:solidFill>
              </a:rPr>
              <a:t>melalui</a:t>
            </a:r>
            <a:r>
              <a:rPr lang="en-US" dirty="0" smtClean="0">
                <a:solidFill>
                  <a:schemeClr val="bg1"/>
                </a:solidFill>
              </a:rPr>
              <a:t> </a:t>
            </a:r>
            <a:r>
              <a:rPr lang="en-US" dirty="0" err="1" smtClean="0">
                <a:solidFill>
                  <a:schemeClr val="bg1"/>
                </a:solidFill>
              </a:rPr>
              <a:t>pendekatan</a:t>
            </a:r>
            <a:r>
              <a:rPr lang="en-US" dirty="0" smtClean="0">
                <a:solidFill>
                  <a:schemeClr val="bg1"/>
                </a:solidFill>
              </a:rPr>
              <a:t> </a:t>
            </a:r>
            <a:r>
              <a:rPr lang="en-US" dirty="0" err="1" smtClean="0">
                <a:solidFill>
                  <a:schemeClr val="bg1"/>
                </a:solidFill>
              </a:rPr>
              <a:t>aspek</a:t>
            </a:r>
            <a:r>
              <a:rPr lang="en-US" dirty="0" smtClean="0">
                <a:solidFill>
                  <a:schemeClr val="bg1"/>
                </a:solidFill>
              </a:rPr>
              <a:t> </a:t>
            </a:r>
            <a:r>
              <a:rPr lang="en-US" dirty="0" err="1" smtClean="0">
                <a:solidFill>
                  <a:schemeClr val="bg1"/>
                </a:solidFill>
              </a:rPr>
              <a:t>alamiah</a:t>
            </a:r>
            <a:r>
              <a:rPr lang="en-US" dirty="0" smtClean="0">
                <a:solidFill>
                  <a:schemeClr val="bg1"/>
                </a:solidFill>
              </a:rPr>
              <a:t> </a:t>
            </a:r>
            <a:r>
              <a:rPr lang="en-US" dirty="0" err="1" smtClean="0">
                <a:solidFill>
                  <a:schemeClr val="bg1"/>
                </a:solidFill>
              </a:rPr>
              <a:t>dan</a:t>
            </a:r>
            <a:r>
              <a:rPr lang="en-US" dirty="0" smtClean="0">
                <a:solidFill>
                  <a:schemeClr val="bg1"/>
                </a:solidFill>
              </a:rPr>
              <a:t> </a:t>
            </a:r>
            <a:r>
              <a:rPr lang="en-US" dirty="0" err="1" smtClean="0">
                <a:solidFill>
                  <a:schemeClr val="bg1"/>
                </a:solidFill>
              </a:rPr>
              <a:t>sosial</a:t>
            </a:r>
            <a:endParaRPr lang="en-US" dirty="0" smtClean="0">
              <a:solidFill>
                <a:schemeClr val="bg1"/>
              </a:solidFill>
            </a:endParaRPr>
          </a:p>
          <a:p>
            <a:pPr marL="342900" indent="-342900">
              <a:buAutoNum type="arabicPeriod"/>
            </a:pPr>
            <a:r>
              <a:rPr lang="en-US" dirty="0" err="1" smtClean="0">
                <a:solidFill>
                  <a:schemeClr val="bg1"/>
                </a:solidFill>
              </a:rPr>
              <a:t>Peningkatan</a:t>
            </a:r>
            <a:r>
              <a:rPr lang="en-US" dirty="0" smtClean="0">
                <a:solidFill>
                  <a:schemeClr val="bg1"/>
                </a:solidFill>
              </a:rPr>
              <a:t> TANNAS</a:t>
            </a:r>
          </a:p>
          <a:p>
            <a:pPr marL="342900" indent="-342900">
              <a:buAutoNum type="arabicPeriod"/>
            </a:pPr>
            <a:r>
              <a:rPr lang="en-US" dirty="0" err="1" smtClean="0">
                <a:solidFill>
                  <a:schemeClr val="bg1"/>
                </a:solidFill>
              </a:rPr>
              <a:t>Indikator</a:t>
            </a:r>
            <a:r>
              <a:rPr lang="en-US" dirty="0" smtClean="0">
                <a:solidFill>
                  <a:schemeClr val="bg1"/>
                </a:solidFill>
              </a:rPr>
              <a:t> </a:t>
            </a:r>
            <a:r>
              <a:rPr lang="en-US" dirty="0" err="1" smtClean="0">
                <a:solidFill>
                  <a:schemeClr val="bg1"/>
                </a:solidFill>
              </a:rPr>
              <a:t>eksistensi</a:t>
            </a:r>
            <a:r>
              <a:rPr lang="en-US" dirty="0" smtClean="0">
                <a:solidFill>
                  <a:schemeClr val="bg1"/>
                </a:solidFill>
              </a:rPr>
              <a:t> </a:t>
            </a:r>
            <a:r>
              <a:rPr lang="en-US" dirty="0" err="1" smtClean="0">
                <a:solidFill>
                  <a:schemeClr val="bg1"/>
                </a:solidFill>
              </a:rPr>
              <a:t>bangsa</a:t>
            </a:r>
            <a:r>
              <a:rPr lang="en-US" dirty="0" smtClean="0">
                <a:solidFill>
                  <a:schemeClr val="bg1"/>
                </a:solidFill>
              </a:rPr>
              <a:t> </a:t>
            </a:r>
            <a:endParaRPr lang="en-US" dirty="0">
              <a:solidFill>
                <a:schemeClr val="bg1"/>
              </a:solidFill>
            </a:endParaRPr>
          </a:p>
        </p:txBody>
      </p:sp>
    </p:spTree>
    <p:extLst>
      <p:ext uri="{BB962C8B-B14F-4D97-AF65-F5344CB8AC3E}">
        <p14:creationId xmlns:p14="http://schemas.microsoft.com/office/powerpoint/2010/main" val="9729427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fontScale="90000"/>
          </a:bodyPr>
          <a:lstStyle/>
          <a:p>
            <a:r>
              <a:rPr lang="id-ID" dirty="0" smtClean="0"/>
              <a:t>ASAS-ASAS KETAHANAN NASIONAL INDONESIA</a:t>
            </a:r>
            <a:br>
              <a:rPr lang="id-ID" dirty="0" smtClean="0"/>
            </a:br>
            <a:endParaRPr lang="id-ID" dirty="0"/>
          </a:p>
        </p:txBody>
      </p:sp>
      <p:graphicFrame>
        <p:nvGraphicFramePr>
          <p:cNvPr id="4" name="Content Placeholder 3"/>
          <p:cNvGraphicFramePr>
            <a:graphicFrameLocks noGrp="1"/>
          </p:cNvGraphicFramePr>
          <p:nvPr>
            <p:ph idx="1"/>
          </p:nvPr>
        </p:nvGraphicFramePr>
        <p:xfrm>
          <a:off x="457200" y="1609725"/>
          <a:ext cx="7239000" cy="484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87291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r>
              <a:rPr lang="id-ID" dirty="0" smtClean="0"/>
              <a:t>SIFAT KETAHANAN NASIONAL INDONESIA</a:t>
            </a:r>
            <a:br>
              <a:rPr lang="id-ID" dirty="0" smtClean="0"/>
            </a:br>
            <a:endParaRPr lang="id-ID" dirty="0"/>
          </a:p>
        </p:txBody>
      </p:sp>
      <p:sp>
        <p:nvSpPr>
          <p:cNvPr id="3" name="Content Placeholder 2"/>
          <p:cNvSpPr>
            <a:spLocks noGrp="1"/>
          </p:cNvSpPr>
          <p:nvPr>
            <p:ph idx="1"/>
          </p:nvPr>
        </p:nvSpPr>
        <p:spPr/>
        <p:txBody>
          <a:bodyPr>
            <a:normAutofit fontScale="92500" lnSpcReduction="20000"/>
          </a:bodyPr>
          <a:lstStyle/>
          <a:p>
            <a:pPr lvl="0" algn="just"/>
            <a:r>
              <a:rPr lang="id-ID" dirty="0" smtClean="0"/>
              <a:t>Mandiri = Percaya pada kemampuan dan kekuatan sendiri bertumpu pada identitas, integritas dan kepribadian. Kemandirian merupakan prasyarat menjalin kerjasama yang saling menguntungkan</a:t>
            </a:r>
          </a:p>
          <a:p>
            <a:pPr lvl="0" algn="just"/>
            <a:r>
              <a:rPr lang="id-ID" dirty="0" smtClean="0"/>
              <a:t>Dinamis = Berubah tergantung pada situasi dan kondisi bangsa dan negara serta kondisi lingkungan strategis.</a:t>
            </a:r>
          </a:p>
          <a:p>
            <a:pPr lvl="0" algn="just"/>
            <a:r>
              <a:rPr lang="id-ID" dirty="0" smtClean="0"/>
              <a:t>Wibawa = Pembinaan ketahanan nasional yang berhasil akan meningkatkan kemampuan bangsa dan menjadi faktor yang diperhatikan pihak lain.</a:t>
            </a:r>
          </a:p>
          <a:p>
            <a:pPr lvl="0" algn="just"/>
            <a:r>
              <a:rPr lang="id-ID" dirty="0" smtClean="0"/>
              <a:t>Konsultasi dan Kerjasama = Sikap konsultatif dan kerjasama serta saling menghargai dengan mengandalkan pada kekuatan moral dan kepribadian bangsa.</a:t>
            </a:r>
          </a:p>
          <a:p>
            <a:endParaRPr lang="id-ID" dirty="0"/>
          </a:p>
        </p:txBody>
      </p:sp>
    </p:spTree>
    <p:extLst>
      <p:ext uri="{BB962C8B-B14F-4D97-AF65-F5344CB8AC3E}">
        <p14:creationId xmlns:p14="http://schemas.microsoft.com/office/powerpoint/2010/main" val="31703151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Ketahanan</a:t>
            </a:r>
            <a:r>
              <a:rPr lang="en-US" dirty="0" smtClean="0"/>
              <a:t> </a:t>
            </a:r>
            <a:r>
              <a:rPr lang="en-US" dirty="0" err="1" smtClean="0"/>
              <a:t>Nasional</a:t>
            </a:r>
            <a:r>
              <a:rPr lang="en-US" dirty="0" smtClean="0"/>
              <a:t> </a:t>
            </a:r>
            <a:r>
              <a:rPr lang="en-US" dirty="0" err="1" smtClean="0"/>
              <a:t>meliputi</a:t>
            </a:r>
            <a:endParaRPr lang="en-US" dirty="0"/>
          </a:p>
        </p:txBody>
      </p:sp>
      <p:sp>
        <p:nvSpPr>
          <p:cNvPr id="3" name="Content Placeholder 2"/>
          <p:cNvSpPr>
            <a:spLocks noGrp="1"/>
          </p:cNvSpPr>
          <p:nvPr>
            <p:ph idx="1"/>
          </p:nvPr>
        </p:nvSpPr>
        <p:spPr/>
        <p:txBody>
          <a:bodyPr anchor="ctr"/>
          <a:lstStyle/>
          <a:p>
            <a:r>
              <a:rPr lang="en-US" dirty="0" err="1" smtClean="0"/>
              <a:t>Ketahanan</a:t>
            </a:r>
            <a:r>
              <a:rPr lang="en-US" dirty="0" smtClean="0"/>
              <a:t> </a:t>
            </a:r>
            <a:r>
              <a:rPr lang="en-US" dirty="0" err="1" smtClean="0"/>
              <a:t>ideologi</a:t>
            </a:r>
            <a:endParaRPr lang="en-US" dirty="0" smtClean="0"/>
          </a:p>
          <a:p>
            <a:r>
              <a:rPr lang="en-US" dirty="0" err="1" smtClean="0"/>
              <a:t>Ketahanan</a:t>
            </a:r>
            <a:r>
              <a:rPr lang="en-US" dirty="0" smtClean="0"/>
              <a:t> </a:t>
            </a:r>
            <a:r>
              <a:rPr lang="en-US" dirty="0" err="1" smtClean="0"/>
              <a:t>politik</a:t>
            </a:r>
            <a:endParaRPr lang="en-US" dirty="0" smtClean="0"/>
          </a:p>
          <a:p>
            <a:r>
              <a:rPr lang="en-US" dirty="0" err="1" smtClean="0"/>
              <a:t>Ketahanan</a:t>
            </a:r>
            <a:r>
              <a:rPr lang="en-US" dirty="0" smtClean="0"/>
              <a:t> </a:t>
            </a:r>
            <a:r>
              <a:rPr lang="en-US" dirty="0" err="1" smtClean="0"/>
              <a:t>ekonomi</a:t>
            </a:r>
            <a:endParaRPr lang="en-US" dirty="0" smtClean="0"/>
          </a:p>
          <a:p>
            <a:r>
              <a:rPr lang="en-US" dirty="0" err="1" smtClean="0"/>
              <a:t>Ketahanan</a:t>
            </a:r>
            <a:r>
              <a:rPr lang="en-US" dirty="0" smtClean="0"/>
              <a:t> </a:t>
            </a:r>
            <a:r>
              <a:rPr lang="en-US" dirty="0" err="1" smtClean="0"/>
              <a:t>sosial</a:t>
            </a:r>
            <a:r>
              <a:rPr lang="en-US" dirty="0" smtClean="0"/>
              <a:t> </a:t>
            </a:r>
            <a:r>
              <a:rPr lang="en-US" dirty="0" err="1" smtClean="0"/>
              <a:t>budaya</a:t>
            </a:r>
            <a:endParaRPr lang="en-US" dirty="0" smtClean="0"/>
          </a:p>
          <a:p>
            <a:r>
              <a:rPr lang="en-US" dirty="0" err="1" smtClean="0"/>
              <a:t>Ketahanan</a:t>
            </a:r>
            <a:r>
              <a:rPr lang="en-US" dirty="0" smtClean="0"/>
              <a:t> </a:t>
            </a:r>
            <a:r>
              <a:rPr lang="en-US" dirty="0" err="1" smtClean="0"/>
              <a:t>pertahanan</a:t>
            </a:r>
            <a:r>
              <a:rPr lang="en-US" dirty="0" smtClean="0"/>
              <a:t> </a:t>
            </a:r>
            <a:r>
              <a:rPr lang="en-US" dirty="0" err="1" smtClean="0"/>
              <a:t>keamanan</a:t>
            </a:r>
            <a:endParaRPr lang="en-US" dirty="0" smtClean="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Strategi Lemhanas</a:t>
            </a:r>
            <a:endParaRPr lang="id-ID" dirty="0"/>
          </a:p>
        </p:txBody>
      </p:sp>
      <p:sp>
        <p:nvSpPr>
          <p:cNvPr id="3" name="Content Placeholder 2"/>
          <p:cNvSpPr>
            <a:spLocks noGrp="1"/>
          </p:cNvSpPr>
          <p:nvPr>
            <p:ph idx="1"/>
          </p:nvPr>
        </p:nvSpPr>
        <p:spPr>
          <a:xfrm>
            <a:off x="457200" y="1447800"/>
            <a:ext cx="7696200" cy="5257800"/>
          </a:xfrm>
        </p:spPr>
        <p:txBody>
          <a:bodyPr>
            <a:normAutofit fontScale="77500" lnSpcReduction="20000"/>
          </a:bodyPr>
          <a:lstStyle/>
          <a:p>
            <a:pPr>
              <a:buNone/>
            </a:pPr>
            <a:r>
              <a:rPr lang="id-ID" dirty="0" smtClean="0"/>
              <a:t>IDEOLOGI :</a:t>
            </a:r>
          </a:p>
          <a:p>
            <a:pPr lvl="0"/>
            <a:r>
              <a:rPr lang="id-ID" dirty="0" smtClean="0"/>
              <a:t>Pancasila sebagai ideologi terbuka perlu direlevansikan dan diaktualisasikan agar mampu membimbing dan mengarahkan kehidupan masyarakat, bangsa, dan negara.</a:t>
            </a:r>
          </a:p>
          <a:p>
            <a:pPr lvl="0"/>
            <a:r>
              <a:rPr lang="id-ID" dirty="0" smtClean="0"/>
              <a:t>Bhineka Tunggal Ika dan Wasantara terus dikembangkan dan ditanamkan dalam masyarakat yang majemuk sebagai upaya untuk menjaga persatuan bangsa dan kesatuan wilayah.</a:t>
            </a:r>
          </a:p>
          <a:p>
            <a:pPr lvl="0"/>
            <a:r>
              <a:rPr lang="id-ID" dirty="0" smtClean="0"/>
              <a:t>Contoh para pemimpin penyelenggara negara dan pemimpin tokoh masyarakat merupakan hal yang sangat mendasar.</a:t>
            </a:r>
          </a:p>
          <a:p>
            <a:pPr lvl="0"/>
            <a:r>
              <a:rPr lang="id-ID" dirty="0" smtClean="0"/>
              <a:t>Pembangunan seimbang antara fisik material dan mental spiritual untuk menghindari tumbuhnya materialisme dan sekularisme</a:t>
            </a:r>
          </a:p>
          <a:p>
            <a:pPr lvl="0"/>
            <a:r>
              <a:rPr lang="id-ID" dirty="0" smtClean="0"/>
              <a:t>Pendidikan moral Pancasila ditanamkan pada anak didik dengan cara mengintegrasikan ke dalam mata pelajaran lain</a:t>
            </a:r>
          </a:p>
          <a:p>
            <a:pPr>
              <a:buNone/>
            </a:pPr>
            <a:endParaRPr lang="id-ID"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01040"/>
            <a:ext cx="7620000" cy="5623560"/>
          </a:xfrm>
        </p:spPr>
        <p:txBody>
          <a:bodyPr>
            <a:normAutofit fontScale="77500" lnSpcReduction="20000"/>
          </a:bodyPr>
          <a:lstStyle/>
          <a:p>
            <a:pPr>
              <a:buNone/>
            </a:pPr>
            <a:r>
              <a:rPr lang="id-ID" dirty="0" smtClean="0"/>
              <a:t>POLITIK :</a:t>
            </a:r>
          </a:p>
          <a:p>
            <a:pPr algn="just"/>
            <a:endParaRPr lang="id-ID" dirty="0" smtClean="0"/>
          </a:p>
          <a:p>
            <a:pPr algn="just"/>
            <a:r>
              <a:rPr lang="id-ID" dirty="0" smtClean="0"/>
              <a:t>Ketahanan pada aspek politik dalam negeri = Sistem pemerintahan yang berdasarkan hukum, mekanisme politik yang memungkinkan adanya perbedaan pendapat. Kepemimpinan nasional yang mengakomodasikan aspirasi yang hidup dalam masyarakat</a:t>
            </a:r>
          </a:p>
          <a:p>
            <a:pPr algn="just"/>
            <a:r>
              <a:rPr lang="id-ID" dirty="0" smtClean="0"/>
              <a:t>Ketahanan pada aspek politik luar negeri = meningkatkan kerjasama internasional yang saling menguntungkan dan meningkatkan citra positif Indonesia. Kerjasama dilakukan sesuai dengan kemampuan dan demi kepentingan nasional. Perkembangan, perubahan, dan gejolak dunia terus diikuti dan dikaji dengan seksama.memperkecil ketimpangan dan mengurangi ketidakadilan dengan negara industri maju. Mewujudkan tatanan dunia baru dan ketertiban dunia. Peningkatan kualitas sumber daya manusia. Melindungi kepentingan Indonesia dari kegiatan diplomasi negatif negara lain dan hak-hak WNI di luar negeri perlu ditingkatkan</a:t>
            </a:r>
          </a:p>
          <a:p>
            <a:pPr>
              <a:buNone/>
            </a:pPr>
            <a:endParaRPr lang="id-ID"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7620000" cy="5928360"/>
          </a:xfrm>
        </p:spPr>
        <p:txBody>
          <a:bodyPr>
            <a:normAutofit fontScale="85000" lnSpcReduction="20000"/>
          </a:bodyPr>
          <a:lstStyle/>
          <a:p>
            <a:pPr>
              <a:buNone/>
            </a:pPr>
            <a:r>
              <a:rPr lang="id-ID" dirty="0" smtClean="0"/>
              <a:t>EKONOMI :</a:t>
            </a:r>
          </a:p>
          <a:p>
            <a:pPr lvl="0"/>
            <a:r>
              <a:rPr lang="id-ID" dirty="0" smtClean="0"/>
              <a:t>Sistem ekonomi Indonesia harus mewujudkan kemakmuran dan kesejahteraan yang adil dan merata.</a:t>
            </a:r>
          </a:p>
          <a:p>
            <a:pPr lvl="0"/>
            <a:r>
              <a:rPr lang="id-ID" dirty="0" smtClean="0"/>
              <a:t>EkonomiKerakyatan</a:t>
            </a:r>
            <a:r>
              <a:rPr lang="id-ID" b="1" dirty="0" smtClean="0"/>
              <a:t>Menghindar</a:t>
            </a:r>
            <a:r>
              <a:rPr lang="id-ID" dirty="0" smtClean="0"/>
              <a:t>i:</a:t>
            </a:r>
            <a:br>
              <a:rPr lang="id-ID" dirty="0" smtClean="0"/>
            </a:br>
            <a:r>
              <a:rPr lang="id-ID" dirty="0" smtClean="0"/>
              <a:t>a. Sistem free fight liberalism: Menguntungkan pelaku ekonomi yang kuat.</a:t>
            </a:r>
            <a:br>
              <a:rPr lang="id-ID" dirty="0" smtClean="0"/>
            </a:br>
            <a:r>
              <a:rPr lang="id-ID" dirty="0" smtClean="0"/>
              <a:t>b. Sistem Etastisme: Mematikan potensi unit-unit ekonomi diluar sektor negara.</a:t>
            </a:r>
            <a:br>
              <a:rPr lang="id-ID" dirty="0" smtClean="0"/>
            </a:br>
            <a:r>
              <a:rPr lang="id-ID" dirty="0" smtClean="0"/>
              <a:t>c. Monopoli: Merugikan masyarakat dan bertentangan dengan cita-cita keadilan sosial.</a:t>
            </a:r>
          </a:p>
          <a:p>
            <a:pPr lvl="0"/>
            <a:r>
              <a:rPr lang="id-ID" dirty="0" smtClean="0"/>
              <a:t>Struktur ekonomi dimantapkan secara seimbang antara sektor pertanian, perindustrian dan jasa.</a:t>
            </a:r>
          </a:p>
          <a:p>
            <a:pPr lvl="0"/>
            <a:r>
              <a:rPr lang="id-ID" dirty="0" smtClean="0"/>
              <a:t>Pembangunan ekonomi dilaksanakan sebagai usaha bersama dibawah pengawasan anggota masyarakat memotivasi dan mendorong peran serta masyarakat secara aktif.</a:t>
            </a:r>
          </a:p>
          <a:p>
            <a:pPr lvl="0"/>
            <a:r>
              <a:rPr lang="id-ID" dirty="0" smtClean="0"/>
              <a:t>Pemerataan pembangunan.</a:t>
            </a:r>
          </a:p>
          <a:p>
            <a:r>
              <a:rPr lang="id-ID" dirty="0" smtClean="0"/>
              <a:t>Kemampuan bersaing.</a:t>
            </a:r>
            <a:endParaRPr lang="id-ID"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 y="457200"/>
            <a:ext cx="8229600" cy="5928360"/>
          </a:xfrm>
        </p:spPr>
        <p:txBody>
          <a:bodyPr>
            <a:normAutofit fontScale="92500"/>
          </a:bodyPr>
          <a:lstStyle/>
          <a:p>
            <a:pPr algn="just">
              <a:buNone/>
            </a:pPr>
            <a:r>
              <a:rPr lang="id-ID" sz="4300" dirty="0" smtClean="0"/>
              <a:t>SOSIAL BUDAYA :</a:t>
            </a:r>
          </a:p>
          <a:p>
            <a:pPr algn="just">
              <a:buNone/>
            </a:pPr>
            <a:r>
              <a:rPr lang="id-ID" sz="3000" dirty="0" smtClean="0"/>
              <a:t>	Wujud ketahanan sosial budaya tercermin dalam kondisi kehidupan sosial budaya bangsa yang dijiwai kepribadian nasional, yang mengandung kemampuan membentuk dan mengembangkan kehidupan sosial budaya manusia dan masyarakat Indonesia yang beriman dan bertakwa kepada Tuhan yang maha esa, bersatu, cinta tanah air, berkualitas, maju dan sejahtera dalam kehidupan yang serba selaras, serasi dan seimbang serta kemampuan menangkal penetrasi budaya asing yang tidak sesuai dengan kebudayaan nasional.</a:t>
            </a:r>
          </a:p>
          <a:p>
            <a:pPr algn="just">
              <a:buNone/>
            </a:pPr>
            <a:endParaRPr lang="id-ID" sz="4300" dirty="0" smtClean="0"/>
          </a:p>
          <a:p>
            <a:pPr>
              <a:buNone/>
            </a:pPr>
            <a:endParaRPr lang="id-ID"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7696200" cy="5852160"/>
          </a:xfrm>
        </p:spPr>
        <p:txBody>
          <a:bodyPr/>
          <a:lstStyle/>
          <a:p>
            <a:pPr>
              <a:buNone/>
            </a:pPr>
            <a:r>
              <a:rPr lang="id-ID" dirty="0" smtClean="0"/>
              <a:t>HANKAM : </a:t>
            </a:r>
          </a:p>
          <a:p>
            <a:pPr lvl="0"/>
            <a:r>
              <a:rPr lang="id-ID" dirty="0" smtClean="0"/>
              <a:t>Mewujudkan kesiapsiagaan dan upaya bela negara melalui penyelenggaraan SISKAMNAS.</a:t>
            </a:r>
          </a:p>
          <a:p>
            <a:pPr lvl="0"/>
            <a:r>
              <a:rPr lang="id-ID" dirty="0" smtClean="0"/>
              <a:t>Indonesia adalah bangsa cinta damai, akan tetapi lebih cinta kemerdekaan dan kedaulatan.</a:t>
            </a:r>
          </a:p>
          <a:p>
            <a:pPr lvl="0"/>
            <a:r>
              <a:rPr lang="id-ID" dirty="0" smtClean="0"/>
              <a:t>Pembangunan pertahanan keamanan ditujukan untuk menjamin perdamaian dan stabilitas keamanan.</a:t>
            </a:r>
          </a:p>
          <a:p>
            <a:pPr lvl="0"/>
            <a:r>
              <a:rPr lang="id-ID" dirty="0" smtClean="0"/>
              <a:t>Potensi nasional dan hasil-hasil pembangunan harus dilindungi.</a:t>
            </a:r>
          </a:p>
          <a:p>
            <a:pPr lvl="0"/>
            <a:r>
              <a:rPr lang="id-ID" dirty="0" smtClean="0"/>
              <a:t>Mampu membuat perlengkapan dan peralatan pertahanan keamanan.</a:t>
            </a:r>
          </a:p>
          <a:p>
            <a:pPr>
              <a:buNone/>
            </a:pPr>
            <a:endParaRPr lang="id-ID"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id-ID" sz="2600" dirty="0" smtClean="0"/>
              <a:t/>
            </a:r>
            <a:br>
              <a:rPr lang="id-ID" sz="2600" dirty="0" smtClean="0"/>
            </a:br>
            <a:r>
              <a:rPr lang="id-ID" sz="2600" dirty="0" smtClean="0"/>
              <a:t>COBA ANDA ANALISIS BAGAIMANA INDONESIA MENGATASI MASALAH BERIKUT ???</a:t>
            </a:r>
            <a:endParaRPr lang="id-ID" sz="2600" dirty="0"/>
          </a:p>
        </p:txBody>
      </p:sp>
      <p:sp>
        <p:nvSpPr>
          <p:cNvPr id="3" name="Content Placeholder 2"/>
          <p:cNvSpPr>
            <a:spLocks noGrp="1"/>
          </p:cNvSpPr>
          <p:nvPr>
            <p:ph idx="1"/>
          </p:nvPr>
        </p:nvSpPr>
        <p:spPr/>
        <p:txBody>
          <a:bodyPr>
            <a:normAutofit lnSpcReduction="10000"/>
          </a:bodyPr>
          <a:lstStyle/>
          <a:p>
            <a:pPr algn="just"/>
            <a:r>
              <a:rPr lang="id-ID" dirty="0" smtClean="0"/>
              <a:t>Di bidang politik, pengaruh negara-negara besar sulit di elakan. </a:t>
            </a:r>
          </a:p>
          <a:p>
            <a:pPr algn="just"/>
            <a:r>
              <a:rPr lang="id-ID" dirty="0" smtClean="0"/>
              <a:t>Dibidang ekonomi, perdagangan bebas menyebabkan produksi lokal terpental. </a:t>
            </a:r>
          </a:p>
          <a:p>
            <a:pPr algn="just"/>
            <a:r>
              <a:rPr lang="id-ID" dirty="0" smtClean="0"/>
              <a:t>Di bidang sosial budaya, pola hidup dan budaya hedonistic (maunya enak, senang saja) mewarnai semua lapisan dan lingkungan masyarakat. </a:t>
            </a:r>
          </a:p>
          <a:p>
            <a:pPr algn="just"/>
            <a:r>
              <a:rPr lang="id-ID" dirty="0" smtClean="0"/>
              <a:t>Dibidang pertahanan dan keamanan penguasaan teknologi persenjataan bukan lagi jaminan keamanan melainkan cenderung sebagai ancaman.</a:t>
            </a:r>
            <a:endParaRPr lang="id-ID"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Text Placeholder 7"/>
          <p:cNvSpPr>
            <a:spLocks noGrp="1"/>
          </p:cNvSpPr>
          <p:nvPr>
            <p:ph type="body" idx="1"/>
          </p:nvPr>
        </p:nvSpPr>
        <p:spPr>
          <a:xfrm>
            <a:off x="606670" y="1472406"/>
            <a:ext cx="3587261" cy="590550"/>
          </a:xfrm>
        </p:spPr>
        <p:txBody>
          <a:bodyPr>
            <a:noAutofit/>
          </a:bodyPr>
          <a:lstStyle/>
          <a:p>
            <a:r>
              <a:rPr lang="en-US" sz="4000" dirty="0" err="1" smtClean="0"/>
              <a:t>Ekonomi</a:t>
            </a:r>
            <a:endParaRPr lang="en-US" sz="4000" dirty="0" smtClean="0"/>
          </a:p>
        </p:txBody>
      </p:sp>
      <p:sp>
        <p:nvSpPr>
          <p:cNvPr id="10" name="Text Placeholder 9"/>
          <p:cNvSpPr>
            <a:spLocks noGrp="1"/>
          </p:cNvSpPr>
          <p:nvPr>
            <p:ph type="body" sz="half" idx="3"/>
          </p:nvPr>
        </p:nvSpPr>
        <p:spPr>
          <a:xfrm>
            <a:off x="4648200" y="1524000"/>
            <a:ext cx="3886200" cy="639763"/>
          </a:xfrm>
        </p:spPr>
        <p:txBody>
          <a:bodyPr>
            <a:noAutofit/>
          </a:bodyPr>
          <a:lstStyle/>
          <a:p>
            <a:pPr fontAlgn="auto">
              <a:spcAft>
                <a:spcPts val="0"/>
              </a:spcAft>
              <a:defRPr/>
            </a:pPr>
            <a:r>
              <a:rPr lang="en-US" sz="4400" dirty="0" err="1" smtClean="0"/>
              <a:t>Politik</a:t>
            </a:r>
            <a:endParaRPr lang="en-US" sz="4400" dirty="0"/>
          </a:p>
        </p:txBody>
      </p:sp>
      <p:sp>
        <p:nvSpPr>
          <p:cNvPr id="18435" name="Content Placeholder 8"/>
          <p:cNvSpPr>
            <a:spLocks noGrp="1"/>
          </p:cNvSpPr>
          <p:nvPr>
            <p:ph sz="quarter" idx="2"/>
          </p:nvPr>
        </p:nvSpPr>
        <p:spPr>
          <a:xfrm>
            <a:off x="457200" y="2438400"/>
            <a:ext cx="3520440" cy="4114800"/>
          </a:xfrm>
        </p:spPr>
        <p:txBody>
          <a:bodyPr/>
          <a:lstStyle/>
          <a:p>
            <a:pPr lvl="1"/>
            <a:r>
              <a:rPr lang="en-US" sz="2800" dirty="0" err="1" smtClean="0"/>
              <a:t>sumber</a:t>
            </a:r>
            <a:r>
              <a:rPr lang="en-US" sz="2800" dirty="0" smtClean="0"/>
              <a:t> </a:t>
            </a:r>
            <a:r>
              <a:rPr lang="en-US" sz="2800" dirty="0" err="1" smtClean="0"/>
              <a:t>daya</a:t>
            </a:r>
            <a:r>
              <a:rPr lang="en-US" sz="2800" dirty="0" smtClean="0"/>
              <a:t> </a:t>
            </a:r>
            <a:r>
              <a:rPr lang="en-US" sz="2800" dirty="0" err="1" smtClean="0"/>
              <a:t>manusia</a:t>
            </a:r>
            <a:r>
              <a:rPr lang="en-US" sz="2800" dirty="0" smtClean="0"/>
              <a:t> yang </a:t>
            </a:r>
            <a:r>
              <a:rPr lang="en-US" sz="2800" dirty="0" err="1" smtClean="0"/>
              <a:t>unggul</a:t>
            </a:r>
            <a:endParaRPr lang="en-US" sz="2800" dirty="0" smtClean="0"/>
          </a:p>
          <a:p>
            <a:pPr lvl="1"/>
            <a:r>
              <a:rPr lang="en-US" sz="2800" dirty="0" err="1" smtClean="0"/>
              <a:t>pemanfaatan</a:t>
            </a:r>
            <a:r>
              <a:rPr lang="en-US" sz="2800" dirty="0" smtClean="0"/>
              <a:t> </a:t>
            </a:r>
            <a:r>
              <a:rPr lang="en-US" sz="2800" dirty="0" err="1" smtClean="0"/>
              <a:t>teknologi</a:t>
            </a:r>
            <a:r>
              <a:rPr lang="en-US" sz="2800" dirty="0" smtClean="0"/>
              <a:t> </a:t>
            </a:r>
            <a:r>
              <a:rPr lang="en-US" sz="2800" dirty="0" err="1" smtClean="0"/>
              <a:t>tepat</a:t>
            </a:r>
            <a:r>
              <a:rPr lang="en-US" sz="2800" dirty="0" smtClean="0"/>
              <a:t> </a:t>
            </a:r>
            <a:r>
              <a:rPr lang="en-US" sz="2800" dirty="0" err="1" smtClean="0"/>
              <a:t>guna</a:t>
            </a:r>
            <a:endParaRPr lang="en-US" sz="3600" dirty="0" smtClean="0"/>
          </a:p>
          <a:p>
            <a:pPr lvl="1"/>
            <a:r>
              <a:rPr lang="en-US" sz="2800" dirty="0" err="1" smtClean="0"/>
              <a:t>kesejahteraan</a:t>
            </a:r>
            <a:r>
              <a:rPr lang="en-US" sz="2800" dirty="0" smtClean="0"/>
              <a:t> </a:t>
            </a:r>
            <a:r>
              <a:rPr lang="en-US" sz="2800" dirty="0" err="1" smtClean="0"/>
              <a:t>sosial</a:t>
            </a:r>
            <a:endParaRPr lang="en-US" sz="3600" dirty="0" smtClean="0"/>
          </a:p>
          <a:p>
            <a:pPr>
              <a:buFont typeface="Wingdings" pitchFamily="2" charset="2"/>
              <a:buNone/>
            </a:pPr>
            <a:endParaRPr lang="en-US" dirty="0" smtClean="0"/>
          </a:p>
        </p:txBody>
      </p:sp>
      <p:sp>
        <p:nvSpPr>
          <p:cNvPr id="11" name="Content Placeholder 10"/>
          <p:cNvSpPr>
            <a:spLocks noGrp="1"/>
          </p:cNvSpPr>
          <p:nvPr>
            <p:ph sz="quarter" idx="4"/>
          </p:nvPr>
        </p:nvSpPr>
        <p:spPr>
          <a:xfrm>
            <a:off x="4259580" y="2514600"/>
            <a:ext cx="3520440" cy="3886200"/>
          </a:xfrm>
        </p:spPr>
        <p:txBody>
          <a:bodyPr>
            <a:normAutofit fontScale="77500" lnSpcReduction="20000"/>
          </a:bodyPr>
          <a:lstStyle/>
          <a:p>
            <a:pPr marL="640080" lvl="1" indent="-274320" fontAlgn="auto">
              <a:spcAft>
                <a:spcPts val="0"/>
              </a:spcAft>
              <a:buFont typeface="Wingdings 2"/>
              <a:buChar char=""/>
              <a:defRPr/>
            </a:pPr>
            <a:r>
              <a:rPr lang="en-US" sz="2800" dirty="0" err="1" smtClean="0"/>
              <a:t>kestabilan</a:t>
            </a:r>
            <a:r>
              <a:rPr lang="en-US" sz="2800" dirty="0" smtClean="0"/>
              <a:t> </a:t>
            </a:r>
            <a:r>
              <a:rPr lang="en-US" sz="2800" dirty="0" err="1" smtClean="0"/>
              <a:t>politik</a:t>
            </a:r>
            <a:r>
              <a:rPr lang="en-US" sz="2800" dirty="0" smtClean="0"/>
              <a:t> </a:t>
            </a:r>
            <a:r>
              <a:rPr lang="en-US" sz="2800" dirty="0" err="1" smtClean="0"/>
              <a:t>di</a:t>
            </a:r>
            <a:r>
              <a:rPr lang="en-US" sz="2800" dirty="0" smtClean="0"/>
              <a:t> </a:t>
            </a:r>
            <a:r>
              <a:rPr lang="en-US" sz="2800" dirty="0" err="1" smtClean="0"/>
              <a:t>dalam</a:t>
            </a:r>
            <a:r>
              <a:rPr lang="en-US" sz="2800" dirty="0" smtClean="0"/>
              <a:t> </a:t>
            </a:r>
            <a:r>
              <a:rPr lang="en-US" sz="2800" dirty="0" err="1" smtClean="0"/>
              <a:t>dan</a:t>
            </a:r>
            <a:r>
              <a:rPr lang="en-US" sz="2800" dirty="0" smtClean="0"/>
              <a:t> </a:t>
            </a:r>
            <a:r>
              <a:rPr lang="en-US" sz="2800" dirty="0" err="1" smtClean="0"/>
              <a:t>luar</a:t>
            </a:r>
            <a:r>
              <a:rPr lang="en-US" sz="2800" dirty="0" smtClean="0"/>
              <a:t> </a:t>
            </a:r>
            <a:r>
              <a:rPr lang="en-US" sz="2800" dirty="0" err="1" smtClean="0"/>
              <a:t>negeri</a:t>
            </a:r>
            <a:endParaRPr lang="en-US" sz="2800" dirty="0" smtClean="0"/>
          </a:p>
          <a:p>
            <a:pPr marL="640080" lvl="1" indent="-274320" fontAlgn="auto">
              <a:spcAft>
                <a:spcPts val="0"/>
              </a:spcAft>
              <a:buFont typeface="Wingdings 2"/>
              <a:buChar char=""/>
              <a:defRPr/>
            </a:pPr>
            <a:r>
              <a:rPr lang="en-US" sz="2800" dirty="0" err="1" smtClean="0"/>
              <a:t>pemimpin</a:t>
            </a:r>
            <a:r>
              <a:rPr lang="en-US" sz="2800" dirty="0" smtClean="0"/>
              <a:t> yang </a:t>
            </a:r>
            <a:r>
              <a:rPr lang="en-US" sz="2800" dirty="0" err="1" smtClean="0"/>
              <a:t>tidak</a:t>
            </a:r>
            <a:r>
              <a:rPr lang="en-US" sz="2800" dirty="0" smtClean="0"/>
              <a:t> </a:t>
            </a:r>
            <a:r>
              <a:rPr lang="en-US" sz="2800" dirty="0" err="1" smtClean="0"/>
              <a:t>terikat</a:t>
            </a:r>
            <a:r>
              <a:rPr lang="en-US" sz="2800" dirty="0" smtClean="0"/>
              <a:t> </a:t>
            </a:r>
            <a:r>
              <a:rPr lang="en-US" sz="2800" dirty="0" err="1" smtClean="0"/>
              <a:t>dengan</a:t>
            </a:r>
            <a:r>
              <a:rPr lang="en-US" sz="2800" dirty="0" smtClean="0"/>
              <a:t> </a:t>
            </a:r>
            <a:r>
              <a:rPr lang="en-US" sz="2800" dirty="0" err="1" smtClean="0"/>
              <a:t>partainya</a:t>
            </a:r>
            <a:r>
              <a:rPr lang="en-US" sz="2800" dirty="0" smtClean="0"/>
              <a:t>, </a:t>
            </a:r>
            <a:r>
              <a:rPr lang="en-US" sz="2800" dirty="0" err="1" smtClean="0"/>
              <a:t>tapi</a:t>
            </a:r>
            <a:r>
              <a:rPr lang="en-US" sz="2800" dirty="0" smtClean="0"/>
              <a:t> </a:t>
            </a:r>
            <a:r>
              <a:rPr lang="en-US" sz="2800" dirty="0" err="1" smtClean="0"/>
              <a:t>terikat</a:t>
            </a:r>
            <a:r>
              <a:rPr lang="en-US" sz="2800" dirty="0" smtClean="0"/>
              <a:t> </a:t>
            </a:r>
            <a:r>
              <a:rPr lang="en-US" sz="2800" dirty="0" err="1" smtClean="0"/>
              <a:t>dengan</a:t>
            </a:r>
            <a:r>
              <a:rPr lang="en-US" sz="2800" dirty="0" smtClean="0"/>
              <a:t> </a:t>
            </a:r>
            <a:r>
              <a:rPr lang="en-US" sz="2800" dirty="0" err="1" smtClean="0"/>
              <a:t>rakyat</a:t>
            </a:r>
            <a:endParaRPr lang="en-US" sz="3600" dirty="0" smtClean="0"/>
          </a:p>
          <a:p>
            <a:pPr marL="640080" lvl="1" indent="-274320" fontAlgn="auto">
              <a:spcAft>
                <a:spcPts val="0"/>
              </a:spcAft>
              <a:buFont typeface="Wingdings 2"/>
              <a:buChar char=""/>
              <a:defRPr/>
            </a:pPr>
            <a:r>
              <a:rPr lang="en-US" sz="2800" dirty="0" err="1" smtClean="0"/>
              <a:t>produk</a:t>
            </a:r>
            <a:r>
              <a:rPr lang="en-US" sz="2800" dirty="0" smtClean="0"/>
              <a:t> </a:t>
            </a:r>
            <a:r>
              <a:rPr lang="en-US" sz="2800" dirty="0" err="1" smtClean="0"/>
              <a:t>politik</a:t>
            </a:r>
            <a:r>
              <a:rPr lang="en-US" sz="2800" dirty="0" smtClean="0"/>
              <a:t> </a:t>
            </a:r>
            <a:r>
              <a:rPr lang="en-US" sz="2800" dirty="0" err="1" smtClean="0"/>
              <a:t>dan</a:t>
            </a:r>
            <a:r>
              <a:rPr lang="en-US" sz="2800" dirty="0" smtClean="0"/>
              <a:t> </a:t>
            </a:r>
            <a:r>
              <a:rPr lang="en-US" sz="2800" dirty="0" err="1" smtClean="0"/>
              <a:t>kebijakan</a:t>
            </a:r>
            <a:r>
              <a:rPr lang="en-US" sz="2800" dirty="0" smtClean="0"/>
              <a:t> </a:t>
            </a:r>
            <a:r>
              <a:rPr lang="en-US" sz="2800" dirty="0" err="1" smtClean="0"/>
              <a:t>politik</a:t>
            </a:r>
            <a:r>
              <a:rPr lang="en-US" sz="2800" dirty="0" smtClean="0"/>
              <a:t> yang </a:t>
            </a:r>
            <a:r>
              <a:rPr lang="en-US" sz="2800" dirty="0" err="1" smtClean="0"/>
              <a:t>memakmurkan</a:t>
            </a:r>
            <a:r>
              <a:rPr lang="en-US" sz="2800" dirty="0" smtClean="0"/>
              <a:t> </a:t>
            </a:r>
            <a:r>
              <a:rPr lang="en-US" sz="2800" dirty="0" err="1" smtClean="0"/>
              <a:t>masyarakat</a:t>
            </a:r>
            <a:endParaRPr lang="en-US" sz="3600" dirty="0" smtClean="0"/>
          </a:p>
          <a:p>
            <a:pPr marL="320040" indent="-320040" fontAlgn="auto">
              <a:spcAft>
                <a:spcPts val="0"/>
              </a:spcAft>
              <a:buFont typeface="Wingdings"/>
              <a:buChar char=""/>
              <a:defRPr/>
            </a:pPr>
            <a:endParaRPr lang="en-US" dirty="0"/>
          </a:p>
        </p:txBody>
      </p:sp>
      <p:grpSp>
        <p:nvGrpSpPr>
          <p:cNvPr id="2" name="Group 16"/>
          <p:cNvGrpSpPr>
            <a:grpSpLocks/>
          </p:cNvGrpSpPr>
          <p:nvPr/>
        </p:nvGrpSpPr>
        <p:grpSpPr bwMode="auto">
          <a:xfrm>
            <a:off x="6019800" y="0"/>
            <a:ext cx="3124200" cy="1281113"/>
            <a:chOff x="4267200" y="0"/>
            <a:chExt cx="3124200" cy="1281767"/>
          </a:xfrm>
        </p:grpSpPr>
        <p:pic>
          <p:nvPicPr>
            <p:cNvPr id="12" name="Picture 11" descr="1.JPG"/>
            <p:cNvPicPr>
              <a:picLocks noChangeAspect="1"/>
            </p:cNvPicPr>
            <p:nvPr/>
          </p:nvPicPr>
          <p:blipFill>
            <a:blip r:embed="rId2" cstate="print"/>
            <a:stretch>
              <a:fillRect/>
            </a:stretch>
          </p:blipFill>
          <p:spPr>
            <a:xfrm>
              <a:off x="4572000" y="533400"/>
              <a:ext cx="533400" cy="690182"/>
            </a:xfrm>
            <a:prstGeom prst="rect">
              <a:avLst/>
            </a:prstGeom>
            <a:ln>
              <a:noFill/>
            </a:ln>
            <a:effectLst>
              <a:softEdge rad="112500"/>
            </a:effectLst>
          </p:spPr>
        </p:pic>
        <p:pic>
          <p:nvPicPr>
            <p:cNvPr id="13" name="Picture 12" descr="1.JPG"/>
            <p:cNvPicPr>
              <a:picLocks noChangeAspect="1"/>
            </p:cNvPicPr>
            <p:nvPr/>
          </p:nvPicPr>
          <p:blipFill>
            <a:blip r:embed="rId3" cstate="print"/>
            <a:stretch>
              <a:fillRect/>
            </a:stretch>
          </p:blipFill>
          <p:spPr>
            <a:xfrm>
              <a:off x="5105400" y="403397"/>
              <a:ext cx="609600" cy="788780"/>
            </a:xfrm>
            <a:prstGeom prst="rect">
              <a:avLst/>
            </a:prstGeom>
            <a:ln>
              <a:noFill/>
            </a:ln>
            <a:effectLst>
              <a:softEdge rad="112500"/>
            </a:effectLst>
          </p:spPr>
        </p:pic>
        <p:pic>
          <p:nvPicPr>
            <p:cNvPr id="14" name="Picture 13" descr="1.JPG"/>
            <p:cNvPicPr>
              <a:picLocks noChangeAspect="1"/>
            </p:cNvPicPr>
            <p:nvPr/>
          </p:nvPicPr>
          <p:blipFill>
            <a:blip r:embed="rId4" cstate="print"/>
            <a:stretch>
              <a:fillRect/>
            </a:stretch>
          </p:blipFill>
          <p:spPr>
            <a:xfrm>
              <a:off x="5715000" y="228600"/>
              <a:ext cx="762000" cy="985975"/>
            </a:xfrm>
            <a:prstGeom prst="rect">
              <a:avLst/>
            </a:prstGeom>
            <a:ln>
              <a:noFill/>
            </a:ln>
            <a:effectLst>
              <a:softEdge rad="112500"/>
            </a:effectLst>
          </p:spPr>
        </p:pic>
        <p:pic>
          <p:nvPicPr>
            <p:cNvPr id="15" name="Picture 14" descr="1.JPG"/>
            <p:cNvPicPr>
              <a:picLocks noChangeAspect="1"/>
            </p:cNvPicPr>
            <p:nvPr/>
          </p:nvPicPr>
          <p:blipFill>
            <a:blip r:embed="rId5" cstate="print"/>
            <a:stretch>
              <a:fillRect/>
            </a:stretch>
          </p:blipFill>
          <p:spPr>
            <a:xfrm>
              <a:off x="6400800" y="0"/>
              <a:ext cx="990600" cy="1281767"/>
            </a:xfrm>
            <a:prstGeom prst="rect">
              <a:avLst/>
            </a:prstGeom>
            <a:ln>
              <a:noFill/>
            </a:ln>
            <a:effectLst>
              <a:softEdge rad="112500"/>
            </a:effectLst>
          </p:spPr>
        </p:pic>
        <p:pic>
          <p:nvPicPr>
            <p:cNvPr id="16" name="Picture 15" descr="1.JPG"/>
            <p:cNvPicPr>
              <a:picLocks noChangeAspect="1"/>
            </p:cNvPicPr>
            <p:nvPr/>
          </p:nvPicPr>
          <p:blipFill>
            <a:blip r:embed="rId6" cstate="print"/>
            <a:stretch>
              <a:fillRect/>
            </a:stretch>
          </p:blipFill>
          <p:spPr>
            <a:xfrm>
              <a:off x="4267200" y="685800"/>
              <a:ext cx="412233" cy="533400"/>
            </a:xfrm>
            <a:prstGeom prst="rect">
              <a:avLst/>
            </a:prstGeom>
            <a:ln>
              <a:noFill/>
            </a:ln>
            <a:effectLst>
              <a:softEdge rad="112500"/>
            </a:effectLst>
          </p:spPr>
        </p:pic>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Text Placeholder 4"/>
          <p:cNvSpPr>
            <a:spLocks noGrp="1"/>
          </p:cNvSpPr>
          <p:nvPr>
            <p:ph type="body" idx="1"/>
          </p:nvPr>
        </p:nvSpPr>
        <p:spPr>
          <a:xfrm>
            <a:off x="381000" y="1371600"/>
            <a:ext cx="3886200" cy="639763"/>
          </a:xfrm>
        </p:spPr>
        <p:txBody>
          <a:bodyPr>
            <a:normAutofit fontScale="92500" lnSpcReduction="20000"/>
          </a:bodyPr>
          <a:lstStyle/>
          <a:p>
            <a:r>
              <a:rPr lang="en-US" sz="4300" dirty="0" err="1" smtClean="0"/>
              <a:t>Sosial</a:t>
            </a:r>
            <a:r>
              <a:rPr lang="en-US" sz="4300" dirty="0" smtClean="0"/>
              <a:t> </a:t>
            </a:r>
            <a:r>
              <a:rPr lang="en-US" sz="4300" dirty="0" err="1" smtClean="0"/>
              <a:t>Budaya</a:t>
            </a:r>
            <a:endParaRPr lang="en-US" dirty="0" smtClean="0"/>
          </a:p>
        </p:txBody>
      </p:sp>
      <p:sp>
        <p:nvSpPr>
          <p:cNvPr id="6" name="Text Placeholder 5"/>
          <p:cNvSpPr>
            <a:spLocks noGrp="1"/>
          </p:cNvSpPr>
          <p:nvPr>
            <p:ph type="body" sz="half" idx="3"/>
          </p:nvPr>
        </p:nvSpPr>
        <p:spPr>
          <a:xfrm>
            <a:off x="4381500" y="1371600"/>
            <a:ext cx="3771900" cy="639763"/>
          </a:xfrm>
        </p:spPr>
        <p:txBody>
          <a:bodyPr>
            <a:noAutofit/>
          </a:bodyPr>
          <a:lstStyle/>
          <a:p>
            <a:pPr fontAlgn="auto">
              <a:spcAft>
                <a:spcPts val="0"/>
              </a:spcAft>
              <a:defRPr/>
            </a:pPr>
            <a:r>
              <a:rPr lang="en-US" sz="4400" dirty="0" smtClean="0"/>
              <a:t>IPTEK</a:t>
            </a:r>
            <a:endParaRPr lang="en-US" sz="4400" dirty="0"/>
          </a:p>
        </p:txBody>
      </p:sp>
      <p:sp>
        <p:nvSpPr>
          <p:cNvPr id="19459" name="Content Placeholder 2"/>
          <p:cNvSpPr>
            <a:spLocks noGrp="1"/>
          </p:cNvSpPr>
          <p:nvPr>
            <p:ph sz="quarter" idx="2"/>
          </p:nvPr>
        </p:nvSpPr>
        <p:spPr>
          <a:xfrm>
            <a:off x="457200" y="2209800"/>
            <a:ext cx="3520440" cy="4114800"/>
          </a:xfrm>
        </p:spPr>
        <p:txBody>
          <a:bodyPr/>
          <a:lstStyle/>
          <a:p>
            <a:r>
              <a:rPr lang="en-US" dirty="0" err="1" smtClean="0"/>
              <a:t>bangsa</a:t>
            </a:r>
            <a:r>
              <a:rPr lang="en-US" dirty="0" smtClean="0"/>
              <a:t> yang </a:t>
            </a:r>
            <a:r>
              <a:rPr lang="en-US" dirty="0" err="1" smtClean="0"/>
              <a:t>berkarakter</a:t>
            </a:r>
            <a:endParaRPr lang="en-US" dirty="0" smtClean="0"/>
          </a:p>
          <a:p>
            <a:r>
              <a:rPr lang="en-US" dirty="0" err="1" smtClean="0"/>
              <a:t>pendidikan</a:t>
            </a:r>
            <a:r>
              <a:rPr lang="en-US" dirty="0" smtClean="0"/>
              <a:t> yang </a:t>
            </a:r>
            <a:r>
              <a:rPr lang="en-US" dirty="0" err="1" smtClean="0"/>
              <a:t>berkualitas</a:t>
            </a:r>
            <a:r>
              <a:rPr lang="en-US" dirty="0" smtClean="0"/>
              <a:t> </a:t>
            </a:r>
            <a:r>
              <a:rPr lang="en-US" dirty="0" err="1" smtClean="0"/>
              <a:t>dan</a:t>
            </a:r>
            <a:r>
              <a:rPr lang="en-US" dirty="0" smtClean="0"/>
              <a:t> </a:t>
            </a:r>
            <a:r>
              <a:rPr lang="en-US" dirty="0" err="1" smtClean="0"/>
              <a:t>Aksesibel</a:t>
            </a:r>
            <a:endParaRPr lang="en-US" dirty="0" smtClean="0"/>
          </a:p>
          <a:p>
            <a:r>
              <a:rPr lang="en-US" dirty="0" err="1" smtClean="0"/>
              <a:t>kualitas</a:t>
            </a:r>
            <a:r>
              <a:rPr lang="en-US" dirty="0" smtClean="0"/>
              <a:t> </a:t>
            </a:r>
            <a:r>
              <a:rPr lang="en-US" dirty="0" err="1" smtClean="0"/>
              <a:t>Hidup</a:t>
            </a:r>
            <a:r>
              <a:rPr lang="en-US" dirty="0" smtClean="0"/>
              <a:t> yang </a:t>
            </a:r>
            <a:r>
              <a:rPr lang="en-US" dirty="0" err="1" smtClean="0"/>
              <a:t>layak</a:t>
            </a:r>
            <a:endParaRPr lang="en-US" dirty="0" smtClean="0"/>
          </a:p>
          <a:p>
            <a:endParaRPr lang="en-US" dirty="0" smtClean="0"/>
          </a:p>
        </p:txBody>
      </p:sp>
      <p:sp>
        <p:nvSpPr>
          <p:cNvPr id="4" name="Content Placeholder 3"/>
          <p:cNvSpPr>
            <a:spLocks noGrp="1"/>
          </p:cNvSpPr>
          <p:nvPr>
            <p:ph sz="quarter" idx="4"/>
          </p:nvPr>
        </p:nvSpPr>
        <p:spPr>
          <a:xfrm>
            <a:off x="4721352" y="2250560"/>
            <a:ext cx="3203448" cy="3769240"/>
          </a:xfrm>
        </p:spPr>
        <p:txBody>
          <a:bodyPr>
            <a:noAutofit/>
          </a:bodyPr>
          <a:lstStyle/>
          <a:p>
            <a:pPr marL="320040" indent="-320040" fontAlgn="auto">
              <a:spcAft>
                <a:spcPts val="0"/>
              </a:spcAft>
              <a:buFont typeface="Wingdings"/>
              <a:buChar char=""/>
              <a:defRPr/>
            </a:pPr>
            <a:r>
              <a:rPr lang="en-US" sz="2000" dirty="0" err="1" smtClean="0"/>
              <a:t>kepercayaan</a:t>
            </a:r>
            <a:r>
              <a:rPr lang="en-US" sz="2000" dirty="0" smtClean="0"/>
              <a:t> </a:t>
            </a:r>
            <a:r>
              <a:rPr lang="en-US" sz="2000" dirty="0" err="1" smtClean="0"/>
              <a:t>diri</a:t>
            </a:r>
            <a:r>
              <a:rPr lang="en-US" sz="2000" dirty="0" smtClean="0"/>
              <a:t> </a:t>
            </a:r>
            <a:r>
              <a:rPr lang="en-US" sz="2000" dirty="0" err="1" smtClean="0"/>
              <a:t>untuk</a:t>
            </a:r>
            <a:r>
              <a:rPr lang="en-US" sz="2000" dirty="0" smtClean="0"/>
              <a:t> </a:t>
            </a:r>
            <a:r>
              <a:rPr lang="en-US" sz="2000" dirty="0" err="1" smtClean="0"/>
              <a:t>menggunakan</a:t>
            </a:r>
            <a:r>
              <a:rPr lang="en-US" sz="2000" dirty="0" smtClean="0"/>
              <a:t> </a:t>
            </a:r>
            <a:r>
              <a:rPr lang="en-US" sz="2000" dirty="0" err="1" smtClean="0"/>
              <a:t>dan</a:t>
            </a:r>
            <a:r>
              <a:rPr lang="en-US" sz="2000" dirty="0" smtClean="0"/>
              <a:t> </a:t>
            </a:r>
            <a:r>
              <a:rPr lang="en-US" sz="2000" dirty="0" err="1" smtClean="0"/>
              <a:t>memberikan</a:t>
            </a:r>
            <a:r>
              <a:rPr lang="en-US" sz="2000" dirty="0" smtClean="0"/>
              <a:t> </a:t>
            </a:r>
            <a:r>
              <a:rPr lang="en-US" sz="2000" dirty="0" err="1" smtClean="0"/>
              <a:t>teknologi</a:t>
            </a:r>
            <a:r>
              <a:rPr lang="en-US" sz="2000" dirty="0" smtClean="0"/>
              <a:t> </a:t>
            </a:r>
            <a:r>
              <a:rPr lang="en-US" sz="2000" dirty="0" err="1" smtClean="0"/>
              <a:t>buatan</a:t>
            </a:r>
            <a:r>
              <a:rPr lang="en-US" sz="2000" dirty="0" smtClean="0"/>
              <a:t> </a:t>
            </a:r>
            <a:r>
              <a:rPr lang="en-US" sz="2000" dirty="0" err="1" smtClean="0"/>
              <a:t>anak</a:t>
            </a:r>
            <a:r>
              <a:rPr lang="en-US" sz="2000" dirty="0" smtClean="0"/>
              <a:t> </a:t>
            </a:r>
            <a:r>
              <a:rPr lang="en-US" sz="2000" dirty="0" err="1" smtClean="0"/>
              <a:t>bangsa</a:t>
            </a:r>
            <a:r>
              <a:rPr lang="en-US" sz="2000" dirty="0" smtClean="0"/>
              <a:t> </a:t>
            </a:r>
            <a:r>
              <a:rPr lang="en-US" sz="2000" dirty="0" err="1" smtClean="0"/>
              <a:t>kepada</a:t>
            </a:r>
            <a:r>
              <a:rPr lang="en-US" sz="2000" dirty="0" smtClean="0"/>
              <a:t> </a:t>
            </a:r>
            <a:r>
              <a:rPr lang="en-US" sz="2000" dirty="0" err="1" smtClean="0"/>
              <a:t>masyarakat</a:t>
            </a:r>
            <a:r>
              <a:rPr lang="en-US" sz="2000" dirty="0" smtClean="0"/>
              <a:t> </a:t>
            </a:r>
            <a:r>
              <a:rPr lang="en-US" sz="2000" dirty="0" err="1" smtClean="0"/>
              <a:t>kita</a:t>
            </a:r>
            <a:r>
              <a:rPr lang="en-US" sz="2000" dirty="0" smtClean="0"/>
              <a:t> </a:t>
            </a:r>
            <a:r>
              <a:rPr lang="en-US" sz="2000" dirty="0" err="1" smtClean="0"/>
              <a:t>dan</a:t>
            </a:r>
            <a:r>
              <a:rPr lang="en-US" sz="2000" dirty="0" smtClean="0"/>
              <a:t> </a:t>
            </a:r>
            <a:r>
              <a:rPr lang="en-US" sz="2000" dirty="0" err="1" smtClean="0"/>
              <a:t>masyarakat</a:t>
            </a:r>
            <a:r>
              <a:rPr lang="en-US" sz="2000" dirty="0" smtClean="0"/>
              <a:t> </a:t>
            </a:r>
            <a:r>
              <a:rPr lang="en-US" sz="2000" dirty="0" err="1" smtClean="0"/>
              <a:t>dunia</a:t>
            </a:r>
            <a:r>
              <a:rPr lang="en-US" sz="2000" dirty="0" smtClean="0"/>
              <a:t>.</a:t>
            </a:r>
          </a:p>
          <a:p>
            <a:pPr marL="320040" indent="-320040" fontAlgn="auto">
              <a:spcAft>
                <a:spcPts val="0"/>
              </a:spcAft>
              <a:buFont typeface="Wingdings"/>
              <a:buChar char=""/>
              <a:defRPr/>
            </a:pPr>
            <a:r>
              <a:rPr lang="en-US" sz="2000" dirty="0" err="1" smtClean="0"/>
              <a:t>nilai</a:t>
            </a:r>
            <a:r>
              <a:rPr lang="en-US" sz="2000" dirty="0" smtClean="0"/>
              <a:t> </a:t>
            </a:r>
            <a:r>
              <a:rPr lang="en-US" sz="2000" dirty="0" err="1" smtClean="0"/>
              <a:t>tambah</a:t>
            </a:r>
            <a:r>
              <a:rPr lang="en-US" sz="2000" dirty="0" smtClean="0"/>
              <a:t> </a:t>
            </a:r>
            <a:r>
              <a:rPr lang="en-US" sz="2000" dirty="0" err="1" smtClean="0"/>
              <a:t>potensi</a:t>
            </a:r>
            <a:r>
              <a:rPr lang="en-US" sz="2000" dirty="0" smtClean="0"/>
              <a:t> </a:t>
            </a:r>
            <a:r>
              <a:rPr lang="en-US" sz="2000" dirty="0" err="1" smtClean="0"/>
              <a:t>kekayaan</a:t>
            </a:r>
            <a:r>
              <a:rPr lang="en-US" sz="2000" dirty="0" smtClean="0"/>
              <a:t> </a:t>
            </a:r>
            <a:r>
              <a:rPr lang="en-US" sz="2000" dirty="0" err="1" smtClean="0"/>
              <a:t>alam</a:t>
            </a:r>
            <a:r>
              <a:rPr lang="en-US" sz="2000" dirty="0" smtClean="0"/>
              <a:t> </a:t>
            </a:r>
            <a:r>
              <a:rPr lang="en-US" sz="2000" dirty="0" err="1" smtClean="0"/>
              <a:t>dan</a:t>
            </a:r>
            <a:r>
              <a:rPr lang="en-US" sz="2000" dirty="0" smtClean="0"/>
              <a:t> </a:t>
            </a:r>
            <a:r>
              <a:rPr lang="en-US" sz="2000" dirty="0" err="1" smtClean="0"/>
              <a:t>kompetensi</a:t>
            </a:r>
            <a:r>
              <a:rPr lang="en-US" sz="2000" dirty="0" smtClean="0"/>
              <a:t> </a:t>
            </a:r>
            <a:r>
              <a:rPr lang="en-US" sz="2000" dirty="0" err="1" smtClean="0"/>
              <a:t>insani</a:t>
            </a:r>
            <a:r>
              <a:rPr lang="en-US" sz="2000" dirty="0" smtClean="0"/>
              <a:t> Indonesia.</a:t>
            </a:r>
          </a:p>
          <a:p>
            <a:pPr marL="320040" indent="-320040" fontAlgn="auto">
              <a:spcAft>
                <a:spcPts val="0"/>
              </a:spcAft>
              <a:buFont typeface="Wingdings"/>
              <a:buChar char=""/>
              <a:defRPr/>
            </a:pPr>
            <a:r>
              <a:rPr lang="en-US" sz="2000" dirty="0" err="1" smtClean="0"/>
              <a:t>budaya</a:t>
            </a:r>
            <a:r>
              <a:rPr lang="en-US" sz="2000" dirty="0" smtClean="0"/>
              <a:t> </a:t>
            </a:r>
            <a:r>
              <a:rPr lang="en-US" sz="2000" dirty="0" err="1" smtClean="0"/>
              <a:t>riset</a:t>
            </a:r>
            <a:r>
              <a:rPr lang="en-US" sz="2000" dirty="0" smtClean="0"/>
              <a:t> </a:t>
            </a:r>
            <a:r>
              <a:rPr lang="en-US" sz="2000" dirty="0" err="1" smtClean="0"/>
              <a:t>inovasi</a:t>
            </a:r>
            <a:r>
              <a:rPr lang="en-US" sz="2000" dirty="0" smtClean="0"/>
              <a:t> </a:t>
            </a:r>
          </a:p>
          <a:p>
            <a:pPr marL="320040" indent="-320040" fontAlgn="auto">
              <a:spcAft>
                <a:spcPts val="0"/>
              </a:spcAft>
              <a:buFont typeface="Wingdings"/>
              <a:buChar char=""/>
              <a:defRPr/>
            </a:pPr>
            <a:r>
              <a:rPr lang="en-US" sz="2000" dirty="0" err="1" smtClean="0"/>
              <a:t>sinergisasi</a:t>
            </a:r>
            <a:r>
              <a:rPr lang="en-US" sz="2000" dirty="0" smtClean="0"/>
              <a:t> </a:t>
            </a:r>
            <a:r>
              <a:rPr lang="en-US" sz="2000" dirty="0" err="1" smtClean="0"/>
              <a:t>kebijakan</a:t>
            </a:r>
            <a:r>
              <a:rPr lang="en-US" sz="2000" dirty="0" smtClean="0"/>
              <a:t> IPTEK </a:t>
            </a:r>
            <a:r>
              <a:rPr lang="en-US" sz="2000" dirty="0" err="1" smtClean="0"/>
              <a:t>nasional</a:t>
            </a:r>
            <a:r>
              <a:rPr lang="en-US" sz="2000" dirty="0" smtClean="0"/>
              <a:t>.</a:t>
            </a:r>
          </a:p>
        </p:txBody>
      </p:sp>
      <p:grpSp>
        <p:nvGrpSpPr>
          <p:cNvPr id="2" name="Group 6"/>
          <p:cNvGrpSpPr>
            <a:grpSpLocks/>
          </p:cNvGrpSpPr>
          <p:nvPr/>
        </p:nvGrpSpPr>
        <p:grpSpPr bwMode="auto">
          <a:xfrm>
            <a:off x="6019800" y="0"/>
            <a:ext cx="3124200" cy="1281113"/>
            <a:chOff x="4267200" y="0"/>
            <a:chExt cx="3124200" cy="1281767"/>
          </a:xfrm>
        </p:grpSpPr>
        <p:pic>
          <p:nvPicPr>
            <p:cNvPr id="8" name="Picture 7" descr="1.JPG"/>
            <p:cNvPicPr>
              <a:picLocks noChangeAspect="1"/>
            </p:cNvPicPr>
            <p:nvPr/>
          </p:nvPicPr>
          <p:blipFill>
            <a:blip r:embed="rId2" cstate="print"/>
            <a:stretch>
              <a:fillRect/>
            </a:stretch>
          </p:blipFill>
          <p:spPr>
            <a:xfrm>
              <a:off x="4572000" y="533400"/>
              <a:ext cx="533400" cy="690182"/>
            </a:xfrm>
            <a:prstGeom prst="rect">
              <a:avLst/>
            </a:prstGeom>
            <a:ln>
              <a:noFill/>
            </a:ln>
            <a:effectLst>
              <a:softEdge rad="112500"/>
            </a:effectLst>
          </p:spPr>
        </p:pic>
        <p:pic>
          <p:nvPicPr>
            <p:cNvPr id="9" name="Picture 8" descr="1.JPG"/>
            <p:cNvPicPr>
              <a:picLocks noChangeAspect="1"/>
            </p:cNvPicPr>
            <p:nvPr/>
          </p:nvPicPr>
          <p:blipFill>
            <a:blip r:embed="rId3" cstate="print"/>
            <a:stretch>
              <a:fillRect/>
            </a:stretch>
          </p:blipFill>
          <p:spPr>
            <a:xfrm>
              <a:off x="5105400" y="403397"/>
              <a:ext cx="609600" cy="788780"/>
            </a:xfrm>
            <a:prstGeom prst="rect">
              <a:avLst/>
            </a:prstGeom>
            <a:ln>
              <a:noFill/>
            </a:ln>
            <a:effectLst>
              <a:softEdge rad="112500"/>
            </a:effectLst>
          </p:spPr>
        </p:pic>
        <p:pic>
          <p:nvPicPr>
            <p:cNvPr id="10" name="Picture 9" descr="1.JPG"/>
            <p:cNvPicPr>
              <a:picLocks noChangeAspect="1"/>
            </p:cNvPicPr>
            <p:nvPr/>
          </p:nvPicPr>
          <p:blipFill>
            <a:blip r:embed="rId4" cstate="print"/>
            <a:stretch>
              <a:fillRect/>
            </a:stretch>
          </p:blipFill>
          <p:spPr>
            <a:xfrm>
              <a:off x="5715000" y="228600"/>
              <a:ext cx="762000" cy="985975"/>
            </a:xfrm>
            <a:prstGeom prst="rect">
              <a:avLst/>
            </a:prstGeom>
            <a:ln>
              <a:noFill/>
            </a:ln>
            <a:effectLst>
              <a:softEdge rad="112500"/>
            </a:effectLst>
          </p:spPr>
        </p:pic>
        <p:pic>
          <p:nvPicPr>
            <p:cNvPr id="11" name="Picture 10" descr="1.JPG"/>
            <p:cNvPicPr>
              <a:picLocks noChangeAspect="1"/>
            </p:cNvPicPr>
            <p:nvPr/>
          </p:nvPicPr>
          <p:blipFill>
            <a:blip r:embed="rId5" cstate="print"/>
            <a:stretch>
              <a:fillRect/>
            </a:stretch>
          </p:blipFill>
          <p:spPr>
            <a:xfrm>
              <a:off x="6400800" y="0"/>
              <a:ext cx="990600" cy="1281767"/>
            </a:xfrm>
            <a:prstGeom prst="rect">
              <a:avLst/>
            </a:prstGeom>
            <a:ln>
              <a:noFill/>
            </a:ln>
            <a:effectLst>
              <a:softEdge rad="112500"/>
            </a:effectLst>
          </p:spPr>
        </p:pic>
        <p:pic>
          <p:nvPicPr>
            <p:cNvPr id="12" name="Picture 11" descr="1.JPG"/>
            <p:cNvPicPr>
              <a:picLocks noChangeAspect="1"/>
            </p:cNvPicPr>
            <p:nvPr/>
          </p:nvPicPr>
          <p:blipFill>
            <a:blip r:embed="rId6" cstate="print"/>
            <a:stretch>
              <a:fillRect/>
            </a:stretch>
          </p:blipFill>
          <p:spPr>
            <a:xfrm>
              <a:off x="4267200" y="685800"/>
              <a:ext cx="412233" cy="533400"/>
            </a:xfrm>
            <a:prstGeom prst="rect">
              <a:avLst/>
            </a:prstGeom>
            <a:ln>
              <a:noFill/>
            </a:ln>
            <a:effectLst>
              <a:softEdge rad="112500"/>
            </a:effectLst>
          </p:spPr>
        </p:pic>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PROBLEM SOLVING</a:t>
            </a:r>
            <a:endParaRPr lang="id-ID" dirty="0"/>
          </a:p>
        </p:txBody>
      </p:sp>
      <p:sp>
        <p:nvSpPr>
          <p:cNvPr id="3" name="Content Placeholder 2"/>
          <p:cNvSpPr>
            <a:spLocks noGrp="1"/>
          </p:cNvSpPr>
          <p:nvPr>
            <p:ph idx="1"/>
          </p:nvPr>
        </p:nvSpPr>
        <p:spPr/>
        <p:txBody>
          <a:bodyPr>
            <a:normAutofit fontScale="77500" lnSpcReduction="20000"/>
          </a:bodyPr>
          <a:lstStyle/>
          <a:p>
            <a:pPr>
              <a:buNone/>
            </a:pPr>
            <a:r>
              <a:rPr lang="id-ID" dirty="0" smtClean="0"/>
              <a:t>Di Bidang Ekonomi</a:t>
            </a:r>
          </a:p>
          <a:p>
            <a:r>
              <a:rPr lang="id-ID" dirty="0" smtClean="0"/>
              <a:t>Mengembangkan perekonomian yang berorientasi global sesuai kemajuan teknologi dengan membangun keunggulan kompetitif berdasarkan keunggulan komparatif sebagai negara maritim dan agraris sesuai kompetensi dan produk unggulan di setiap daerah terutama pertanian dalam arti luas, kehutanan, kelautan, pertambangan, pariwisata, serta industri kecil serta kerajinan rakyat</a:t>
            </a:r>
          </a:p>
          <a:p>
            <a:r>
              <a:rPr lang="id-ID" dirty="0" smtClean="0"/>
              <a:t>Mengembangkan kebijakan industri, perdagangan dan investasi dalam rangka meningkatkan Persaingan global dengan membuka aksesibilitas yang sama terhadap kesempatan kerja dan berusaha bagi segenap rakyat, dan seluruh daerah melalui keunggulan kompetitif terutama berbasis keunggulan sumber daya manusia dengan menghapus segala bentuk perlakuan diskriminatif dan hambatan.</a:t>
            </a:r>
            <a:br>
              <a:rPr lang="id-ID" dirty="0" smtClean="0"/>
            </a:br>
            <a:endParaRPr lang="id-ID"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7239000" cy="5998536"/>
          </a:xfrm>
        </p:spPr>
        <p:txBody>
          <a:bodyPr>
            <a:normAutofit fontScale="92500" lnSpcReduction="20000"/>
          </a:bodyPr>
          <a:lstStyle/>
          <a:p>
            <a:pPr>
              <a:buNone/>
            </a:pPr>
            <a:r>
              <a:rPr lang="id-ID" dirty="0" smtClean="0"/>
              <a:t>Bidang Politik</a:t>
            </a:r>
          </a:p>
          <a:p>
            <a:pPr algn="just"/>
            <a:r>
              <a:rPr lang="id-ID" dirty="0" smtClean="0"/>
              <a:t>Menegaskan arah politik luar negeri Indonesia yang bebas aktif dan berorientasi pada kepentingan nasional, menitikberatkan pada solidaritas antar negara berkembang mendukung perjuangan kemerdekaan bangsa-bangsa, menolak penjajahan dalam segala bentuk, serta kerja sama internasional bagi kesejahteraan rakyat.</a:t>
            </a:r>
          </a:p>
          <a:p>
            <a:pPr algn="just"/>
            <a:r>
              <a:rPr lang="id-ID" dirty="0" smtClean="0"/>
              <a:t>Meningkatkan kesiapan Indonesia dalam segala bidang untuk menghadapi perdagangan bebas, terutama dalam menyongsong pemberlakuan AFTA dan WTO.</a:t>
            </a:r>
          </a:p>
          <a:p>
            <a:pPr algn="just"/>
            <a:r>
              <a:rPr lang="id-ID" dirty="0" smtClean="0"/>
              <a:t>Memperkuat kelembagaan, sumber daya manusia, sarana dan prasarana penerangan khususnya di luar negeri dalam rangka memperjuangkan kepentingan Nasional di Forum Internasional.</a:t>
            </a:r>
          </a:p>
          <a:p>
            <a:endParaRPr lang="id-ID"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7696200" cy="5547360"/>
          </a:xfrm>
        </p:spPr>
        <p:txBody>
          <a:bodyPr>
            <a:normAutofit lnSpcReduction="10000"/>
          </a:bodyPr>
          <a:lstStyle/>
          <a:p>
            <a:pPr>
              <a:buNone/>
            </a:pPr>
            <a:r>
              <a:rPr lang="id-ID" dirty="0" smtClean="0"/>
              <a:t>Bidang Agama</a:t>
            </a:r>
          </a:p>
          <a:p>
            <a:pPr algn="just"/>
            <a:r>
              <a:rPr lang="id-ID" dirty="0" smtClean="0"/>
              <a:t>Meningkatkan kualitas pendidikan agama melalui penyempurnaan sistem pendidikan agama, sehingga lebih terpadu dan integral dengan sistem pendidikan nasional dengan didukung oleh sarana dan prasarana yang memadai.</a:t>
            </a:r>
          </a:p>
          <a:p>
            <a:pPr algn="just"/>
            <a:r>
              <a:rPr lang="id-ID" dirty="0" smtClean="0"/>
              <a:t>Meningkatkan peran dan fungsi lembaga-lembaga keagamaan dalam ikut mengatasi dampak perubahan yang terjadi dalam semua aspek kehidupan untuk memperkokoh jati diri dan kepribadian bangsa, serta memperkuat kerukunan hidup bermasyarakat, berbangsa dan bernegara.</a:t>
            </a:r>
            <a:endParaRPr lang="id-ID"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7696200" cy="5394960"/>
          </a:xfrm>
        </p:spPr>
        <p:txBody>
          <a:bodyPr>
            <a:normAutofit lnSpcReduction="10000"/>
          </a:bodyPr>
          <a:lstStyle/>
          <a:p>
            <a:pPr>
              <a:buNone/>
            </a:pPr>
            <a:r>
              <a:rPr lang="id-ID" dirty="0" smtClean="0"/>
              <a:t>Bidang Pendidikan</a:t>
            </a:r>
          </a:p>
          <a:p>
            <a:r>
              <a:rPr lang="id-ID" dirty="0" smtClean="0"/>
              <a:t>Meningkatkan kemampuan akademik dan kesejahteraan tenaga kependidikan sebagai tenaga kependidikan sebagai tenaga pendidikan mampu berfungsi secara optimal terutama dalam peningkatan pendidikan watak dan budi pekerti agar dapat mengembalikan wibawa lembaga dan tenaga pendidikan.</a:t>
            </a:r>
          </a:p>
          <a:p>
            <a:r>
              <a:rPr lang="id-ID" dirty="0" smtClean="0"/>
              <a:t>Meningkatkan kualitas lembaga pendidikan yang diselenggarakan baik oleh masyarakat maupun pemerintah untuk memantapkan sistem pendidikan yang efektif dan efisien dalam menghadapi perkembangan ilmu pengetahuan, teknologi, dan seni.</a:t>
            </a:r>
            <a:endParaRPr lang="id-ID"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7696200" cy="5852160"/>
          </a:xfrm>
        </p:spPr>
        <p:txBody>
          <a:bodyPr>
            <a:normAutofit fontScale="92500" lnSpcReduction="20000"/>
          </a:bodyPr>
          <a:lstStyle/>
          <a:p>
            <a:pPr>
              <a:buNone/>
            </a:pPr>
            <a:r>
              <a:rPr lang="id-ID" dirty="0" smtClean="0"/>
              <a:t>Bidang Sosial Budaya</a:t>
            </a:r>
          </a:p>
          <a:p>
            <a:pPr algn="just"/>
            <a:r>
              <a:rPr lang="id-ID" dirty="0" smtClean="0"/>
              <a:t>Mengembangkan dan membina kebudayaan Nasional bangsa Indonesia yang bersumber dari warisan budaya leluhur bangsa, budaya nasional yang mengandung nilai-nilai universal, termasuk kepercayaan terhadap Tuhan Yang Maha Esa dalam rangka mendukung terpeliharanya kerukunan hidup bermasyarakat dan berbangsa dan bernegara.</a:t>
            </a:r>
          </a:p>
          <a:p>
            <a:pPr algn="just"/>
            <a:r>
              <a:rPr lang="id-ID" dirty="0" smtClean="0"/>
              <a:t>Memberantas secara sistematis perdagangan dan penyalahgunaan narkotika dan obat-obat terlarang dengan memberikan sanksi yang seberat-beratnya kepada produsen, pengedar dan pemakai.</a:t>
            </a:r>
          </a:p>
          <a:p>
            <a:pPr algn="just"/>
            <a:r>
              <a:rPr lang="id-ID" dirty="0" smtClean="0"/>
              <a:t>Melindungi segenap generasi muda dari bahaya destruktif, terutama bahaya penyalahgunaan narkotika, obat-obatan terlarang dan narkotika lainnya melalui gerakan pemberantasan dan peningkatan kesadaran masyarakat akan bahaya penyalahgunaan narkotika.</a:t>
            </a:r>
            <a:endParaRPr lang="id-ID"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ca5863f3f3f5f992edc2245ce6ba6dae3e6a9f60"/>
  <p:tag name="ISPRING_RESOURCE_PATHS_HASH" val="6cefca26cfd723173d4fc5f1a1f41ba8a745a"/>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1119</TotalTime>
  <Words>1265</Words>
  <Application>Microsoft Office PowerPoint</Application>
  <PresentationFormat>On-screen Show (4:3)</PresentationFormat>
  <Paragraphs>137</Paragraphs>
  <Slides>23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Calibri</vt:lpstr>
      <vt:lpstr>Trebuchet MS</vt:lpstr>
      <vt:lpstr>Wingdings</vt:lpstr>
      <vt:lpstr>Wingdings 2</vt:lpstr>
      <vt:lpstr>Opulent</vt:lpstr>
      <vt:lpstr>Ketahanan Nasional SEBAGAI GEOSTATEGI Indonesia</vt:lpstr>
      <vt:lpstr>PENGERTIAN GEOSTRATEGI</vt:lpstr>
      <vt:lpstr>Ketahanan Nasional</vt:lpstr>
      <vt:lpstr>SKEMA KONSEPSI KETAHANAN NASIONAL</vt:lpstr>
      <vt:lpstr>MODEL ASTAGATRA</vt:lpstr>
      <vt:lpstr>HAKIKAT DAN KONSEPSI</vt:lpstr>
      <vt:lpstr>PowerPoint Presentation</vt:lpstr>
      <vt:lpstr>ASAS-ASAS KETAHANAN NASIONAL INDONESIA </vt:lpstr>
      <vt:lpstr>SIFAT KETAHANAN NASIONAL INDONESIA </vt:lpstr>
      <vt:lpstr>Ketahanan Nasional meliputi</vt:lpstr>
      <vt:lpstr>Strategi Lemhanas</vt:lpstr>
      <vt:lpstr>PowerPoint Presentation</vt:lpstr>
      <vt:lpstr>PowerPoint Presentation</vt:lpstr>
      <vt:lpstr>PowerPoint Presentation</vt:lpstr>
      <vt:lpstr>PowerPoint Presentation</vt:lpstr>
      <vt:lpstr> COBA ANDA ANALISIS BAGAIMANA INDONESIA MENGATASI MASALAH BERIKUT ???</vt:lpstr>
      <vt:lpstr>PowerPoint Presentation</vt:lpstr>
      <vt:lpstr>PowerPoint Presentation</vt:lpstr>
      <vt:lpstr>PROBLEM SOLVING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Ketahanan Nasional Indonesia</dc:title>
  <dc:creator>DIKDIK</dc:creator>
  <cp:lastModifiedBy>Reya</cp:lastModifiedBy>
  <cp:revision>61</cp:revision>
  <dcterms:created xsi:type="dcterms:W3CDTF">2012-01-05T01:44:16Z</dcterms:created>
  <dcterms:modified xsi:type="dcterms:W3CDTF">2019-04-13T01:44:54Z</dcterms:modified>
</cp:coreProperties>
</file>