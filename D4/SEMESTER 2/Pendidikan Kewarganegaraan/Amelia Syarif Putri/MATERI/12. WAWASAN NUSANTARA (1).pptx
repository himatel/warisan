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6"/>
  </p:notesMasterIdLst>
  <p:sldIdLst>
    <p:sldId id="256" r:id="rId2"/>
    <p:sldId id="263" r:id="rId3"/>
    <p:sldId id="257" r:id="rId4"/>
    <p:sldId id="311" r:id="rId5"/>
    <p:sldId id="259" r:id="rId6"/>
    <p:sldId id="261" r:id="rId7"/>
    <p:sldId id="304" r:id="rId8"/>
    <p:sldId id="262" r:id="rId9"/>
    <p:sldId id="305" r:id="rId10"/>
    <p:sldId id="306" r:id="rId11"/>
    <p:sldId id="307" r:id="rId12"/>
    <p:sldId id="308" r:id="rId13"/>
    <p:sldId id="309" r:id="rId14"/>
    <p:sldId id="310" r:id="rId15"/>
    <p:sldId id="274" r:id="rId16"/>
    <p:sldId id="302" r:id="rId17"/>
    <p:sldId id="303" r:id="rId18"/>
    <p:sldId id="275" r:id="rId19"/>
    <p:sldId id="298" r:id="rId20"/>
    <p:sldId id="299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0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image" Target="../media/image4.jp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C53DD8-CEA2-42FF-AE66-98E7D80BB5BE}" type="doc">
      <dgm:prSet loTypeId="urn:microsoft.com/office/officeart/2005/8/layout/pyramid1" loCatId="pyramid" qsTypeId="urn:microsoft.com/office/officeart/2005/8/quickstyle/3d3" qsCatId="3D" csTypeId="urn:microsoft.com/office/officeart/2005/8/colors/colorful5" csCatId="colorful" phldr="1"/>
      <dgm:spPr/>
    </dgm:pt>
    <dgm:pt modelId="{3B29EBFB-6512-4DAB-81D7-C6B930BFC796}">
      <dgm:prSet phldrT="[Text]"/>
      <dgm:spPr/>
      <dgm:t>
        <a:bodyPr/>
        <a:lstStyle/>
        <a:p>
          <a:r>
            <a:rPr lang="en-US" dirty="0" err="1"/>
            <a:t>Pancasila</a:t>
          </a:r>
          <a:endParaRPr lang="en-US" dirty="0"/>
        </a:p>
      </dgm:t>
    </dgm:pt>
    <dgm:pt modelId="{B497812B-CD87-41C8-B6E0-6DCF930A7BC4}" type="parTrans" cxnId="{8DEE2E76-7198-4B67-848B-651CF52F905D}">
      <dgm:prSet/>
      <dgm:spPr/>
      <dgm:t>
        <a:bodyPr/>
        <a:lstStyle/>
        <a:p>
          <a:endParaRPr lang="en-US"/>
        </a:p>
      </dgm:t>
    </dgm:pt>
    <dgm:pt modelId="{6ABE1934-8993-4C90-B7E0-20682A66CCCC}" type="sibTrans" cxnId="{8DEE2E76-7198-4B67-848B-651CF52F905D}">
      <dgm:prSet/>
      <dgm:spPr/>
      <dgm:t>
        <a:bodyPr/>
        <a:lstStyle/>
        <a:p>
          <a:endParaRPr lang="en-US"/>
        </a:p>
      </dgm:t>
    </dgm:pt>
    <dgm:pt modelId="{DACFC81D-F973-4051-B9EC-F24717791C31}">
      <dgm:prSet phldrT="[Text]"/>
      <dgm:spPr/>
      <dgm:t>
        <a:bodyPr/>
        <a:lstStyle/>
        <a:p>
          <a:r>
            <a:rPr lang="en-US" dirty="0"/>
            <a:t>UUD 1945</a:t>
          </a:r>
        </a:p>
      </dgm:t>
    </dgm:pt>
    <dgm:pt modelId="{7DF59BDE-E18E-4027-B4EF-C0270D92EA7E}" type="parTrans" cxnId="{7F4EDB15-67AB-4E3C-A655-321C25BAB241}">
      <dgm:prSet/>
      <dgm:spPr/>
      <dgm:t>
        <a:bodyPr/>
        <a:lstStyle/>
        <a:p>
          <a:endParaRPr lang="en-US"/>
        </a:p>
      </dgm:t>
    </dgm:pt>
    <dgm:pt modelId="{3A234E78-89E4-404A-A8B5-EFB08E3DC5D2}" type="sibTrans" cxnId="{7F4EDB15-67AB-4E3C-A655-321C25BAB241}">
      <dgm:prSet/>
      <dgm:spPr/>
      <dgm:t>
        <a:bodyPr/>
        <a:lstStyle/>
        <a:p>
          <a:endParaRPr lang="en-US"/>
        </a:p>
      </dgm:t>
    </dgm:pt>
    <dgm:pt modelId="{B22B2270-51CD-42E3-A08C-F4D6E4A6521A}">
      <dgm:prSet phldrT="[Text]"/>
      <dgm:spPr/>
      <dgm:t>
        <a:bodyPr/>
        <a:lstStyle/>
        <a:p>
          <a:r>
            <a:rPr lang="en-US" dirty="0" err="1"/>
            <a:t>Wawasan</a:t>
          </a:r>
          <a:r>
            <a:rPr lang="en-US" dirty="0"/>
            <a:t> Nusantara</a:t>
          </a:r>
        </a:p>
      </dgm:t>
    </dgm:pt>
    <dgm:pt modelId="{FB1E6E81-3575-481F-9A24-B8D4B5392763}" type="parTrans" cxnId="{197DA929-099B-4FEB-888B-CA4BF3C528C3}">
      <dgm:prSet/>
      <dgm:spPr/>
      <dgm:t>
        <a:bodyPr/>
        <a:lstStyle/>
        <a:p>
          <a:endParaRPr lang="en-US"/>
        </a:p>
      </dgm:t>
    </dgm:pt>
    <dgm:pt modelId="{434374A1-C45A-4FA7-9C0B-9213F1395364}" type="sibTrans" cxnId="{197DA929-099B-4FEB-888B-CA4BF3C528C3}">
      <dgm:prSet/>
      <dgm:spPr/>
      <dgm:t>
        <a:bodyPr/>
        <a:lstStyle/>
        <a:p>
          <a:endParaRPr lang="en-US"/>
        </a:p>
      </dgm:t>
    </dgm:pt>
    <dgm:pt modelId="{5A45766F-0C55-4F10-B3AD-0C0AAE588518}">
      <dgm:prSet phldrT="[Text]"/>
      <dgm:spPr/>
      <dgm:t>
        <a:bodyPr/>
        <a:lstStyle/>
        <a:p>
          <a:r>
            <a:rPr lang="en-US" dirty="0" err="1"/>
            <a:t>Ketahanan</a:t>
          </a:r>
          <a:r>
            <a:rPr lang="en-US" dirty="0"/>
            <a:t> </a:t>
          </a:r>
          <a:r>
            <a:rPr lang="en-US" dirty="0" err="1"/>
            <a:t>Nasional</a:t>
          </a:r>
          <a:endParaRPr lang="en-US" dirty="0"/>
        </a:p>
      </dgm:t>
    </dgm:pt>
    <dgm:pt modelId="{543B0126-61BF-4B56-90E1-53761F86426A}" type="parTrans" cxnId="{B7D688C6-8691-4DC7-9500-F4B22F63A8A1}">
      <dgm:prSet/>
      <dgm:spPr/>
      <dgm:t>
        <a:bodyPr/>
        <a:lstStyle/>
        <a:p>
          <a:endParaRPr lang="en-US"/>
        </a:p>
      </dgm:t>
    </dgm:pt>
    <dgm:pt modelId="{1EF94712-C34B-432C-8DFB-FE69C8624A6D}" type="sibTrans" cxnId="{B7D688C6-8691-4DC7-9500-F4B22F63A8A1}">
      <dgm:prSet/>
      <dgm:spPr/>
      <dgm:t>
        <a:bodyPr/>
        <a:lstStyle/>
        <a:p>
          <a:endParaRPr lang="en-US"/>
        </a:p>
      </dgm:t>
    </dgm:pt>
    <dgm:pt modelId="{92B762D5-A1D7-4A24-9748-62B9079DF819}">
      <dgm:prSet phldrT="[Text]"/>
      <dgm:spPr/>
      <dgm:t>
        <a:bodyPr/>
        <a:lstStyle/>
        <a:p>
          <a:r>
            <a:rPr lang="en-US" dirty="0" err="1"/>
            <a:t>Dokumen</a:t>
          </a:r>
          <a:r>
            <a:rPr lang="en-US" dirty="0"/>
            <a:t> </a:t>
          </a:r>
          <a:r>
            <a:rPr lang="en-US" dirty="0" err="1"/>
            <a:t>Rencana</a:t>
          </a:r>
          <a:r>
            <a:rPr lang="en-US" dirty="0"/>
            <a:t> </a:t>
          </a:r>
          <a:r>
            <a:rPr lang="en-US" dirty="0" err="1"/>
            <a:t>pembangunan</a:t>
          </a:r>
          <a:endParaRPr lang="en-US" dirty="0"/>
        </a:p>
      </dgm:t>
    </dgm:pt>
    <dgm:pt modelId="{F41215D1-2A95-4216-87E0-CB69FD1B3F68}" type="parTrans" cxnId="{21CC932D-8167-4DE5-8970-0459B0EDF672}">
      <dgm:prSet/>
      <dgm:spPr/>
      <dgm:t>
        <a:bodyPr/>
        <a:lstStyle/>
        <a:p>
          <a:endParaRPr lang="en-US"/>
        </a:p>
      </dgm:t>
    </dgm:pt>
    <dgm:pt modelId="{E8CC5218-501A-451A-9915-D0CA86FCE382}" type="sibTrans" cxnId="{21CC932D-8167-4DE5-8970-0459B0EDF672}">
      <dgm:prSet/>
      <dgm:spPr/>
      <dgm:t>
        <a:bodyPr/>
        <a:lstStyle/>
        <a:p>
          <a:endParaRPr lang="en-US"/>
        </a:p>
      </dgm:t>
    </dgm:pt>
    <dgm:pt modelId="{ACF0DF52-DC41-4C17-8D84-482B3121CD8E}" type="pres">
      <dgm:prSet presAssocID="{BBC53DD8-CEA2-42FF-AE66-98E7D80BB5BE}" presName="Name0" presStyleCnt="0">
        <dgm:presLayoutVars>
          <dgm:dir/>
          <dgm:animLvl val="lvl"/>
          <dgm:resizeHandles val="exact"/>
        </dgm:presLayoutVars>
      </dgm:prSet>
      <dgm:spPr/>
    </dgm:pt>
    <dgm:pt modelId="{C9667D9A-DDD2-477B-A1DB-E37777E8DFB2}" type="pres">
      <dgm:prSet presAssocID="{3B29EBFB-6512-4DAB-81D7-C6B930BFC796}" presName="Name8" presStyleCnt="0"/>
      <dgm:spPr/>
    </dgm:pt>
    <dgm:pt modelId="{4C656E45-1248-4746-9081-462001911EE6}" type="pres">
      <dgm:prSet presAssocID="{3B29EBFB-6512-4DAB-81D7-C6B930BFC796}" presName="level" presStyleLbl="node1" presStyleIdx="0" presStyleCnt="5">
        <dgm:presLayoutVars>
          <dgm:chMax val="1"/>
          <dgm:bulletEnabled val="1"/>
        </dgm:presLayoutVars>
      </dgm:prSet>
      <dgm:spPr/>
    </dgm:pt>
    <dgm:pt modelId="{F558C6C0-2BA1-49E3-8E45-33BC80ABB005}" type="pres">
      <dgm:prSet presAssocID="{3B29EBFB-6512-4DAB-81D7-C6B930BFC79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DF6C38-4C66-41E5-BC08-95759B45B5C4}" type="pres">
      <dgm:prSet presAssocID="{DACFC81D-F973-4051-B9EC-F24717791C31}" presName="Name8" presStyleCnt="0"/>
      <dgm:spPr/>
    </dgm:pt>
    <dgm:pt modelId="{0C7DCED4-C827-47D0-9AE6-5BBD42AFF7F7}" type="pres">
      <dgm:prSet presAssocID="{DACFC81D-F973-4051-B9EC-F24717791C31}" presName="level" presStyleLbl="node1" presStyleIdx="1" presStyleCnt="5">
        <dgm:presLayoutVars>
          <dgm:chMax val="1"/>
          <dgm:bulletEnabled val="1"/>
        </dgm:presLayoutVars>
      </dgm:prSet>
      <dgm:spPr/>
    </dgm:pt>
    <dgm:pt modelId="{75EC6B42-321F-4329-978B-95FA6B8B0D1F}" type="pres">
      <dgm:prSet presAssocID="{DACFC81D-F973-4051-B9EC-F24717791C3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AC097EC-14BE-40F7-B5A0-31E4A111497C}" type="pres">
      <dgm:prSet presAssocID="{B22B2270-51CD-42E3-A08C-F4D6E4A6521A}" presName="Name8" presStyleCnt="0"/>
      <dgm:spPr/>
    </dgm:pt>
    <dgm:pt modelId="{26FA652C-0346-4739-BE8C-CA21064DE4BD}" type="pres">
      <dgm:prSet presAssocID="{B22B2270-51CD-42E3-A08C-F4D6E4A6521A}" presName="level" presStyleLbl="node1" presStyleIdx="2" presStyleCnt="5">
        <dgm:presLayoutVars>
          <dgm:chMax val="1"/>
          <dgm:bulletEnabled val="1"/>
        </dgm:presLayoutVars>
      </dgm:prSet>
      <dgm:spPr/>
    </dgm:pt>
    <dgm:pt modelId="{762E2936-5024-4251-8F91-4CC29A5919F1}" type="pres">
      <dgm:prSet presAssocID="{B22B2270-51CD-42E3-A08C-F4D6E4A652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E9008E3-39BE-4B45-AB43-A9115DB9DB66}" type="pres">
      <dgm:prSet presAssocID="{5A45766F-0C55-4F10-B3AD-0C0AAE588518}" presName="Name8" presStyleCnt="0"/>
      <dgm:spPr/>
    </dgm:pt>
    <dgm:pt modelId="{B75C1CC9-75A0-4C11-847E-33E589A9FDA0}" type="pres">
      <dgm:prSet presAssocID="{5A45766F-0C55-4F10-B3AD-0C0AAE588518}" presName="level" presStyleLbl="node1" presStyleIdx="3" presStyleCnt="5">
        <dgm:presLayoutVars>
          <dgm:chMax val="1"/>
          <dgm:bulletEnabled val="1"/>
        </dgm:presLayoutVars>
      </dgm:prSet>
      <dgm:spPr/>
    </dgm:pt>
    <dgm:pt modelId="{0EB66C5B-7283-44BD-B656-DAB3D1A5FAC1}" type="pres">
      <dgm:prSet presAssocID="{5A45766F-0C55-4F10-B3AD-0C0AAE58851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7759E9D-AFAF-45F7-A65F-5DDA3C181543}" type="pres">
      <dgm:prSet presAssocID="{92B762D5-A1D7-4A24-9748-62B9079DF819}" presName="Name8" presStyleCnt="0"/>
      <dgm:spPr/>
    </dgm:pt>
    <dgm:pt modelId="{B60BE5C0-2BD4-4D4F-AE74-950F6969D7CB}" type="pres">
      <dgm:prSet presAssocID="{92B762D5-A1D7-4A24-9748-62B9079DF819}" presName="level" presStyleLbl="node1" presStyleIdx="4" presStyleCnt="5">
        <dgm:presLayoutVars>
          <dgm:chMax val="1"/>
          <dgm:bulletEnabled val="1"/>
        </dgm:presLayoutVars>
      </dgm:prSet>
      <dgm:spPr/>
    </dgm:pt>
    <dgm:pt modelId="{CB4974C4-E01C-44F0-9714-BEEEBF0D8D50}" type="pres">
      <dgm:prSet presAssocID="{92B762D5-A1D7-4A24-9748-62B9079DF81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F4EDB15-67AB-4E3C-A655-321C25BAB241}" srcId="{BBC53DD8-CEA2-42FF-AE66-98E7D80BB5BE}" destId="{DACFC81D-F973-4051-B9EC-F24717791C31}" srcOrd="1" destOrd="0" parTransId="{7DF59BDE-E18E-4027-B4EF-C0270D92EA7E}" sibTransId="{3A234E78-89E4-404A-A8B5-EFB08E3DC5D2}"/>
    <dgm:cxn modelId="{197DA929-099B-4FEB-888B-CA4BF3C528C3}" srcId="{BBC53DD8-CEA2-42FF-AE66-98E7D80BB5BE}" destId="{B22B2270-51CD-42E3-A08C-F4D6E4A6521A}" srcOrd="2" destOrd="0" parTransId="{FB1E6E81-3575-481F-9A24-B8D4B5392763}" sibTransId="{434374A1-C45A-4FA7-9C0B-9213F1395364}"/>
    <dgm:cxn modelId="{9F4A8B2C-6202-4795-A779-16EF38B71774}" type="presOf" srcId="{5A45766F-0C55-4F10-B3AD-0C0AAE588518}" destId="{0EB66C5B-7283-44BD-B656-DAB3D1A5FAC1}" srcOrd="1" destOrd="0" presId="urn:microsoft.com/office/officeart/2005/8/layout/pyramid1"/>
    <dgm:cxn modelId="{21CC932D-8167-4DE5-8970-0459B0EDF672}" srcId="{BBC53DD8-CEA2-42FF-AE66-98E7D80BB5BE}" destId="{92B762D5-A1D7-4A24-9748-62B9079DF819}" srcOrd="4" destOrd="0" parTransId="{F41215D1-2A95-4216-87E0-CB69FD1B3F68}" sibTransId="{E8CC5218-501A-451A-9915-D0CA86FCE382}"/>
    <dgm:cxn modelId="{38E17862-F254-4BDA-982D-2324503AAA54}" type="presOf" srcId="{3B29EBFB-6512-4DAB-81D7-C6B930BFC796}" destId="{F558C6C0-2BA1-49E3-8E45-33BC80ABB005}" srcOrd="1" destOrd="0" presId="urn:microsoft.com/office/officeart/2005/8/layout/pyramid1"/>
    <dgm:cxn modelId="{310B2B43-04EC-49B6-974C-8D7393A12E15}" type="presOf" srcId="{B22B2270-51CD-42E3-A08C-F4D6E4A6521A}" destId="{26FA652C-0346-4739-BE8C-CA21064DE4BD}" srcOrd="0" destOrd="0" presId="urn:microsoft.com/office/officeart/2005/8/layout/pyramid1"/>
    <dgm:cxn modelId="{9B378870-B6D6-4A85-AD8F-00963916F95E}" type="presOf" srcId="{B22B2270-51CD-42E3-A08C-F4D6E4A6521A}" destId="{762E2936-5024-4251-8F91-4CC29A5919F1}" srcOrd="1" destOrd="0" presId="urn:microsoft.com/office/officeart/2005/8/layout/pyramid1"/>
    <dgm:cxn modelId="{97877971-665C-47DA-A150-D5C43854832C}" type="presOf" srcId="{DACFC81D-F973-4051-B9EC-F24717791C31}" destId="{0C7DCED4-C827-47D0-9AE6-5BBD42AFF7F7}" srcOrd="0" destOrd="0" presId="urn:microsoft.com/office/officeart/2005/8/layout/pyramid1"/>
    <dgm:cxn modelId="{32F2CE75-88DD-4A1F-899F-8EAAD2934964}" type="presOf" srcId="{BBC53DD8-CEA2-42FF-AE66-98E7D80BB5BE}" destId="{ACF0DF52-DC41-4C17-8D84-482B3121CD8E}" srcOrd="0" destOrd="0" presId="urn:microsoft.com/office/officeart/2005/8/layout/pyramid1"/>
    <dgm:cxn modelId="{8DEE2E76-7198-4B67-848B-651CF52F905D}" srcId="{BBC53DD8-CEA2-42FF-AE66-98E7D80BB5BE}" destId="{3B29EBFB-6512-4DAB-81D7-C6B930BFC796}" srcOrd="0" destOrd="0" parTransId="{B497812B-CD87-41C8-B6E0-6DCF930A7BC4}" sibTransId="{6ABE1934-8993-4C90-B7E0-20682A66CCCC}"/>
    <dgm:cxn modelId="{B5FF937C-0A62-487B-9CA4-BEF34720E12B}" type="presOf" srcId="{92B762D5-A1D7-4A24-9748-62B9079DF819}" destId="{B60BE5C0-2BD4-4D4F-AE74-950F6969D7CB}" srcOrd="0" destOrd="0" presId="urn:microsoft.com/office/officeart/2005/8/layout/pyramid1"/>
    <dgm:cxn modelId="{9E5F307E-9C00-4865-A299-DAEAF1C9EA8D}" type="presOf" srcId="{DACFC81D-F973-4051-B9EC-F24717791C31}" destId="{75EC6B42-321F-4329-978B-95FA6B8B0D1F}" srcOrd="1" destOrd="0" presId="urn:microsoft.com/office/officeart/2005/8/layout/pyramid1"/>
    <dgm:cxn modelId="{59DF3194-B5F6-434F-A776-640A39D73BAD}" type="presOf" srcId="{3B29EBFB-6512-4DAB-81D7-C6B930BFC796}" destId="{4C656E45-1248-4746-9081-462001911EE6}" srcOrd="0" destOrd="0" presId="urn:microsoft.com/office/officeart/2005/8/layout/pyramid1"/>
    <dgm:cxn modelId="{3D9974B7-8B7B-42B3-BCE2-D7471EA39977}" type="presOf" srcId="{5A45766F-0C55-4F10-B3AD-0C0AAE588518}" destId="{B75C1CC9-75A0-4C11-847E-33E589A9FDA0}" srcOrd="0" destOrd="0" presId="urn:microsoft.com/office/officeart/2005/8/layout/pyramid1"/>
    <dgm:cxn modelId="{B7D688C6-8691-4DC7-9500-F4B22F63A8A1}" srcId="{BBC53DD8-CEA2-42FF-AE66-98E7D80BB5BE}" destId="{5A45766F-0C55-4F10-B3AD-0C0AAE588518}" srcOrd="3" destOrd="0" parTransId="{543B0126-61BF-4B56-90E1-53761F86426A}" sibTransId="{1EF94712-C34B-432C-8DFB-FE69C8624A6D}"/>
    <dgm:cxn modelId="{2D0762D9-6C23-4386-9E28-F04E1B6081FF}" type="presOf" srcId="{92B762D5-A1D7-4A24-9748-62B9079DF819}" destId="{CB4974C4-E01C-44F0-9714-BEEEBF0D8D50}" srcOrd="1" destOrd="0" presId="urn:microsoft.com/office/officeart/2005/8/layout/pyramid1"/>
    <dgm:cxn modelId="{DD0223A7-5AE9-406E-B3DF-F2E1C0C0BE1B}" type="presParOf" srcId="{ACF0DF52-DC41-4C17-8D84-482B3121CD8E}" destId="{C9667D9A-DDD2-477B-A1DB-E37777E8DFB2}" srcOrd="0" destOrd="0" presId="urn:microsoft.com/office/officeart/2005/8/layout/pyramid1"/>
    <dgm:cxn modelId="{6B6CF72B-B03F-4426-AD6D-88024255D461}" type="presParOf" srcId="{C9667D9A-DDD2-477B-A1DB-E37777E8DFB2}" destId="{4C656E45-1248-4746-9081-462001911EE6}" srcOrd="0" destOrd="0" presId="urn:microsoft.com/office/officeart/2005/8/layout/pyramid1"/>
    <dgm:cxn modelId="{1BFFA852-E6A1-4282-82F5-199F7EAA22EB}" type="presParOf" srcId="{C9667D9A-DDD2-477B-A1DB-E37777E8DFB2}" destId="{F558C6C0-2BA1-49E3-8E45-33BC80ABB005}" srcOrd="1" destOrd="0" presId="urn:microsoft.com/office/officeart/2005/8/layout/pyramid1"/>
    <dgm:cxn modelId="{7DC9C99A-2C58-471A-9B12-9E66B833DFCD}" type="presParOf" srcId="{ACF0DF52-DC41-4C17-8D84-482B3121CD8E}" destId="{6BDF6C38-4C66-41E5-BC08-95759B45B5C4}" srcOrd="1" destOrd="0" presId="urn:microsoft.com/office/officeart/2005/8/layout/pyramid1"/>
    <dgm:cxn modelId="{EC8BAEA6-195D-4AA5-9D1D-D54EB0741117}" type="presParOf" srcId="{6BDF6C38-4C66-41E5-BC08-95759B45B5C4}" destId="{0C7DCED4-C827-47D0-9AE6-5BBD42AFF7F7}" srcOrd="0" destOrd="0" presId="urn:microsoft.com/office/officeart/2005/8/layout/pyramid1"/>
    <dgm:cxn modelId="{6AF75968-EEC2-4133-BEAB-FFD3E9D87B1D}" type="presParOf" srcId="{6BDF6C38-4C66-41E5-BC08-95759B45B5C4}" destId="{75EC6B42-321F-4329-978B-95FA6B8B0D1F}" srcOrd="1" destOrd="0" presId="urn:microsoft.com/office/officeart/2005/8/layout/pyramid1"/>
    <dgm:cxn modelId="{AAC44992-1E25-4E90-A007-E9E5971C9FBC}" type="presParOf" srcId="{ACF0DF52-DC41-4C17-8D84-482B3121CD8E}" destId="{CAC097EC-14BE-40F7-B5A0-31E4A111497C}" srcOrd="2" destOrd="0" presId="urn:microsoft.com/office/officeart/2005/8/layout/pyramid1"/>
    <dgm:cxn modelId="{85E47A60-44F2-4B92-95A5-DFE433ACF779}" type="presParOf" srcId="{CAC097EC-14BE-40F7-B5A0-31E4A111497C}" destId="{26FA652C-0346-4739-BE8C-CA21064DE4BD}" srcOrd="0" destOrd="0" presId="urn:microsoft.com/office/officeart/2005/8/layout/pyramid1"/>
    <dgm:cxn modelId="{EC3EAA22-E4E2-4F09-8959-23950F82C033}" type="presParOf" srcId="{CAC097EC-14BE-40F7-B5A0-31E4A111497C}" destId="{762E2936-5024-4251-8F91-4CC29A5919F1}" srcOrd="1" destOrd="0" presId="urn:microsoft.com/office/officeart/2005/8/layout/pyramid1"/>
    <dgm:cxn modelId="{2069247A-6484-42AE-B9C7-6DC648911981}" type="presParOf" srcId="{ACF0DF52-DC41-4C17-8D84-482B3121CD8E}" destId="{7E9008E3-39BE-4B45-AB43-A9115DB9DB66}" srcOrd="3" destOrd="0" presId="urn:microsoft.com/office/officeart/2005/8/layout/pyramid1"/>
    <dgm:cxn modelId="{2DADFA06-451C-4AF1-8034-676A1376BD1F}" type="presParOf" srcId="{7E9008E3-39BE-4B45-AB43-A9115DB9DB66}" destId="{B75C1CC9-75A0-4C11-847E-33E589A9FDA0}" srcOrd="0" destOrd="0" presId="urn:microsoft.com/office/officeart/2005/8/layout/pyramid1"/>
    <dgm:cxn modelId="{FA791578-E769-4D40-A367-1F29AC92AC76}" type="presParOf" srcId="{7E9008E3-39BE-4B45-AB43-A9115DB9DB66}" destId="{0EB66C5B-7283-44BD-B656-DAB3D1A5FAC1}" srcOrd="1" destOrd="0" presId="urn:microsoft.com/office/officeart/2005/8/layout/pyramid1"/>
    <dgm:cxn modelId="{BFE83AE9-1FA5-4E5B-A527-A707869ED320}" type="presParOf" srcId="{ACF0DF52-DC41-4C17-8D84-482B3121CD8E}" destId="{A7759E9D-AFAF-45F7-A65F-5DDA3C181543}" srcOrd="4" destOrd="0" presId="urn:microsoft.com/office/officeart/2005/8/layout/pyramid1"/>
    <dgm:cxn modelId="{AAC3207A-E740-4740-8AB5-D3415279F7CB}" type="presParOf" srcId="{A7759E9D-AFAF-45F7-A65F-5DDA3C181543}" destId="{B60BE5C0-2BD4-4D4F-AE74-950F6969D7CB}" srcOrd="0" destOrd="0" presId="urn:microsoft.com/office/officeart/2005/8/layout/pyramid1"/>
    <dgm:cxn modelId="{2845876C-79DF-4800-8D3D-BB8C50ABA64B}" type="presParOf" srcId="{A7759E9D-AFAF-45F7-A65F-5DDA3C181543}" destId="{CB4974C4-E01C-44F0-9714-BEEEBF0D8D5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023544-D1E3-450C-8171-BDDCD00FA29A}" type="doc">
      <dgm:prSet loTypeId="urn:microsoft.com/office/officeart/2005/8/layout/list1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4F60F0-7AFA-4265-BCAF-19A174ECBD23}">
      <dgm:prSet phldrT="[Text]"/>
      <dgm:spPr/>
      <dgm:t>
        <a:bodyPr/>
        <a:lstStyle/>
        <a:p>
          <a:r>
            <a:rPr lang="en-US" dirty="0"/>
            <a:t>HISTORIS</a:t>
          </a:r>
        </a:p>
      </dgm:t>
    </dgm:pt>
    <dgm:pt modelId="{AF292537-8A0F-4DAF-B8D0-89C26F44F2F6}" type="parTrans" cxnId="{7D84C036-86EA-4AB6-BEE0-934F3DB673EB}">
      <dgm:prSet/>
      <dgm:spPr/>
      <dgm:t>
        <a:bodyPr/>
        <a:lstStyle/>
        <a:p>
          <a:endParaRPr lang="en-US"/>
        </a:p>
      </dgm:t>
    </dgm:pt>
    <dgm:pt modelId="{1379BBDF-7295-4068-9760-D1B8E868155C}" type="sibTrans" cxnId="{7D84C036-86EA-4AB6-BEE0-934F3DB673EB}">
      <dgm:prSet/>
      <dgm:spPr/>
      <dgm:t>
        <a:bodyPr/>
        <a:lstStyle/>
        <a:p>
          <a:endParaRPr lang="en-US"/>
        </a:p>
      </dgm:t>
    </dgm:pt>
    <dgm:pt modelId="{FADDA53A-B84F-461B-9287-37B91D8611FC}">
      <dgm:prSet phldrT="[Text]"/>
      <dgm:spPr/>
      <dgm:t>
        <a:bodyPr/>
        <a:lstStyle/>
        <a:p>
          <a:r>
            <a:rPr lang="en-US" dirty="0" err="1"/>
            <a:t>Pernah</a:t>
          </a:r>
          <a:r>
            <a:rPr lang="en-US" dirty="0"/>
            <a:t> </a:t>
          </a:r>
          <a:r>
            <a:rPr lang="en-US" dirty="0" err="1"/>
            <a:t>sebagai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yang </a:t>
          </a:r>
          <a:r>
            <a:rPr lang="en-US" dirty="0" err="1"/>
            <a:t>terjajah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terpecah</a:t>
          </a:r>
          <a:endParaRPr lang="en-US" dirty="0"/>
        </a:p>
      </dgm:t>
    </dgm:pt>
    <dgm:pt modelId="{E2E1DCB5-FF44-4779-9DF5-0E7819B57DD5}" type="parTrans" cxnId="{31EF9FA1-1FC5-4739-B0A3-C790BB236F12}">
      <dgm:prSet/>
      <dgm:spPr/>
      <dgm:t>
        <a:bodyPr/>
        <a:lstStyle/>
        <a:p>
          <a:endParaRPr lang="en-US"/>
        </a:p>
      </dgm:t>
    </dgm:pt>
    <dgm:pt modelId="{F55B5AD8-AFDF-43E8-908D-688134F5379B}" type="sibTrans" cxnId="{31EF9FA1-1FC5-4739-B0A3-C790BB236F12}">
      <dgm:prSet/>
      <dgm:spPr/>
      <dgm:t>
        <a:bodyPr/>
        <a:lstStyle/>
        <a:p>
          <a:endParaRPr lang="en-US"/>
        </a:p>
      </dgm:t>
    </dgm:pt>
    <dgm:pt modelId="{624B09F5-2B16-4AB6-8A0E-F16EA99E9355}">
      <dgm:prSet phldrT="[Text]"/>
      <dgm:spPr/>
      <dgm:t>
        <a:bodyPr/>
        <a:lstStyle/>
        <a:p>
          <a:r>
            <a:rPr lang="en-US" dirty="0" err="1"/>
            <a:t>Pernah</a:t>
          </a:r>
          <a:r>
            <a:rPr lang="en-US" dirty="0"/>
            <a:t> </a:t>
          </a:r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wilayah</a:t>
          </a:r>
          <a:r>
            <a:rPr lang="en-US" dirty="0"/>
            <a:t> yang </a:t>
          </a:r>
          <a:r>
            <a:rPr lang="en-US" dirty="0" err="1"/>
            <a:t>terpisah-pisah</a:t>
          </a:r>
          <a:endParaRPr lang="en-US" dirty="0"/>
        </a:p>
      </dgm:t>
    </dgm:pt>
    <dgm:pt modelId="{9C1A7EF0-BFA3-4574-A44D-F16F5D1E6D8F}" type="parTrans" cxnId="{A3C8E23E-5F4D-4645-8976-537A3E14DB17}">
      <dgm:prSet/>
      <dgm:spPr/>
      <dgm:t>
        <a:bodyPr/>
        <a:lstStyle/>
        <a:p>
          <a:endParaRPr lang="en-US"/>
        </a:p>
      </dgm:t>
    </dgm:pt>
    <dgm:pt modelId="{B0978A3A-6B4C-4DC9-999E-DB6AB933C2AC}" type="sibTrans" cxnId="{A3C8E23E-5F4D-4645-8976-537A3E14DB17}">
      <dgm:prSet/>
      <dgm:spPr/>
      <dgm:t>
        <a:bodyPr/>
        <a:lstStyle/>
        <a:p>
          <a:endParaRPr lang="en-US"/>
        </a:p>
      </dgm:t>
    </dgm:pt>
    <dgm:pt modelId="{68635CF3-76BC-4ACE-9E25-8E51C538D09A}">
      <dgm:prSet phldrT="[Text]"/>
      <dgm:spPr/>
      <dgm:t>
        <a:bodyPr/>
        <a:lstStyle/>
        <a:p>
          <a:r>
            <a:rPr lang="en-US" dirty="0"/>
            <a:t>GEOGRAFIS DAN SOSIAL BUDAYA</a:t>
          </a:r>
        </a:p>
      </dgm:t>
    </dgm:pt>
    <dgm:pt modelId="{46B968AF-5EC2-419E-86F1-5C65C0E35513}" type="parTrans" cxnId="{2B514BC9-0866-4E93-8448-8307D5DD8F4E}">
      <dgm:prSet/>
      <dgm:spPr/>
      <dgm:t>
        <a:bodyPr/>
        <a:lstStyle/>
        <a:p>
          <a:endParaRPr lang="en-US"/>
        </a:p>
      </dgm:t>
    </dgm:pt>
    <dgm:pt modelId="{F6446B0C-2A13-4C47-B054-E3C4478EA473}" type="sibTrans" cxnId="{2B514BC9-0866-4E93-8448-8307D5DD8F4E}">
      <dgm:prSet/>
      <dgm:spPr/>
      <dgm:t>
        <a:bodyPr/>
        <a:lstStyle/>
        <a:p>
          <a:endParaRPr lang="en-US"/>
        </a:p>
      </dgm:t>
    </dgm:pt>
    <dgm:pt modelId="{5AB3758A-1FE7-4B0D-89AC-581ECE9D03B4}">
      <dgm:prSet phldrT="[Text]"/>
      <dgm:spPr/>
      <dgm:t>
        <a:bodyPr/>
        <a:lstStyle/>
        <a:p>
          <a:r>
            <a:rPr lang="en-US" dirty="0"/>
            <a:t>Indonesia, </a:t>
          </a:r>
          <a:r>
            <a:rPr lang="en-US" dirty="0" err="1"/>
            <a:t>negara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wilayah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posisi</a:t>
          </a:r>
          <a:r>
            <a:rPr lang="en-US" dirty="0"/>
            <a:t> yang </a:t>
          </a:r>
          <a:r>
            <a:rPr lang="en-US" dirty="0" err="1"/>
            <a:t>unik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heterogen</a:t>
          </a:r>
          <a:endParaRPr lang="en-US" dirty="0"/>
        </a:p>
      </dgm:t>
    </dgm:pt>
    <dgm:pt modelId="{4B6D5E20-6ABE-4EAA-AD07-1C2BF30AE406}" type="parTrans" cxnId="{599F4766-147F-472B-807F-351ACF0A2A66}">
      <dgm:prSet/>
      <dgm:spPr/>
      <dgm:t>
        <a:bodyPr/>
        <a:lstStyle/>
        <a:p>
          <a:endParaRPr lang="en-US"/>
        </a:p>
      </dgm:t>
    </dgm:pt>
    <dgm:pt modelId="{A7584DA5-0DE0-4B7F-A875-78E8384FC466}" type="sibTrans" cxnId="{599F4766-147F-472B-807F-351ACF0A2A66}">
      <dgm:prSet/>
      <dgm:spPr/>
      <dgm:t>
        <a:bodyPr/>
        <a:lstStyle/>
        <a:p>
          <a:endParaRPr lang="en-US"/>
        </a:p>
      </dgm:t>
    </dgm:pt>
    <dgm:pt modelId="{9900498C-463B-4490-97BA-862DCDEF2D90}">
      <dgm:prSet phldrT="[Text]"/>
      <dgm:spPr/>
      <dgm:t>
        <a:bodyPr/>
        <a:lstStyle/>
        <a:p>
          <a:r>
            <a:rPr lang="en-US" dirty="0" err="1"/>
            <a:t>Perlu</a:t>
          </a:r>
          <a:r>
            <a:rPr lang="en-US" dirty="0"/>
            <a:t> </a:t>
          </a:r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visi</a:t>
          </a:r>
          <a:r>
            <a:rPr lang="en-US" dirty="0"/>
            <a:t> </a:t>
          </a:r>
          <a:r>
            <a:rPr lang="en-US" dirty="0" err="1"/>
            <a:t>menjadi</a:t>
          </a:r>
          <a:r>
            <a:rPr lang="en-US" dirty="0"/>
            <a:t> </a:t>
          </a:r>
          <a:r>
            <a:rPr lang="en-US" dirty="0" err="1"/>
            <a:t>bangsa</a:t>
          </a:r>
          <a:r>
            <a:rPr lang="en-US" dirty="0"/>
            <a:t> yang </a:t>
          </a:r>
          <a:r>
            <a:rPr lang="en-US" dirty="0" err="1"/>
            <a:t>bersatu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utuh</a:t>
          </a:r>
          <a:endParaRPr lang="en-US" dirty="0"/>
        </a:p>
      </dgm:t>
    </dgm:pt>
    <dgm:pt modelId="{6F44AA20-D606-4C2B-90A1-86F361A00830}" type="parTrans" cxnId="{ACE9D664-8D92-4EF9-8EFE-47EAA1011878}">
      <dgm:prSet/>
      <dgm:spPr/>
      <dgm:t>
        <a:bodyPr/>
        <a:lstStyle/>
        <a:p>
          <a:endParaRPr lang="en-US"/>
        </a:p>
      </dgm:t>
    </dgm:pt>
    <dgm:pt modelId="{F2A09630-F95F-435D-9209-C3F04D94AAA2}" type="sibTrans" cxnId="{ACE9D664-8D92-4EF9-8EFE-47EAA1011878}">
      <dgm:prSet/>
      <dgm:spPr/>
      <dgm:t>
        <a:bodyPr/>
        <a:lstStyle/>
        <a:p>
          <a:endParaRPr lang="en-US"/>
        </a:p>
      </dgm:t>
    </dgm:pt>
    <dgm:pt modelId="{B708A29A-4703-4915-8A79-932498F8D279}">
      <dgm:prSet phldrT="[Text]"/>
      <dgm:spPr/>
      <dgm:t>
        <a:bodyPr/>
        <a:lstStyle/>
        <a:p>
          <a:r>
            <a:rPr lang="en-US" dirty="0"/>
            <a:t>GEOPOLITIS DAN KEPENTINGAN NASIONAL</a:t>
          </a:r>
        </a:p>
      </dgm:t>
    </dgm:pt>
    <dgm:pt modelId="{142F56FF-E24A-4C8B-81F0-816504E4830B}" type="parTrans" cxnId="{DBBEFDBE-F521-4706-A352-2235C3DA253C}">
      <dgm:prSet/>
      <dgm:spPr/>
      <dgm:t>
        <a:bodyPr/>
        <a:lstStyle/>
        <a:p>
          <a:endParaRPr lang="en-US"/>
        </a:p>
      </dgm:t>
    </dgm:pt>
    <dgm:pt modelId="{39252291-C736-4474-B8FE-2B4843A99BE3}" type="sibTrans" cxnId="{DBBEFDBE-F521-4706-A352-2235C3DA253C}">
      <dgm:prSet/>
      <dgm:spPr/>
      <dgm:t>
        <a:bodyPr/>
        <a:lstStyle/>
        <a:p>
          <a:endParaRPr lang="en-US"/>
        </a:p>
      </dgm:t>
    </dgm:pt>
    <dgm:pt modelId="{EC40E8D1-7F0C-4813-B26F-253BD0B7699B}">
      <dgm:prSet phldrT="[Text]"/>
      <dgm:spPr/>
      <dgm:t>
        <a:bodyPr/>
        <a:lstStyle/>
        <a:p>
          <a:r>
            <a:rPr lang="en-US" dirty="0" err="1"/>
            <a:t>Politik</a:t>
          </a:r>
          <a:r>
            <a:rPr lang="en-US" dirty="0"/>
            <a:t> </a:t>
          </a:r>
          <a:r>
            <a:rPr lang="en-US" dirty="0" err="1"/>
            <a:t>suatu</a:t>
          </a:r>
          <a:r>
            <a:rPr lang="en-US" dirty="0"/>
            <a:t> </a:t>
          </a:r>
          <a:r>
            <a:rPr lang="en-US" dirty="0" err="1"/>
            <a:t>negara</a:t>
          </a:r>
          <a:r>
            <a:rPr lang="en-US" dirty="0"/>
            <a:t> </a:t>
          </a:r>
          <a:r>
            <a:rPr lang="en-US" dirty="0" err="1"/>
            <a:t>dipengaruhi</a:t>
          </a:r>
          <a:r>
            <a:rPr lang="en-US" dirty="0"/>
            <a:t> </a:t>
          </a:r>
          <a:r>
            <a:rPr lang="en-US" dirty="0" err="1"/>
            <a:t>oleh</a:t>
          </a:r>
          <a:r>
            <a:rPr lang="en-US" dirty="0"/>
            <a:t> </a:t>
          </a:r>
          <a:r>
            <a:rPr lang="en-US" dirty="0" err="1"/>
            <a:t>konstelasi</a:t>
          </a:r>
          <a:r>
            <a:rPr lang="en-US" dirty="0"/>
            <a:t> </a:t>
          </a:r>
          <a:r>
            <a:rPr lang="en-US" dirty="0" err="1"/>
            <a:t>geografinya</a:t>
          </a:r>
          <a:endParaRPr lang="en-US" dirty="0"/>
        </a:p>
      </dgm:t>
    </dgm:pt>
    <dgm:pt modelId="{D17342BD-326B-4FDD-A473-93492456FB08}" type="parTrans" cxnId="{990B3B7D-5499-4E27-8AD7-2FBF94E54D7F}">
      <dgm:prSet/>
      <dgm:spPr/>
      <dgm:t>
        <a:bodyPr/>
        <a:lstStyle/>
        <a:p>
          <a:endParaRPr lang="en-US"/>
        </a:p>
      </dgm:t>
    </dgm:pt>
    <dgm:pt modelId="{191E774D-EB32-4117-B2CA-7CE69F028DB0}" type="sibTrans" cxnId="{990B3B7D-5499-4E27-8AD7-2FBF94E54D7F}">
      <dgm:prSet/>
      <dgm:spPr/>
      <dgm:t>
        <a:bodyPr/>
        <a:lstStyle/>
        <a:p>
          <a:endParaRPr lang="en-US"/>
        </a:p>
      </dgm:t>
    </dgm:pt>
    <dgm:pt modelId="{74F4397D-ACEC-4BF1-996F-F738E5FE1FE2}">
      <dgm:prSet phldrT="[Text]"/>
      <dgm:spPr/>
      <dgm:t>
        <a:bodyPr/>
        <a:lstStyle/>
        <a:p>
          <a:r>
            <a:rPr lang="en-US" dirty="0"/>
            <a:t>Wilayah Indonesia </a:t>
          </a:r>
          <a:r>
            <a:rPr lang="en-US" dirty="0" err="1"/>
            <a:t>satu</a:t>
          </a:r>
          <a:r>
            <a:rPr lang="en-US" dirty="0"/>
            <a:t> </a:t>
          </a:r>
          <a:r>
            <a:rPr lang="en-US" dirty="0" err="1"/>
            <a:t>kesatuan</a:t>
          </a:r>
          <a:r>
            <a:rPr lang="en-US" dirty="0"/>
            <a:t> </a:t>
          </a:r>
          <a:r>
            <a:rPr lang="en-US" dirty="0" err="1"/>
            <a:t>wilayah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Sabang</a:t>
          </a:r>
          <a:r>
            <a:rPr lang="en-US" dirty="0"/>
            <a:t> </a:t>
          </a:r>
          <a:r>
            <a:rPr lang="en-US" dirty="0" err="1"/>
            <a:t>sampai</a:t>
          </a:r>
          <a:r>
            <a:rPr lang="en-US" dirty="0"/>
            <a:t> </a:t>
          </a:r>
          <a:r>
            <a:rPr lang="en-US" dirty="0" err="1"/>
            <a:t>Merauke</a:t>
          </a:r>
          <a:r>
            <a:rPr lang="en-US" dirty="0"/>
            <a:t> yang </a:t>
          </a:r>
          <a:r>
            <a:rPr lang="en-US" dirty="0" err="1"/>
            <a:t>terletak</a:t>
          </a:r>
          <a:r>
            <a:rPr lang="en-US" dirty="0"/>
            <a:t> </a:t>
          </a:r>
          <a:r>
            <a:rPr lang="en-US" dirty="0" err="1"/>
            <a:t>antara</a:t>
          </a:r>
          <a:r>
            <a:rPr lang="en-US" dirty="0"/>
            <a:t> </a:t>
          </a:r>
          <a:r>
            <a:rPr lang="en-US" dirty="0" err="1"/>
            <a:t>dua</a:t>
          </a:r>
          <a:r>
            <a:rPr lang="en-US" dirty="0"/>
            <a:t> </a:t>
          </a:r>
          <a:r>
            <a:rPr lang="en-US" dirty="0" err="1"/>
            <a:t>samudera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benua</a:t>
          </a:r>
          <a:endParaRPr lang="en-US" dirty="0"/>
        </a:p>
      </dgm:t>
    </dgm:pt>
    <dgm:pt modelId="{1DF1393A-3A2B-4E21-93BC-33E0EDFBAB58}" type="parTrans" cxnId="{8EB7EF17-C4CE-4DD6-90F4-532DBB50265E}">
      <dgm:prSet/>
      <dgm:spPr/>
      <dgm:t>
        <a:bodyPr/>
        <a:lstStyle/>
        <a:p>
          <a:endParaRPr lang="en-US"/>
        </a:p>
      </dgm:t>
    </dgm:pt>
    <dgm:pt modelId="{C2833003-B559-4152-A816-C39A8F707809}" type="sibTrans" cxnId="{8EB7EF17-C4CE-4DD6-90F4-532DBB50265E}">
      <dgm:prSet/>
      <dgm:spPr/>
      <dgm:t>
        <a:bodyPr/>
        <a:lstStyle/>
        <a:p>
          <a:endParaRPr lang="en-US"/>
        </a:p>
      </dgm:t>
    </dgm:pt>
    <dgm:pt modelId="{D4815307-C1B3-456A-90B2-8577A765BC0C}" type="pres">
      <dgm:prSet presAssocID="{6D023544-D1E3-450C-8171-BDDCD00FA29A}" presName="linear" presStyleCnt="0">
        <dgm:presLayoutVars>
          <dgm:dir/>
          <dgm:animLvl val="lvl"/>
          <dgm:resizeHandles val="exact"/>
        </dgm:presLayoutVars>
      </dgm:prSet>
      <dgm:spPr/>
    </dgm:pt>
    <dgm:pt modelId="{248D7403-D875-405A-8578-C01D9DA0D6C6}" type="pres">
      <dgm:prSet presAssocID="{6C4F60F0-7AFA-4265-BCAF-19A174ECBD23}" presName="parentLin" presStyleCnt="0"/>
      <dgm:spPr/>
    </dgm:pt>
    <dgm:pt modelId="{8A5480A7-BC1C-42E7-9C3D-01989A5BC519}" type="pres">
      <dgm:prSet presAssocID="{6C4F60F0-7AFA-4265-BCAF-19A174ECBD23}" presName="parentLeftMargin" presStyleLbl="node1" presStyleIdx="0" presStyleCnt="3"/>
      <dgm:spPr/>
    </dgm:pt>
    <dgm:pt modelId="{E5349E31-C561-4BE2-A4DB-2B3750F7BBD1}" type="pres">
      <dgm:prSet presAssocID="{6C4F60F0-7AFA-4265-BCAF-19A174ECBD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1CE09E6-A0AB-4F35-93F2-7BDDD8A37B61}" type="pres">
      <dgm:prSet presAssocID="{6C4F60F0-7AFA-4265-BCAF-19A174ECBD23}" presName="negativeSpace" presStyleCnt="0"/>
      <dgm:spPr/>
    </dgm:pt>
    <dgm:pt modelId="{DA9456D7-2F20-46EA-A465-7CC1DCA997E1}" type="pres">
      <dgm:prSet presAssocID="{6C4F60F0-7AFA-4265-BCAF-19A174ECBD23}" presName="childText" presStyleLbl="conFgAcc1" presStyleIdx="0" presStyleCnt="3">
        <dgm:presLayoutVars>
          <dgm:bulletEnabled val="1"/>
        </dgm:presLayoutVars>
      </dgm:prSet>
      <dgm:spPr/>
    </dgm:pt>
    <dgm:pt modelId="{1F7D12D9-E621-461B-B531-F87090FB2C48}" type="pres">
      <dgm:prSet presAssocID="{1379BBDF-7295-4068-9760-D1B8E868155C}" presName="spaceBetweenRectangles" presStyleCnt="0"/>
      <dgm:spPr/>
    </dgm:pt>
    <dgm:pt modelId="{1E52EC28-AEC0-49A7-866E-6B7140F77C2D}" type="pres">
      <dgm:prSet presAssocID="{68635CF3-76BC-4ACE-9E25-8E51C538D09A}" presName="parentLin" presStyleCnt="0"/>
      <dgm:spPr/>
    </dgm:pt>
    <dgm:pt modelId="{2C694A07-3E69-4A30-84E2-3D81ABB885F4}" type="pres">
      <dgm:prSet presAssocID="{68635CF3-76BC-4ACE-9E25-8E51C538D09A}" presName="parentLeftMargin" presStyleLbl="node1" presStyleIdx="0" presStyleCnt="3"/>
      <dgm:spPr/>
    </dgm:pt>
    <dgm:pt modelId="{D9B79AAC-7BAF-44AA-9FD4-A716CD1DC968}" type="pres">
      <dgm:prSet presAssocID="{68635CF3-76BC-4ACE-9E25-8E51C538D09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C76D2B-C9A6-461E-98DB-418034EF5DD7}" type="pres">
      <dgm:prSet presAssocID="{68635CF3-76BC-4ACE-9E25-8E51C538D09A}" presName="negativeSpace" presStyleCnt="0"/>
      <dgm:spPr/>
    </dgm:pt>
    <dgm:pt modelId="{E1BF5421-E62F-439C-92EF-C00C37E59D87}" type="pres">
      <dgm:prSet presAssocID="{68635CF3-76BC-4ACE-9E25-8E51C538D09A}" presName="childText" presStyleLbl="conFgAcc1" presStyleIdx="1" presStyleCnt="3">
        <dgm:presLayoutVars>
          <dgm:bulletEnabled val="1"/>
        </dgm:presLayoutVars>
      </dgm:prSet>
      <dgm:spPr/>
    </dgm:pt>
    <dgm:pt modelId="{F40B25A1-07DA-48C8-AAE4-BC7957838DA7}" type="pres">
      <dgm:prSet presAssocID="{F6446B0C-2A13-4C47-B054-E3C4478EA473}" presName="spaceBetweenRectangles" presStyleCnt="0"/>
      <dgm:spPr/>
    </dgm:pt>
    <dgm:pt modelId="{C714CC6C-FC6C-49C8-86FB-AF84EF82FA86}" type="pres">
      <dgm:prSet presAssocID="{B708A29A-4703-4915-8A79-932498F8D279}" presName="parentLin" presStyleCnt="0"/>
      <dgm:spPr/>
    </dgm:pt>
    <dgm:pt modelId="{E6554C96-0A1D-4FED-9749-A4930CA6177E}" type="pres">
      <dgm:prSet presAssocID="{B708A29A-4703-4915-8A79-932498F8D279}" presName="parentLeftMargin" presStyleLbl="node1" presStyleIdx="1" presStyleCnt="3"/>
      <dgm:spPr/>
    </dgm:pt>
    <dgm:pt modelId="{89CB13FA-B4EC-49F8-B43C-DD5692DFDD6D}" type="pres">
      <dgm:prSet presAssocID="{B708A29A-4703-4915-8A79-932498F8D2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D7ED2AA-29B1-46B3-A20D-8A509A69C2FB}" type="pres">
      <dgm:prSet presAssocID="{B708A29A-4703-4915-8A79-932498F8D279}" presName="negativeSpace" presStyleCnt="0"/>
      <dgm:spPr/>
    </dgm:pt>
    <dgm:pt modelId="{F46C3C40-8A07-4527-B80A-C1F3AE303A21}" type="pres">
      <dgm:prSet presAssocID="{B708A29A-4703-4915-8A79-932498F8D2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4B1D111-BCEE-487E-AEB0-0B17853BE486}" type="presOf" srcId="{B708A29A-4703-4915-8A79-932498F8D279}" destId="{E6554C96-0A1D-4FED-9749-A4930CA6177E}" srcOrd="0" destOrd="0" presId="urn:microsoft.com/office/officeart/2005/8/layout/list1"/>
    <dgm:cxn modelId="{8EB7EF17-C4CE-4DD6-90F4-532DBB50265E}" srcId="{B708A29A-4703-4915-8A79-932498F8D279}" destId="{74F4397D-ACEC-4BF1-996F-F738E5FE1FE2}" srcOrd="1" destOrd="0" parTransId="{1DF1393A-3A2B-4E21-93BC-33E0EDFBAB58}" sibTransId="{C2833003-B559-4152-A816-C39A8F707809}"/>
    <dgm:cxn modelId="{FED46021-5B4E-4948-84FA-474BC5791FB3}" type="presOf" srcId="{FADDA53A-B84F-461B-9287-37B91D8611FC}" destId="{DA9456D7-2F20-46EA-A465-7CC1DCA997E1}" srcOrd="0" destOrd="0" presId="urn:microsoft.com/office/officeart/2005/8/layout/list1"/>
    <dgm:cxn modelId="{7D84C036-86EA-4AB6-BEE0-934F3DB673EB}" srcId="{6D023544-D1E3-450C-8171-BDDCD00FA29A}" destId="{6C4F60F0-7AFA-4265-BCAF-19A174ECBD23}" srcOrd="0" destOrd="0" parTransId="{AF292537-8A0F-4DAF-B8D0-89C26F44F2F6}" sibTransId="{1379BBDF-7295-4068-9760-D1B8E868155C}"/>
    <dgm:cxn modelId="{A3C8E23E-5F4D-4645-8976-537A3E14DB17}" srcId="{6C4F60F0-7AFA-4265-BCAF-19A174ECBD23}" destId="{624B09F5-2B16-4AB6-8A0E-F16EA99E9355}" srcOrd="1" destOrd="0" parTransId="{9C1A7EF0-BFA3-4574-A44D-F16F5D1E6D8F}" sibTransId="{B0978A3A-6B4C-4DC9-999E-DB6AB933C2AC}"/>
    <dgm:cxn modelId="{ABC2A561-7958-4C7F-A19C-36EDE03EB9AE}" type="presOf" srcId="{5AB3758A-1FE7-4B0D-89AC-581ECE9D03B4}" destId="{E1BF5421-E62F-439C-92EF-C00C37E59D87}" srcOrd="0" destOrd="0" presId="urn:microsoft.com/office/officeart/2005/8/layout/list1"/>
    <dgm:cxn modelId="{ACE9D664-8D92-4EF9-8EFE-47EAA1011878}" srcId="{68635CF3-76BC-4ACE-9E25-8E51C538D09A}" destId="{9900498C-463B-4490-97BA-862DCDEF2D90}" srcOrd="1" destOrd="0" parTransId="{6F44AA20-D606-4C2B-90A1-86F361A00830}" sibTransId="{F2A09630-F95F-435D-9209-C3F04D94AAA2}"/>
    <dgm:cxn modelId="{599F4766-147F-472B-807F-351ACF0A2A66}" srcId="{68635CF3-76BC-4ACE-9E25-8E51C538D09A}" destId="{5AB3758A-1FE7-4B0D-89AC-581ECE9D03B4}" srcOrd="0" destOrd="0" parTransId="{4B6D5E20-6ABE-4EAA-AD07-1C2BF30AE406}" sibTransId="{A7584DA5-0DE0-4B7F-A875-78E8384FC466}"/>
    <dgm:cxn modelId="{990B3B7D-5499-4E27-8AD7-2FBF94E54D7F}" srcId="{B708A29A-4703-4915-8A79-932498F8D279}" destId="{EC40E8D1-7F0C-4813-B26F-253BD0B7699B}" srcOrd="0" destOrd="0" parTransId="{D17342BD-326B-4FDD-A473-93492456FB08}" sibTransId="{191E774D-EB32-4117-B2CA-7CE69F028DB0}"/>
    <dgm:cxn modelId="{34A56190-58FB-44F7-ADF8-D005C90E6374}" type="presOf" srcId="{9900498C-463B-4490-97BA-862DCDEF2D90}" destId="{E1BF5421-E62F-439C-92EF-C00C37E59D87}" srcOrd="0" destOrd="1" presId="urn:microsoft.com/office/officeart/2005/8/layout/list1"/>
    <dgm:cxn modelId="{31EF9FA1-1FC5-4739-B0A3-C790BB236F12}" srcId="{6C4F60F0-7AFA-4265-BCAF-19A174ECBD23}" destId="{FADDA53A-B84F-461B-9287-37B91D8611FC}" srcOrd="0" destOrd="0" parTransId="{E2E1DCB5-FF44-4779-9DF5-0E7819B57DD5}" sibTransId="{F55B5AD8-AFDF-43E8-908D-688134F5379B}"/>
    <dgm:cxn modelId="{008FA3AA-6B46-48D3-918E-570FF4884BF9}" type="presOf" srcId="{6C4F60F0-7AFA-4265-BCAF-19A174ECBD23}" destId="{8A5480A7-BC1C-42E7-9C3D-01989A5BC519}" srcOrd="0" destOrd="0" presId="urn:microsoft.com/office/officeart/2005/8/layout/list1"/>
    <dgm:cxn modelId="{DBBEFDBE-F521-4706-A352-2235C3DA253C}" srcId="{6D023544-D1E3-450C-8171-BDDCD00FA29A}" destId="{B708A29A-4703-4915-8A79-932498F8D279}" srcOrd="2" destOrd="0" parTransId="{142F56FF-E24A-4C8B-81F0-816504E4830B}" sibTransId="{39252291-C736-4474-B8FE-2B4843A99BE3}"/>
    <dgm:cxn modelId="{AA808AC7-BFAC-41DC-B415-AF40C7C413F9}" type="presOf" srcId="{6D023544-D1E3-450C-8171-BDDCD00FA29A}" destId="{D4815307-C1B3-456A-90B2-8577A765BC0C}" srcOrd="0" destOrd="0" presId="urn:microsoft.com/office/officeart/2005/8/layout/list1"/>
    <dgm:cxn modelId="{2B514BC9-0866-4E93-8448-8307D5DD8F4E}" srcId="{6D023544-D1E3-450C-8171-BDDCD00FA29A}" destId="{68635CF3-76BC-4ACE-9E25-8E51C538D09A}" srcOrd="1" destOrd="0" parTransId="{46B968AF-5EC2-419E-86F1-5C65C0E35513}" sibTransId="{F6446B0C-2A13-4C47-B054-E3C4478EA473}"/>
    <dgm:cxn modelId="{75D99FCD-DE1C-4B4A-AA49-EB86CBCD1DEB}" type="presOf" srcId="{68635CF3-76BC-4ACE-9E25-8E51C538D09A}" destId="{2C694A07-3E69-4A30-84E2-3D81ABB885F4}" srcOrd="0" destOrd="0" presId="urn:microsoft.com/office/officeart/2005/8/layout/list1"/>
    <dgm:cxn modelId="{A0F5A9CE-D7F7-4CFA-8056-170F22084F9C}" type="presOf" srcId="{624B09F5-2B16-4AB6-8A0E-F16EA99E9355}" destId="{DA9456D7-2F20-46EA-A465-7CC1DCA997E1}" srcOrd="0" destOrd="1" presId="urn:microsoft.com/office/officeart/2005/8/layout/list1"/>
    <dgm:cxn modelId="{0309A5D0-9E29-4DA6-A748-F0AC7B46F096}" type="presOf" srcId="{68635CF3-76BC-4ACE-9E25-8E51C538D09A}" destId="{D9B79AAC-7BAF-44AA-9FD4-A716CD1DC968}" srcOrd="1" destOrd="0" presId="urn:microsoft.com/office/officeart/2005/8/layout/list1"/>
    <dgm:cxn modelId="{F5F7C5D0-10C8-47CB-A0F9-DADC558DF875}" type="presOf" srcId="{EC40E8D1-7F0C-4813-B26F-253BD0B7699B}" destId="{F46C3C40-8A07-4527-B80A-C1F3AE303A21}" srcOrd="0" destOrd="0" presId="urn:microsoft.com/office/officeart/2005/8/layout/list1"/>
    <dgm:cxn modelId="{335AEED6-EA90-48FA-902A-2B79BBE73081}" type="presOf" srcId="{6C4F60F0-7AFA-4265-BCAF-19A174ECBD23}" destId="{E5349E31-C561-4BE2-A4DB-2B3750F7BBD1}" srcOrd="1" destOrd="0" presId="urn:microsoft.com/office/officeart/2005/8/layout/list1"/>
    <dgm:cxn modelId="{ADBC84E5-CBAE-40A1-B53C-62EA13139DAC}" type="presOf" srcId="{74F4397D-ACEC-4BF1-996F-F738E5FE1FE2}" destId="{F46C3C40-8A07-4527-B80A-C1F3AE303A21}" srcOrd="0" destOrd="1" presId="urn:microsoft.com/office/officeart/2005/8/layout/list1"/>
    <dgm:cxn modelId="{2C92C8F2-3073-4DFF-B6D4-7562AE8B7E65}" type="presOf" srcId="{B708A29A-4703-4915-8A79-932498F8D279}" destId="{89CB13FA-B4EC-49F8-B43C-DD5692DFDD6D}" srcOrd="1" destOrd="0" presId="urn:microsoft.com/office/officeart/2005/8/layout/list1"/>
    <dgm:cxn modelId="{6FBCADAF-1D59-4965-B11B-8B5BE6EB16E3}" type="presParOf" srcId="{D4815307-C1B3-456A-90B2-8577A765BC0C}" destId="{248D7403-D875-405A-8578-C01D9DA0D6C6}" srcOrd="0" destOrd="0" presId="urn:microsoft.com/office/officeart/2005/8/layout/list1"/>
    <dgm:cxn modelId="{36F9AD39-DBFA-409D-9D94-D9396439A348}" type="presParOf" srcId="{248D7403-D875-405A-8578-C01D9DA0D6C6}" destId="{8A5480A7-BC1C-42E7-9C3D-01989A5BC519}" srcOrd="0" destOrd="0" presId="urn:microsoft.com/office/officeart/2005/8/layout/list1"/>
    <dgm:cxn modelId="{993E365C-1700-4D09-A5AB-BC40489056B5}" type="presParOf" srcId="{248D7403-D875-405A-8578-C01D9DA0D6C6}" destId="{E5349E31-C561-4BE2-A4DB-2B3750F7BBD1}" srcOrd="1" destOrd="0" presId="urn:microsoft.com/office/officeart/2005/8/layout/list1"/>
    <dgm:cxn modelId="{0D9A6673-C835-4B4F-A949-F5594E126E7C}" type="presParOf" srcId="{D4815307-C1B3-456A-90B2-8577A765BC0C}" destId="{C1CE09E6-A0AB-4F35-93F2-7BDDD8A37B61}" srcOrd="1" destOrd="0" presId="urn:microsoft.com/office/officeart/2005/8/layout/list1"/>
    <dgm:cxn modelId="{F9082B0B-BE5D-49B5-B384-124F81098BA9}" type="presParOf" srcId="{D4815307-C1B3-456A-90B2-8577A765BC0C}" destId="{DA9456D7-2F20-46EA-A465-7CC1DCA997E1}" srcOrd="2" destOrd="0" presId="urn:microsoft.com/office/officeart/2005/8/layout/list1"/>
    <dgm:cxn modelId="{8962C37E-F497-427B-80C1-AE201C7DFEC8}" type="presParOf" srcId="{D4815307-C1B3-456A-90B2-8577A765BC0C}" destId="{1F7D12D9-E621-461B-B531-F87090FB2C48}" srcOrd="3" destOrd="0" presId="urn:microsoft.com/office/officeart/2005/8/layout/list1"/>
    <dgm:cxn modelId="{9A3606C1-C8DF-44DE-B4C9-C2B0E5870355}" type="presParOf" srcId="{D4815307-C1B3-456A-90B2-8577A765BC0C}" destId="{1E52EC28-AEC0-49A7-866E-6B7140F77C2D}" srcOrd="4" destOrd="0" presId="urn:microsoft.com/office/officeart/2005/8/layout/list1"/>
    <dgm:cxn modelId="{373EC4F2-0F44-49B1-878A-F032CEAA09B2}" type="presParOf" srcId="{1E52EC28-AEC0-49A7-866E-6B7140F77C2D}" destId="{2C694A07-3E69-4A30-84E2-3D81ABB885F4}" srcOrd="0" destOrd="0" presId="urn:microsoft.com/office/officeart/2005/8/layout/list1"/>
    <dgm:cxn modelId="{BC7486A2-7996-49C3-A0F6-7AD0E71C4643}" type="presParOf" srcId="{1E52EC28-AEC0-49A7-866E-6B7140F77C2D}" destId="{D9B79AAC-7BAF-44AA-9FD4-A716CD1DC968}" srcOrd="1" destOrd="0" presId="urn:microsoft.com/office/officeart/2005/8/layout/list1"/>
    <dgm:cxn modelId="{968F6A28-E58A-44A6-9866-3A4BF1902B91}" type="presParOf" srcId="{D4815307-C1B3-456A-90B2-8577A765BC0C}" destId="{0EC76D2B-C9A6-461E-98DB-418034EF5DD7}" srcOrd="5" destOrd="0" presId="urn:microsoft.com/office/officeart/2005/8/layout/list1"/>
    <dgm:cxn modelId="{0DE6B408-47B3-4B53-AF3A-AB1DB6A8A4F8}" type="presParOf" srcId="{D4815307-C1B3-456A-90B2-8577A765BC0C}" destId="{E1BF5421-E62F-439C-92EF-C00C37E59D87}" srcOrd="6" destOrd="0" presId="urn:microsoft.com/office/officeart/2005/8/layout/list1"/>
    <dgm:cxn modelId="{E7F798AA-A6E4-4E69-8C11-780D5E2EC407}" type="presParOf" srcId="{D4815307-C1B3-456A-90B2-8577A765BC0C}" destId="{F40B25A1-07DA-48C8-AAE4-BC7957838DA7}" srcOrd="7" destOrd="0" presId="urn:microsoft.com/office/officeart/2005/8/layout/list1"/>
    <dgm:cxn modelId="{68C4328E-BFB4-482C-B4F5-50EA1C11D828}" type="presParOf" srcId="{D4815307-C1B3-456A-90B2-8577A765BC0C}" destId="{C714CC6C-FC6C-49C8-86FB-AF84EF82FA86}" srcOrd="8" destOrd="0" presId="urn:microsoft.com/office/officeart/2005/8/layout/list1"/>
    <dgm:cxn modelId="{147AD9BE-7C53-45A7-BA47-B49174B12005}" type="presParOf" srcId="{C714CC6C-FC6C-49C8-86FB-AF84EF82FA86}" destId="{E6554C96-0A1D-4FED-9749-A4930CA6177E}" srcOrd="0" destOrd="0" presId="urn:microsoft.com/office/officeart/2005/8/layout/list1"/>
    <dgm:cxn modelId="{C317A3F6-0C1F-4DCB-A270-D5F44417471C}" type="presParOf" srcId="{C714CC6C-FC6C-49C8-86FB-AF84EF82FA86}" destId="{89CB13FA-B4EC-49F8-B43C-DD5692DFDD6D}" srcOrd="1" destOrd="0" presId="urn:microsoft.com/office/officeart/2005/8/layout/list1"/>
    <dgm:cxn modelId="{5A21E241-46AE-4868-BD00-E1E07E88FA6C}" type="presParOf" srcId="{D4815307-C1B3-456A-90B2-8577A765BC0C}" destId="{FD7ED2AA-29B1-46B3-A20D-8A509A69C2FB}" srcOrd="9" destOrd="0" presId="urn:microsoft.com/office/officeart/2005/8/layout/list1"/>
    <dgm:cxn modelId="{5AA49093-1AC0-4DFF-871E-D92624B8CF39}" type="presParOf" srcId="{D4815307-C1B3-456A-90B2-8577A765BC0C}" destId="{F46C3C40-8A07-4527-B80A-C1F3AE303A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D0A9A5-20E4-44C9-95F4-177E1E4054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id-ID"/>
        </a:p>
      </dgm:t>
    </dgm:pt>
    <dgm:pt modelId="{48E9C20B-39A4-4823-84EC-4F04D67B88B2}">
      <dgm:prSet phldrT="[Text]"/>
      <dgm:spPr/>
      <dgm:t>
        <a:bodyPr/>
        <a:lstStyle/>
        <a:p>
          <a:r>
            <a:rPr lang="id-ID" dirty="0"/>
            <a:t>FUNGSI</a:t>
          </a:r>
        </a:p>
      </dgm:t>
    </dgm:pt>
    <dgm:pt modelId="{9A97861F-A153-4770-8982-DD83CFB43BCB}" type="parTrans" cxnId="{B1A59205-221B-4177-B74C-DA943F74DC6C}">
      <dgm:prSet/>
      <dgm:spPr/>
      <dgm:t>
        <a:bodyPr/>
        <a:lstStyle/>
        <a:p>
          <a:endParaRPr lang="id-ID"/>
        </a:p>
      </dgm:t>
    </dgm:pt>
    <dgm:pt modelId="{D7B42D92-EC7B-4983-9C08-E4D730A08B4D}" type="sibTrans" cxnId="{B1A59205-221B-4177-B74C-DA943F74DC6C}">
      <dgm:prSet/>
      <dgm:spPr/>
      <dgm:t>
        <a:bodyPr/>
        <a:lstStyle/>
        <a:p>
          <a:endParaRPr lang="id-ID"/>
        </a:p>
      </dgm:t>
    </dgm:pt>
    <dgm:pt modelId="{8EA94A3F-A335-4E4B-8D2F-2D7BBF3E199B}">
      <dgm:prSet phldrT="[Text]"/>
      <dgm:spPr/>
      <dgm:t>
        <a:bodyPr/>
        <a:lstStyle/>
        <a:p>
          <a:r>
            <a:rPr lang="id-ID" dirty="0"/>
            <a:t>Adalah sebagai pedoman, motivasi, dorongan dan rambu-rambu dalam menentukan segala kebijakan, keputusan, tindakan dan perbuatan baik bagi penyelenggara negara di tingkat pusat dan daerah maupun bagi seluruh rakyat Indonesia dalam kehidupan bermasyarakat, berbangsa dan bernegara</a:t>
          </a:r>
        </a:p>
      </dgm:t>
    </dgm:pt>
    <dgm:pt modelId="{E73ADB84-6551-464F-BEEB-C1BFD6288A3E}" type="parTrans" cxnId="{1AC7BEC9-FB2D-43CB-90B8-B833F47E231F}">
      <dgm:prSet/>
      <dgm:spPr/>
      <dgm:t>
        <a:bodyPr/>
        <a:lstStyle/>
        <a:p>
          <a:endParaRPr lang="id-ID"/>
        </a:p>
      </dgm:t>
    </dgm:pt>
    <dgm:pt modelId="{6C45DECF-CE55-4F2B-A60C-0B9CF5C61663}" type="sibTrans" cxnId="{1AC7BEC9-FB2D-43CB-90B8-B833F47E231F}">
      <dgm:prSet/>
      <dgm:spPr/>
      <dgm:t>
        <a:bodyPr/>
        <a:lstStyle/>
        <a:p>
          <a:endParaRPr lang="id-ID"/>
        </a:p>
      </dgm:t>
    </dgm:pt>
    <dgm:pt modelId="{D3B70AD8-2D35-4232-8EEF-9F54F7E9ECBB}">
      <dgm:prSet phldrT="[Text]"/>
      <dgm:spPr/>
      <dgm:t>
        <a:bodyPr/>
        <a:lstStyle/>
        <a:p>
          <a:r>
            <a:rPr lang="id-ID" dirty="0"/>
            <a:t>TUJUAN</a:t>
          </a:r>
        </a:p>
      </dgm:t>
    </dgm:pt>
    <dgm:pt modelId="{E7DDB2D5-F59D-46D2-94D4-625E4E642AE5}" type="parTrans" cxnId="{EA1BA541-9A49-43C9-BF09-133672DFD114}">
      <dgm:prSet/>
      <dgm:spPr/>
      <dgm:t>
        <a:bodyPr/>
        <a:lstStyle/>
        <a:p>
          <a:endParaRPr lang="id-ID"/>
        </a:p>
      </dgm:t>
    </dgm:pt>
    <dgm:pt modelId="{59F40169-5E5A-4ED4-8851-F3831A02EBC5}" type="sibTrans" cxnId="{EA1BA541-9A49-43C9-BF09-133672DFD114}">
      <dgm:prSet/>
      <dgm:spPr/>
      <dgm:t>
        <a:bodyPr/>
        <a:lstStyle/>
        <a:p>
          <a:endParaRPr lang="id-ID"/>
        </a:p>
      </dgm:t>
    </dgm:pt>
    <dgm:pt modelId="{8C2794F2-7A2E-4718-B0F4-33B6D1A2347E}">
      <dgm:prSet phldrT="[Text]"/>
      <dgm:spPr/>
      <dgm:t>
        <a:bodyPr/>
        <a:lstStyle/>
        <a:p>
          <a:r>
            <a:rPr lang="id-ID" dirty="0"/>
            <a:t>Untuk mewujudkan nasionalisme</a:t>
          </a:r>
          <a:r>
            <a:rPr lang="en-US" dirty="0"/>
            <a:t> </a:t>
          </a:r>
          <a:r>
            <a:rPr lang="id-ID" dirty="0"/>
            <a:t>di segala aspek kehidupan masyarakat Indonesia yang lebih mengutamakan kepentingan nasional daripada kepentingan kelompok, pribadi maupun golongan, termasuk etnis atau kedaerahan</a:t>
          </a:r>
        </a:p>
      </dgm:t>
    </dgm:pt>
    <dgm:pt modelId="{039A2600-C35B-4585-BC5A-43210D75306D}" type="parTrans" cxnId="{EA17707C-99FE-4CCE-A950-6CC5CF09081B}">
      <dgm:prSet/>
      <dgm:spPr/>
      <dgm:t>
        <a:bodyPr/>
        <a:lstStyle/>
        <a:p>
          <a:endParaRPr lang="id-ID"/>
        </a:p>
      </dgm:t>
    </dgm:pt>
    <dgm:pt modelId="{C143E314-AFE1-4058-AC6E-4DD0F9E13F0F}" type="sibTrans" cxnId="{EA17707C-99FE-4CCE-A950-6CC5CF09081B}">
      <dgm:prSet/>
      <dgm:spPr/>
      <dgm:t>
        <a:bodyPr/>
        <a:lstStyle/>
        <a:p>
          <a:endParaRPr lang="id-ID"/>
        </a:p>
      </dgm:t>
    </dgm:pt>
    <dgm:pt modelId="{FEAC0271-8242-4923-AB75-7E203AEE398C}" type="pres">
      <dgm:prSet presAssocID="{5DD0A9A5-20E4-44C9-95F4-177E1E4054D8}" presName="linear" presStyleCnt="0">
        <dgm:presLayoutVars>
          <dgm:animLvl val="lvl"/>
          <dgm:resizeHandles val="exact"/>
        </dgm:presLayoutVars>
      </dgm:prSet>
      <dgm:spPr/>
    </dgm:pt>
    <dgm:pt modelId="{9AF5123E-384F-418A-A507-26B3CE2A283A}" type="pres">
      <dgm:prSet presAssocID="{48E9C20B-39A4-4823-84EC-4F04D67B88B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536400-F4E2-48E2-94D9-AB457B6265A3}" type="pres">
      <dgm:prSet presAssocID="{48E9C20B-39A4-4823-84EC-4F04D67B88B2}" presName="childText" presStyleLbl="revTx" presStyleIdx="0" presStyleCnt="2">
        <dgm:presLayoutVars>
          <dgm:bulletEnabled val="1"/>
        </dgm:presLayoutVars>
      </dgm:prSet>
      <dgm:spPr/>
    </dgm:pt>
    <dgm:pt modelId="{5813B8CD-F847-4CE7-87B6-60674E286A9B}" type="pres">
      <dgm:prSet presAssocID="{D3B70AD8-2D35-4232-8EEF-9F54F7E9ECB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08E4A74-24FC-4313-AEAF-345EF9003317}" type="pres">
      <dgm:prSet presAssocID="{D3B70AD8-2D35-4232-8EEF-9F54F7E9ECB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1A59205-221B-4177-B74C-DA943F74DC6C}" srcId="{5DD0A9A5-20E4-44C9-95F4-177E1E4054D8}" destId="{48E9C20B-39A4-4823-84EC-4F04D67B88B2}" srcOrd="0" destOrd="0" parTransId="{9A97861F-A153-4770-8982-DD83CFB43BCB}" sibTransId="{D7B42D92-EC7B-4983-9C08-E4D730A08B4D}"/>
    <dgm:cxn modelId="{26437429-A17A-4C8C-840C-BAB89070F38B}" type="presOf" srcId="{8EA94A3F-A335-4E4B-8D2F-2D7BBF3E199B}" destId="{FD536400-F4E2-48E2-94D9-AB457B6265A3}" srcOrd="0" destOrd="0" presId="urn:microsoft.com/office/officeart/2005/8/layout/vList2"/>
    <dgm:cxn modelId="{D625073E-ED38-46AC-A958-710FB80122ED}" type="presOf" srcId="{5DD0A9A5-20E4-44C9-95F4-177E1E4054D8}" destId="{FEAC0271-8242-4923-AB75-7E203AEE398C}" srcOrd="0" destOrd="0" presId="urn:microsoft.com/office/officeart/2005/8/layout/vList2"/>
    <dgm:cxn modelId="{89FD4C41-D837-40EE-A507-641062FD3C2E}" type="presOf" srcId="{48E9C20B-39A4-4823-84EC-4F04D67B88B2}" destId="{9AF5123E-384F-418A-A507-26B3CE2A283A}" srcOrd="0" destOrd="0" presId="urn:microsoft.com/office/officeart/2005/8/layout/vList2"/>
    <dgm:cxn modelId="{EA1BA541-9A49-43C9-BF09-133672DFD114}" srcId="{5DD0A9A5-20E4-44C9-95F4-177E1E4054D8}" destId="{D3B70AD8-2D35-4232-8EEF-9F54F7E9ECBB}" srcOrd="1" destOrd="0" parTransId="{E7DDB2D5-F59D-46D2-94D4-625E4E642AE5}" sibTransId="{59F40169-5E5A-4ED4-8851-F3831A02EBC5}"/>
    <dgm:cxn modelId="{EA17707C-99FE-4CCE-A950-6CC5CF09081B}" srcId="{D3B70AD8-2D35-4232-8EEF-9F54F7E9ECBB}" destId="{8C2794F2-7A2E-4718-B0F4-33B6D1A2347E}" srcOrd="0" destOrd="0" parTransId="{039A2600-C35B-4585-BC5A-43210D75306D}" sibTransId="{C143E314-AFE1-4058-AC6E-4DD0F9E13F0F}"/>
    <dgm:cxn modelId="{7624E8B9-5413-46F4-A96E-6F66283DB7AD}" type="presOf" srcId="{8C2794F2-7A2E-4718-B0F4-33B6D1A2347E}" destId="{208E4A74-24FC-4313-AEAF-345EF9003317}" srcOrd="0" destOrd="0" presId="urn:microsoft.com/office/officeart/2005/8/layout/vList2"/>
    <dgm:cxn modelId="{E7EE88C5-8CFF-45F5-882F-013F646452BE}" type="presOf" srcId="{D3B70AD8-2D35-4232-8EEF-9F54F7E9ECBB}" destId="{5813B8CD-F847-4CE7-87B6-60674E286A9B}" srcOrd="0" destOrd="0" presId="urn:microsoft.com/office/officeart/2005/8/layout/vList2"/>
    <dgm:cxn modelId="{1AC7BEC9-FB2D-43CB-90B8-B833F47E231F}" srcId="{48E9C20B-39A4-4823-84EC-4F04D67B88B2}" destId="{8EA94A3F-A335-4E4B-8D2F-2D7BBF3E199B}" srcOrd="0" destOrd="0" parTransId="{E73ADB84-6551-464F-BEEB-C1BFD6288A3E}" sibTransId="{6C45DECF-CE55-4F2B-A60C-0B9CF5C61663}"/>
    <dgm:cxn modelId="{112DCF51-F5F8-41D9-BA35-1F7AB887FB4C}" type="presParOf" srcId="{FEAC0271-8242-4923-AB75-7E203AEE398C}" destId="{9AF5123E-384F-418A-A507-26B3CE2A283A}" srcOrd="0" destOrd="0" presId="urn:microsoft.com/office/officeart/2005/8/layout/vList2"/>
    <dgm:cxn modelId="{A4E087A4-E022-4464-8B10-ED926A47EF41}" type="presParOf" srcId="{FEAC0271-8242-4923-AB75-7E203AEE398C}" destId="{FD536400-F4E2-48E2-94D9-AB457B6265A3}" srcOrd="1" destOrd="0" presId="urn:microsoft.com/office/officeart/2005/8/layout/vList2"/>
    <dgm:cxn modelId="{5DAFE653-FC0F-4143-BFE5-C461C45B074B}" type="presParOf" srcId="{FEAC0271-8242-4923-AB75-7E203AEE398C}" destId="{5813B8CD-F847-4CE7-87B6-60674E286A9B}" srcOrd="2" destOrd="0" presId="urn:microsoft.com/office/officeart/2005/8/layout/vList2"/>
    <dgm:cxn modelId="{FC3AA6B9-53E1-4867-A909-D8A9B634DD40}" type="presParOf" srcId="{FEAC0271-8242-4923-AB75-7E203AEE398C}" destId="{208E4A74-24FC-4313-AEAF-345EF900331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63A0C2-2297-4D6E-A129-3BF120054BFC}" type="doc">
      <dgm:prSet loTypeId="urn:microsoft.com/office/officeart/2005/8/layout/matrix3" loCatId="matrix" qsTypeId="urn:microsoft.com/office/officeart/2005/8/quickstyle/simple4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7851A3E6-5AC8-413F-99C2-4D557843204E}">
      <dgm:prSet phldrT="[Text]" custT="1"/>
      <dgm:spPr/>
      <dgm:t>
        <a:bodyPr/>
        <a:lstStyle/>
        <a:p>
          <a:r>
            <a:rPr lang="en-US" sz="2800" dirty="0"/>
            <a:t>POLITIK</a:t>
          </a:r>
        </a:p>
      </dgm:t>
    </dgm:pt>
    <dgm:pt modelId="{E17F73AB-08E8-43BA-8771-EB03D16CC067}" type="parTrans" cxnId="{BC71664B-6400-4700-B987-0C6A40F078A9}">
      <dgm:prSet/>
      <dgm:spPr/>
      <dgm:t>
        <a:bodyPr/>
        <a:lstStyle/>
        <a:p>
          <a:endParaRPr lang="en-US"/>
        </a:p>
      </dgm:t>
    </dgm:pt>
    <dgm:pt modelId="{444290D5-2674-471F-B432-375BC0018F19}" type="sibTrans" cxnId="{BC71664B-6400-4700-B987-0C6A40F078A9}">
      <dgm:prSet/>
      <dgm:spPr/>
      <dgm:t>
        <a:bodyPr/>
        <a:lstStyle/>
        <a:p>
          <a:endParaRPr lang="en-US"/>
        </a:p>
      </dgm:t>
    </dgm:pt>
    <dgm:pt modelId="{38FF25A4-C3FD-4A60-8476-0FCAAAF0843B}">
      <dgm:prSet custT="1"/>
      <dgm:spPr/>
      <dgm:t>
        <a:bodyPr/>
        <a:lstStyle/>
        <a:p>
          <a:r>
            <a:rPr lang="en-US" sz="2400" dirty="0"/>
            <a:t>EKONOMI </a:t>
          </a:r>
        </a:p>
      </dgm:t>
    </dgm:pt>
    <dgm:pt modelId="{8FD9C0A6-1BB9-40B0-894E-EB451C54D834}" type="parTrans" cxnId="{C149EDB4-FD67-4B2D-872B-6C13C7CE5E35}">
      <dgm:prSet/>
      <dgm:spPr/>
      <dgm:t>
        <a:bodyPr/>
        <a:lstStyle/>
        <a:p>
          <a:endParaRPr lang="en-US"/>
        </a:p>
      </dgm:t>
    </dgm:pt>
    <dgm:pt modelId="{4377EBBF-BB06-47D0-9988-519098E8477E}" type="sibTrans" cxnId="{C149EDB4-FD67-4B2D-872B-6C13C7CE5E35}">
      <dgm:prSet/>
      <dgm:spPr/>
      <dgm:t>
        <a:bodyPr/>
        <a:lstStyle/>
        <a:p>
          <a:endParaRPr lang="en-US"/>
        </a:p>
      </dgm:t>
    </dgm:pt>
    <dgm:pt modelId="{8F8891B4-A5A2-4DDA-8945-03B57E402B79}">
      <dgm:prSet custT="1"/>
      <dgm:spPr/>
      <dgm:t>
        <a:bodyPr/>
        <a:lstStyle/>
        <a:p>
          <a:r>
            <a:rPr lang="en-US" sz="2800" dirty="0"/>
            <a:t>SOSIAL BUDAYA</a:t>
          </a:r>
        </a:p>
      </dgm:t>
    </dgm:pt>
    <dgm:pt modelId="{73CE76AA-01BC-4DD9-B1E5-1C678FA3D933}" type="parTrans" cxnId="{1FFAA84A-A82D-4987-ADCA-04B233A098A9}">
      <dgm:prSet/>
      <dgm:spPr/>
      <dgm:t>
        <a:bodyPr/>
        <a:lstStyle/>
        <a:p>
          <a:endParaRPr lang="en-US"/>
        </a:p>
      </dgm:t>
    </dgm:pt>
    <dgm:pt modelId="{6E1802A4-F52D-489B-BCFB-51866C58523C}" type="sibTrans" cxnId="{1FFAA84A-A82D-4987-ADCA-04B233A098A9}">
      <dgm:prSet/>
      <dgm:spPr/>
      <dgm:t>
        <a:bodyPr/>
        <a:lstStyle/>
        <a:p>
          <a:endParaRPr lang="en-US"/>
        </a:p>
      </dgm:t>
    </dgm:pt>
    <dgm:pt modelId="{DD373092-6EB8-47CA-BE92-423F86F32441}">
      <dgm:prSet custT="1"/>
      <dgm:spPr/>
      <dgm:t>
        <a:bodyPr/>
        <a:lstStyle/>
        <a:p>
          <a:r>
            <a:rPr lang="en-US" sz="1800" dirty="0"/>
            <a:t>PERTAHANAN DAN KEAMANAN</a:t>
          </a:r>
        </a:p>
      </dgm:t>
    </dgm:pt>
    <dgm:pt modelId="{8913AABA-294D-4270-88A4-EDF16CAE7774}" type="parTrans" cxnId="{908C9AFF-A140-45C8-BE85-38451AA52782}">
      <dgm:prSet/>
      <dgm:spPr/>
      <dgm:t>
        <a:bodyPr/>
        <a:lstStyle/>
        <a:p>
          <a:endParaRPr lang="en-US"/>
        </a:p>
      </dgm:t>
    </dgm:pt>
    <dgm:pt modelId="{C17CF7BF-2246-4A8A-A9E2-AF31FD7A366E}" type="sibTrans" cxnId="{908C9AFF-A140-45C8-BE85-38451AA52782}">
      <dgm:prSet/>
      <dgm:spPr/>
      <dgm:t>
        <a:bodyPr/>
        <a:lstStyle/>
        <a:p>
          <a:endParaRPr lang="en-US"/>
        </a:p>
      </dgm:t>
    </dgm:pt>
    <dgm:pt modelId="{653E0F69-798F-410C-B57E-D15888D4FFCA}" type="pres">
      <dgm:prSet presAssocID="{B363A0C2-2297-4D6E-A129-3BF120054BFC}" presName="matrix" presStyleCnt="0">
        <dgm:presLayoutVars>
          <dgm:chMax val="1"/>
          <dgm:dir/>
          <dgm:resizeHandles val="exact"/>
        </dgm:presLayoutVars>
      </dgm:prSet>
      <dgm:spPr/>
    </dgm:pt>
    <dgm:pt modelId="{A4D3040C-319B-477F-9FEF-89428EE10101}" type="pres">
      <dgm:prSet presAssocID="{B363A0C2-2297-4D6E-A129-3BF120054BFC}" presName="diamond" presStyleLbl="bgShp" presStyleIdx="0" presStyleCnt="1"/>
      <dgm:spPr/>
    </dgm:pt>
    <dgm:pt modelId="{596C4A0B-9F16-4058-B7AF-F0436F282235}" type="pres">
      <dgm:prSet presAssocID="{B363A0C2-2297-4D6E-A129-3BF120054BF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D435BF0-21CE-4766-849A-434DD9462CF8}" type="pres">
      <dgm:prSet presAssocID="{B363A0C2-2297-4D6E-A129-3BF120054BF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49244D2-F723-489C-945D-AF21244CBBC5}" type="pres">
      <dgm:prSet presAssocID="{B363A0C2-2297-4D6E-A129-3BF120054BF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3A22465-875C-4B1C-AF9D-4F29F425E2F6}" type="pres">
      <dgm:prSet presAssocID="{B363A0C2-2297-4D6E-A129-3BF120054BF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E3EF08-8C9C-4B8A-AB01-8BBDA281656F}" type="presOf" srcId="{7851A3E6-5AC8-413F-99C2-4D557843204E}" destId="{596C4A0B-9F16-4058-B7AF-F0436F282235}" srcOrd="0" destOrd="0" presId="urn:microsoft.com/office/officeart/2005/8/layout/matrix3"/>
    <dgm:cxn modelId="{10D61112-EAB2-41A2-B68E-77F6FD554459}" type="presOf" srcId="{B363A0C2-2297-4D6E-A129-3BF120054BFC}" destId="{653E0F69-798F-410C-B57E-D15888D4FFCA}" srcOrd="0" destOrd="0" presId="urn:microsoft.com/office/officeart/2005/8/layout/matrix3"/>
    <dgm:cxn modelId="{1E34D134-01A5-4241-BD2D-034822995F6E}" type="presOf" srcId="{DD373092-6EB8-47CA-BE92-423F86F32441}" destId="{33A22465-875C-4B1C-AF9D-4F29F425E2F6}" srcOrd="0" destOrd="0" presId="urn:microsoft.com/office/officeart/2005/8/layout/matrix3"/>
    <dgm:cxn modelId="{1FFAA84A-A82D-4987-ADCA-04B233A098A9}" srcId="{B363A0C2-2297-4D6E-A129-3BF120054BFC}" destId="{8F8891B4-A5A2-4DDA-8945-03B57E402B79}" srcOrd="2" destOrd="0" parTransId="{73CE76AA-01BC-4DD9-B1E5-1C678FA3D933}" sibTransId="{6E1802A4-F52D-489B-BCFB-51866C58523C}"/>
    <dgm:cxn modelId="{BC71664B-6400-4700-B987-0C6A40F078A9}" srcId="{B363A0C2-2297-4D6E-A129-3BF120054BFC}" destId="{7851A3E6-5AC8-413F-99C2-4D557843204E}" srcOrd="0" destOrd="0" parTransId="{E17F73AB-08E8-43BA-8771-EB03D16CC067}" sibTransId="{444290D5-2674-471F-B432-375BC0018F19}"/>
    <dgm:cxn modelId="{D6BBF46C-9B50-47F6-82CC-1544D49BB35E}" type="presOf" srcId="{8F8891B4-A5A2-4DDA-8945-03B57E402B79}" destId="{249244D2-F723-489C-945D-AF21244CBBC5}" srcOrd="0" destOrd="0" presId="urn:microsoft.com/office/officeart/2005/8/layout/matrix3"/>
    <dgm:cxn modelId="{00F35B8B-2370-4715-A393-8A872ED4F9F6}" type="presOf" srcId="{38FF25A4-C3FD-4A60-8476-0FCAAAF0843B}" destId="{FD435BF0-21CE-4766-849A-434DD9462CF8}" srcOrd="0" destOrd="0" presId="urn:microsoft.com/office/officeart/2005/8/layout/matrix3"/>
    <dgm:cxn modelId="{C149EDB4-FD67-4B2D-872B-6C13C7CE5E35}" srcId="{B363A0C2-2297-4D6E-A129-3BF120054BFC}" destId="{38FF25A4-C3FD-4A60-8476-0FCAAAF0843B}" srcOrd="1" destOrd="0" parTransId="{8FD9C0A6-1BB9-40B0-894E-EB451C54D834}" sibTransId="{4377EBBF-BB06-47D0-9988-519098E8477E}"/>
    <dgm:cxn modelId="{908C9AFF-A140-45C8-BE85-38451AA52782}" srcId="{B363A0C2-2297-4D6E-A129-3BF120054BFC}" destId="{DD373092-6EB8-47CA-BE92-423F86F32441}" srcOrd="3" destOrd="0" parTransId="{8913AABA-294D-4270-88A4-EDF16CAE7774}" sibTransId="{C17CF7BF-2246-4A8A-A9E2-AF31FD7A366E}"/>
    <dgm:cxn modelId="{A39EBC24-7112-4995-A927-6CB1DE6885CA}" type="presParOf" srcId="{653E0F69-798F-410C-B57E-D15888D4FFCA}" destId="{A4D3040C-319B-477F-9FEF-89428EE10101}" srcOrd="0" destOrd="0" presId="urn:microsoft.com/office/officeart/2005/8/layout/matrix3"/>
    <dgm:cxn modelId="{AC134DC4-A16C-4F2E-AAD9-FA0B2F17E4D7}" type="presParOf" srcId="{653E0F69-798F-410C-B57E-D15888D4FFCA}" destId="{596C4A0B-9F16-4058-B7AF-F0436F282235}" srcOrd="1" destOrd="0" presId="urn:microsoft.com/office/officeart/2005/8/layout/matrix3"/>
    <dgm:cxn modelId="{1AAFAC5F-7E4C-44BC-AAD6-B9DC318B2DA1}" type="presParOf" srcId="{653E0F69-798F-410C-B57E-D15888D4FFCA}" destId="{FD435BF0-21CE-4766-849A-434DD9462CF8}" srcOrd="2" destOrd="0" presId="urn:microsoft.com/office/officeart/2005/8/layout/matrix3"/>
    <dgm:cxn modelId="{36BD427E-6883-4E2F-AE30-D46529FD1625}" type="presParOf" srcId="{653E0F69-798F-410C-B57E-D15888D4FFCA}" destId="{249244D2-F723-489C-945D-AF21244CBBC5}" srcOrd="3" destOrd="0" presId="urn:microsoft.com/office/officeart/2005/8/layout/matrix3"/>
    <dgm:cxn modelId="{CF2CA225-48CE-4C76-8B5A-B300AE72A916}" type="presParOf" srcId="{653E0F69-798F-410C-B57E-D15888D4FFCA}" destId="{33A22465-875C-4B1C-AF9D-4F29F425E2F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63911F-0FD6-4D31-B16E-66119EEE16D7}" type="doc">
      <dgm:prSet loTypeId="urn:microsoft.com/office/officeart/2005/8/layout/vList4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id-ID"/>
        </a:p>
      </dgm:t>
    </dgm:pt>
    <dgm:pt modelId="{7DC49D2C-9503-4D42-B377-E919FE175A71}">
      <dgm:prSet phldrT="[Text]"/>
      <dgm:spPr/>
      <dgm:t>
        <a:bodyPr/>
        <a:lstStyle/>
        <a:p>
          <a:r>
            <a:rPr lang="id-ID" dirty="0"/>
            <a:t>WADAH </a:t>
          </a:r>
          <a:r>
            <a:rPr lang="id-ID" i="1" dirty="0"/>
            <a:t>(CONTOUR)</a:t>
          </a:r>
        </a:p>
      </dgm:t>
    </dgm:pt>
    <dgm:pt modelId="{7EDA213B-7265-45E9-9521-C7D1D0085421}" type="parTrans" cxnId="{F56D7444-4E19-4CE4-BDDB-3F59D8C85F8C}">
      <dgm:prSet/>
      <dgm:spPr/>
      <dgm:t>
        <a:bodyPr/>
        <a:lstStyle/>
        <a:p>
          <a:endParaRPr lang="id-ID"/>
        </a:p>
      </dgm:t>
    </dgm:pt>
    <dgm:pt modelId="{2ED3ED76-5463-499D-A69E-F2237A4369D9}" type="sibTrans" cxnId="{F56D7444-4E19-4CE4-BDDB-3F59D8C85F8C}">
      <dgm:prSet/>
      <dgm:spPr/>
      <dgm:t>
        <a:bodyPr/>
        <a:lstStyle/>
        <a:p>
          <a:endParaRPr lang="id-ID"/>
        </a:p>
      </dgm:t>
    </dgm:pt>
    <dgm:pt modelId="{6BE9A963-F37D-41E2-8C03-F8704233E07D}">
      <dgm:prSet phldrT="[Text]"/>
      <dgm:spPr/>
      <dgm:t>
        <a:bodyPr/>
        <a:lstStyle/>
        <a:p>
          <a:r>
            <a:rPr lang="id-ID" dirty="0"/>
            <a:t>Seluruh wilayah Indonesia memiliki kekayaan alam dan penduduk yang beragam budayanya</a:t>
          </a:r>
        </a:p>
      </dgm:t>
    </dgm:pt>
    <dgm:pt modelId="{5EE3436C-B4C3-4D5B-8D52-46D551AA86D4}" type="parTrans" cxnId="{6F7FC9FC-8795-4810-BF76-3F069C2E8550}">
      <dgm:prSet/>
      <dgm:spPr/>
      <dgm:t>
        <a:bodyPr/>
        <a:lstStyle/>
        <a:p>
          <a:endParaRPr lang="id-ID"/>
        </a:p>
      </dgm:t>
    </dgm:pt>
    <dgm:pt modelId="{FC7C4325-B234-4CAC-BFEA-1A1EEA724360}" type="sibTrans" cxnId="{6F7FC9FC-8795-4810-BF76-3F069C2E8550}">
      <dgm:prSet/>
      <dgm:spPr/>
      <dgm:t>
        <a:bodyPr/>
        <a:lstStyle/>
        <a:p>
          <a:endParaRPr lang="id-ID"/>
        </a:p>
      </dgm:t>
    </dgm:pt>
    <dgm:pt modelId="{31A3EBCA-2A65-4F83-BA79-5FF769718F80}">
      <dgm:prSet phldrT="[Text]"/>
      <dgm:spPr/>
      <dgm:t>
        <a:bodyPr/>
        <a:lstStyle/>
        <a:p>
          <a:r>
            <a:rPr lang="id-ID" dirty="0"/>
            <a:t>Organisasi kenegaraan yang merupakan wadah berbagai kegiatan kenegaraan (suprastruktur politik)</a:t>
          </a:r>
        </a:p>
      </dgm:t>
    </dgm:pt>
    <dgm:pt modelId="{D7EA2F18-3312-4BAF-A496-8C4B0C33189D}" type="parTrans" cxnId="{69CCDBD0-7FF3-4B16-873D-8D61A00B7D2F}">
      <dgm:prSet/>
      <dgm:spPr/>
      <dgm:t>
        <a:bodyPr/>
        <a:lstStyle/>
        <a:p>
          <a:endParaRPr lang="id-ID"/>
        </a:p>
      </dgm:t>
    </dgm:pt>
    <dgm:pt modelId="{69D5660B-0241-4293-80D8-AB71D412356A}" type="sibTrans" cxnId="{69CCDBD0-7FF3-4B16-873D-8D61A00B7D2F}">
      <dgm:prSet/>
      <dgm:spPr/>
      <dgm:t>
        <a:bodyPr/>
        <a:lstStyle/>
        <a:p>
          <a:endParaRPr lang="id-ID"/>
        </a:p>
      </dgm:t>
    </dgm:pt>
    <dgm:pt modelId="{47611754-8C11-4E72-B097-0FC999D27A24}">
      <dgm:prSet phldrT="[Text]"/>
      <dgm:spPr/>
      <dgm:t>
        <a:bodyPr/>
        <a:lstStyle/>
        <a:p>
          <a:r>
            <a:rPr lang="id-ID" dirty="0"/>
            <a:t>ISI </a:t>
          </a:r>
          <a:r>
            <a:rPr lang="id-ID" i="1" dirty="0"/>
            <a:t>(CONTENT)</a:t>
          </a:r>
        </a:p>
      </dgm:t>
    </dgm:pt>
    <dgm:pt modelId="{76B1BE69-7AAC-4FB7-80CA-C9FD1FAAE5BD}" type="parTrans" cxnId="{BF14BEC1-95A0-419A-A51D-CAC9CF8723AB}">
      <dgm:prSet/>
      <dgm:spPr/>
      <dgm:t>
        <a:bodyPr/>
        <a:lstStyle/>
        <a:p>
          <a:endParaRPr lang="id-ID"/>
        </a:p>
      </dgm:t>
    </dgm:pt>
    <dgm:pt modelId="{92099B71-58E6-467B-825D-C91A6C738D10}" type="sibTrans" cxnId="{BF14BEC1-95A0-419A-A51D-CAC9CF8723AB}">
      <dgm:prSet/>
      <dgm:spPr/>
      <dgm:t>
        <a:bodyPr/>
        <a:lstStyle/>
        <a:p>
          <a:endParaRPr lang="id-ID"/>
        </a:p>
      </dgm:t>
    </dgm:pt>
    <dgm:pt modelId="{1161028B-1141-4DA0-BFCE-A2281E445D41}">
      <dgm:prSet phldrT="[Text]"/>
      <dgm:spPr/>
      <dgm:t>
        <a:bodyPr/>
        <a:lstStyle/>
        <a:p>
          <a:r>
            <a:rPr lang="id-ID" dirty="0"/>
            <a:t>Realisasi  aspirasi bangsa  sebagai kesepakatan bersama serta pencapaian cita-cita dan tujuan nasional</a:t>
          </a:r>
        </a:p>
      </dgm:t>
    </dgm:pt>
    <dgm:pt modelId="{00B7305E-9954-4341-8548-B6674B602841}" type="parTrans" cxnId="{1973E8F7-4639-4010-ACF7-7BA5B0F535A1}">
      <dgm:prSet/>
      <dgm:spPr/>
      <dgm:t>
        <a:bodyPr/>
        <a:lstStyle/>
        <a:p>
          <a:endParaRPr lang="id-ID"/>
        </a:p>
      </dgm:t>
    </dgm:pt>
    <dgm:pt modelId="{C488A4A3-3618-470D-8618-5E120E64C7BD}" type="sibTrans" cxnId="{1973E8F7-4639-4010-ACF7-7BA5B0F535A1}">
      <dgm:prSet/>
      <dgm:spPr/>
      <dgm:t>
        <a:bodyPr/>
        <a:lstStyle/>
        <a:p>
          <a:endParaRPr lang="id-ID"/>
        </a:p>
      </dgm:t>
    </dgm:pt>
    <dgm:pt modelId="{1A586BE3-04D4-436E-BEF3-3427693A01D4}">
      <dgm:prSet phldrT="[Text]"/>
      <dgm:spPr/>
      <dgm:t>
        <a:bodyPr/>
        <a:lstStyle/>
        <a:p>
          <a:r>
            <a:rPr lang="id-ID" dirty="0"/>
            <a:t>Persatuan dan kesatuan dalam kebhinekaan yang meliputi semua aspek kehidupan nasional</a:t>
          </a:r>
        </a:p>
      </dgm:t>
    </dgm:pt>
    <dgm:pt modelId="{6682BBFC-971E-4E76-8AEC-167D234C8B83}" type="parTrans" cxnId="{554266B7-A507-4704-86FF-0B8FE6589B05}">
      <dgm:prSet/>
      <dgm:spPr/>
      <dgm:t>
        <a:bodyPr/>
        <a:lstStyle/>
        <a:p>
          <a:endParaRPr lang="id-ID"/>
        </a:p>
      </dgm:t>
    </dgm:pt>
    <dgm:pt modelId="{EA8ED3C6-143B-4FD5-8772-CBD75F407C2D}" type="sibTrans" cxnId="{554266B7-A507-4704-86FF-0B8FE6589B05}">
      <dgm:prSet/>
      <dgm:spPr/>
      <dgm:t>
        <a:bodyPr/>
        <a:lstStyle/>
        <a:p>
          <a:endParaRPr lang="id-ID"/>
        </a:p>
      </dgm:t>
    </dgm:pt>
    <dgm:pt modelId="{7BC0D746-DA95-416A-B5D4-1B0BA7F63069}">
      <dgm:prSet phldrT="[Text]"/>
      <dgm:spPr/>
      <dgm:t>
        <a:bodyPr/>
        <a:lstStyle/>
        <a:p>
          <a:r>
            <a:rPr lang="id-ID" dirty="0"/>
            <a:t>TATA LAKU (</a:t>
          </a:r>
          <a:r>
            <a:rPr lang="id-ID" i="1" dirty="0"/>
            <a:t>CONDUCT</a:t>
          </a:r>
          <a:r>
            <a:rPr lang="id-ID" i="0" dirty="0"/>
            <a:t>)</a:t>
          </a:r>
          <a:endParaRPr lang="id-ID" dirty="0"/>
        </a:p>
      </dgm:t>
    </dgm:pt>
    <dgm:pt modelId="{45D32A8A-213E-46D3-B427-7ACC01E2E1DE}" type="parTrans" cxnId="{693233EE-D143-4292-8246-7C24049B2E43}">
      <dgm:prSet/>
      <dgm:spPr/>
      <dgm:t>
        <a:bodyPr/>
        <a:lstStyle/>
        <a:p>
          <a:endParaRPr lang="id-ID"/>
        </a:p>
      </dgm:t>
    </dgm:pt>
    <dgm:pt modelId="{B2CBAAF9-B65A-4526-846C-C95F42851C1B}" type="sibTrans" cxnId="{693233EE-D143-4292-8246-7C24049B2E43}">
      <dgm:prSet/>
      <dgm:spPr/>
      <dgm:t>
        <a:bodyPr/>
        <a:lstStyle/>
        <a:p>
          <a:endParaRPr lang="id-ID"/>
        </a:p>
      </dgm:t>
    </dgm:pt>
    <dgm:pt modelId="{DCC2BE72-4FD0-4862-8667-C9F43F66F3D5}">
      <dgm:prSet phldrT="[Text]"/>
      <dgm:spPr/>
      <dgm:t>
        <a:bodyPr/>
        <a:lstStyle/>
        <a:p>
          <a:r>
            <a:rPr lang="id-ID" dirty="0"/>
            <a:t>Tata laku bathiniah, adalah cerminan jiwa, semangat, dan mentalitas yang baik dari bangsa Indonesia</a:t>
          </a:r>
        </a:p>
      </dgm:t>
    </dgm:pt>
    <dgm:pt modelId="{B8D02AC2-9649-438B-9A2E-436AF14F571C}" type="parTrans" cxnId="{4322A92B-5C35-4098-8405-049BD7A1714B}">
      <dgm:prSet/>
      <dgm:spPr/>
      <dgm:t>
        <a:bodyPr/>
        <a:lstStyle/>
        <a:p>
          <a:endParaRPr lang="id-ID"/>
        </a:p>
      </dgm:t>
    </dgm:pt>
    <dgm:pt modelId="{F8BCF862-483B-4B23-BDFC-4FCA69E9BFAA}" type="sibTrans" cxnId="{4322A92B-5C35-4098-8405-049BD7A1714B}">
      <dgm:prSet/>
      <dgm:spPr/>
      <dgm:t>
        <a:bodyPr/>
        <a:lstStyle/>
        <a:p>
          <a:endParaRPr lang="id-ID"/>
        </a:p>
      </dgm:t>
    </dgm:pt>
    <dgm:pt modelId="{D0AF0887-DC1C-49D0-99CF-8531C329FBF5}">
      <dgm:prSet phldrT="[Text]"/>
      <dgm:spPr/>
      <dgm:t>
        <a:bodyPr/>
        <a:lstStyle/>
        <a:p>
          <a:r>
            <a:rPr lang="id-ID" dirty="0"/>
            <a:t>Tata laku lahiriah, adalah tercermin dari tindakan, perbuatan dan perilaku dari bangsa Indonesia</a:t>
          </a:r>
        </a:p>
      </dgm:t>
    </dgm:pt>
    <dgm:pt modelId="{240684A9-5646-4D1C-91AF-592BA4A2E399}" type="parTrans" cxnId="{C722320B-5C0D-4149-B49F-12FA63D2BEF6}">
      <dgm:prSet/>
      <dgm:spPr/>
      <dgm:t>
        <a:bodyPr/>
        <a:lstStyle/>
        <a:p>
          <a:endParaRPr lang="id-ID"/>
        </a:p>
      </dgm:t>
    </dgm:pt>
    <dgm:pt modelId="{61E47D06-4438-4D97-8F60-A0FE9B1D455D}" type="sibTrans" cxnId="{C722320B-5C0D-4149-B49F-12FA63D2BEF6}">
      <dgm:prSet/>
      <dgm:spPr/>
      <dgm:t>
        <a:bodyPr/>
        <a:lstStyle/>
        <a:p>
          <a:endParaRPr lang="id-ID"/>
        </a:p>
      </dgm:t>
    </dgm:pt>
    <dgm:pt modelId="{6F88C3D1-0062-46EF-AEB8-1CC2245443A8}">
      <dgm:prSet phldrT="[Text]"/>
      <dgm:spPr/>
      <dgm:t>
        <a:bodyPr/>
        <a:lstStyle/>
        <a:p>
          <a:r>
            <a:rPr lang="id-ID" dirty="0"/>
            <a:t>Wadah kehidupan kemasyarakatan</a:t>
          </a:r>
        </a:p>
      </dgm:t>
    </dgm:pt>
    <dgm:pt modelId="{733AE1FC-6BBA-47F4-A813-B66B3BC49C88}" type="parTrans" cxnId="{403F2DCA-3984-4603-9A2F-CEF0F785D196}">
      <dgm:prSet/>
      <dgm:spPr/>
    </dgm:pt>
    <dgm:pt modelId="{BB7913FE-3033-4D33-8D75-00B91E16A70D}" type="sibTrans" cxnId="{403F2DCA-3984-4603-9A2F-CEF0F785D196}">
      <dgm:prSet/>
      <dgm:spPr/>
    </dgm:pt>
    <dgm:pt modelId="{434F0B6C-66AF-4F0C-9C6F-015A57259A28}" type="pres">
      <dgm:prSet presAssocID="{3A63911F-0FD6-4D31-B16E-66119EEE16D7}" presName="linear" presStyleCnt="0">
        <dgm:presLayoutVars>
          <dgm:dir/>
          <dgm:resizeHandles val="exact"/>
        </dgm:presLayoutVars>
      </dgm:prSet>
      <dgm:spPr/>
    </dgm:pt>
    <dgm:pt modelId="{A45E9813-3DE3-482A-A403-58A29F8D1357}" type="pres">
      <dgm:prSet presAssocID="{7DC49D2C-9503-4D42-B377-E919FE175A71}" presName="comp" presStyleCnt="0"/>
      <dgm:spPr/>
    </dgm:pt>
    <dgm:pt modelId="{3B4CA7C1-7742-4976-B9C7-4925AC1AD085}" type="pres">
      <dgm:prSet presAssocID="{7DC49D2C-9503-4D42-B377-E919FE175A71}" presName="box" presStyleLbl="node1" presStyleIdx="0" presStyleCnt="3"/>
      <dgm:spPr/>
    </dgm:pt>
    <dgm:pt modelId="{BCBB6768-6082-47C2-95F1-63F38CEE2AB9}" type="pres">
      <dgm:prSet presAssocID="{7DC49D2C-9503-4D42-B377-E919FE175A71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60CF9681-89AD-480B-8EEB-291134A43BD8}" type="pres">
      <dgm:prSet presAssocID="{7DC49D2C-9503-4D42-B377-E919FE175A71}" presName="text" presStyleLbl="node1" presStyleIdx="0" presStyleCnt="3">
        <dgm:presLayoutVars>
          <dgm:bulletEnabled val="1"/>
        </dgm:presLayoutVars>
      </dgm:prSet>
      <dgm:spPr/>
    </dgm:pt>
    <dgm:pt modelId="{C2B3EF27-CD73-42D9-84FD-7B01F31E4F8C}" type="pres">
      <dgm:prSet presAssocID="{2ED3ED76-5463-499D-A69E-F2237A4369D9}" presName="spacer" presStyleCnt="0"/>
      <dgm:spPr/>
    </dgm:pt>
    <dgm:pt modelId="{903D6F2E-32A0-4F8A-9804-598665263829}" type="pres">
      <dgm:prSet presAssocID="{47611754-8C11-4E72-B097-0FC999D27A24}" presName="comp" presStyleCnt="0"/>
      <dgm:spPr/>
    </dgm:pt>
    <dgm:pt modelId="{4E36B11B-8990-4DE9-B178-8ABDA5DC3BFC}" type="pres">
      <dgm:prSet presAssocID="{47611754-8C11-4E72-B097-0FC999D27A24}" presName="box" presStyleLbl="node1" presStyleIdx="1" presStyleCnt="3"/>
      <dgm:spPr/>
    </dgm:pt>
    <dgm:pt modelId="{6CDC0C11-DD71-4FD1-A903-33D76CEFFC56}" type="pres">
      <dgm:prSet presAssocID="{47611754-8C11-4E72-B097-0FC999D27A24}" presName="img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B01CE3C7-FF92-4ED7-8E11-52C27D31A68A}" type="pres">
      <dgm:prSet presAssocID="{47611754-8C11-4E72-B097-0FC999D27A24}" presName="text" presStyleLbl="node1" presStyleIdx="1" presStyleCnt="3">
        <dgm:presLayoutVars>
          <dgm:bulletEnabled val="1"/>
        </dgm:presLayoutVars>
      </dgm:prSet>
      <dgm:spPr/>
    </dgm:pt>
    <dgm:pt modelId="{0EDDDD18-AB90-43B7-A444-3CA6786C3CA6}" type="pres">
      <dgm:prSet presAssocID="{92099B71-58E6-467B-825D-C91A6C738D10}" presName="spacer" presStyleCnt="0"/>
      <dgm:spPr/>
    </dgm:pt>
    <dgm:pt modelId="{4D6870FB-F491-4914-8382-9F50BEA5DDD4}" type="pres">
      <dgm:prSet presAssocID="{7BC0D746-DA95-416A-B5D4-1B0BA7F63069}" presName="comp" presStyleCnt="0"/>
      <dgm:spPr/>
    </dgm:pt>
    <dgm:pt modelId="{EA3C1F39-E7EE-450D-8D92-AA97912823DB}" type="pres">
      <dgm:prSet presAssocID="{7BC0D746-DA95-416A-B5D4-1B0BA7F63069}" presName="box" presStyleLbl="node1" presStyleIdx="2" presStyleCnt="3"/>
      <dgm:spPr/>
    </dgm:pt>
    <dgm:pt modelId="{D6E5DB45-C5BD-473B-A56C-E71DFBF20E55}" type="pres">
      <dgm:prSet presAssocID="{7BC0D746-DA95-416A-B5D4-1B0BA7F63069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FB603F23-EE4A-4A51-A6D7-C46D3B061969}" type="pres">
      <dgm:prSet presAssocID="{7BC0D746-DA95-416A-B5D4-1B0BA7F63069}" presName="text" presStyleLbl="node1" presStyleIdx="2" presStyleCnt="3">
        <dgm:presLayoutVars>
          <dgm:bulletEnabled val="1"/>
        </dgm:presLayoutVars>
      </dgm:prSet>
      <dgm:spPr/>
    </dgm:pt>
  </dgm:ptLst>
  <dgm:cxnLst>
    <dgm:cxn modelId="{C722320B-5C0D-4149-B49F-12FA63D2BEF6}" srcId="{7BC0D746-DA95-416A-B5D4-1B0BA7F63069}" destId="{D0AF0887-DC1C-49D0-99CF-8531C329FBF5}" srcOrd="1" destOrd="0" parTransId="{240684A9-5646-4D1C-91AF-592BA4A2E399}" sibTransId="{61E47D06-4438-4D97-8F60-A0FE9B1D455D}"/>
    <dgm:cxn modelId="{8A186E0B-3384-46BF-805A-70835C8DCFD0}" type="presOf" srcId="{7DC49D2C-9503-4D42-B377-E919FE175A71}" destId="{3B4CA7C1-7742-4976-B9C7-4925AC1AD085}" srcOrd="0" destOrd="0" presId="urn:microsoft.com/office/officeart/2005/8/layout/vList4"/>
    <dgm:cxn modelId="{20BCFF14-5A10-40D2-A223-7B7FD53F3760}" type="presOf" srcId="{7DC49D2C-9503-4D42-B377-E919FE175A71}" destId="{60CF9681-89AD-480B-8EEB-291134A43BD8}" srcOrd="1" destOrd="0" presId="urn:microsoft.com/office/officeart/2005/8/layout/vList4"/>
    <dgm:cxn modelId="{4322A92B-5C35-4098-8405-049BD7A1714B}" srcId="{7BC0D746-DA95-416A-B5D4-1B0BA7F63069}" destId="{DCC2BE72-4FD0-4862-8667-C9F43F66F3D5}" srcOrd="0" destOrd="0" parTransId="{B8D02AC2-9649-438B-9A2E-436AF14F571C}" sibTransId="{F8BCF862-483B-4B23-BDFC-4FCA69E9BFAA}"/>
    <dgm:cxn modelId="{42F90643-17FD-43DE-9695-B7A77CAC346A}" type="presOf" srcId="{DCC2BE72-4FD0-4862-8667-C9F43F66F3D5}" destId="{FB603F23-EE4A-4A51-A6D7-C46D3B061969}" srcOrd="1" destOrd="1" presId="urn:microsoft.com/office/officeart/2005/8/layout/vList4"/>
    <dgm:cxn modelId="{F56D7444-4E19-4CE4-BDDB-3F59D8C85F8C}" srcId="{3A63911F-0FD6-4D31-B16E-66119EEE16D7}" destId="{7DC49D2C-9503-4D42-B377-E919FE175A71}" srcOrd="0" destOrd="0" parTransId="{7EDA213B-7265-45E9-9521-C7D1D0085421}" sibTransId="{2ED3ED76-5463-499D-A69E-F2237A4369D9}"/>
    <dgm:cxn modelId="{FE489A45-EF92-42EB-BD57-523EE83A9941}" type="presOf" srcId="{1A586BE3-04D4-436E-BEF3-3427693A01D4}" destId="{B01CE3C7-FF92-4ED7-8E11-52C27D31A68A}" srcOrd="1" destOrd="2" presId="urn:microsoft.com/office/officeart/2005/8/layout/vList4"/>
    <dgm:cxn modelId="{856C576A-1BAA-43C1-95AC-F083C3490367}" type="presOf" srcId="{1161028B-1141-4DA0-BFCE-A2281E445D41}" destId="{B01CE3C7-FF92-4ED7-8E11-52C27D31A68A}" srcOrd="1" destOrd="1" presId="urn:microsoft.com/office/officeart/2005/8/layout/vList4"/>
    <dgm:cxn modelId="{2CDC6357-6332-44FB-9FF4-543C1E1A8017}" type="presOf" srcId="{31A3EBCA-2A65-4F83-BA79-5FF769718F80}" destId="{3B4CA7C1-7742-4976-B9C7-4925AC1AD085}" srcOrd="0" destOrd="2" presId="urn:microsoft.com/office/officeart/2005/8/layout/vList4"/>
    <dgm:cxn modelId="{E0AD0578-90CC-4F70-ADA0-C8FADCD11357}" type="presOf" srcId="{47611754-8C11-4E72-B097-0FC999D27A24}" destId="{B01CE3C7-FF92-4ED7-8E11-52C27D31A68A}" srcOrd="1" destOrd="0" presId="urn:microsoft.com/office/officeart/2005/8/layout/vList4"/>
    <dgm:cxn modelId="{CFCCC978-DA84-4650-A5B6-9D05FF75C1A9}" type="presOf" srcId="{7BC0D746-DA95-416A-B5D4-1B0BA7F63069}" destId="{EA3C1F39-E7EE-450D-8D92-AA97912823DB}" srcOrd="0" destOrd="0" presId="urn:microsoft.com/office/officeart/2005/8/layout/vList4"/>
    <dgm:cxn modelId="{E92BA386-294F-4701-9653-96AB60B8941C}" type="presOf" srcId="{1A586BE3-04D4-436E-BEF3-3427693A01D4}" destId="{4E36B11B-8990-4DE9-B178-8ABDA5DC3BFC}" srcOrd="0" destOrd="2" presId="urn:microsoft.com/office/officeart/2005/8/layout/vList4"/>
    <dgm:cxn modelId="{C3B74696-0F86-4431-AE63-55F531BF3F2B}" type="presOf" srcId="{1161028B-1141-4DA0-BFCE-A2281E445D41}" destId="{4E36B11B-8990-4DE9-B178-8ABDA5DC3BFC}" srcOrd="0" destOrd="1" presId="urn:microsoft.com/office/officeart/2005/8/layout/vList4"/>
    <dgm:cxn modelId="{40A36AA7-6FCE-4836-AF30-3F9344FF87EC}" type="presOf" srcId="{31A3EBCA-2A65-4F83-BA79-5FF769718F80}" destId="{60CF9681-89AD-480B-8EEB-291134A43BD8}" srcOrd="1" destOrd="2" presId="urn:microsoft.com/office/officeart/2005/8/layout/vList4"/>
    <dgm:cxn modelId="{75B398AA-5537-4A75-83D9-871E2078B786}" type="presOf" srcId="{6BE9A963-F37D-41E2-8C03-F8704233E07D}" destId="{3B4CA7C1-7742-4976-B9C7-4925AC1AD085}" srcOrd="0" destOrd="1" presId="urn:microsoft.com/office/officeart/2005/8/layout/vList4"/>
    <dgm:cxn modelId="{554266B7-A507-4704-86FF-0B8FE6589B05}" srcId="{47611754-8C11-4E72-B097-0FC999D27A24}" destId="{1A586BE3-04D4-436E-BEF3-3427693A01D4}" srcOrd="1" destOrd="0" parTransId="{6682BBFC-971E-4E76-8AEC-167D234C8B83}" sibTransId="{EA8ED3C6-143B-4FD5-8772-CBD75F407C2D}"/>
    <dgm:cxn modelId="{FED329C0-E318-40DD-8264-2B49FE92D0E5}" type="presOf" srcId="{D0AF0887-DC1C-49D0-99CF-8531C329FBF5}" destId="{FB603F23-EE4A-4A51-A6D7-C46D3B061969}" srcOrd="1" destOrd="2" presId="urn:microsoft.com/office/officeart/2005/8/layout/vList4"/>
    <dgm:cxn modelId="{21C24CC1-CEC5-4091-A7B1-4748B3EECFF8}" type="presOf" srcId="{47611754-8C11-4E72-B097-0FC999D27A24}" destId="{4E36B11B-8990-4DE9-B178-8ABDA5DC3BFC}" srcOrd="0" destOrd="0" presId="urn:microsoft.com/office/officeart/2005/8/layout/vList4"/>
    <dgm:cxn modelId="{BF14BEC1-95A0-419A-A51D-CAC9CF8723AB}" srcId="{3A63911F-0FD6-4D31-B16E-66119EEE16D7}" destId="{47611754-8C11-4E72-B097-0FC999D27A24}" srcOrd="1" destOrd="0" parTransId="{76B1BE69-7AAC-4FB7-80CA-C9FD1FAAE5BD}" sibTransId="{92099B71-58E6-467B-825D-C91A6C738D10}"/>
    <dgm:cxn modelId="{403F2DCA-3984-4603-9A2F-CEF0F785D196}" srcId="{7DC49D2C-9503-4D42-B377-E919FE175A71}" destId="{6F88C3D1-0062-46EF-AEB8-1CC2245443A8}" srcOrd="2" destOrd="0" parTransId="{733AE1FC-6BBA-47F4-A813-B66B3BC49C88}" sibTransId="{BB7913FE-3033-4D33-8D75-00B91E16A70D}"/>
    <dgm:cxn modelId="{69CCDBD0-7FF3-4B16-873D-8D61A00B7D2F}" srcId="{7DC49D2C-9503-4D42-B377-E919FE175A71}" destId="{31A3EBCA-2A65-4F83-BA79-5FF769718F80}" srcOrd="1" destOrd="0" parTransId="{D7EA2F18-3312-4BAF-A496-8C4B0C33189D}" sibTransId="{69D5660B-0241-4293-80D8-AB71D412356A}"/>
    <dgm:cxn modelId="{DB43F3D3-7D99-4093-95E7-994FE11AFB2F}" type="presOf" srcId="{DCC2BE72-4FD0-4862-8667-C9F43F66F3D5}" destId="{EA3C1F39-E7EE-450D-8D92-AA97912823DB}" srcOrd="0" destOrd="1" presId="urn:microsoft.com/office/officeart/2005/8/layout/vList4"/>
    <dgm:cxn modelId="{3E0C38D8-7E64-4030-AA4D-3F4547F79E38}" type="presOf" srcId="{6F88C3D1-0062-46EF-AEB8-1CC2245443A8}" destId="{60CF9681-89AD-480B-8EEB-291134A43BD8}" srcOrd="1" destOrd="3" presId="urn:microsoft.com/office/officeart/2005/8/layout/vList4"/>
    <dgm:cxn modelId="{3D6DD7D8-4DF9-4806-BB0F-F71AC13C8625}" type="presOf" srcId="{D0AF0887-DC1C-49D0-99CF-8531C329FBF5}" destId="{EA3C1F39-E7EE-450D-8D92-AA97912823DB}" srcOrd="0" destOrd="2" presId="urn:microsoft.com/office/officeart/2005/8/layout/vList4"/>
    <dgm:cxn modelId="{4BCCA9E4-9CE0-43DC-96DD-DC04A807A259}" type="presOf" srcId="{3A63911F-0FD6-4D31-B16E-66119EEE16D7}" destId="{434F0B6C-66AF-4F0C-9C6F-015A57259A28}" srcOrd="0" destOrd="0" presId="urn:microsoft.com/office/officeart/2005/8/layout/vList4"/>
    <dgm:cxn modelId="{0E51E6E9-41CB-4A6C-94CC-79820276AFFA}" type="presOf" srcId="{7BC0D746-DA95-416A-B5D4-1B0BA7F63069}" destId="{FB603F23-EE4A-4A51-A6D7-C46D3B061969}" srcOrd="1" destOrd="0" presId="urn:microsoft.com/office/officeart/2005/8/layout/vList4"/>
    <dgm:cxn modelId="{693233EE-D143-4292-8246-7C24049B2E43}" srcId="{3A63911F-0FD6-4D31-B16E-66119EEE16D7}" destId="{7BC0D746-DA95-416A-B5D4-1B0BA7F63069}" srcOrd="2" destOrd="0" parTransId="{45D32A8A-213E-46D3-B427-7ACC01E2E1DE}" sibTransId="{B2CBAAF9-B65A-4526-846C-C95F42851C1B}"/>
    <dgm:cxn modelId="{1973E8F7-4639-4010-ACF7-7BA5B0F535A1}" srcId="{47611754-8C11-4E72-B097-0FC999D27A24}" destId="{1161028B-1141-4DA0-BFCE-A2281E445D41}" srcOrd="0" destOrd="0" parTransId="{00B7305E-9954-4341-8548-B6674B602841}" sibTransId="{C488A4A3-3618-470D-8618-5E120E64C7BD}"/>
    <dgm:cxn modelId="{D4897FFA-2BF9-4815-B4E1-EF2AACBAFC60}" type="presOf" srcId="{6BE9A963-F37D-41E2-8C03-F8704233E07D}" destId="{60CF9681-89AD-480B-8EEB-291134A43BD8}" srcOrd="1" destOrd="1" presId="urn:microsoft.com/office/officeart/2005/8/layout/vList4"/>
    <dgm:cxn modelId="{BAC294FA-2D83-44FE-96BE-0B337A961F26}" type="presOf" srcId="{6F88C3D1-0062-46EF-AEB8-1CC2245443A8}" destId="{3B4CA7C1-7742-4976-B9C7-4925AC1AD085}" srcOrd="0" destOrd="3" presId="urn:microsoft.com/office/officeart/2005/8/layout/vList4"/>
    <dgm:cxn modelId="{6F7FC9FC-8795-4810-BF76-3F069C2E8550}" srcId="{7DC49D2C-9503-4D42-B377-E919FE175A71}" destId="{6BE9A963-F37D-41E2-8C03-F8704233E07D}" srcOrd="0" destOrd="0" parTransId="{5EE3436C-B4C3-4D5B-8D52-46D551AA86D4}" sibTransId="{FC7C4325-B234-4CAC-BFEA-1A1EEA724360}"/>
    <dgm:cxn modelId="{6B4AEE50-BD66-4F6E-B568-854E52F89BD5}" type="presParOf" srcId="{434F0B6C-66AF-4F0C-9C6F-015A57259A28}" destId="{A45E9813-3DE3-482A-A403-58A29F8D1357}" srcOrd="0" destOrd="0" presId="urn:microsoft.com/office/officeart/2005/8/layout/vList4"/>
    <dgm:cxn modelId="{CD83DE34-2E6F-4143-A12A-DC2C6C046964}" type="presParOf" srcId="{A45E9813-3DE3-482A-A403-58A29F8D1357}" destId="{3B4CA7C1-7742-4976-B9C7-4925AC1AD085}" srcOrd="0" destOrd="0" presId="urn:microsoft.com/office/officeart/2005/8/layout/vList4"/>
    <dgm:cxn modelId="{90FB8519-D707-41E7-ABBE-9184FEAB2850}" type="presParOf" srcId="{A45E9813-3DE3-482A-A403-58A29F8D1357}" destId="{BCBB6768-6082-47C2-95F1-63F38CEE2AB9}" srcOrd="1" destOrd="0" presId="urn:microsoft.com/office/officeart/2005/8/layout/vList4"/>
    <dgm:cxn modelId="{91742DD8-5BFD-45F4-B8BA-984C7912F389}" type="presParOf" srcId="{A45E9813-3DE3-482A-A403-58A29F8D1357}" destId="{60CF9681-89AD-480B-8EEB-291134A43BD8}" srcOrd="2" destOrd="0" presId="urn:microsoft.com/office/officeart/2005/8/layout/vList4"/>
    <dgm:cxn modelId="{F31FAE10-919C-4E24-BEEC-791AA7FF511A}" type="presParOf" srcId="{434F0B6C-66AF-4F0C-9C6F-015A57259A28}" destId="{C2B3EF27-CD73-42D9-84FD-7B01F31E4F8C}" srcOrd="1" destOrd="0" presId="urn:microsoft.com/office/officeart/2005/8/layout/vList4"/>
    <dgm:cxn modelId="{566589E9-5CE3-4B5E-AB20-00CB70069378}" type="presParOf" srcId="{434F0B6C-66AF-4F0C-9C6F-015A57259A28}" destId="{903D6F2E-32A0-4F8A-9804-598665263829}" srcOrd="2" destOrd="0" presId="urn:microsoft.com/office/officeart/2005/8/layout/vList4"/>
    <dgm:cxn modelId="{8AC7F0B0-49D0-445A-A1FB-BE2DEC75C885}" type="presParOf" srcId="{903D6F2E-32A0-4F8A-9804-598665263829}" destId="{4E36B11B-8990-4DE9-B178-8ABDA5DC3BFC}" srcOrd="0" destOrd="0" presId="urn:microsoft.com/office/officeart/2005/8/layout/vList4"/>
    <dgm:cxn modelId="{45A4FD52-32DE-4E7B-80DE-6770B2FF9947}" type="presParOf" srcId="{903D6F2E-32A0-4F8A-9804-598665263829}" destId="{6CDC0C11-DD71-4FD1-A903-33D76CEFFC56}" srcOrd="1" destOrd="0" presId="urn:microsoft.com/office/officeart/2005/8/layout/vList4"/>
    <dgm:cxn modelId="{718B0B48-7EC7-4599-87DB-3D0B8A5C1407}" type="presParOf" srcId="{903D6F2E-32A0-4F8A-9804-598665263829}" destId="{B01CE3C7-FF92-4ED7-8E11-52C27D31A68A}" srcOrd="2" destOrd="0" presId="urn:microsoft.com/office/officeart/2005/8/layout/vList4"/>
    <dgm:cxn modelId="{73F83D56-5842-4CBA-8FFF-E3F268E7B4B9}" type="presParOf" srcId="{434F0B6C-66AF-4F0C-9C6F-015A57259A28}" destId="{0EDDDD18-AB90-43B7-A444-3CA6786C3CA6}" srcOrd="3" destOrd="0" presId="urn:microsoft.com/office/officeart/2005/8/layout/vList4"/>
    <dgm:cxn modelId="{4A40A59B-425D-4F8B-9021-71C1BAD6CD8C}" type="presParOf" srcId="{434F0B6C-66AF-4F0C-9C6F-015A57259A28}" destId="{4D6870FB-F491-4914-8382-9F50BEA5DDD4}" srcOrd="4" destOrd="0" presId="urn:microsoft.com/office/officeart/2005/8/layout/vList4"/>
    <dgm:cxn modelId="{80428783-E554-4185-96FB-A7FC29D2A26F}" type="presParOf" srcId="{4D6870FB-F491-4914-8382-9F50BEA5DDD4}" destId="{EA3C1F39-E7EE-450D-8D92-AA97912823DB}" srcOrd="0" destOrd="0" presId="urn:microsoft.com/office/officeart/2005/8/layout/vList4"/>
    <dgm:cxn modelId="{C4401708-550E-455E-85F9-70048A511BD5}" type="presParOf" srcId="{4D6870FB-F491-4914-8382-9F50BEA5DDD4}" destId="{D6E5DB45-C5BD-473B-A56C-E71DFBF20E55}" srcOrd="1" destOrd="0" presId="urn:microsoft.com/office/officeart/2005/8/layout/vList4"/>
    <dgm:cxn modelId="{66DC5CE5-B2AB-48CE-B826-24E6D4B3965C}" type="presParOf" srcId="{4D6870FB-F491-4914-8382-9F50BEA5DDD4}" destId="{FB603F23-EE4A-4A51-A6D7-C46D3B06196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D948A3-7CAC-43DD-9886-8A8EEFFF6847}" type="doc">
      <dgm:prSet loTypeId="urn:microsoft.com/office/officeart/2005/8/layout/list1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189A5252-CEC1-4DA1-8005-597D156D2AB8}">
      <dgm:prSet phldrT="[Text]"/>
      <dgm:spPr/>
      <dgm:t>
        <a:bodyPr/>
        <a:lstStyle/>
        <a:p>
          <a:r>
            <a:rPr lang="en-US" dirty="0"/>
            <a:t>DESENTRALISASI</a:t>
          </a:r>
        </a:p>
      </dgm:t>
    </dgm:pt>
    <dgm:pt modelId="{F6F58624-0B91-4158-8818-FA1BC446CD93}" type="parTrans" cxnId="{5DFD28B3-8137-4710-B549-B6BAA458BC59}">
      <dgm:prSet/>
      <dgm:spPr/>
      <dgm:t>
        <a:bodyPr/>
        <a:lstStyle/>
        <a:p>
          <a:endParaRPr lang="en-US"/>
        </a:p>
      </dgm:t>
    </dgm:pt>
    <dgm:pt modelId="{7697CEBE-BA73-4156-A535-82CEF1CEDE32}" type="sibTrans" cxnId="{5DFD28B3-8137-4710-B549-B6BAA458BC59}">
      <dgm:prSet/>
      <dgm:spPr/>
      <dgm:t>
        <a:bodyPr/>
        <a:lstStyle/>
        <a:p>
          <a:endParaRPr lang="en-US"/>
        </a:p>
      </dgm:t>
    </dgm:pt>
    <dgm:pt modelId="{9A6328BC-354D-4037-9AF8-5D929FDFCBF4}">
      <dgm:prSet phldrT="[Text]"/>
      <dgm:spPr/>
      <dgm:t>
        <a:bodyPr/>
        <a:lstStyle/>
        <a:p>
          <a:r>
            <a:rPr lang="en-US" dirty="0"/>
            <a:t>DEKONSENTRASI</a:t>
          </a:r>
        </a:p>
      </dgm:t>
    </dgm:pt>
    <dgm:pt modelId="{30E51D15-E267-429E-9133-DD166760102A}" type="parTrans" cxnId="{7266E1B8-0F83-4093-8644-DB0E472A9E11}">
      <dgm:prSet/>
      <dgm:spPr/>
      <dgm:t>
        <a:bodyPr/>
        <a:lstStyle/>
        <a:p>
          <a:endParaRPr lang="en-US"/>
        </a:p>
      </dgm:t>
    </dgm:pt>
    <dgm:pt modelId="{DD0ED5D7-393B-44DD-9236-26103C0D0637}" type="sibTrans" cxnId="{7266E1B8-0F83-4093-8644-DB0E472A9E11}">
      <dgm:prSet/>
      <dgm:spPr/>
      <dgm:t>
        <a:bodyPr/>
        <a:lstStyle/>
        <a:p>
          <a:endParaRPr lang="en-US"/>
        </a:p>
      </dgm:t>
    </dgm:pt>
    <dgm:pt modelId="{1DFCB94A-E189-4BC2-B9B4-9CBF13601BE6}">
      <dgm:prSet phldrT="[Text]"/>
      <dgm:spPr/>
      <dgm:t>
        <a:bodyPr/>
        <a:lstStyle/>
        <a:p>
          <a:r>
            <a:rPr lang="en-US" dirty="0"/>
            <a:t>TUGAS PEMBANTUAN (MADEBEWIND)</a:t>
          </a:r>
        </a:p>
      </dgm:t>
    </dgm:pt>
    <dgm:pt modelId="{B67C891C-4AF0-4BCA-A289-F9642C302DCA}" type="parTrans" cxnId="{C0C7D127-2A0E-46E7-9F9A-190C49836A71}">
      <dgm:prSet/>
      <dgm:spPr/>
      <dgm:t>
        <a:bodyPr/>
        <a:lstStyle/>
        <a:p>
          <a:endParaRPr lang="en-US"/>
        </a:p>
      </dgm:t>
    </dgm:pt>
    <dgm:pt modelId="{11CCD47F-B63E-461E-915E-D2D3D0F64E85}" type="sibTrans" cxnId="{C0C7D127-2A0E-46E7-9F9A-190C49836A71}">
      <dgm:prSet/>
      <dgm:spPr/>
      <dgm:t>
        <a:bodyPr/>
        <a:lstStyle/>
        <a:p>
          <a:endParaRPr lang="en-US"/>
        </a:p>
      </dgm:t>
    </dgm:pt>
    <dgm:pt modelId="{C578D83F-57F7-40C3-AD5F-50435A90CC3D}">
      <dgm:prSet phldrT="[Text]"/>
      <dgm:spPr/>
      <dgm:t>
        <a:bodyPr/>
        <a:lstStyle/>
        <a:p>
          <a:r>
            <a:rPr lang="en-US" b="0" i="0" dirty="0"/>
            <a:t>P</a:t>
          </a:r>
          <a:r>
            <a:rPr lang="id-ID" b="0" i="0" dirty="0"/>
            <a:t>enyerahan wewenang </a:t>
          </a:r>
          <a:r>
            <a:rPr lang="id-ID" dirty="0"/>
            <a:t>pemerintahan oleh Pemerintah kepada Daerah Otonom dalam kerangka Negara Kesatuan</a:t>
          </a:r>
          <a:endParaRPr lang="en-US" dirty="0"/>
        </a:p>
      </dgm:t>
    </dgm:pt>
    <dgm:pt modelId="{07EC9D02-86C6-40DA-BC99-7D68CBD42F3E}" type="parTrans" cxnId="{3762A9EA-0A20-4DEF-A828-A5C9894419B2}">
      <dgm:prSet/>
      <dgm:spPr/>
      <dgm:t>
        <a:bodyPr/>
        <a:lstStyle/>
        <a:p>
          <a:endParaRPr lang="en-US"/>
        </a:p>
      </dgm:t>
    </dgm:pt>
    <dgm:pt modelId="{FE1AC1B7-7CE2-4A81-B2F1-7D5446A98C51}" type="sibTrans" cxnId="{3762A9EA-0A20-4DEF-A828-A5C9894419B2}">
      <dgm:prSet/>
      <dgm:spPr/>
      <dgm:t>
        <a:bodyPr/>
        <a:lstStyle/>
        <a:p>
          <a:endParaRPr lang="en-US"/>
        </a:p>
      </dgm:t>
    </dgm:pt>
    <dgm:pt modelId="{67B781B4-0B4A-4181-B62F-D24832C19102}">
      <dgm:prSet phldrT="[Text]"/>
      <dgm:spPr/>
      <dgm:t>
        <a:bodyPr/>
        <a:lstStyle/>
        <a:p>
          <a:r>
            <a:rPr lang="en-US" dirty="0"/>
            <a:t>K</a:t>
          </a:r>
          <a:r>
            <a:rPr lang="id-ID" dirty="0"/>
            <a:t>eikutsertaan </a:t>
          </a:r>
          <a:r>
            <a:rPr lang="en-US" dirty="0"/>
            <a:t>PEMDA </a:t>
          </a:r>
          <a:r>
            <a:rPr lang="id-ID" dirty="0"/>
            <a:t>untuk melaksanakan urusan pemerintah yang kewenangannya lebih luas dan lebih tinggi di daerah tersebut</a:t>
          </a:r>
          <a:endParaRPr lang="en-US" dirty="0"/>
        </a:p>
      </dgm:t>
    </dgm:pt>
    <dgm:pt modelId="{AE0DCC9F-3424-4B3B-B07A-61C7F99861AD}" type="parTrans" cxnId="{CABCBB59-4560-4158-AAE1-479FF91C862E}">
      <dgm:prSet/>
      <dgm:spPr/>
      <dgm:t>
        <a:bodyPr/>
        <a:lstStyle/>
        <a:p>
          <a:endParaRPr lang="en-US"/>
        </a:p>
      </dgm:t>
    </dgm:pt>
    <dgm:pt modelId="{F77AF049-0003-4452-9092-F9CAC676BFD1}" type="sibTrans" cxnId="{CABCBB59-4560-4158-AAE1-479FF91C862E}">
      <dgm:prSet/>
      <dgm:spPr/>
      <dgm:t>
        <a:bodyPr/>
        <a:lstStyle/>
        <a:p>
          <a:endParaRPr lang="en-US"/>
        </a:p>
      </dgm:t>
    </dgm:pt>
    <dgm:pt modelId="{4007D169-2ECE-4C29-BACE-B786E033C49A}">
      <dgm:prSet phldrT="[Text]"/>
      <dgm:spPr/>
      <dgm:t>
        <a:bodyPr/>
        <a:lstStyle/>
        <a:p>
          <a:r>
            <a:rPr lang="en-US" dirty="0"/>
            <a:t>P</a:t>
          </a:r>
          <a:r>
            <a:rPr lang="id-ID" dirty="0"/>
            <a:t>elimpahan wewenang dari pemerintahan kepada daerah otonom sebagai wakil pemerintah dan/atau perangkat pusat di daerah dalam kerangka Negara Kesatuan</a:t>
          </a:r>
          <a:endParaRPr lang="en-US" dirty="0"/>
        </a:p>
      </dgm:t>
    </dgm:pt>
    <dgm:pt modelId="{C1DE7EC7-B2B3-4F09-873F-B18485237AD4}" type="parTrans" cxnId="{BC0FDBF9-6898-4C4C-98CD-D9433FB46F95}">
      <dgm:prSet/>
      <dgm:spPr/>
      <dgm:t>
        <a:bodyPr/>
        <a:lstStyle/>
        <a:p>
          <a:endParaRPr lang="en-US"/>
        </a:p>
      </dgm:t>
    </dgm:pt>
    <dgm:pt modelId="{31B68D95-1B9E-45D7-9770-CAD57A99A6BA}" type="sibTrans" cxnId="{BC0FDBF9-6898-4C4C-98CD-D9433FB46F95}">
      <dgm:prSet/>
      <dgm:spPr/>
      <dgm:t>
        <a:bodyPr/>
        <a:lstStyle/>
        <a:p>
          <a:endParaRPr lang="en-US"/>
        </a:p>
      </dgm:t>
    </dgm:pt>
    <dgm:pt modelId="{F6833579-49B3-4BE1-937A-B9007D6CB177}" type="pres">
      <dgm:prSet presAssocID="{78D948A3-7CAC-43DD-9886-8A8EEFFF6847}" presName="linear" presStyleCnt="0">
        <dgm:presLayoutVars>
          <dgm:dir/>
          <dgm:animLvl val="lvl"/>
          <dgm:resizeHandles val="exact"/>
        </dgm:presLayoutVars>
      </dgm:prSet>
      <dgm:spPr/>
    </dgm:pt>
    <dgm:pt modelId="{040EB58B-9BB6-44B3-BF4E-4D39D6E6CA5C}" type="pres">
      <dgm:prSet presAssocID="{189A5252-CEC1-4DA1-8005-597D156D2AB8}" presName="parentLin" presStyleCnt="0"/>
      <dgm:spPr/>
    </dgm:pt>
    <dgm:pt modelId="{DB99CAFF-42F4-428F-AFD3-F63E0C4B4B4B}" type="pres">
      <dgm:prSet presAssocID="{189A5252-CEC1-4DA1-8005-597D156D2AB8}" presName="parentLeftMargin" presStyleLbl="node1" presStyleIdx="0" presStyleCnt="3"/>
      <dgm:spPr/>
    </dgm:pt>
    <dgm:pt modelId="{0A61E2BF-57E7-46E6-A5DA-EAB8CD061958}" type="pres">
      <dgm:prSet presAssocID="{189A5252-CEC1-4DA1-8005-597D156D2A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F1642D-F728-4573-8586-043DE5917E0D}" type="pres">
      <dgm:prSet presAssocID="{189A5252-CEC1-4DA1-8005-597D156D2AB8}" presName="negativeSpace" presStyleCnt="0"/>
      <dgm:spPr/>
    </dgm:pt>
    <dgm:pt modelId="{E99F9327-D804-46FB-B405-E66615873CD4}" type="pres">
      <dgm:prSet presAssocID="{189A5252-CEC1-4DA1-8005-597D156D2AB8}" presName="childText" presStyleLbl="conFgAcc1" presStyleIdx="0" presStyleCnt="3">
        <dgm:presLayoutVars>
          <dgm:bulletEnabled val="1"/>
        </dgm:presLayoutVars>
      </dgm:prSet>
      <dgm:spPr/>
    </dgm:pt>
    <dgm:pt modelId="{656B12D4-64F7-482D-A0DB-06C444B60501}" type="pres">
      <dgm:prSet presAssocID="{7697CEBE-BA73-4156-A535-82CEF1CEDE32}" presName="spaceBetweenRectangles" presStyleCnt="0"/>
      <dgm:spPr/>
    </dgm:pt>
    <dgm:pt modelId="{08A69C7D-875F-44EF-9F81-C1D55FCC88CF}" type="pres">
      <dgm:prSet presAssocID="{9A6328BC-354D-4037-9AF8-5D929FDFCBF4}" presName="parentLin" presStyleCnt="0"/>
      <dgm:spPr/>
    </dgm:pt>
    <dgm:pt modelId="{52EE17BD-8C63-47FE-96DB-FB7C6708BAA3}" type="pres">
      <dgm:prSet presAssocID="{9A6328BC-354D-4037-9AF8-5D929FDFCBF4}" presName="parentLeftMargin" presStyleLbl="node1" presStyleIdx="0" presStyleCnt="3"/>
      <dgm:spPr/>
    </dgm:pt>
    <dgm:pt modelId="{534CC01A-585A-47F7-868A-1297CC616EE1}" type="pres">
      <dgm:prSet presAssocID="{9A6328BC-354D-4037-9AF8-5D929FDFCB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507F6E-E23E-4D4D-86DF-BFCB3B4080FA}" type="pres">
      <dgm:prSet presAssocID="{9A6328BC-354D-4037-9AF8-5D929FDFCBF4}" presName="negativeSpace" presStyleCnt="0"/>
      <dgm:spPr/>
    </dgm:pt>
    <dgm:pt modelId="{F4FF5191-35A1-4296-834D-4B5698759EDA}" type="pres">
      <dgm:prSet presAssocID="{9A6328BC-354D-4037-9AF8-5D929FDFCBF4}" presName="childText" presStyleLbl="conFgAcc1" presStyleIdx="1" presStyleCnt="3">
        <dgm:presLayoutVars>
          <dgm:bulletEnabled val="1"/>
        </dgm:presLayoutVars>
      </dgm:prSet>
      <dgm:spPr/>
    </dgm:pt>
    <dgm:pt modelId="{1BB987B1-07EA-48F1-8E3E-8D306293C28B}" type="pres">
      <dgm:prSet presAssocID="{DD0ED5D7-393B-44DD-9236-26103C0D0637}" presName="spaceBetweenRectangles" presStyleCnt="0"/>
      <dgm:spPr/>
    </dgm:pt>
    <dgm:pt modelId="{7FF71A4F-F6ED-4989-B42B-1F84657092F8}" type="pres">
      <dgm:prSet presAssocID="{1DFCB94A-E189-4BC2-B9B4-9CBF13601BE6}" presName="parentLin" presStyleCnt="0"/>
      <dgm:spPr/>
    </dgm:pt>
    <dgm:pt modelId="{AC4AC7E5-3C36-4D24-90AE-1557684F5871}" type="pres">
      <dgm:prSet presAssocID="{1DFCB94A-E189-4BC2-B9B4-9CBF13601BE6}" presName="parentLeftMargin" presStyleLbl="node1" presStyleIdx="1" presStyleCnt="3"/>
      <dgm:spPr/>
    </dgm:pt>
    <dgm:pt modelId="{8AF84656-2BBF-42C9-A58F-7A174E5A924D}" type="pres">
      <dgm:prSet presAssocID="{1DFCB94A-E189-4BC2-B9B4-9CBF13601BE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872FE56-B7B1-4E0F-9430-FC45891809D2}" type="pres">
      <dgm:prSet presAssocID="{1DFCB94A-E189-4BC2-B9B4-9CBF13601BE6}" presName="negativeSpace" presStyleCnt="0"/>
      <dgm:spPr/>
    </dgm:pt>
    <dgm:pt modelId="{38FBC7DF-37C3-4640-BC79-EE9490D0B399}" type="pres">
      <dgm:prSet presAssocID="{1DFCB94A-E189-4BC2-B9B4-9CBF13601BE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46F8B14-6E55-46A2-B253-06A23605043D}" type="presOf" srcId="{9A6328BC-354D-4037-9AF8-5D929FDFCBF4}" destId="{52EE17BD-8C63-47FE-96DB-FB7C6708BAA3}" srcOrd="0" destOrd="0" presId="urn:microsoft.com/office/officeart/2005/8/layout/list1"/>
    <dgm:cxn modelId="{2B2F9514-AC91-473C-BF29-12898B756E3C}" type="presOf" srcId="{9A6328BC-354D-4037-9AF8-5D929FDFCBF4}" destId="{534CC01A-585A-47F7-868A-1297CC616EE1}" srcOrd="1" destOrd="0" presId="urn:microsoft.com/office/officeart/2005/8/layout/list1"/>
    <dgm:cxn modelId="{C0C7D127-2A0E-46E7-9F9A-190C49836A71}" srcId="{78D948A3-7CAC-43DD-9886-8A8EEFFF6847}" destId="{1DFCB94A-E189-4BC2-B9B4-9CBF13601BE6}" srcOrd="2" destOrd="0" parTransId="{B67C891C-4AF0-4BCA-A289-F9642C302DCA}" sibTransId="{11CCD47F-B63E-461E-915E-D2D3D0F64E85}"/>
    <dgm:cxn modelId="{E6328E67-B064-4C56-AC3C-63441D6C8DBB}" type="presOf" srcId="{78D948A3-7CAC-43DD-9886-8A8EEFFF6847}" destId="{F6833579-49B3-4BE1-937A-B9007D6CB177}" srcOrd="0" destOrd="0" presId="urn:microsoft.com/office/officeart/2005/8/layout/list1"/>
    <dgm:cxn modelId="{1E640C6D-E689-45EF-B767-5CF11BFAECEF}" type="presOf" srcId="{189A5252-CEC1-4DA1-8005-597D156D2AB8}" destId="{DB99CAFF-42F4-428F-AFD3-F63E0C4B4B4B}" srcOrd="0" destOrd="0" presId="urn:microsoft.com/office/officeart/2005/8/layout/list1"/>
    <dgm:cxn modelId="{CABCBB59-4560-4158-AAE1-479FF91C862E}" srcId="{1DFCB94A-E189-4BC2-B9B4-9CBF13601BE6}" destId="{67B781B4-0B4A-4181-B62F-D24832C19102}" srcOrd="0" destOrd="0" parTransId="{AE0DCC9F-3424-4B3B-B07A-61C7F99861AD}" sibTransId="{F77AF049-0003-4452-9092-F9CAC676BFD1}"/>
    <dgm:cxn modelId="{902EF880-EB60-4739-81FB-DBC5D40CA5A7}" type="presOf" srcId="{1DFCB94A-E189-4BC2-B9B4-9CBF13601BE6}" destId="{8AF84656-2BBF-42C9-A58F-7A174E5A924D}" srcOrd="1" destOrd="0" presId="urn:microsoft.com/office/officeart/2005/8/layout/list1"/>
    <dgm:cxn modelId="{FF96B185-1923-478E-A8FA-0CA0CF09A087}" type="presOf" srcId="{4007D169-2ECE-4C29-BACE-B786E033C49A}" destId="{F4FF5191-35A1-4296-834D-4B5698759EDA}" srcOrd="0" destOrd="0" presId="urn:microsoft.com/office/officeart/2005/8/layout/list1"/>
    <dgm:cxn modelId="{7A9A119F-4913-46FD-94AC-3901E7B4554F}" type="presOf" srcId="{C578D83F-57F7-40C3-AD5F-50435A90CC3D}" destId="{E99F9327-D804-46FB-B405-E66615873CD4}" srcOrd="0" destOrd="0" presId="urn:microsoft.com/office/officeart/2005/8/layout/list1"/>
    <dgm:cxn modelId="{5DFD28B3-8137-4710-B549-B6BAA458BC59}" srcId="{78D948A3-7CAC-43DD-9886-8A8EEFFF6847}" destId="{189A5252-CEC1-4DA1-8005-597D156D2AB8}" srcOrd="0" destOrd="0" parTransId="{F6F58624-0B91-4158-8818-FA1BC446CD93}" sibTransId="{7697CEBE-BA73-4156-A535-82CEF1CEDE32}"/>
    <dgm:cxn modelId="{7266E1B8-0F83-4093-8644-DB0E472A9E11}" srcId="{78D948A3-7CAC-43DD-9886-8A8EEFFF6847}" destId="{9A6328BC-354D-4037-9AF8-5D929FDFCBF4}" srcOrd="1" destOrd="0" parTransId="{30E51D15-E267-429E-9133-DD166760102A}" sibTransId="{DD0ED5D7-393B-44DD-9236-26103C0D0637}"/>
    <dgm:cxn modelId="{89CA65CD-83E5-4DB8-8252-6A6CB271FA90}" type="presOf" srcId="{67B781B4-0B4A-4181-B62F-D24832C19102}" destId="{38FBC7DF-37C3-4640-BC79-EE9490D0B399}" srcOrd="0" destOrd="0" presId="urn:microsoft.com/office/officeart/2005/8/layout/list1"/>
    <dgm:cxn modelId="{A9015AE0-602C-4698-BB94-0AE2EB2422EF}" type="presOf" srcId="{1DFCB94A-E189-4BC2-B9B4-9CBF13601BE6}" destId="{AC4AC7E5-3C36-4D24-90AE-1557684F5871}" srcOrd="0" destOrd="0" presId="urn:microsoft.com/office/officeart/2005/8/layout/list1"/>
    <dgm:cxn modelId="{3762A9EA-0A20-4DEF-A828-A5C9894419B2}" srcId="{189A5252-CEC1-4DA1-8005-597D156D2AB8}" destId="{C578D83F-57F7-40C3-AD5F-50435A90CC3D}" srcOrd="0" destOrd="0" parTransId="{07EC9D02-86C6-40DA-BC99-7D68CBD42F3E}" sibTransId="{FE1AC1B7-7CE2-4A81-B2F1-7D5446A98C51}"/>
    <dgm:cxn modelId="{A7AFE7F5-B37A-4A20-80F6-9B3662A82E22}" type="presOf" srcId="{189A5252-CEC1-4DA1-8005-597D156D2AB8}" destId="{0A61E2BF-57E7-46E6-A5DA-EAB8CD061958}" srcOrd="1" destOrd="0" presId="urn:microsoft.com/office/officeart/2005/8/layout/list1"/>
    <dgm:cxn modelId="{BC0FDBF9-6898-4C4C-98CD-D9433FB46F95}" srcId="{9A6328BC-354D-4037-9AF8-5D929FDFCBF4}" destId="{4007D169-2ECE-4C29-BACE-B786E033C49A}" srcOrd="0" destOrd="0" parTransId="{C1DE7EC7-B2B3-4F09-873F-B18485237AD4}" sibTransId="{31B68D95-1B9E-45D7-9770-CAD57A99A6BA}"/>
    <dgm:cxn modelId="{1611D3A2-981A-4B73-9313-C01AB810DC5F}" type="presParOf" srcId="{F6833579-49B3-4BE1-937A-B9007D6CB177}" destId="{040EB58B-9BB6-44B3-BF4E-4D39D6E6CA5C}" srcOrd="0" destOrd="0" presId="urn:microsoft.com/office/officeart/2005/8/layout/list1"/>
    <dgm:cxn modelId="{61378976-0C13-45AE-B534-E8D8490E0BF1}" type="presParOf" srcId="{040EB58B-9BB6-44B3-BF4E-4D39D6E6CA5C}" destId="{DB99CAFF-42F4-428F-AFD3-F63E0C4B4B4B}" srcOrd="0" destOrd="0" presId="urn:microsoft.com/office/officeart/2005/8/layout/list1"/>
    <dgm:cxn modelId="{21AD728F-F5FC-49EE-8C59-8B032D253DFE}" type="presParOf" srcId="{040EB58B-9BB6-44B3-BF4E-4D39D6E6CA5C}" destId="{0A61E2BF-57E7-46E6-A5DA-EAB8CD061958}" srcOrd="1" destOrd="0" presId="urn:microsoft.com/office/officeart/2005/8/layout/list1"/>
    <dgm:cxn modelId="{BEB52EC2-CB1F-46BF-BCB4-D8285AAF2EC2}" type="presParOf" srcId="{F6833579-49B3-4BE1-937A-B9007D6CB177}" destId="{47F1642D-F728-4573-8586-043DE5917E0D}" srcOrd="1" destOrd="0" presId="urn:microsoft.com/office/officeart/2005/8/layout/list1"/>
    <dgm:cxn modelId="{BB252686-9115-4F37-9F36-6016FF0DCB3D}" type="presParOf" srcId="{F6833579-49B3-4BE1-937A-B9007D6CB177}" destId="{E99F9327-D804-46FB-B405-E66615873CD4}" srcOrd="2" destOrd="0" presId="urn:microsoft.com/office/officeart/2005/8/layout/list1"/>
    <dgm:cxn modelId="{B613A1F3-57E9-4C38-9AA7-0BC55F1ED33B}" type="presParOf" srcId="{F6833579-49B3-4BE1-937A-B9007D6CB177}" destId="{656B12D4-64F7-482D-A0DB-06C444B60501}" srcOrd="3" destOrd="0" presId="urn:microsoft.com/office/officeart/2005/8/layout/list1"/>
    <dgm:cxn modelId="{CC3B2D95-60E0-4DDA-903B-58119228712A}" type="presParOf" srcId="{F6833579-49B3-4BE1-937A-B9007D6CB177}" destId="{08A69C7D-875F-44EF-9F81-C1D55FCC88CF}" srcOrd="4" destOrd="0" presId="urn:microsoft.com/office/officeart/2005/8/layout/list1"/>
    <dgm:cxn modelId="{106634C5-481B-4B24-AD02-91E7AF0EB08B}" type="presParOf" srcId="{08A69C7D-875F-44EF-9F81-C1D55FCC88CF}" destId="{52EE17BD-8C63-47FE-96DB-FB7C6708BAA3}" srcOrd="0" destOrd="0" presId="urn:microsoft.com/office/officeart/2005/8/layout/list1"/>
    <dgm:cxn modelId="{68FEC053-0395-4A7C-A082-9399161210FB}" type="presParOf" srcId="{08A69C7D-875F-44EF-9F81-C1D55FCC88CF}" destId="{534CC01A-585A-47F7-868A-1297CC616EE1}" srcOrd="1" destOrd="0" presId="urn:microsoft.com/office/officeart/2005/8/layout/list1"/>
    <dgm:cxn modelId="{DF8CC5E2-EFD5-406E-84EE-48D273D4BA98}" type="presParOf" srcId="{F6833579-49B3-4BE1-937A-B9007D6CB177}" destId="{17507F6E-E23E-4D4D-86DF-BFCB3B4080FA}" srcOrd="5" destOrd="0" presId="urn:microsoft.com/office/officeart/2005/8/layout/list1"/>
    <dgm:cxn modelId="{0F72B0C8-EE30-4050-B993-86336BEE2A39}" type="presParOf" srcId="{F6833579-49B3-4BE1-937A-B9007D6CB177}" destId="{F4FF5191-35A1-4296-834D-4B5698759EDA}" srcOrd="6" destOrd="0" presId="urn:microsoft.com/office/officeart/2005/8/layout/list1"/>
    <dgm:cxn modelId="{309FE299-5F39-4A10-858F-B6F63CBB7CE8}" type="presParOf" srcId="{F6833579-49B3-4BE1-937A-B9007D6CB177}" destId="{1BB987B1-07EA-48F1-8E3E-8D306293C28B}" srcOrd="7" destOrd="0" presId="urn:microsoft.com/office/officeart/2005/8/layout/list1"/>
    <dgm:cxn modelId="{BA4D071F-47D6-441B-AC36-2136BA402A18}" type="presParOf" srcId="{F6833579-49B3-4BE1-937A-B9007D6CB177}" destId="{7FF71A4F-F6ED-4989-B42B-1F84657092F8}" srcOrd="8" destOrd="0" presId="urn:microsoft.com/office/officeart/2005/8/layout/list1"/>
    <dgm:cxn modelId="{660BD5CD-9496-42B8-A46E-BD4088BAAF6E}" type="presParOf" srcId="{7FF71A4F-F6ED-4989-B42B-1F84657092F8}" destId="{AC4AC7E5-3C36-4D24-90AE-1557684F5871}" srcOrd="0" destOrd="0" presId="urn:microsoft.com/office/officeart/2005/8/layout/list1"/>
    <dgm:cxn modelId="{CB634E4E-8F9B-4A96-BA09-E9BF9555D20B}" type="presParOf" srcId="{7FF71A4F-F6ED-4989-B42B-1F84657092F8}" destId="{8AF84656-2BBF-42C9-A58F-7A174E5A924D}" srcOrd="1" destOrd="0" presId="urn:microsoft.com/office/officeart/2005/8/layout/list1"/>
    <dgm:cxn modelId="{734CD9C0-D75A-4935-8250-0ABD254FF9A6}" type="presParOf" srcId="{F6833579-49B3-4BE1-937A-B9007D6CB177}" destId="{2872FE56-B7B1-4E0F-9430-FC45891809D2}" srcOrd="9" destOrd="0" presId="urn:microsoft.com/office/officeart/2005/8/layout/list1"/>
    <dgm:cxn modelId="{BE6F1F23-8C5C-4DB6-81D5-54C4E6F2CE25}" type="presParOf" srcId="{F6833579-49B3-4BE1-937A-B9007D6CB177}" destId="{38FBC7DF-37C3-4640-BC79-EE9490D0B39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F084C3-BA60-49AD-B901-C432872B677D}" type="doc">
      <dgm:prSet loTypeId="urn:microsoft.com/office/officeart/2005/8/layout/bProcess3" loCatId="process" qsTypeId="urn:microsoft.com/office/officeart/2005/8/quickstyle/simple5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5C096F1A-DD4F-4EB4-B691-69678EC1F782}">
      <dgm:prSet phldrT="[Text]"/>
      <dgm:spPr/>
      <dgm:t>
        <a:bodyPr/>
        <a:lstStyle/>
        <a:p>
          <a:r>
            <a:rPr lang="en-US" i="1" dirty="0" err="1"/>
            <a:t>Politik</a:t>
          </a:r>
          <a:r>
            <a:rPr lang="en-US" i="1" dirty="0"/>
            <a:t> </a:t>
          </a:r>
          <a:r>
            <a:rPr lang="en-US" i="1" dirty="0" err="1"/>
            <a:t>luar</a:t>
          </a:r>
          <a:r>
            <a:rPr lang="en-US" i="1" dirty="0"/>
            <a:t> </a:t>
          </a:r>
          <a:r>
            <a:rPr lang="en-US" i="1" dirty="0" err="1"/>
            <a:t>negeri</a:t>
          </a:r>
          <a:endParaRPr lang="en-US" dirty="0"/>
        </a:p>
      </dgm:t>
    </dgm:pt>
    <dgm:pt modelId="{57218027-652A-42C0-809F-5601B8FB193C}" type="parTrans" cxnId="{5DACDD1C-4B59-4DE5-BAA9-EFB99F126D8E}">
      <dgm:prSet/>
      <dgm:spPr/>
      <dgm:t>
        <a:bodyPr/>
        <a:lstStyle/>
        <a:p>
          <a:endParaRPr lang="en-US"/>
        </a:p>
      </dgm:t>
    </dgm:pt>
    <dgm:pt modelId="{8C67443E-AED9-4BAF-92E0-78F9C4C02A0E}" type="sibTrans" cxnId="{5DACDD1C-4B59-4DE5-BAA9-EFB99F126D8E}">
      <dgm:prSet/>
      <dgm:spPr/>
      <dgm:t>
        <a:bodyPr/>
        <a:lstStyle/>
        <a:p>
          <a:endParaRPr lang="en-US"/>
        </a:p>
      </dgm:t>
    </dgm:pt>
    <dgm:pt modelId="{0A936763-6E45-4042-B16A-A1CE5235308D}">
      <dgm:prSet/>
      <dgm:spPr/>
      <dgm:t>
        <a:bodyPr/>
        <a:lstStyle/>
        <a:p>
          <a:r>
            <a:rPr lang="en-US" i="1" dirty="0" err="1"/>
            <a:t>Pertahanan</a:t>
          </a:r>
          <a:endParaRPr lang="en-US" i="1" dirty="0"/>
        </a:p>
      </dgm:t>
    </dgm:pt>
    <dgm:pt modelId="{C5C68AF6-C816-4299-9963-C3D06BC879EA}" type="parTrans" cxnId="{9D6557A1-5047-422D-92A7-9EFDFC1B6373}">
      <dgm:prSet/>
      <dgm:spPr/>
      <dgm:t>
        <a:bodyPr/>
        <a:lstStyle/>
        <a:p>
          <a:endParaRPr lang="en-US"/>
        </a:p>
      </dgm:t>
    </dgm:pt>
    <dgm:pt modelId="{F53EF9F3-F3FF-4425-967A-FA812F39B709}" type="sibTrans" cxnId="{9D6557A1-5047-422D-92A7-9EFDFC1B6373}">
      <dgm:prSet/>
      <dgm:spPr/>
      <dgm:t>
        <a:bodyPr/>
        <a:lstStyle/>
        <a:p>
          <a:endParaRPr lang="en-US"/>
        </a:p>
      </dgm:t>
    </dgm:pt>
    <dgm:pt modelId="{6B409807-34DD-40CE-83ED-118D26012C6D}">
      <dgm:prSet/>
      <dgm:spPr/>
      <dgm:t>
        <a:bodyPr/>
        <a:lstStyle/>
        <a:p>
          <a:r>
            <a:rPr lang="en-US" i="1" dirty="0" err="1"/>
            <a:t>Keamanan</a:t>
          </a:r>
          <a:r>
            <a:rPr lang="en-US" i="1" dirty="0"/>
            <a:t> </a:t>
          </a:r>
        </a:p>
      </dgm:t>
    </dgm:pt>
    <dgm:pt modelId="{68561DB7-3CBC-47B6-A347-D716E66E9BB2}" type="parTrans" cxnId="{F5E44C55-E0F9-4148-9B8B-BAC99CE0E876}">
      <dgm:prSet/>
      <dgm:spPr/>
      <dgm:t>
        <a:bodyPr/>
        <a:lstStyle/>
        <a:p>
          <a:endParaRPr lang="en-US"/>
        </a:p>
      </dgm:t>
    </dgm:pt>
    <dgm:pt modelId="{7645F80C-2EF3-4DEA-A5FB-E54F1D3DD1E0}" type="sibTrans" cxnId="{F5E44C55-E0F9-4148-9B8B-BAC99CE0E876}">
      <dgm:prSet/>
      <dgm:spPr/>
      <dgm:t>
        <a:bodyPr/>
        <a:lstStyle/>
        <a:p>
          <a:endParaRPr lang="en-US"/>
        </a:p>
      </dgm:t>
    </dgm:pt>
    <dgm:pt modelId="{6800998A-AE30-4E70-A2C5-C97FE2813774}">
      <dgm:prSet/>
      <dgm:spPr/>
      <dgm:t>
        <a:bodyPr/>
        <a:lstStyle/>
        <a:p>
          <a:r>
            <a:rPr lang="en-US" i="1" dirty="0" err="1"/>
            <a:t>Yustisi</a:t>
          </a:r>
          <a:endParaRPr lang="en-US" i="1" dirty="0"/>
        </a:p>
      </dgm:t>
    </dgm:pt>
    <dgm:pt modelId="{79308B07-EC33-479C-B323-E941D2E315DB}" type="parTrans" cxnId="{73CC59F7-356D-4833-B1DD-1FA77F248427}">
      <dgm:prSet/>
      <dgm:spPr/>
      <dgm:t>
        <a:bodyPr/>
        <a:lstStyle/>
        <a:p>
          <a:endParaRPr lang="en-US"/>
        </a:p>
      </dgm:t>
    </dgm:pt>
    <dgm:pt modelId="{21698802-D4D6-4C7C-9A9F-B38C0D043557}" type="sibTrans" cxnId="{73CC59F7-356D-4833-B1DD-1FA77F248427}">
      <dgm:prSet/>
      <dgm:spPr/>
      <dgm:t>
        <a:bodyPr/>
        <a:lstStyle/>
        <a:p>
          <a:endParaRPr lang="en-US"/>
        </a:p>
      </dgm:t>
    </dgm:pt>
    <dgm:pt modelId="{156CC58B-66AB-465F-B12C-F95CB6DAC6D1}">
      <dgm:prSet/>
      <dgm:spPr/>
      <dgm:t>
        <a:bodyPr/>
        <a:lstStyle/>
        <a:p>
          <a:r>
            <a:rPr lang="en-US" i="1" dirty="0" err="1"/>
            <a:t>Moneter</a:t>
          </a:r>
          <a:r>
            <a:rPr lang="en-US" i="1" dirty="0"/>
            <a:t> </a:t>
          </a:r>
          <a:r>
            <a:rPr lang="en-US" i="1" dirty="0" err="1"/>
            <a:t>dan</a:t>
          </a:r>
          <a:r>
            <a:rPr lang="en-US" i="1" dirty="0"/>
            <a:t> </a:t>
          </a:r>
          <a:r>
            <a:rPr lang="en-US" i="1" dirty="0" err="1"/>
            <a:t>fiskal</a:t>
          </a:r>
          <a:r>
            <a:rPr lang="en-US" i="1" dirty="0"/>
            <a:t> </a:t>
          </a:r>
          <a:r>
            <a:rPr lang="en-US" i="1" dirty="0" err="1"/>
            <a:t>nasional</a:t>
          </a:r>
          <a:endParaRPr lang="en-US" i="1" dirty="0"/>
        </a:p>
      </dgm:t>
    </dgm:pt>
    <dgm:pt modelId="{CB8D4362-6AFB-4797-A0BC-094291DA2925}" type="parTrans" cxnId="{D2088783-C8E0-4482-BAC7-E488EACC70FE}">
      <dgm:prSet/>
      <dgm:spPr/>
      <dgm:t>
        <a:bodyPr/>
        <a:lstStyle/>
        <a:p>
          <a:endParaRPr lang="en-US"/>
        </a:p>
      </dgm:t>
    </dgm:pt>
    <dgm:pt modelId="{A0DBB6DF-21F3-4BB2-A847-12628C254284}" type="sibTrans" cxnId="{D2088783-C8E0-4482-BAC7-E488EACC70FE}">
      <dgm:prSet/>
      <dgm:spPr/>
      <dgm:t>
        <a:bodyPr/>
        <a:lstStyle/>
        <a:p>
          <a:endParaRPr lang="en-US"/>
        </a:p>
      </dgm:t>
    </dgm:pt>
    <dgm:pt modelId="{BB8322D2-919B-4A24-A54E-974C83173FE5}">
      <dgm:prSet/>
      <dgm:spPr/>
      <dgm:t>
        <a:bodyPr/>
        <a:lstStyle/>
        <a:p>
          <a:r>
            <a:rPr lang="en-US" i="1" dirty="0"/>
            <a:t>Agama</a:t>
          </a:r>
          <a:endParaRPr lang="en-US" dirty="0"/>
        </a:p>
      </dgm:t>
    </dgm:pt>
    <dgm:pt modelId="{072EE96D-5651-4C7D-8215-8D7A67C75726}" type="parTrans" cxnId="{8936A3DE-83FC-4032-9705-AD4677AEF7DE}">
      <dgm:prSet/>
      <dgm:spPr/>
      <dgm:t>
        <a:bodyPr/>
        <a:lstStyle/>
        <a:p>
          <a:endParaRPr lang="en-US"/>
        </a:p>
      </dgm:t>
    </dgm:pt>
    <dgm:pt modelId="{FEDCAC6B-836D-432A-A09F-416BD50DE72F}" type="sibTrans" cxnId="{8936A3DE-83FC-4032-9705-AD4677AEF7DE}">
      <dgm:prSet/>
      <dgm:spPr/>
      <dgm:t>
        <a:bodyPr/>
        <a:lstStyle/>
        <a:p>
          <a:endParaRPr lang="en-US"/>
        </a:p>
      </dgm:t>
    </dgm:pt>
    <dgm:pt modelId="{51602BBF-0E5D-4D6B-ABFE-7B4FB50B3FDC}" type="pres">
      <dgm:prSet presAssocID="{51F084C3-BA60-49AD-B901-C432872B677D}" presName="Name0" presStyleCnt="0">
        <dgm:presLayoutVars>
          <dgm:dir/>
          <dgm:resizeHandles val="exact"/>
        </dgm:presLayoutVars>
      </dgm:prSet>
      <dgm:spPr/>
    </dgm:pt>
    <dgm:pt modelId="{A8B4875B-2F75-4397-9E78-F94F2EE3D01D}" type="pres">
      <dgm:prSet presAssocID="{5C096F1A-DD4F-4EB4-B691-69678EC1F782}" presName="node" presStyleLbl="node1" presStyleIdx="0" presStyleCnt="6">
        <dgm:presLayoutVars>
          <dgm:bulletEnabled val="1"/>
        </dgm:presLayoutVars>
      </dgm:prSet>
      <dgm:spPr/>
    </dgm:pt>
    <dgm:pt modelId="{E9044BEB-B22E-4AEA-9121-90FA4C5E7F1A}" type="pres">
      <dgm:prSet presAssocID="{8C67443E-AED9-4BAF-92E0-78F9C4C02A0E}" presName="sibTrans" presStyleLbl="sibTrans1D1" presStyleIdx="0" presStyleCnt="5"/>
      <dgm:spPr/>
    </dgm:pt>
    <dgm:pt modelId="{B1D5D5C9-D33A-4C38-BC2E-28F59E9AF8B5}" type="pres">
      <dgm:prSet presAssocID="{8C67443E-AED9-4BAF-92E0-78F9C4C02A0E}" presName="connectorText" presStyleLbl="sibTrans1D1" presStyleIdx="0" presStyleCnt="5"/>
      <dgm:spPr/>
    </dgm:pt>
    <dgm:pt modelId="{070FC5A4-3EFC-4E4B-AB8F-126D2150EC94}" type="pres">
      <dgm:prSet presAssocID="{0A936763-6E45-4042-B16A-A1CE5235308D}" presName="node" presStyleLbl="node1" presStyleIdx="1" presStyleCnt="6">
        <dgm:presLayoutVars>
          <dgm:bulletEnabled val="1"/>
        </dgm:presLayoutVars>
      </dgm:prSet>
      <dgm:spPr/>
    </dgm:pt>
    <dgm:pt modelId="{5CFD78D4-CBD0-46B5-958B-22EB2D6969D1}" type="pres">
      <dgm:prSet presAssocID="{F53EF9F3-F3FF-4425-967A-FA812F39B709}" presName="sibTrans" presStyleLbl="sibTrans1D1" presStyleIdx="1" presStyleCnt="5"/>
      <dgm:spPr/>
    </dgm:pt>
    <dgm:pt modelId="{238528A8-5842-400E-9FBD-0FFB487F8DDC}" type="pres">
      <dgm:prSet presAssocID="{F53EF9F3-F3FF-4425-967A-FA812F39B709}" presName="connectorText" presStyleLbl="sibTrans1D1" presStyleIdx="1" presStyleCnt="5"/>
      <dgm:spPr/>
    </dgm:pt>
    <dgm:pt modelId="{A1027A78-1BE9-464E-B29B-2C153B42278A}" type="pres">
      <dgm:prSet presAssocID="{6B409807-34DD-40CE-83ED-118D26012C6D}" presName="node" presStyleLbl="node1" presStyleIdx="2" presStyleCnt="6">
        <dgm:presLayoutVars>
          <dgm:bulletEnabled val="1"/>
        </dgm:presLayoutVars>
      </dgm:prSet>
      <dgm:spPr/>
    </dgm:pt>
    <dgm:pt modelId="{45456656-9EAE-48E4-A98B-CAC7CABC4F11}" type="pres">
      <dgm:prSet presAssocID="{7645F80C-2EF3-4DEA-A5FB-E54F1D3DD1E0}" presName="sibTrans" presStyleLbl="sibTrans1D1" presStyleIdx="2" presStyleCnt="5"/>
      <dgm:spPr/>
    </dgm:pt>
    <dgm:pt modelId="{6E6475EF-020D-4E8E-83AA-E66255CF028A}" type="pres">
      <dgm:prSet presAssocID="{7645F80C-2EF3-4DEA-A5FB-E54F1D3DD1E0}" presName="connectorText" presStyleLbl="sibTrans1D1" presStyleIdx="2" presStyleCnt="5"/>
      <dgm:spPr/>
    </dgm:pt>
    <dgm:pt modelId="{BB16478F-5A2B-47E5-9CCD-450D019EF4CB}" type="pres">
      <dgm:prSet presAssocID="{6800998A-AE30-4E70-A2C5-C97FE2813774}" presName="node" presStyleLbl="node1" presStyleIdx="3" presStyleCnt="6">
        <dgm:presLayoutVars>
          <dgm:bulletEnabled val="1"/>
        </dgm:presLayoutVars>
      </dgm:prSet>
      <dgm:spPr/>
    </dgm:pt>
    <dgm:pt modelId="{A5F53820-114C-4899-BD0C-16F11696DEC8}" type="pres">
      <dgm:prSet presAssocID="{21698802-D4D6-4C7C-9A9F-B38C0D043557}" presName="sibTrans" presStyleLbl="sibTrans1D1" presStyleIdx="3" presStyleCnt="5"/>
      <dgm:spPr/>
    </dgm:pt>
    <dgm:pt modelId="{4907CE8D-621B-462D-A6FF-29ECAEC9772C}" type="pres">
      <dgm:prSet presAssocID="{21698802-D4D6-4C7C-9A9F-B38C0D043557}" presName="connectorText" presStyleLbl="sibTrans1D1" presStyleIdx="3" presStyleCnt="5"/>
      <dgm:spPr/>
    </dgm:pt>
    <dgm:pt modelId="{55DC6A09-2F29-4D1D-B990-64FFDDA4DC71}" type="pres">
      <dgm:prSet presAssocID="{156CC58B-66AB-465F-B12C-F95CB6DAC6D1}" presName="node" presStyleLbl="node1" presStyleIdx="4" presStyleCnt="6">
        <dgm:presLayoutVars>
          <dgm:bulletEnabled val="1"/>
        </dgm:presLayoutVars>
      </dgm:prSet>
      <dgm:spPr/>
    </dgm:pt>
    <dgm:pt modelId="{3795727F-B16F-455C-94A3-B5A865539E67}" type="pres">
      <dgm:prSet presAssocID="{A0DBB6DF-21F3-4BB2-A847-12628C254284}" presName="sibTrans" presStyleLbl="sibTrans1D1" presStyleIdx="4" presStyleCnt="5"/>
      <dgm:spPr/>
    </dgm:pt>
    <dgm:pt modelId="{2312E741-CE1C-4DE9-AFCD-E9DF760CACB5}" type="pres">
      <dgm:prSet presAssocID="{A0DBB6DF-21F3-4BB2-A847-12628C254284}" presName="connectorText" presStyleLbl="sibTrans1D1" presStyleIdx="4" presStyleCnt="5"/>
      <dgm:spPr/>
    </dgm:pt>
    <dgm:pt modelId="{C020B7E5-C8DE-432A-985C-33FB43B6B745}" type="pres">
      <dgm:prSet presAssocID="{BB8322D2-919B-4A24-A54E-974C83173FE5}" presName="node" presStyleLbl="node1" presStyleIdx="5" presStyleCnt="6">
        <dgm:presLayoutVars>
          <dgm:bulletEnabled val="1"/>
        </dgm:presLayoutVars>
      </dgm:prSet>
      <dgm:spPr/>
    </dgm:pt>
  </dgm:ptLst>
  <dgm:cxnLst>
    <dgm:cxn modelId="{C85B2806-9E6D-4A94-8B44-F07909B20658}" type="presOf" srcId="{7645F80C-2EF3-4DEA-A5FB-E54F1D3DD1E0}" destId="{45456656-9EAE-48E4-A98B-CAC7CABC4F11}" srcOrd="0" destOrd="0" presId="urn:microsoft.com/office/officeart/2005/8/layout/bProcess3"/>
    <dgm:cxn modelId="{309C800B-7563-4430-87C2-D1B71EDC1071}" type="presOf" srcId="{5C096F1A-DD4F-4EB4-B691-69678EC1F782}" destId="{A8B4875B-2F75-4397-9E78-F94F2EE3D01D}" srcOrd="0" destOrd="0" presId="urn:microsoft.com/office/officeart/2005/8/layout/bProcess3"/>
    <dgm:cxn modelId="{2D87CD18-82E6-4770-86ED-5B4FF26022B2}" type="presOf" srcId="{51F084C3-BA60-49AD-B901-C432872B677D}" destId="{51602BBF-0E5D-4D6B-ABFE-7B4FB50B3FDC}" srcOrd="0" destOrd="0" presId="urn:microsoft.com/office/officeart/2005/8/layout/bProcess3"/>
    <dgm:cxn modelId="{5DACDD1C-4B59-4DE5-BAA9-EFB99F126D8E}" srcId="{51F084C3-BA60-49AD-B901-C432872B677D}" destId="{5C096F1A-DD4F-4EB4-B691-69678EC1F782}" srcOrd="0" destOrd="0" parTransId="{57218027-652A-42C0-809F-5601B8FB193C}" sibTransId="{8C67443E-AED9-4BAF-92E0-78F9C4C02A0E}"/>
    <dgm:cxn modelId="{45516230-1850-492C-991D-A0C218045C16}" type="presOf" srcId="{8C67443E-AED9-4BAF-92E0-78F9C4C02A0E}" destId="{B1D5D5C9-D33A-4C38-BC2E-28F59E9AF8B5}" srcOrd="1" destOrd="0" presId="urn:microsoft.com/office/officeart/2005/8/layout/bProcess3"/>
    <dgm:cxn modelId="{00B46038-E845-4B5D-88A6-3FCDFC5C757D}" type="presOf" srcId="{6800998A-AE30-4E70-A2C5-C97FE2813774}" destId="{BB16478F-5A2B-47E5-9CCD-450D019EF4CB}" srcOrd="0" destOrd="0" presId="urn:microsoft.com/office/officeart/2005/8/layout/bProcess3"/>
    <dgm:cxn modelId="{BD54023C-ABEC-4A2C-8F1B-D156929B6E10}" type="presOf" srcId="{A0DBB6DF-21F3-4BB2-A847-12628C254284}" destId="{2312E741-CE1C-4DE9-AFCD-E9DF760CACB5}" srcOrd="1" destOrd="0" presId="urn:microsoft.com/office/officeart/2005/8/layout/bProcess3"/>
    <dgm:cxn modelId="{F5E44C55-E0F9-4148-9B8B-BAC99CE0E876}" srcId="{51F084C3-BA60-49AD-B901-C432872B677D}" destId="{6B409807-34DD-40CE-83ED-118D26012C6D}" srcOrd="2" destOrd="0" parTransId="{68561DB7-3CBC-47B6-A347-D716E66E9BB2}" sibTransId="{7645F80C-2EF3-4DEA-A5FB-E54F1D3DD1E0}"/>
    <dgm:cxn modelId="{14B35557-C5A2-497D-9A11-EC45623DCCFD}" type="presOf" srcId="{6B409807-34DD-40CE-83ED-118D26012C6D}" destId="{A1027A78-1BE9-464E-B29B-2C153B42278A}" srcOrd="0" destOrd="0" presId="urn:microsoft.com/office/officeart/2005/8/layout/bProcess3"/>
    <dgm:cxn modelId="{73FCF879-3D98-44CA-96D1-093672CE2F9E}" type="presOf" srcId="{F53EF9F3-F3FF-4425-967A-FA812F39B709}" destId="{238528A8-5842-400E-9FBD-0FFB487F8DDC}" srcOrd="1" destOrd="0" presId="urn:microsoft.com/office/officeart/2005/8/layout/bProcess3"/>
    <dgm:cxn modelId="{D2088783-C8E0-4482-BAC7-E488EACC70FE}" srcId="{51F084C3-BA60-49AD-B901-C432872B677D}" destId="{156CC58B-66AB-465F-B12C-F95CB6DAC6D1}" srcOrd="4" destOrd="0" parTransId="{CB8D4362-6AFB-4797-A0BC-094291DA2925}" sibTransId="{A0DBB6DF-21F3-4BB2-A847-12628C254284}"/>
    <dgm:cxn modelId="{4515F788-7D47-419F-B89F-16905AB1D2A3}" type="presOf" srcId="{7645F80C-2EF3-4DEA-A5FB-E54F1D3DD1E0}" destId="{6E6475EF-020D-4E8E-83AA-E66255CF028A}" srcOrd="1" destOrd="0" presId="urn:microsoft.com/office/officeart/2005/8/layout/bProcess3"/>
    <dgm:cxn modelId="{9D6557A1-5047-422D-92A7-9EFDFC1B6373}" srcId="{51F084C3-BA60-49AD-B901-C432872B677D}" destId="{0A936763-6E45-4042-B16A-A1CE5235308D}" srcOrd="1" destOrd="0" parTransId="{C5C68AF6-C816-4299-9963-C3D06BC879EA}" sibTransId="{F53EF9F3-F3FF-4425-967A-FA812F39B709}"/>
    <dgm:cxn modelId="{355377B6-5EC0-464E-B8F1-78623BD57A58}" type="presOf" srcId="{F53EF9F3-F3FF-4425-967A-FA812F39B709}" destId="{5CFD78D4-CBD0-46B5-958B-22EB2D6969D1}" srcOrd="0" destOrd="0" presId="urn:microsoft.com/office/officeart/2005/8/layout/bProcess3"/>
    <dgm:cxn modelId="{4D7973CB-FAB3-490D-BD3F-1C7166934D10}" type="presOf" srcId="{21698802-D4D6-4C7C-9A9F-B38C0D043557}" destId="{4907CE8D-621B-462D-A6FF-29ECAEC9772C}" srcOrd="1" destOrd="0" presId="urn:microsoft.com/office/officeart/2005/8/layout/bProcess3"/>
    <dgm:cxn modelId="{3FA07FD0-F419-454E-8E8D-F8EA8DF31AD3}" type="presOf" srcId="{156CC58B-66AB-465F-B12C-F95CB6DAC6D1}" destId="{55DC6A09-2F29-4D1D-B990-64FFDDA4DC71}" srcOrd="0" destOrd="0" presId="urn:microsoft.com/office/officeart/2005/8/layout/bProcess3"/>
    <dgm:cxn modelId="{8936A3DE-83FC-4032-9705-AD4677AEF7DE}" srcId="{51F084C3-BA60-49AD-B901-C432872B677D}" destId="{BB8322D2-919B-4A24-A54E-974C83173FE5}" srcOrd="5" destOrd="0" parTransId="{072EE96D-5651-4C7D-8215-8D7A67C75726}" sibTransId="{FEDCAC6B-836D-432A-A09F-416BD50DE72F}"/>
    <dgm:cxn modelId="{1CDCBBE9-9AC6-4992-8914-57AC04C9D426}" type="presOf" srcId="{21698802-D4D6-4C7C-9A9F-B38C0D043557}" destId="{A5F53820-114C-4899-BD0C-16F11696DEC8}" srcOrd="0" destOrd="0" presId="urn:microsoft.com/office/officeart/2005/8/layout/bProcess3"/>
    <dgm:cxn modelId="{7D104CF7-502B-4098-95A8-12BCC90AC58F}" type="presOf" srcId="{0A936763-6E45-4042-B16A-A1CE5235308D}" destId="{070FC5A4-3EFC-4E4B-AB8F-126D2150EC94}" srcOrd="0" destOrd="0" presId="urn:microsoft.com/office/officeart/2005/8/layout/bProcess3"/>
    <dgm:cxn modelId="{73CC59F7-356D-4833-B1DD-1FA77F248427}" srcId="{51F084C3-BA60-49AD-B901-C432872B677D}" destId="{6800998A-AE30-4E70-A2C5-C97FE2813774}" srcOrd="3" destOrd="0" parTransId="{79308B07-EC33-479C-B323-E941D2E315DB}" sibTransId="{21698802-D4D6-4C7C-9A9F-B38C0D043557}"/>
    <dgm:cxn modelId="{A430ADF9-6B94-4962-A527-8BDB73791959}" type="presOf" srcId="{BB8322D2-919B-4A24-A54E-974C83173FE5}" destId="{C020B7E5-C8DE-432A-985C-33FB43B6B745}" srcOrd="0" destOrd="0" presId="urn:microsoft.com/office/officeart/2005/8/layout/bProcess3"/>
    <dgm:cxn modelId="{EC010FFC-B23E-476D-8152-22488406EB10}" type="presOf" srcId="{A0DBB6DF-21F3-4BB2-A847-12628C254284}" destId="{3795727F-B16F-455C-94A3-B5A865539E67}" srcOrd="0" destOrd="0" presId="urn:microsoft.com/office/officeart/2005/8/layout/bProcess3"/>
    <dgm:cxn modelId="{3AE2E2FD-EA89-4C07-87F5-2ECB2F1BBE08}" type="presOf" srcId="{8C67443E-AED9-4BAF-92E0-78F9C4C02A0E}" destId="{E9044BEB-B22E-4AEA-9121-90FA4C5E7F1A}" srcOrd="0" destOrd="0" presId="urn:microsoft.com/office/officeart/2005/8/layout/bProcess3"/>
    <dgm:cxn modelId="{32364EEA-5C1F-4236-8B23-1AA2A2F73C71}" type="presParOf" srcId="{51602BBF-0E5D-4D6B-ABFE-7B4FB50B3FDC}" destId="{A8B4875B-2F75-4397-9E78-F94F2EE3D01D}" srcOrd="0" destOrd="0" presId="urn:microsoft.com/office/officeart/2005/8/layout/bProcess3"/>
    <dgm:cxn modelId="{AA882E44-7F6D-499A-95E7-66BB56671FC4}" type="presParOf" srcId="{51602BBF-0E5D-4D6B-ABFE-7B4FB50B3FDC}" destId="{E9044BEB-B22E-4AEA-9121-90FA4C5E7F1A}" srcOrd="1" destOrd="0" presId="urn:microsoft.com/office/officeart/2005/8/layout/bProcess3"/>
    <dgm:cxn modelId="{109B072C-1813-431B-9F58-75FC4A003D76}" type="presParOf" srcId="{E9044BEB-B22E-4AEA-9121-90FA4C5E7F1A}" destId="{B1D5D5C9-D33A-4C38-BC2E-28F59E9AF8B5}" srcOrd="0" destOrd="0" presId="urn:microsoft.com/office/officeart/2005/8/layout/bProcess3"/>
    <dgm:cxn modelId="{17B4AB6D-8A0D-44F0-986E-A9351DCBB75D}" type="presParOf" srcId="{51602BBF-0E5D-4D6B-ABFE-7B4FB50B3FDC}" destId="{070FC5A4-3EFC-4E4B-AB8F-126D2150EC94}" srcOrd="2" destOrd="0" presId="urn:microsoft.com/office/officeart/2005/8/layout/bProcess3"/>
    <dgm:cxn modelId="{7908F9F6-4066-402F-8068-7EFBE67693D1}" type="presParOf" srcId="{51602BBF-0E5D-4D6B-ABFE-7B4FB50B3FDC}" destId="{5CFD78D4-CBD0-46B5-958B-22EB2D6969D1}" srcOrd="3" destOrd="0" presId="urn:microsoft.com/office/officeart/2005/8/layout/bProcess3"/>
    <dgm:cxn modelId="{CA0F6A54-3527-4C8F-80C6-0CCC13540BE3}" type="presParOf" srcId="{5CFD78D4-CBD0-46B5-958B-22EB2D6969D1}" destId="{238528A8-5842-400E-9FBD-0FFB487F8DDC}" srcOrd="0" destOrd="0" presId="urn:microsoft.com/office/officeart/2005/8/layout/bProcess3"/>
    <dgm:cxn modelId="{8D1895A4-5A7A-4305-ACC7-0157050E0355}" type="presParOf" srcId="{51602BBF-0E5D-4D6B-ABFE-7B4FB50B3FDC}" destId="{A1027A78-1BE9-464E-B29B-2C153B42278A}" srcOrd="4" destOrd="0" presId="urn:microsoft.com/office/officeart/2005/8/layout/bProcess3"/>
    <dgm:cxn modelId="{4E611E99-D075-4E61-85DF-3195374EF4C3}" type="presParOf" srcId="{51602BBF-0E5D-4D6B-ABFE-7B4FB50B3FDC}" destId="{45456656-9EAE-48E4-A98B-CAC7CABC4F11}" srcOrd="5" destOrd="0" presId="urn:microsoft.com/office/officeart/2005/8/layout/bProcess3"/>
    <dgm:cxn modelId="{F26CD121-E042-4AEB-935C-2710AF5381C5}" type="presParOf" srcId="{45456656-9EAE-48E4-A98B-CAC7CABC4F11}" destId="{6E6475EF-020D-4E8E-83AA-E66255CF028A}" srcOrd="0" destOrd="0" presId="urn:microsoft.com/office/officeart/2005/8/layout/bProcess3"/>
    <dgm:cxn modelId="{9CB23B24-316A-4D24-9B2D-390225877E18}" type="presParOf" srcId="{51602BBF-0E5D-4D6B-ABFE-7B4FB50B3FDC}" destId="{BB16478F-5A2B-47E5-9CCD-450D019EF4CB}" srcOrd="6" destOrd="0" presId="urn:microsoft.com/office/officeart/2005/8/layout/bProcess3"/>
    <dgm:cxn modelId="{FD3A23A4-2948-4B0E-8110-3C879A803836}" type="presParOf" srcId="{51602BBF-0E5D-4D6B-ABFE-7B4FB50B3FDC}" destId="{A5F53820-114C-4899-BD0C-16F11696DEC8}" srcOrd="7" destOrd="0" presId="urn:microsoft.com/office/officeart/2005/8/layout/bProcess3"/>
    <dgm:cxn modelId="{C1AAF1F5-CA1C-4942-AC04-DCB6BA2BADCC}" type="presParOf" srcId="{A5F53820-114C-4899-BD0C-16F11696DEC8}" destId="{4907CE8D-621B-462D-A6FF-29ECAEC9772C}" srcOrd="0" destOrd="0" presId="urn:microsoft.com/office/officeart/2005/8/layout/bProcess3"/>
    <dgm:cxn modelId="{C6D04BCD-5C40-4CCB-A832-CFAAB7EB24C5}" type="presParOf" srcId="{51602BBF-0E5D-4D6B-ABFE-7B4FB50B3FDC}" destId="{55DC6A09-2F29-4D1D-B990-64FFDDA4DC71}" srcOrd="8" destOrd="0" presId="urn:microsoft.com/office/officeart/2005/8/layout/bProcess3"/>
    <dgm:cxn modelId="{49A85D61-EC03-4F56-B259-431E271906BC}" type="presParOf" srcId="{51602BBF-0E5D-4D6B-ABFE-7B4FB50B3FDC}" destId="{3795727F-B16F-455C-94A3-B5A865539E67}" srcOrd="9" destOrd="0" presId="urn:microsoft.com/office/officeart/2005/8/layout/bProcess3"/>
    <dgm:cxn modelId="{1B640CCD-E096-4C82-85DE-CFD8C808A255}" type="presParOf" srcId="{3795727F-B16F-455C-94A3-B5A865539E67}" destId="{2312E741-CE1C-4DE9-AFCD-E9DF760CACB5}" srcOrd="0" destOrd="0" presId="urn:microsoft.com/office/officeart/2005/8/layout/bProcess3"/>
    <dgm:cxn modelId="{4C939B9B-0C44-4773-B647-571050FC4284}" type="presParOf" srcId="{51602BBF-0E5D-4D6B-ABFE-7B4FB50B3FDC}" destId="{C020B7E5-C8DE-432A-985C-33FB43B6B745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8ACFE6-9885-4D9D-8D25-FD74D656B1F9}" type="doc">
      <dgm:prSet loTypeId="urn:microsoft.com/office/officeart/2005/8/layout/hList1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C49AB13-05BD-47BB-87ED-468666E49417}">
      <dgm:prSet phldrT="[Text]"/>
      <dgm:spPr/>
      <dgm:t>
        <a:bodyPr/>
        <a:lstStyle/>
        <a:p>
          <a:r>
            <a:rPr lang="en-US" dirty="0"/>
            <a:t>PROVINSI</a:t>
          </a:r>
        </a:p>
      </dgm:t>
    </dgm:pt>
    <dgm:pt modelId="{63FD3266-74C4-44BB-AAEC-ADF34976E143}" type="parTrans" cxnId="{2D718EF8-B550-4B37-8609-E74EA8C13DC6}">
      <dgm:prSet/>
      <dgm:spPr/>
      <dgm:t>
        <a:bodyPr/>
        <a:lstStyle/>
        <a:p>
          <a:endParaRPr lang="en-US"/>
        </a:p>
      </dgm:t>
    </dgm:pt>
    <dgm:pt modelId="{AECDE0B3-85A5-46B2-9161-859A7F04CEAC}" type="sibTrans" cxnId="{2D718EF8-B550-4B37-8609-E74EA8C13DC6}">
      <dgm:prSet/>
      <dgm:spPr/>
      <dgm:t>
        <a:bodyPr/>
        <a:lstStyle/>
        <a:p>
          <a:endParaRPr lang="en-US"/>
        </a:p>
      </dgm:t>
    </dgm:pt>
    <dgm:pt modelId="{F0CB2B70-32E6-46CC-BB6F-E6E96DE4BCB9}">
      <dgm:prSet phldrT="[Text]"/>
      <dgm:spPr/>
      <dgm:t>
        <a:bodyPr/>
        <a:lstStyle/>
        <a:p>
          <a:r>
            <a:rPr lang="en-US" dirty="0" err="1"/>
            <a:t>Sekretariat</a:t>
          </a:r>
          <a:r>
            <a:rPr lang="en-US" dirty="0"/>
            <a:t> </a:t>
          </a:r>
          <a:r>
            <a:rPr lang="en-US" dirty="0" err="1"/>
            <a:t>daerah</a:t>
          </a:r>
          <a:endParaRPr lang="en-US" dirty="0"/>
        </a:p>
      </dgm:t>
    </dgm:pt>
    <dgm:pt modelId="{DEDDD688-EB99-42A4-BB48-EDCF2E38EC9D}" type="parTrans" cxnId="{B91D2F49-06C9-462C-A17C-8DF0BBDB4103}">
      <dgm:prSet/>
      <dgm:spPr/>
      <dgm:t>
        <a:bodyPr/>
        <a:lstStyle/>
        <a:p>
          <a:endParaRPr lang="en-US"/>
        </a:p>
      </dgm:t>
    </dgm:pt>
    <dgm:pt modelId="{1DDE2383-F8AB-4DD1-BE5C-C50B3A457892}" type="sibTrans" cxnId="{B91D2F49-06C9-462C-A17C-8DF0BBDB4103}">
      <dgm:prSet/>
      <dgm:spPr/>
      <dgm:t>
        <a:bodyPr/>
        <a:lstStyle/>
        <a:p>
          <a:endParaRPr lang="en-US"/>
        </a:p>
      </dgm:t>
    </dgm:pt>
    <dgm:pt modelId="{2A67B906-DD25-4FFC-8D41-4A15DDA190F7}">
      <dgm:prSet phldrT="[Text]"/>
      <dgm:spPr/>
      <dgm:t>
        <a:bodyPr/>
        <a:lstStyle/>
        <a:p>
          <a:r>
            <a:rPr lang="en-US" dirty="0"/>
            <a:t>KABUPATEN/KOTA</a:t>
          </a:r>
        </a:p>
      </dgm:t>
    </dgm:pt>
    <dgm:pt modelId="{F41B5556-FFC7-4A42-92A8-1CDBBBB5EE39}" type="parTrans" cxnId="{17F92726-61EE-4F0D-826B-711D8ABF13F6}">
      <dgm:prSet/>
      <dgm:spPr/>
      <dgm:t>
        <a:bodyPr/>
        <a:lstStyle/>
        <a:p>
          <a:endParaRPr lang="en-US"/>
        </a:p>
      </dgm:t>
    </dgm:pt>
    <dgm:pt modelId="{8923B188-D63F-4B5C-87FB-0B8E53FF01DD}" type="sibTrans" cxnId="{17F92726-61EE-4F0D-826B-711D8ABF13F6}">
      <dgm:prSet/>
      <dgm:spPr/>
      <dgm:t>
        <a:bodyPr/>
        <a:lstStyle/>
        <a:p>
          <a:endParaRPr lang="en-US"/>
        </a:p>
      </dgm:t>
    </dgm:pt>
    <dgm:pt modelId="{5E5A228D-683F-414E-B0C5-5C3096646AC7}">
      <dgm:prSet phldrT="[Text]"/>
      <dgm:spPr/>
      <dgm:t>
        <a:bodyPr/>
        <a:lstStyle/>
        <a:p>
          <a:r>
            <a:rPr lang="en-US" dirty="0" err="1"/>
            <a:t>Sekretariat</a:t>
          </a:r>
          <a:r>
            <a:rPr lang="en-US" dirty="0"/>
            <a:t> Daerah</a:t>
          </a:r>
        </a:p>
      </dgm:t>
    </dgm:pt>
    <dgm:pt modelId="{B05738C6-E6CE-449D-A374-03807B0CB719}" type="parTrans" cxnId="{19984FB9-EA4B-48EA-B06F-98416B09EF48}">
      <dgm:prSet/>
      <dgm:spPr/>
      <dgm:t>
        <a:bodyPr/>
        <a:lstStyle/>
        <a:p>
          <a:endParaRPr lang="en-US"/>
        </a:p>
      </dgm:t>
    </dgm:pt>
    <dgm:pt modelId="{246D9635-C5B6-4B8C-AAE2-1871462FB69A}" type="sibTrans" cxnId="{19984FB9-EA4B-48EA-B06F-98416B09EF48}">
      <dgm:prSet/>
      <dgm:spPr/>
      <dgm:t>
        <a:bodyPr/>
        <a:lstStyle/>
        <a:p>
          <a:endParaRPr lang="en-US"/>
        </a:p>
      </dgm:t>
    </dgm:pt>
    <dgm:pt modelId="{A71A99A9-C14D-43E5-AD0D-AF4DF6CE52CF}">
      <dgm:prSet phldrT="[Text]"/>
      <dgm:spPr/>
      <dgm:t>
        <a:bodyPr/>
        <a:lstStyle/>
        <a:p>
          <a:r>
            <a:rPr lang="en-US" dirty="0" err="1"/>
            <a:t>Sekretariat</a:t>
          </a:r>
          <a:r>
            <a:rPr lang="en-US" dirty="0"/>
            <a:t> DPRD</a:t>
          </a:r>
        </a:p>
      </dgm:t>
    </dgm:pt>
    <dgm:pt modelId="{6F28A9CD-13E8-44F1-8B11-538DD4064222}" type="parTrans" cxnId="{56DB188D-31EF-413A-8FBE-D69DDBF1DCFE}">
      <dgm:prSet/>
      <dgm:spPr/>
      <dgm:t>
        <a:bodyPr/>
        <a:lstStyle/>
        <a:p>
          <a:endParaRPr lang="en-US"/>
        </a:p>
      </dgm:t>
    </dgm:pt>
    <dgm:pt modelId="{864EE8BE-B601-4CCC-BB55-C0A9F79D4A8B}" type="sibTrans" cxnId="{56DB188D-31EF-413A-8FBE-D69DDBF1DCFE}">
      <dgm:prSet/>
      <dgm:spPr/>
      <dgm:t>
        <a:bodyPr/>
        <a:lstStyle/>
        <a:p>
          <a:endParaRPr lang="en-US"/>
        </a:p>
      </dgm:t>
    </dgm:pt>
    <dgm:pt modelId="{A1A41ADC-47A6-413B-AB15-9649EC59966A}">
      <dgm:prSet phldrT="[Text]"/>
      <dgm:spPr/>
      <dgm:t>
        <a:bodyPr/>
        <a:lstStyle/>
        <a:p>
          <a:r>
            <a:rPr lang="en-US" dirty="0" err="1"/>
            <a:t>Dinas</a:t>
          </a:r>
          <a:r>
            <a:rPr lang="en-US" dirty="0"/>
            <a:t> Daerah</a:t>
          </a:r>
        </a:p>
      </dgm:t>
    </dgm:pt>
    <dgm:pt modelId="{7A7B25E7-202B-477E-91A1-BE2889A0EE52}" type="parTrans" cxnId="{DDD434E5-28D0-4C21-9900-4AB225844028}">
      <dgm:prSet/>
      <dgm:spPr/>
      <dgm:t>
        <a:bodyPr/>
        <a:lstStyle/>
        <a:p>
          <a:endParaRPr lang="en-US"/>
        </a:p>
      </dgm:t>
    </dgm:pt>
    <dgm:pt modelId="{AD88F62E-C9D2-43B2-8A10-04E7C27177C8}" type="sibTrans" cxnId="{DDD434E5-28D0-4C21-9900-4AB225844028}">
      <dgm:prSet/>
      <dgm:spPr/>
      <dgm:t>
        <a:bodyPr/>
        <a:lstStyle/>
        <a:p>
          <a:endParaRPr lang="en-US"/>
        </a:p>
      </dgm:t>
    </dgm:pt>
    <dgm:pt modelId="{FA84467E-B14B-4D4D-99BB-11FA2E4A6C4D}">
      <dgm:prSet phldrT="[Text]"/>
      <dgm:spPr/>
      <dgm:t>
        <a:bodyPr/>
        <a:lstStyle/>
        <a:p>
          <a:r>
            <a:rPr lang="en-US" dirty="0" err="1"/>
            <a:t>Lembaga</a:t>
          </a:r>
          <a:r>
            <a:rPr lang="en-US" dirty="0"/>
            <a:t> </a:t>
          </a:r>
          <a:r>
            <a:rPr lang="en-US" dirty="0" err="1"/>
            <a:t>Teknis</a:t>
          </a:r>
          <a:r>
            <a:rPr lang="en-US" dirty="0"/>
            <a:t> Daerah</a:t>
          </a:r>
        </a:p>
      </dgm:t>
    </dgm:pt>
    <dgm:pt modelId="{A2D7DCB0-6B40-42A8-B161-57167ECD891C}" type="parTrans" cxnId="{8DF11914-3426-42F2-9ADD-7D41CE1EFCFA}">
      <dgm:prSet/>
      <dgm:spPr/>
      <dgm:t>
        <a:bodyPr/>
        <a:lstStyle/>
        <a:p>
          <a:endParaRPr lang="en-US"/>
        </a:p>
      </dgm:t>
    </dgm:pt>
    <dgm:pt modelId="{842D8E43-9F13-4B87-963C-997CDD7AAF2E}" type="sibTrans" cxnId="{8DF11914-3426-42F2-9ADD-7D41CE1EFCFA}">
      <dgm:prSet/>
      <dgm:spPr/>
      <dgm:t>
        <a:bodyPr/>
        <a:lstStyle/>
        <a:p>
          <a:endParaRPr lang="en-US"/>
        </a:p>
      </dgm:t>
    </dgm:pt>
    <dgm:pt modelId="{B4D6DE8D-BE44-4F51-AF75-6A361F9A20C6}">
      <dgm:prSet phldrT="[Text]"/>
      <dgm:spPr/>
      <dgm:t>
        <a:bodyPr/>
        <a:lstStyle/>
        <a:p>
          <a:r>
            <a:rPr lang="en-US" dirty="0" err="1"/>
            <a:t>Sekretariat</a:t>
          </a:r>
          <a:r>
            <a:rPr lang="en-US" dirty="0"/>
            <a:t> DPRD</a:t>
          </a:r>
        </a:p>
      </dgm:t>
    </dgm:pt>
    <dgm:pt modelId="{37608EBF-7B17-4B60-BD16-771F830013A7}" type="parTrans" cxnId="{CBB603F7-3B36-42CE-8072-ADF189EE6C57}">
      <dgm:prSet/>
      <dgm:spPr/>
      <dgm:t>
        <a:bodyPr/>
        <a:lstStyle/>
        <a:p>
          <a:endParaRPr lang="en-US"/>
        </a:p>
      </dgm:t>
    </dgm:pt>
    <dgm:pt modelId="{08A8B85C-A352-445C-B365-3240B6EEF463}" type="sibTrans" cxnId="{CBB603F7-3B36-42CE-8072-ADF189EE6C57}">
      <dgm:prSet/>
      <dgm:spPr/>
      <dgm:t>
        <a:bodyPr/>
        <a:lstStyle/>
        <a:p>
          <a:endParaRPr lang="en-US"/>
        </a:p>
      </dgm:t>
    </dgm:pt>
    <dgm:pt modelId="{39330161-EB91-40F2-8B63-0C4889908C69}">
      <dgm:prSet phldrT="[Text]"/>
      <dgm:spPr/>
      <dgm:t>
        <a:bodyPr/>
        <a:lstStyle/>
        <a:p>
          <a:r>
            <a:rPr lang="en-US" dirty="0" err="1"/>
            <a:t>Dinas</a:t>
          </a:r>
          <a:r>
            <a:rPr lang="en-US" dirty="0"/>
            <a:t> Daerah</a:t>
          </a:r>
        </a:p>
      </dgm:t>
    </dgm:pt>
    <dgm:pt modelId="{0305E767-23C0-468C-8296-8CFF39EA09FA}" type="parTrans" cxnId="{B51F7CB0-4E8A-474E-8D86-E430D476A610}">
      <dgm:prSet/>
      <dgm:spPr/>
      <dgm:t>
        <a:bodyPr/>
        <a:lstStyle/>
        <a:p>
          <a:endParaRPr lang="en-US"/>
        </a:p>
      </dgm:t>
    </dgm:pt>
    <dgm:pt modelId="{8D9445CF-0B9A-4A5E-84D1-D87A29EF794D}" type="sibTrans" cxnId="{B51F7CB0-4E8A-474E-8D86-E430D476A610}">
      <dgm:prSet/>
      <dgm:spPr/>
      <dgm:t>
        <a:bodyPr/>
        <a:lstStyle/>
        <a:p>
          <a:endParaRPr lang="en-US"/>
        </a:p>
      </dgm:t>
    </dgm:pt>
    <dgm:pt modelId="{A27EF122-D5F9-4C0C-AD8F-40641C2CCC8E}">
      <dgm:prSet phldrT="[Text]"/>
      <dgm:spPr/>
      <dgm:t>
        <a:bodyPr/>
        <a:lstStyle/>
        <a:p>
          <a:r>
            <a:rPr lang="en-US" dirty="0" err="1"/>
            <a:t>Lembaga</a:t>
          </a:r>
          <a:r>
            <a:rPr lang="en-US" dirty="0"/>
            <a:t> </a:t>
          </a:r>
          <a:r>
            <a:rPr lang="en-US" dirty="0" err="1"/>
            <a:t>Teknis</a:t>
          </a:r>
          <a:r>
            <a:rPr lang="en-US" dirty="0"/>
            <a:t> Daerah</a:t>
          </a:r>
        </a:p>
      </dgm:t>
    </dgm:pt>
    <dgm:pt modelId="{5072136A-9E60-48A2-9709-3C10627E7F36}" type="parTrans" cxnId="{DF37E95C-A65D-4177-BF00-F5B5496362D1}">
      <dgm:prSet/>
      <dgm:spPr/>
      <dgm:t>
        <a:bodyPr/>
        <a:lstStyle/>
        <a:p>
          <a:endParaRPr lang="en-US"/>
        </a:p>
      </dgm:t>
    </dgm:pt>
    <dgm:pt modelId="{0776E79B-1DB6-4F91-9A7F-C1943B2E67C1}" type="sibTrans" cxnId="{DF37E95C-A65D-4177-BF00-F5B5496362D1}">
      <dgm:prSet/>
      <dgm:spPr/>
      <dgm:t>
        <a:bodyPr/>
        <a:lstStyle/>
        <a:p>
          <a:endParaRPr lang="en-US"/>
        </a:p>
      </dgm:t>
    </dgm:pt>
    <dgm:pt modelId="{C7CF0E48-6587-49C8-AA33-ED181A81FFF4}">
      <dgm:prSet phldrT="[Text]"/>
      <dgm:spPr/>
      <dgm:t>
        <a:bodyPr/>
        <a:lstStyle/>
        <a:p>
          <a:r>
            <a:rPr lang="en-US" dirty="0" err="1"/>
            <a:t>Kecamatan</a:t>
          </a:r>
          <a:endParaRPr lang="en-US" dirty="0"/>
        </a:p>
      </dgm:t>
    </dgm:pt>
    <dgm:pt modelId="{A4DA5B73-F7BA-4B27-8BD8-3040F8516B37}" type="parTrans" cxnId="{DDD9685C-0278-44E0-8AEE-3C6DFC6B7627}">
      <dgm:prSet/>
      <dgm:spPr/>
      <dgm:t>
        <a:bodyPr/>
        <a:lstStyle/>
        <a:p>
          <a:endParaRPr lang="en-US"/>
        </a:p>
      </dgm:t>
    </dgm:pt>
    <dgm:pt modelId="{B47A9E91-4A13-49C1-98D2-EBC0D04FD38F}" type="sibTrans" cxnId="{DDD9685C-0278-44E0-8AEE-3C6DFC6B7627}">
      <dgm:prSet/>
      <dgm:spPr/>
      <dgm:t>
        <a:bodyPr/>
        <a:lstStyle/>
        <a:p>
          <a:endParaRPr lang="en-US"/>
        </a:p>
      </dgm:t>
    </dgm:pt>
    <dgm:pt modelId="{72A10E32-2AD2-4002-86E8-1A36CFF7000D}">
      <dgm:prSet phldrT="[Text]"/>
      <dgm:spPr/>
      <dgm:t>
        <a:bodyPr/>
        <a:lstStyle/>
        <a:p>
          <a:r>
            <a:rPr lang="en-US" dirty="0" err="1"/>
            <a:t>Kelurahan</a:t>
          </a:r>
          <a:endParaRPr lang="en-US" dirty="0"/>
        </a:p>
      </dgm:t>
    </dgm:pt>
    <dgm:pt modelId="{CF3C9099-BF97-4FF1-878B-446ED31FFB98}" type="parTrans" cxnId="{C311A313-FEDA-41F2-B1A8-188373CD8263}">
      <dgm:prSet/>
      <dgm:spPr/>
      <dgm:t>
        <a:bodyPr/>
        <a:lstStyle/>
        <a:p>
          <a:endParaRPr lang="en-US"/>
        </a:p>
      </dgm:t>
    </dgm:pt>
    <dgm:pt modelId="{A18498CC-125D-4A1F-B954-E5A9D795F636}" type="sibTrans" cxnId="{C311A313-FEDA-41F2-B1A8-188373CD8263}">
      <dgm:prSet/>
      <dgm:spPr/>
      <dgm:t>
        <a:bodyPr/>
        <a:lstStyle/>
        <a:p>
          <a:endParaRPr lang="en-US"/>
        </a:p>
      </dgm:t>
    </dgm:pt>
    <dgm:pt modelId="{C5937632-0AE2-43E5-B08D-2B23CCFDEB92}" type="pres">
      <dgm:prSet presAssocID="{6E8ACFE6-9885-4D9D-8D25-FD74D656B1F9}" presName="Name0" presStyleCnt="0">
        <dgm:presLayoutVars>
          <dgm:dir/>
          <dgm:animLvl val="lvl"/>
          <dgm:resizeHandles val="exact"/>
        </dgm:presLayoutVars>
      </dgm:prSet>
      <dgm:spPr/>
    </dgm:pt>
    <dgm:pt modelId="{1D2A9165-72C4-4629-B0A2-61AAC55F10EE}" type="pres">
      <dgm:prSet presAssocID="{EC49AB13-05BD-47BB-87ED-468666E49417}" presName="composite" presStyleCnt="0"/>
      <dgm:spPr/>
    </dgm:pt>
    <dgm:pt modelId="{507CD18D-6A57-49BE-A4BF-576EA2EDE938}" type="pres">
      <dgm:prSet presAssocID="{EC49AB13-05BD-47BB-87ED-468666E4941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0603597-B7E1-4A2D-ABF5-42271B8A18A1}" type="pres">
      <dgm:prSet presAssocID="{EC49AB13-05BD-47BB-87ED-468666E49417}" presName="desTx" presStyleLbl="alignAccFollowNode1" presStyleIdx="0" presStyleCnt="2">
        <dgm:presLayoutVars>
          <dgm:bulletEnabled val="1"/>
        </dgm:presLayoutVars>
      </dgm:prSet>
      <dgm:spPr/>
    </dgm:pt>
    <dgm:pt modelId="{05462866-28D7-427A-9190-7733BEB8893D}" type="pres">
      <dgm:prSet presAssocID="{AECDE0B3-85A5-46B2-9161-859A7F04CEAC}" presName="space" presStyleCnt="0"/>
      <dgm:spPr/>
    </dgm:pt>
    <dgm:pt modelId="{BC079D4D-F86F-4EE6-B646-C9432258CB3A}" type="pres">
      <dgm:prSet presAssocID="{2A67B906-DD25-4FFC-8D41-4A15DDA190F7}" presName="composite" presStyleCnt="0"/>
      <dgm:spPr/>
    </dgm:pt>
    <dgm:pt modelId="{587B9FDA-E05E-468D-90CD-5C609345AB0A}" type="pres">
      <dgm:prSet presAssocID="{2A67B906-DD25-4FFC-8D41-4A15DDA190F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5C64A17-8134-4C07-94D6-CE0D675F8DDE}" type="pres">
      <dgm:prSet presAssocID="{2A67B906-DD25-4FFC-8D41-4A15DDA190F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311A313-FEDA-41F2-B1A8-188373CD8263}" srcId="{2A67B906-DD25-4FFC-8D41-4A15DDA190F7}" destId="{72A10E32-2AD2-4002-86E8-1A36CFF7000D}" srcOrd="5" destOrd="0" parTransId="{CF3C9099-BF97-4FF1-878B-446ED31FFB98}" sibTransId="{A18498CC-125D-4A1F-B954-E5A9D795F636}"/>
    <dgm:cxn modelId="{8DF11914-3426-42F2-9ADD-7D41CE1EFCFA}" srcId="{EC49AB13-05BD-47BB-87ED-468666E49417}" destId="{FA84467E-B14B-4D4D-99BB-11FA2E4A6C4D}" srcOrd="3" destOrd="0" parTransId="{A2D7DCB0-6B40-42A8-B161-57167ECD891C}" sibTransId="{842D8E43-9F13-4B87-963C-997CDD7AAF2E}"/>
    <dgm:cxn modelId="{17F92726-61EE-4F0D-826B-711D8ABF13F6}" srcId="{6E8ACFE6-9885-4D9D-8D25-FD74D656B1F9}" destId="{2A67B906-DD25-4FFC-8D41-4A15DDA190F7}" srcOrd="1" destOrd="0" parTransId="{F41B5556-FFC7-4A42-92A8-1CDBBBB5EE39}" sibTransId="{8923B188-D63F-4B5C-87FB-0B8E53FF01DD}"/>
    <dgm:cxn modelId="{F1957A26-1C50-403B-ABC6-FF561B0E3C6B}" type="presOf" srcId="{6E8ACFE6-9885-4D9D-8D25-FD74D656B1F9}" destId="{C5937632-0AE2-43E5-B08D-2B23CCFDEB92}" srcOrd="0" destOrd="0" presId="urn:microsoft.com/office/officeart/2005/8/layout/hList1"/>
    <dgm:cxn modelId="{67E60D29-ED51-4E31-ABD2-34699204A1B2}" type="presOf" srcId="{5E5A228D-683F-414E-B0C5-5C3096646AC7}" destId="{C5C64A17-8134-4C07-94D6-CE0D675F8DDE}" srcOrd="0" destOrd="0" presId="urn:microsoft.com/office/officeart/2005/8/layout/hList1"/>
    <dgm:cxn modelId="{CDB1B733-BED2-455C-809C-D518494D8D6D}" type="presOf" srcId="{A71A99A9-C14D-43E5-AD0D-AF4DF6CE52CF}" destId="{70603597-B7E1-4A2D-ABF5-42271B8A18A1}" srcOrd="0" destOrd="1" presId="urn:microsoft.com/office/officeart/2005/8/layout/hList1"/>
    <dgm:cxn modelId="{DC39863D-E43F-4E17-A6B0-0DB5553873A8}" type="presOf" srcId="{C7CF0E48-6587-49C8-AA33-ED181A81FFF4}" destId="{C5C64A17-8134-4C07-94D6-CE0D675F8DDE}" srcOrd="0" destOrd="4" presId="urn:microsoft.com/office/officeart/2005/8/layout/hList1"/>
    <dgm:cxn modelId="{DDD9685C-0278-44E0-8AEE-3C6DFC6B7627}" srcId="{2A67B906-DD25-4FFC-8D41-4A15DDA190F7}" destId="{C7CF0E48-6587-49C8-AA33-ED181A81FFF4}" srcOrd="4" destOrd="0" parTransId="{A4DA5B73-F7BA-4B27-8BD8-3040F8516B37}" sibTransId="{B47A9E91-4A13-49C1-98D2-EBC0D04FD38F}"/>
    <dgm:cxn modelId="{DF37E95C-A65D-4177-BF00-F5B5496362D1}" srcId="{2A67B906-DD25-4FFC-8D41-4A15DDA190F7}" destId="{A27EF122-D5F9-4C0C-AD8F-40641C2CCC8E}" srcOrd="3" destOrd="0" parTransId="{5072136A-9E60-48A2-9709-3C10627E7F36}" sibTransId="{0776E79B-1DB6-4F91-9A7F-C1943B2E67C1}"/>
    <dgm:cxn modelId="{39001641-6A04-4E38-B228-3BA5A951E3D7}" type="presOf" srcId="{B4D6DE8D-BE44-4F51-AF75-6A361F9A20C6}" destId="{C5C64A17-8134-4C07-94D6-CE0D675F8DDE}" srcOrd="0" destOrd="1" presId="urn:microsoft.com/office/officeart/2005/8/layout/hList1"/>
    <dgm:cxn modelId="{A36F0947-544A-4AF7-A634-A2C268536F6D}" type="presOf" srcId="{F0CB2B70-32E6-46CC-BB6F-E6E96DE4BCB9}" destId="{70603597-B7E1-4A2D-ABF5-42271B8A18A1}" srcOrd="0" destOrd="0" presId="urn:microsoft.com/office/officeart/2005/8/layout/hList1"/>
    <dgm:cxn modelId="{B91D2F49-06C9-462C-A17C-8DF0BBDB4103}" srcId="{EC49AB13-05BD-47BB-87ED-468666E49417}" destId="{F0CB2B70-32E6-46CC-BB6F-E6E96DE4BCB9}" srcOrd="0" destOrd="0" parTransId="{DEDDD688-EB99-42A4-BB48-EDCF2E38EC9D}" sibTransId="{1DDE2383-F8AB-4DD1-BE5C-C50B3A457892}"/>
    <dgm:cxn modelId="{338C9570-9000-41FA-842F-BE2D59605C0F}" type="presOf" srcId="{A1A41ADC-47A6-413B-AB15-9649EC59966A}" destId="{70603597-B7E1-4A2D-ABF5-42271B8A18A1}" srcOrd="0" destOrd="2" presId="urn:microsoft.com/office/officeart/2005/8/layout/hList1"/>
    <dgm:cxn modelId="{56DB188D-31EF-413A-8FBE-D69DDBF1DCFE}" srcId="{EC49AB13-05BD-47BB-87ED-468666E49417}" destId="{A71A99A9-C14D-43E5-AD0D-AF4DF6CE52CF}" srcOrd="1" destOrd="0" parTransId="{6F28A9CD-13E8-44F1-8B11-538DD4064222}" sibTransId="{864EE8BE-B601-4CCC-BB55-C0A9F79D4A8B}"/>
    <dgm:cxn modelId="{71386494-9C6B-45C5-ABE4-ED374DFBE9E8}" type="presOf" srcId="{EC49AB13-05BD-47BB-87ED-468666E49417}" destId="{507CD18D-6A57-49BE-A4BF-576EA2EDE938}" srcOrd="0" destOrd="0" presId="urn:microsoft.com/office/officeart/2005/8/layout/hList1"/>
    <dgm:cxn modelId="{B51F7CB0-4E8A-474E-8D86-E430D476A610}" srcId="{2A67B906-DD25-4FFC-8D41-4A15DDA190F7}" destId="{39330161-EB91-40F2-8B63-0C4889908C69}" srcOrd="2" destOrd="0" parTransId="{0305E767-23C0-468C-8296-8CFF39EA09FA}" sibTransId="{8D9445CF-0B9A-4A5E-84D1-D87A29EF794D}"/>
    <dgm:cxn modelId="{19984FB9-EA4B-48EA-B06F-98416B09EF48}" srcId="{2A67B906-DD25-4FFC-8D41-4A15DDA190F7}" destId="{5E5A228D-683F-414E-B0C5-5C3096646AC7}" srcOrd="0" destOrd="0" parTransId="{B05738C6-E6CE-449D-A374-03807B0CB719}" sibTransId="{246D9635-C5B6-4B8C-AAE2-1871462FB69A}"/>
    <dgm:cxn modelId="{6E315ACE-6F2A-4861-9ED3-24F8166F8E5D}" type="presOf" srcId="{2A67B906-DD25-4FFC-8D41-4A15DDA190F7}" destId="{587B9FDA-E05E-468D-90CD-5C609345AB0A}" srcOrd="0" destOrd="0" presId="urn:microsoft.com/office/officeart/2005/8/layout/hList1"/>
    <dgm:cxn modelId="{F0E865D4-7125-4C6F-9A75-3ED7BA0145EA}" type="presOf" srcId="{FA84467E-B14B-4D4D-99BB-11FA2E4A6C4D}" destId="{70603597-B7E1-4A2D-ABF5-42271B8A18A1}" srcOrd="0" destOrd="3" presId="urn:microsoft.com/office/officeart/2005/8/layout/hList1"/>
    <dgm:cxn modelId="{EA001BDE-1267-4F75-8C3D-A100752C4B54}" type="presOf" srcId="{72A10E32-2AD2-4002-86E8-1A36CFF7000D}" destId="{C5C64A17-8134-4C07-94D6-CE0D675F8DDE}" srcOrd="0" destOrd="5" presId="urn:microsoft.com/office/officeart/2005/8/layout/hList1"/>
    <dgm:cxn modelId="{4EC93FDE-B559-4A76-980C-BEDEAA8A5E77}" type="presOf" srcId="{A27EF122-D5F9-4C0C-AD8F-40641C2CCC8E}" destId="{C5C64A17-8134-4C07-94D6-CE0D675F8DDE}" srcOrd="0" destOrd="3" presId="urn:microsoft.com/office/officeart/2005/8/layout/hList1"/>
    <dgm:cxn modelId="{DDD434E5-28D0-4C21-9900-4AB225844028}" srcId="{EC49AB13-05BD-47BB-87ED-468666E49417}" destId="{A1A41ADC-47A6-413B-AB15-9649EC59966A}" srcOrd="2" destOrd="0" parTransId="{7A7B25E7-202B-477E-91A1-BE2889A0EE52}" sibTransId="{AD88F62E-C9D2-43B2-8A10-04E7C27177C8}"/>
    <dgm:cxn modelId="{C7A6D5EE-40D8-477B-A603-2898781AE79D}" type="presOf" srcId="{39330161-EB91-40F2-8B63-0C4889908C69}" destId="{C5C64A17-8134-4C07-94D6-CE0D675F8DDE}" srcOrd="0" destOrd="2" presId="urn:microsoft.com/office/officeart/2005/8/layout/hList1"/>
    <dgm:cxn modelId="{CBB603F7-3B36-42CE-8072-ADF189EE6C57}" srcId="{2A67B906-DD25-4FFC-8D41-4A15DDA190F7}" destId="{B4D6DE8D-BE44-4F51-AF75-6A361F9A20C6}" srcOrd="1" destOrd="0" parTransId="{37608EBF-7B17-4B60-BD16-771F830013A7}" sibTransId="{08A8B85C-A352-445C-B365-3240B6EEF463}"/>
    <dgm:cxn modelId="{2D718EF8-B550-4B37-8609-E74EA8C13DC6}" srcId="{6E8ACFE6-9885-4D9D-8D25-FD74D656B1F9}" destId="{EC49AB13-05BD-47BB-87ED-468666E49417}" srcOrd="0" destOrd="0" parTransId="{63FD3266-74C4-44BB-AAEC-ADF34976E143}" sibTransId="{AECDE0B3-85A5-46B2-9161-859A7F04CEAC}"/>
    <dgm:cxn modelId="{86B984EE-9B1F-443B-A475-1E0F53856EEC}" type="presParOf" srcId="{C5937632-0AE2-43E5-B08D-2B23CCFDEB92}" destId="{1D2A9165-72C4-4629-B0A2-61AAC55F10EE}" srcOrd="0" destOrd="0" presId="urn:microsoft.com/office/officeart/2005/8/layout/hList1"/>
    <dgm:cxn modelId="{59FF8CA0-22EF-4AEE-BBA1-AEBB4D114A04}" type="presParOf" srcId="{1D2A9165-72C4-4629-B0A2-61AAC55F10EE}" destId="{507CD18D-6A57-49BE-A4BF-576EA2EDE938}" srcOrd="0" destOrd="0" presId="urn:microsoft.com/office/officeart/2005/8/layout/hList1"/>
    <dgm:cxn modelId="{04682648-8933-4F0F-90B3-AFE83435AC46}" type="presParOf" srcId="{1D2A9165-72C4-4629-B0A2-61AAC55F10EE}" destId="{70603597-B7E1-4A2D-ABF5-42271B8A18A1}" srcOrd="1" destOrd="0" presId="urn:microsoft.com/office/officeart/2005/8/layout/hList1"/>
    <dgm:cxn modelId="{65C240D1-EFA8-434B-98C4-57D6C771321B}" type="presParOf" srcId="{C5937632-0AE2-43E5-B08D-2B23CCFDEB92}" destId="{05462866-28D7-427A-9190-7733BEB8893D}" srcOrd="1" destOrd="0" presId="urn:microsoft.com/office/officeart/2005/8/layout/hList1"/>
    <dgm:cxn modelId="{B9BC9810-1B6B-4B84-BB2C-0DD021C1F15B}" type="presParOf" srcId="{C5937632-0AE2-43E5-B08D-2B23CCFDEB92}" destId="{BC079D4D-F86F-4EE6-B646-C9432258CB3A}" srcOrd="2" destOrd="0" presId="urn:microsoft.com/office/officeart/2005/8/layout/hList1"/>
    <dgm:cxn modelId="{8CA7E240-62F4-44C7-B7E4-9AB9AE7045E9}" type="presParOf" srcId="{BC079D4D-F86F-4EE6-B646-C9432258CB3A}" destId="{587B9FDA-E05E-468D-90CD-5C609345AB0A}" srcOrd="0" destOrd="0" presId="urn:microsoft.com/office/officeart/2005/8/layout/hList1"/>
    <dgm:cxn modelId="{9023DAB2-5881-4604-B772-1E1CA39F42C5}" type="presParOf" srcId="{BC079D4D-F86F-4EE6-B646-C9432258CB3A}" destId="{C5C64A17-8134-4C07-94D6-CE0D675F8DD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1AEA8FC-E694-4F3C-8147-B9334D48730D}" type="doc">
      <dgm:prSet loTypeId="urn:microsoft.com/office/officeart/2005/8/layout/list1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en-US"/>
        </a:p>
      </dgm:t>
    </dgm:pt>
    <dgm:pt modelId="{F490BFA6-A4C3-4D2C-B3A3-A274A0FC2F9D}">
      <dgm:prSet phldrT="[Text]"/>
      <dgm:spPr/>
      <dgm:t>
        <a:bodyPr/>
        <a:lstStyle/>
        <a:p>
          <a:r>
            <a:rPr lang="en-US" dirty="0" err="1"/>
            <a:t>Interpelasi</a:t>
          </a:r>
          <a:endParaRPr lang="en-US" dirty="0"/>
        </a:p>
      </dgm:t>
    </dgm:pt>
    <dgm:pt modelId="{32A8CFD6-AB88-40AE-839D-43308504BF53}" type="parTrans" cxnId="{11F94678-1515-4743-B4E0-B48B181670D2}">
      <dgm:prSet/>
      <dgm:spPr/>
      <dgm:t>
        <a:bodyPr/>
        <a:lstStyle/>
        <a:p>
          <a:endParaRPr lang="en-US"/>
        </a:p>
      </dgm:t>
    </dgm:pt>
    <dgm:pt modelId="{1EA222E8-91EF-4315-94E9-5167712C763E}" type="sibTrans" cxnId="{11F94678-1515-4743-B4E0-B48B181670D2}">
      <dgm:prSet/>
      <dgm:spPr/>
      <dgm:t>
        <a:bodyPr/>
        <a:lstStyle/>
        <a:p>
          <a:endParaRPr lang="en-US"/>
        </a:p>
      </dgm:t>
    </dgm:pt>
    <dgm:pt modelId="{C7C16379-1B74-4281-89C8-83AF2F9A99B6}">
      <dgm:prSet/>
      <dgm:spPr/>
      <dgm:t>
        <a:bodyPr/>
        <a:lstStyle/>
        <a:p>
          <a:r>
            <a:rPr lang="en-US" dirty="0" err="1"/>
            <a:t>Angket</a:t>
          </a:r>
          <a:endParaRPr lang="en-US" dirty="0"/>
        </a:p>
      </dgm:t>
    </dgm:pt>
    <dgm:pt modelId="{3C09C4E9-A3C0-4FE5-B645-1E99DACF057D}" type="parTrans" cxnId="{95603F4F-4B92-4CC9-99C3-0FBED83AE99F}">
      <dgm:prSet/>
      <dgm:spPr/>
      <dgm:t>
        <a:bodyPr/>
        <a:lstStyle/>
        <a:p>
          <a:endParaRPr lang="en-US"/>
        </a:p>
      </dgm:t>
    </dgm:pt>
    <dgm:pt modelId="{FBE5B50C-B2DA-4789-804A-615AF8158ABE}" type="sibTrans" cxnId="{95603F4F-4B92-4CC9-99C3-0FBED83AE99F}">
      <dgm:prSet/>
      <dgm:spPr/>
      <dgm:t>
        <a:bodyPr/>
        <a:lstStyle/>
        <a:p>
          <a:endParaRPr lang="en-US"/>
        </a:p>
      </dgm:t>
    </dgm:pt>
    <dgm:pt modelId="{B0A08E58-1168-454D-A81D-24219A5A8233}">
      <dgm:prSet/>
      <dgm:spPr/>
      <dgm:t>
        <a:bodyPr/>
        <a:lstStyle/>
        <a:p>
          <a:r>
            <a:rPr lang="en-US" dirty="0" err="1"/>
            <a:t>Menyatakan</a:t>
          </a:r>
          <a:r>
            <a:rPr lang="en-US" dirty="0"/>
            <a:t> </a:t>
          </a:r>
          <a:r>
            <a:rPr lang="en-US" dirty="0" err="1"/>
            <a:t>pendapat</a:t>
          </a:r>
          <a:endParaRPr lang="en-US" dirty="0"/>
        </a:p>
      </dgm:t>
    </dgm:pt>
    <dgm:pt modelId="{F10AC730-B71F-4D6A-8A94-33A0F4B2781C}" type="parTrans" cxnId="{7EE354FC-2863-42E1-9E38-B5AF20D77F08}">
      <dgm:prSet/>
      <dgm:spPr/>
      <dgm:t>
        <a:bodyPr/>
        <a:lstStyle/>
        <a:p>
          <a:endParaRPr lang="en-US"/>
        </a:p>
      </dgm:t>
    </dgm:pt>
    <dgm:pt modelId="{725C1999-5B0F-4C8A-BD28-F21855D20013}" type="sibTrans" cxnId="{7EE354FC-2863-42E1-9E38-B5AF20D77F08}">
      <dgm:prSet/>
      <dgm:spPr/>
      <dgm:t>
        <a:bodyPr/>
        <a:lstStyle/>
        <a:p>
          <a:endParaRPr lang="en-US"/>
        </a:p>
      </dgm:t>
    </dgm:pt>
    <dgm:pt modelId="{887C40F2-DF9D-4F16-B159-B4EC2C41A94C}">
      <dgm:prSet phldrT="[Text]"/>
      <dgm:spPr/>
      <dgm:t>
        <a:bodyPr/>
        <a:lstStyle/>
        <a:p>
          <a:r>
            <a:rPr lang="en-US" dirty="0" err="1"/>
            <a:t>Permintaan</a:t>
          </a:r>
          <a:r>
            <a:rPr lang="en-US" dirty="0"/>
            <a:t> </a:t>
          </a:r>
          <a:r>
            <a:rPr lang="en-US" dirty="0" err="1"/>
            <a:t>keterangan</a:t>
          </a:r>
          <a:r>
            <a:rPr lang="en-US" dirty="0"/>
            <a:t> </a:t>
          </a:r>
          <a:r>
            <a:rPr lang="en-US" dirty="0" err="1"/>
            <a:t>anggota</a:t>
          </a:r>
          <a:r>
            <a:rPr lang="en-US" dirty="0"/>
            <a:t> </a:t>
          </a:r>
          <a:r>
            <a:rPr lang="en-US" dirty="0" err="1"/>
            <a:t>badan</a:t>
          </a:r>
          <a:r>
            <a:rPr lang="en-US" dirty="0"/>
            <a:t> </a:t>
          </a:r>
          <a:r>
            <a:rPr lang="en-US" dirty="0" err="1"/>
            <a:t>legislatif</a:t>
          </a:r>
          <a:r>
            <a:rPr lang="en-US" dirty="0"/>
            <a:t> </a:t>
          </a:r>
          <a:r>
            <a:rPr lang="en-US" dirty="0" err="1"/>
            <a:t>kepada</a:t>
          </a:r>
          <a:r>
            <a:rPr lang="en-US" dirty="0"/>
            <a:t> </a:t>
          </a:r>
          <a:r>
            <a:rPr lang="en-US" dirty="0" err="1"/>
            <a:t>pemerintah</a:t>
          </a:r>
          <a:r>
            <a:rPr lang="en-US" dirty="0"/>
            <a:t> </a:t>
          </a:r>
          <a:r>
            <a:rPr lang="en-US" dirty="0" err="1"/>
            <a:t>mengenai</a:t>
          </a:r>
          <a:r>
            <a:rPr lang="en-US" dirty="0"/>
            <a:t> </a:t>
          </a:r>
          <a:r>
            <a:rPr lang="en-US" dirty="0" err="1"/>
            <a:t>kebijakan</a:t>
          </a:r>
          <a:r>
            <a:rPr lang="en-US" dirty="0"/>
            <a:t> </a:t>
          </a:r>
          <a:r>
            <a:rPr lang="en-US" dirty="0" err="1"/>
            <a:t>pemerintah</a:t>
          </a:r>
          <a:r>
            <a:rPr lang="en-US" dirty="0"/>
            <a:t> </a:t>
          </a:r>
          <a:r>
            <a:rPr lang="en-US" dirty="0" err="1"/>
            <a:t>di</a:t>
          </a:r>
          <a:r>
            <a:rPr lang="en-US" dirty="0"/>
            <a:t> </a:t>
          </a:r>
          <a:r>
            <a:rPr lang="en-US" dirty="0" err="1"/>
            <a:t>bidang</a:t>
          </a:r>
          <a:r>
            <a:rPr lang="en-US" dirty="0"/>
            <a:t> </a:t>
          </a:r>
          <a:r>
            <a:rPr lang="en-US" dirty="0" err="1"/>
            <a:t>tertentu</a:t>
          </a:r>
          <a:endParaRPr lang="en-US" dirty="0"/>
        </a:p>
      </dgm:t>
    </dgm:pt>
    <dgm:pt modelId="{ED101A3D-CA30-4E6D-A7CE-9D571A3D1E2A}" type="parTrans" cxnId="{0089769F-3753-4FE1-9FA8-BCEFC325DA13}">
      <dgm:prSet/>
      <dgm:spPr/>
      <dgm:t>
        <a:bodyPr/>
        <a:lstStyle/>
        <a:p>
          <a:endParaRPr lang="en-US"/>
        </a:p>
      </dgm:t>
    </dgm:pt>
    <dgm:pt modelId="{11264895-EC30-4CFB-A277-520B00380C77}" type="sibTrans" cxnId="{0089769F-3753-4FE1-9FA8-BCEFC325DA13}">
      <dgm:prSet/>
      <dgm:spPr/>
      <dgm:t>
        <a:bodyPr/>
        <a:lstStyle/>
        <a:p>
          <a:endParaRPr lang="en-US"/>
        </a:p>
      </dgm:t>
    </dgm:pt>
    <dgm:pt modelId="{DD61C00A-AF26-4202-AC88-94D62B92E268}">
      <dgm:prSet/>
      <dgm:spPr/>
      <dgm:t>
        <a:bodyPr/>
        <a:lstStyle/>
        <a:p>
          <a:r>
            <a:rPr lang="en-US" dirty="0" err="1"/>
            <a:t>Penyelidikan</a:t>
          </a:r>
          <a:r>
            <a:rPr lang="en-US" dirty="0"/>
            <a:t> </a:t>
          </a:r>
          <a:r>
            <a:rPr lang="en-US" dirty="0" err="1"/>
            <a:t>oleh</a:t>
          </a:r>
          <a:r>
            <a:rPr lang="en-US" dirty="0"/>
            <a:t> </a:t>
          </a:r>
          <a:r>
            <a:rPr lang="en-US" dirty="0" err="1"/>
            <a:t>lembaga</a:t>
          </a:r>
          <a:r>
            <a:rPr lang="en-US" dirty="0"/>
            <a:t> </a:t>
          </a:r>
          <a:r>
            <a:rPr lang="en-US" dirty="0" err="1"/>
            <a:t>perwakilan</a:t>
          </a:r>
          <a:r>
            <a:rPr lang="en-US" dirty="0"/>
            <a:t> </a:t>
          </a:r>
          <a:r>
            <a:rPr lang="en-US" dirty="0" err="1"/>
            <a:t>rakyat</a:t>
          </a:r>
          <a:r>
            <a:rPr lang="en-US" dirty="0"/>
            <a:t> </a:t>
          </a:r>
          <a:r>
            <a:rPr lang="en-US" dirty="0" err="1"/>
            <a:t>terhadap</a:t>
          </a:r>
          <a:r>
            <a:rPr lang="en-US" dirty="0"/>
            <a:t> </a:t>
          </a:r>
          <a:r>
            <a:rPr lang="en-US" dirty="0" err="1"/>
            <a:t>kegiatan</a:t>
          </a:r>
          <a:r>
            <a:rPr lang="en-US" dirty="0"/>
            <a:t> </a:t>
          </a:r>
          <a:r>
            <a:rPr lang="en-US" dirty="0" err="1"/>
            <a:t>pemerintah</a:t>
          </a:r>
          <a:endParaRPr lang="en-US" dirty="0"/>
        </a:p>
      </dgm:t>
    </dgm:pt>
    <dgm:pt modelId="{49C3FF4D-856D-4473-B016-0FC084A66A52}" type="parTrans" cxnId="{FE6658E5-46ED-4518-B237-41853A10E911}">
      <dgm:prSet/>
      <dgm:spPr/>
      <dgm:t>
        <a:bodyPr/>
        <a:lstStyle/>
        <a:p>
          <a:endParaRPr lang="en-US"/>
        </a:p>
      </dgm:t>
    </dgm:pt>
    <dgm:pt modelId="{06AB0010-4CBE-455D-BEB5-AFDCF565CDF7}" type="sibTrans" cxnId="{FE6658E5-46ED-4518-B237-41853A10E911}">
      <dgm:prSet/>
      <dgm:spPr/>
      <dgm:t>
        <a:bodyPr/>
        <a:lstStyle/>
        <a:p>
          <a:endParaRPr lang="en-US"/>
        </a:p>
      </dgm:t>
    </dgm:pt>
    <dgm:pt modelId="{05C019A3-7062-4E67-927C-1786159A4D39}" type="pres">
      <dgm:prSet presAssocID="{B1AEA8FC-E694-4F3C-8147-B9334D48730D}" presName="linear" presStyleCnt="0">
        <dgm:presLayoutVars>
          <dgm:dir/>
          <dgm:animLvl val="lvl"/>
          <dgm:resizeHandles val="exact"/>
        </dgm:presLayoutVars>
      </dgm:prSet>
      <dgm:spPr/>
    </dgm:pt>
    <dgm:pt modelId="{63810ADF-3962-4C7B-817A-EBA1876802E7}" type="pres">
      <dgm:prSet presAssocID="{F490BFA6-A4C3-4D2C-B3A3-A274A0FC2F9D}" presName="parentLin" presStyleCnt="0"/>
      <dgm:spPr/>
    </dgm:pt>
    <dgm:pt modelId="{079A9CF7-5033-42DD-9EF1-E7791F6FCDD3}" type="pres">
      <dgm:prSet presAssocID="{F490BFA6-A4C3-4D2C-B3A3-A274A0FC2F9D}" presName="parentLeftMargin" presStyleLbl="node1" presStyleIdx="0" presStyleCnt="3"/>
      <dgm:spPr/>
    </dgm:pt>
    <dgm:pt modelId="{79C9BD28-7AAA-4CB2-BD65-79EB546D569A}" type="pres">
      <dgm:prSet presAssocID="{F490BFA6-A4C3-4D2C-B3A3-A274A0FC2F9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C09D26-E995-468F-9496-294C72B501D5}" type="pres">
      <dgm:prSet presAssocID="{F490BFA6-A4C3-4D2C-B3A3-A274A0FC2F9D}" presName="negativeSpace" presStyleCnt="0"/>
      <dgm:spPr/>
    </dgm:pt>
    <dgm:pt modelId="{116A50E0-FCDD-45DB-98C8-54EC0C9AF3EF}" type="pres">
      <dgm:prSet presAssocID="{F490BFA6-A4C3-4D2C-B3A3-A274A0FC2F9D}" presName="childText" presStyleLbl="conFgAcc1" presStyleIdx="0" presStyleCnt="3">
        <dgm:presLayoutVars>
          <dgm:bulletEnabled val="1"/>
        </dgm:presLayoutVars>
      </dgm:prSet>
      <dgm:spPr/>
    </dgm:pt>
    <dgm:pt modelId="{C9BCF997-61B0-4718-9223-D2F403BF28E9}" type="pres">
      <dgm:prSet presAssocID="{1EA222E8-91EF-4315-94E9-5167712C763E}" presName="spaceBetweenRectangles" presStyleCnt="0"/>
      <dgm:spPr/>
    </dgm:pt>
    <dgm:pt modelId="{8E2CC65B-4DF1-4CAF-8A78-1F651094AE37}" type="pres">
      <dgm:prSet presAssocID="{C7C16379-1B74-4281-89C8-83AF2F9A99B6}" presName="parentLin" presStyleCnt="0"/>
      <dgm:spPr/>
    </dgm:pt>
    <dgm:pt modelId="{81FA020D-6FDB-4604-A4FB-8C4E9DC19DB9}" type="pres">
      <dgm:prSet presAssocID="{C7C16379-1B74-4281-89C8-83AF2F9A99B6}" presName="parentLeftMargin" presStyleLbl="node1" presStyleIdx="0" presStyleCnt="3"/>
      <dgm:spPr/>
    </dgm:pt>
    <dgm:pt modelId="{84A64BE0-1793-4956-B561-C26F4AA25773}" type="pres">
      <dgm:prSet presAssocID="{C7C16379-1B74-4281-89C8-83AF2F9A99B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E9F86E6-892A-46C2-BD28-5898054FF23F}" type="pres">
      <dgm:prSet presAssocID="{C7C16379-1B74-4281-89C8-83AF2F9A99B6}" presName="negativeSpace" presStyleCnt="0"/>
      <dgm:spPr/>
    </dgm:pt>
    <dgm:pt modelId="{FB344B61-24F3-40D9-BC07-1EAC24099C58}" type="pres">
      <dgm:prSet presAssocID="{C7C16379-1B74-4281-89C8-83AF2F9A99B6}" presName="childText" presStyleLbl="conFgAcc1" presStyleIdx="1" presStyleCnt="3">
        <dgm:presLayoutVars>
          <dgm:bulletEnabled val="1"/>
        </dgm:presLayoutVars>
      </dgm:prSet>
      <dgm:spPr/>
    </dgm:pt>
    <dgm:pt modelId="{973905B1-26D5-4BE0-A896-880073E0D907}" type="pres">
      <dgm:prSet presAssocID="{FBE5B50C-B2DA-4789-804A-615AF8158ABE}" presName="spaceBetweenRectangles" presStyleCnt="0"/>
      <dgm:spPr/>
    </dgm:pt>
    <dgm:pt modelId="{D4AA77A3-7CE6-4783-802E-8380E37D9D83}" type="pres">
      <dgm:prSet presAssocID="{B0A08E58-1168-454D-A81D-24219A5A8233}" presName="parentLin" presStyleCnt="0"/>
      <dgm:spPr/>
    </dgm:pt>
    <dgm:pt modelId="{4E3EBE6F-7C47-4EBB-A729-87D7E6A3F81F}" type="pres">
      <dgm:prSet presAssocID="{B0A08E58-1168-454D-A81D-24219A5A8233}" presName="parentLeftMargin" presStyleLbl="node1" presStyleIdx="1" presStyleCnt="3"/>
      <dgm:spPr/>
    </dgm:pt>
    <dgm:pt modelId="{12EC1AFC-A275-45BB-9CD4-6D07D94667C7}" type="pres">
      <dgm:prSet presAssocID="{B0A08E58-1168-454D-A81D-24219A5A823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202B2AE-2157-41F3-8426-EEBFFD1696C8}" type="pres">
      <dgm:prSet presAssocID="{B0A08E58-1168-454D-A81D-24219A5A8233}" presName="negativeSpace" presStyleCnt="0"/>
      <dgm:spPr/>
    </dgm:pt>
    <dgm:pt modelId="{1AA6C708-E8C6-496F-A181-B56BAD0C6714}" type="pres">
      <dgm:prSet presAssocID="{B0A08E58-1168-454D-A81D-24219A5A823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A7EDD07-74AB-433D-9C29-D21AD8682F20}" type="presOf" srcId="{887C40F2-DF9D-4F16-B159-B4EC2C41A94C}" destId="{116A50E0-FCDD-45DB-98C8-54EC0C9AF3EF}" srcOrd="0" destOrd="0" presId="urn:microsoft.com/office/officeart/2005/8/layout/list1"/>
    <dgm:cxn modelId="{9AF23C09-68EA-4F6A-90F8-317114EE0260}" type="presOf" srcId="{C7C16379-1B74-4281-89C8-83AF2F9A99B6}" destId="{81FA020D-6FDB-4604-A4FB-8C4E9DC19DB9}" srcOrd="0" destOrd="0" presId="urn:microsoft.com/office/officeart/2005/8/layout/list1"/>
    <dgm:cxn modelId="{AC199D44-6BC6-4016-8788-F8297AFC41DC}" type="presOf" srcId="{C7C16379-1B74-4281-89C8-83AF2F9A99B6}" destId="{84A64BE0-1793-4956-B561-C26F4AA25773}" srcOrd="1" destOrd="0" presId="urn:microsoft.com/office/officeart/2005/8/layout/list1"/>
    <dgm:cxn modelId="{95603F4F-4B92-4CC9-99C3-0FBED83AE99F}" srcId="{B1AEA8FC-E694-4F3C-8147-B9334D48730D}" destId="{C7C16379-1B74-4281-89C8-83AF2F9A99B6}" srcOrd="1" destOrd="0" parTransId="{3C09C4E9-A3C0-4FE5-B645-1E99DACF057D}" sibTransId="{FBE5B50C-B2DA-4789-804A-615AF8158ABE}"/>
    <dgm:cxn modelId="{11F94678-1515-4743-B4E0-B48B181670D2}" srcId="{B1AEA8FC-E694-4F3C-8147-B9334D48730D}" destId="{F490BFA6-A4C3-4D2C-B3A3-A274A0FC2F9D}" srcOrd="0" destOrd="0" parTransId="{32A8CFD6-AB88-40AE-839D-43308504BF53}" sibTransId="{1EA222E8-91EF-4315-94E9-5167712C763E}"/>
    <dgm:cxn modelId="{5B5BB57B-F047-4662-994F-4067FC926DE0}" type="presOf" srcId="{B1AEA8FC-E694-4F3C-8147-B9334D48730D}" destId="{05C019A3-7062-4E67-927C-1786159A4D39}" srcOrd="0" destOrd="0" presId="urn:microsoft.com/office/officeart/2005/8/layout/list1"/>
    <dgm:cxn modelId="{26B6179C-C862-413F-832B-5AB94A5FDF34}" type="presOf" srcId="{F490BFA6-A4C3-4D2C-B3A3-A274A0FC2F9D}" destId="{079A9CF7-5033-42DD-9EF1-E7791F6FCDD3}" srcOrd="0" destOrd="0" presId="urn:microsoft.com/office/officeart/2005/8/layout/list1"/>
    <dgm:cxn modelId="{0089769F-3753-4FE1-9FA8-BCEFC325DA13}" srcId="{F490BFA6-A4C3-4D2C-B3A3-A274A0FC2F9D}" destId="{887C40F2-DF9D-4F16-B159-B4EC2C41A94C}" srcOrd="0" destOrd="0" parTransId="{ED101A3D-CA30-4E6D-A7CE-9D571A3D1E2A}" sibTransId="{11264895-EC30-4CFB-A277-520B00380C77}"/>
    <dgm:cxn modelId="{D351EBAD-3093-4F32-B089-A14D3277A8E2}" type="presOf" srcId="{B0A08E58-1168-454D-A81D-24219A5A8233}" destId="{12EC1AFC-A275-45BB-9CD4-6D07D94667C7}" srcOrd="1" destOrd="0" presId="urn:microsoft.com/office/officeart/2005/8/layout/list1"/>
    <dgm:cxn modelId="{DD9252BC-5794-49DA-A018-F32B2D97A7EA}" type="presOf" srcId="{F490BFA6-A4C3-4D2C-B3A3-A274A0FC2F9D}" destId="{79C9BD28-7AAA-4CB2-BD65-79EB546D569A}" srcOrd="1" destOrd="0" presId="urn:microsoft.com/office/officeart/2005/8/layout/list1"/>
    <dgm:cxn modelId="{F2B513C0-43CB-465E-9E85-575200BE3668}" type="presOf" srcId="{B0A08E58-1168-454D-A81D-24219A5A8233}" destId="{4E3EBE6F-7C47-4EBB-A729-87D7E6A3F81F}" srcOrd="0" destOrd="0" presId="urn:microsoft.com/office/officeart/2005/8/layout/list1"/>
    <dgm:cxn modelId="{FE6658E5-46ED-4518-B237-41853A10E911}" srcId="{C7C16379-1B74-4281-89C8-83AF2F9A99B6}" destId="{DD61C00A-AF26-4202-AC88-94D62B92E268}" srcOrd="0" destOrd="0" parTransId="{49C3FF4D-856D-4473-B016-0FC084A66A52}" sibTransId="{06AB0010-4CBE-455D-BEB5-AFDCF565CDF7}"/>
    <dgm:cxn modelId="{9F8BF9F3-5639-4DCA-8BC0-299682322CFF}" type="presOf" srcId="{DD61C00A-AF26-4202-AC88-94D62B92E268}" destId="{FB344B61-24F3-40D9-BC07-1EAC24099C58}" srcOrd="0" destOrd="0" presId="urn:microsoft.com/office/officeart/2005/8/layout/list1"/>
    <dgm:cxn modelId="{7EE354FC-2863-42E1-9E38-B5AF20D77F08}" srcId="{B1AEA8FC-E694-4F3C-8147-B9334D48730D}" destId="{B0A08E58-1168-454D-A81D-24219A5A8233}" srcOrd="2" destOrd="0" parTransId="{F10AC730-B71F-4D6A-8A94-33A0F4B2781C}" sibTransId="{725C1999-5B0F-4C8A-BD28-F21855D20013}"/>
    <dgm:cxn modelId="{2D4F44A7-B263-4523-8F88-9CB73A66BC59}" type="presParOf" srcId="{05C019A3-7062-4E67-927C-1786159A4D39}" destId="{63810ADF-3962-4C7B-817A-EBA1876802E7}" srcOrd="0" destOrd="0" presId="urn:microsoft.com/office/officeart/2005/8/layout/list1"/>
    <dgm:cxn modelId="{1BE010AD-8353-4B25-9749-B3F6E7AB68D9}" type="presParOf" srcId="{63810ADF-3962-4C7B-817A-EBA1876802E7}" destId="{079A9CF7-5033-42DD-9EF1-E7791F6FCDD3}" srcOrd="0" destOrd="0" presId="urn:microsoft.com/office/officeart/2005/8/layout/list1"/>
    <dgm:cxn modelId="{900929ED-B67D-4B6C-A35F-0FAF8A43871A}" type="presParOf" srcId="{63810ADF-3962-4C7B-817A-EBA1876802E7}" destId="{79C9BD28-7AAA-4CB2-BD65-79EB546D569A}" srcOrd="1" destOrd="0" presId="urn:microsoft.com/office/officeart/2005/8/layout/list1"/>
    <dgm:cxn modelId="{FEB6CD24-4E3D-49C4-84A5-C110EDC6E9F7}" type="presParOf" srcId="{05C019A3-7062-4E67-927C-1786159A4D39}" destId="{DBC09D26-E995-468F-9496-294C72B501D5}" srcOrd="1" destOrd="0" presId="urn:microsoft.com/office/officeart/2005/8/layout/list1"/>
    <dgm:cxn modelId="{A7B73EF2-0F93-4E9B-B5D1-4CC9329AE5E7}" type="presParOf" srcId="{05C019A3-7062-4E67-927C-1786159A4D39}" destId="{116A50E0-FCDD-45DB-98C8-54EC0C9AF3EF}" srcOrd="2" destOrd="0" presId="urn:microsoft.com/office/officeart/2005/8/layout/list1"/>
    <dgm:cxn modelId="{98FE8607-E857-4A5D-90D5-97E5673240FD}" type="presParOf" srcId="{05C019A3-7062-4E67-927C-1786159A4D39}" destId="{C9BCF997-61B0-4718-9223-D2F403BF28E9}" srcOrd="3" destOrd="0" presId="urn:microsoft.com/office/officeart/2005/8/layout/list1"/>
    <dgm:cxn modelId="{D0C12938-E5AC-4F85-BCD4-9C476CA3A861}" type="presParOf" srcId="{05C019A3-7062-4E67-927C-1786159A4D39}" destId="{8E2CC65B-4DF1-4CAF-8A78-1F651094AE37}" srcOrd="4" destOrd="0" presId="urn:microsoft.com/office/officeart/2005/8/layout/list1"/>
    <dgm:cxn modelId="{30DE6B91-93CE-4E87-895E-1B4212CBD203}" type="presParOf" srcId="{8E2CC65B-4DF1-4CAF-8A78-1F651094AE37}" destId="{81FA020D-6FDB-4604-A4FB-8C4E9DC19DB9}" srcOrd="0" destOrd="0" presId="urn:microsoft.com/office/officeart/2005/8/layout/list1"/>
    <dgm:cxn modelId="{1EC77C0A-01B0-4A8F-B3CC-BF54021FE51A}" type="presParOf" srcId="{8E2CC65B-4DF1-4CAF-8A78-1F651094AE37}" destId="{84A64BE0-1793-4956-B561-C26F4AA25773}" srcOrd="1" destOrd="0" presId="urn:microsoft.com/office/officeart/2005/8/layout/list1"/>
    <dgm:cxn modelId="{29765AF0-126E-42D1-970A-B94BC89CECFA}" type="presParOf" srcId="{05C019A3-7062-4E67-927C-1786159A4D39}" destId="{6E9F86E6-892A-46C2-BD28-5898054FF23F}" srcOrd="5" destOrd="0" presId="urn:microsoft.com/office/officeart/2005/8/layout/list1"/>
    <dgm:cxn modelId="{8262D474-3E8C-4B9D-8143-89EB6454647C}" type="presParOf" srcId="{05C019A3-7062-4E67-927C-1786159A4D39}" destId="{FB344B61-24F3-40D9-BC07-1EAC24099C58}" srcOrd="6" destOrd="0" presId="urn:microsoft.com/office/officeart/2005/8/layout/list1"/>
    <dgm:cxn modelId="{50BBF7B7-A5FA-4CC6-AC26-2FD06E311644}" type="presParOf" srcId="{05C019A3-7062-4E67-927C-1786159A4D39}" destId="{973905B1-26D5-4BE0-A896-880073E0D907}" srcOrd="7" destOrd="0" presId="urn:microsoft.com/office/officeart/2005/8/layout/list1"/>
    <dgm:cxn modelId="{C8E688D6-9659-4A63-8EC7-A38BD1EEE37C}" type="presParOf" srcId="{05C019A3-7062-4E67-927C-1786159A4D39}" destId="{D4AA77A3-7CE6-4783-802E-8380E37D9D83}" srcOrd="8" destOrd="0" presId="urn:microsoft.com/office/officeart/2005/8/layout/list1"/>
    <dgm:cxn modelId="{C24FEA17-11CC-441C-9FAB-ED393D3B59DD}" type="presParOf" srcId="{D4AA77A3-7CE6-4783-802E-8380E37D9D83}" destId="{4E3EBE6F-7C47-4EBB-A729-87D7E6A3F81F}" srcOrd="0" destOrd="0" presId="urn:microsoft.com/office/officeart/2005/8/layout/list1"/>
    <dgm:cxn modelId="{12896A23-18A8-448A-A730-70B18245F600}" type="presParOf" srcId="{D4AA77A3-7CE6-4783-802E-8380E37D9D83}" destId="{12EC1AFC-A275-45BB-9CD4-6D07D94667C7}" srcOrd="1" destOrd="0" presId="urn:microsoft.com/office/officeart/2005/8/layout/list1"/>
    <dgm:cxn modelId="{4F3E1C5B-0359-47D5-A4DF-2CA987A562C8}" type="presParOf" srcId="{05C019A3-7062-4E67-927C-1786159A4D39}" destId="{3202B2AE-2157-41F3-8426-EEBFFD1696C8}" srcOrd="9" destOrd="0" presId="urn:microsoft.com/office/officeart/2005/8/layout/list1"/>
    <dgm:cxn modelId="{CFAB4409-A89B-4B5C-801F-EEB97C0DA5FF}" type="presParOf" srcId="{05C019A3-7062-4E67-927C-1786159A4D39}" destId="{1AA6C708-E8C6-496F-A181-B56BAD0C671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9E4740F-45F6-421E-A04B-96AC6D1514BF}" type="doc">
      <dgm:prSet loTypeId="urn:microsoft.com/office/officeart/2005/8/layout/bProcess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1E4872C-F599-4821-B63B-0ADF808B9906}">
      <dgm:prSet phldrT="[Text]"/>
      <dgm:spPr/>
      <dgm:t>
        <a:bodyPr/>
        <a:lstStyle/>
        <a:p>
          <a:r>
            <a:rPr lang="en-US" dirty="0" err="1"/>
            <a:t>mengajukan</a:t>
          </a:r>
          <a:r>
            <a:rPr lang="en-US" dirty="0"/>
            <a:t> </a:t>
          </a:r>
          <a:r>
            <a:rPr lang="en-US" dirty="0" err="1"/>
            <a:t>rancangan</a:t>
          </a:r>
          <a:r>
            <a:rPr lang="en-US" dirty="0"/>
            <a:t> </a:t>
          </a:r>
          <a:r>
            <a:rPr lang="en-US" dirty="0" err="1"/>
            <a:t>Perda</a:t>
          </a:r>
          <a:r>
            <a:rPr lang="en-US" dirty="0"/>
            <a:t>;</a:t>
          </a:r>
        </a:p>
      </dgm:t>
    </dgm:pt>
    <dgm:pt modelId="{B6D0CB15-3005-4538-940A-28760D96C997}" type="parTrans" cxnId="{8CE688A2-D238-45CD-940F-8A0B34D4CDF1}">
      <dgm:prSet/>
      <dgm:spPr/>
      <dgm:t>
        <a:bodyPr/>
        <a:lstStyle/>
        <a:p>
          <a:endParaRPr lang="en-US"/>
        </a:p>
      </dgm:t>
    </dgm:pt>
    <dgm:pt modelId="{ADC5C456-7C1E-4FEB-B5B0-AE49430D6CAC}" type="sibTrans" cxnId="{8CE688A2-D238-45CD-940F-8A0B34D4CDF1}">
      <dgm:prSet/>
      <dgm:spPr/>
      <dgm:t>
        <a:bodyPr/>
        <a:lstStyle/>
        <a:p>
          <a:endParaRPr lang="en-US"/>
        </a:p>
      </dgm:t>
    </dgm:pt>
    <dgm:pt modelId="{C2952C09-9785-4AFA-8DA3-EF7410024076}">
      <dgm:prSet/>
      <dgm:spPr/>
      <dgm:t>
        <a:bodyPr/>
        <a:lstStyle/>
        <a:p>
          <a:r>
            <a:rPr lang="en-US" dirty="0"/>
            <a:t>b. </a:t>
          </a:r>
          <a:r>
            <a:rPr lang="en-US" dirty="0" err="1"/>
            <a:t>mengajukan</a:t>
          </a:r>
          <a:r>
            <a:rPr lang="en-US" dirty="0"/>
            <a:t> </a:t>
          </a:r>
          <a:r>
            <a:rPr lang="en-US" dirty="0" err="1"/>
            <a:t>pertanyaan</a:t>
          </a:r>
          <a:r>
            <a:rPr lang="en-US" dirty="0"/>
            <a:t>;</a:t>
          </a:r>
        </a:p>
      </dgm:t>
    </dgm:pt>
    <dgm:pt modelId="{752B4341-954D-418E-84C3-C9BF9B271637}" type="parTrans" cxnId="{7D87F969-1E5C-4119-93CF-55B91D323089}">
      <dgm:prSet/>
      <dgm:spPr/>
      <dgm:t>
        <a:bodyPr/>
        <a:lstStyle/>
        <a:p>
          <a:endParaRPr lang="en-US"/>
        </a:p>
      </dgm:t>
    </dgm:pt>
    <dgm:pt modelId="{07634B09-0BB8-4E5D-A150-051E937CD677}" type="sibTrans" cxnId="{7D87F969-1E5C-4119-93CF-55B91D323089}">
      <dgm:prSet/>
      <dgm:spPr/>
      <dgm:t>
        <a:bodyPr/>
        <a:lstStyle/>
        <a:p>
          <a:endParaRPr lang="en-US"/>
        </a:p>
      </dgm:t>
    </dgm:pt>
    <dgm:pt modelId="{E297F227-3482-42A5-87C1-C87E31BE6707}">
      <dgm:prSet/>
      <dgm:spPr/>
      <dgm:t>
        <a:bodyPr/>
        <a:lstStyle/>
        <a:p>
          <a:r>
            <a:rPr lang="sv-SE" dirty="0"/>
            <a:t>c. menyampaikan usul dan pendapat;</a:t>
          </a:r>
        </a:p>
      </dgm:t>
    </dgm:pt>
    <dgm:pt modelId="{BA8A24E1-CB4F-4F55-B472-A46C818A5B0E}" type="parTrans" cxnId="{E0130A7A-9C22-40A4-BBA8-DCC8A29B3CE0}">
      <dgm:prSet/>
      <dgm:spPr/>
      <dgm:t>
        <a:bodyPr/>
        <a:lstStyle/>
        <a:p>
          <a:endParaRPr lang="en-US"/>
        </a:p>
      </dgm:t>
    </dgm:pt>
    <dgm:pt modelId="{EA3CAD9F-4807-4DCC-902C-99D4BEE71B51}" type="sibTrans" cxnId="{E0130A7A-9C22-40A4-BBA8-DCC8A29B3CE0}">
      <dgm:prSet/>
      <dgm:spPr/>
      <dgm:t>
        <a:bodyPr/>
        <a:lstStyle/>
        <a:p>
          <a:endParaRPr lang="en-US"/>
        </a:p>
      </dgm:t>
    </dgm:pt>
    <dgm:pt modelId="{8D46144A-9E48-4521-8164-F0FEDFE4C8B0}">
      <dgm:prSet/>
      <dgm:spPr/>
      <dgm:t>
        <a:bodyPr/>
        <a:lstStyle/>
        <a:p>
          <a:r>
            <a:rPr lang="en-US" dirty="0"/>
            <a:t>d. </a:t>
          </a:r>
          <a:r>
            <a:rPr lang="en-US" dirty="0" err="1"/>
            <a:t>memilih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dipilih</a:t>
          </a:r>
          <a:r>
            <a:rPr lang="en-US" dirty="0"/>
            <a:t>;</a:t>
          </a:r>
        </a:p>
      </dgm:t>
    </dgm:pt>
    <dgm:pt modelId="{0D65ABAB-86E7-498E-BE64-7060720963E6}" type="parTrans" cxnId="{8B3E3E2C-7FB4-427E-A37A-87D7F9B3962E}">
      <dgm:prSet/>
      <dgm:spPr/>
      <dgm:t>
        <a:bodyPr/>
        <a:lstStyle/>
        <a:p>
          <a:endParaRPr lang="en-US"/>
        </a:p>
      </dgm:t>
    </dgm:pt>
    <dgm:pt modelId="{49EB0AFE-3A23-448C-B689-5C4C3E3EC018}" type="sibTrans" cxnId="{8B3E3E2C-7FB4-427E-A37A-87D7F9B3962E}">
      <dgm:prSet/>
      <dgm:spPr/>
      <dgm:t>
        <a:bodyPr/>
        <a:lstStyle/>
        <a:p>
          <a:endParaRPr lang="en-US"/>
        </a:p>
      </dgm:t>
    </dgm:pt>
    <dgm:pt modelId="{DC390D66-FA4F-4474-9E27-A529953F0788}">
      <dgm:prSet/>
      <dgm:spPr/>
      <dgm:t>
        <a:bodyPr/>
        <a:lstStyle/>
        <a:p>
          <a:r>
            <a:rPr lang="en-US" dirty="0"/>
            <a:t>e. </a:t>
          </a:r>
          <a:r>
            <a:rPr lang="en-US" dirty="0" err="1"/>
            <a:t>membela</a:t>
          </a:r>
          <a:r>
            <a:rPr lang="en-US" dirty="0"/>
            <a:t> </a:t>
          </a:r>
          <a:r>
            <a:rPr lang="en-US" dirty="0" err="1"/>
            <a:t>diri</a:t>
          </a:r>
          <a:r>
            <a:rPr lang="en-US" dirty="0"/>
            <a:t>;</a:t>
          </a:r>
        </a:p>
      </dgm:t>
    </dgm:pt>
    <dgm:pt modelId="{0B2AE133-ABFA-48C5-9D79-78BF05C6F26A}" type="parTrans" cxnId="{A96F9503-04EA-43D5-98E7-D71F05C012F7}">
      <dgm:prSet/>
      <dgm:spPr/>
      <dgm:t>
        <a:bodyPr/>
        <a:lstStyle/>
        <a:p>
          <a:endParaRPr lang="en-US"/>
        </a:p>
      </dgm:t>
    </dgm:pt>
    <dgm:pt modelId="{3BD70C7D-CD7C-4B5E-9AD0-12E433C0E7A9}" type="sibTrans" cxnId="{A96F9503-04EA-43D5-98E7-D71F05C012F7}">
      <dgm:prSet/>
      <dgm:spPr/>
      <dgm:t>
        <a:bodyPr/>
        <a:lstStyle/>
        <a:p>
          <a:endParaRPr lang="en-US"/>
        </a:p>
      </dgm:t>
    </dgm:pt>
    <dgm:pt modelId="{E2D03E3D-914B-4DB9-B814-2F1495449453}">
      <dgm:prSet/>
      <dgm:spPr/>
      <dgm:t>
        <a:bodyPr/>
        <a:lstStyle/>
        <a:p>
          <a:r>
            <a:rPr lang="en-US" dirty="0"/>
            <a:t>f. </a:t>
          </a:r>
          <a:r>
            <a:rPr lang="en-US" dirty="0" err="1"/>
            <a:t>imunitas</a:t>
          </a:r>
          <a:r>
            <a:rPr lang="en-US" dirty="0"/>
            <a:t>;</a:t>
          </a:r>
        </a:p>
      </dgm:t>
    </dgm:pt>
    <dgm:pt modelId="{ECA18935-47FB-497A-A64F-690946202672}" type="parTrans" cxnId="{94DE6712-80E5-4F40-B608-D00ED8549670}">
      <dgm:prSet/>
      <dgm:spPr/>
      <dgm:t>
        <a:bodyPr/>
        <a:lstStyle/>
        <a:p>
          <a:endParaRPr lang="en-US"/>
        </a:p>
      </dgm:t>
    </dgm:pt>
    <dgm:pt modelId="{90FE7128-9377-44FF-90A3-7428D1E697CA}" type="sibTrans" cxnId="{94DE6712-80E5-4F40-B608-D00ED8549670}">
      <dgm:prSet/>
      <dgm:spPr/>
      <dgm:t>
        <a:bodyPr/>
        <a:lstStyle/>
        <a:p>
          <a:endParaRPr lang="en-US"/>
        </a:p>
      </dgm:t>
    </dgm:pt>
    <dgm:pt modelId="{1EB0C0C7-78B1-4A58-853F-3AFC586BCCE2}">
      <dgm:prSet/>
      <dgm:spPr/>
      <dgm:t>
        <a:bodyPr/>
        <a:lstStyle/>
        <a:p>
          <a:r>
            <a:rPr lang="en-US" dirty="0"/>
            <a:t>g. </a:t>
          </a:r>
          <a:r>
            <a:rPr lang="en-US" dirty="0" err="1"/>
            <a:t>protokoler</a:t>
          </a:r>
          <a:r>
            <a:rPr lang="en-US" dirty="0"/>
            <a:t>; </a:t>
          </a:r>
          <a:r>
            <a:rPr lang="en-US" dirty="0" err="1"/>
            <a:t>dan</a:t>
          </a:r>
          <a:endParaRPr lang="en-US" dirty="0"/>
        </a:p>
      </dgm:t>
    </dgm:pt>
    <dgm:pt modelId="{45DDA78D-1131-41A3-9117-8C0890D30F25}" type="parTrans" cxnId="{85E77F0D-32D5-40B5-B99D-D23021D415EE}">
      <dgm:prSet/>
      <dgm:spPr/>
      <dgm:t>
        <a:bodyPr/>
        <a:lstStyle/>
        <a:p>
          <a:endParaRPr lang="en-US"/>
        </a:p>
      </dgm:t>
    </dgm:pt>
    <dgm:pt modelId="{0AF4624F-68E2-43CD-AE91-7B0C58847B73}" type="sibTrans" cxnId="{85E77F0D-32D5-40B5-B99D-D23021D415EE}">
      <dgm:prSet/>
      <dgm:spPr/>
      <dgm:t>
        <a:bodyPr/>
        <a:lstStyle/>
        <a:p>
          <a:endParaRPr lang="en-US"/>
        </a:p>
      </dgm:t>
    </dgm:pt>
    <dgm:pt modelId="{A779FBAC-3F17-4E91-8D9C-975B59F268FA}">
      <dgm:prSet/>
      <dgm:spPr/>
      <dgm:t>
        <a:bodyPr/>
        <a:lstStyle/>
        <a:p>
          <a:r>
            <a:rPr lang="en-US" dirty="0"/>
            <a:t>h. </a:t>
          </a:r>
          <a:r>
            <a:rPr lang="en-US" dirty="0" err="1"/>
            <a:t>keuangan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administratif</a:t>
          </a:r>
          <a:r>
            <a:rPr lang="en-US" dirty="0"/>
            <a:t>.</a:t>
          </a:r>
        </a:p>
      </dgm:t>
    </dgm:pt>
    <dgm:pt modelId="{5DA4BAEC-5518-417F-A19E-7B2D7CE99A22}" type="parTrans" cxnId="{5DD7051E-EC9F-4660-BBFC-197BE2AF0732}">
      <dgm:prSet/>
      <dgm:spPr/>
      <dgm:t>
        <a:bodyPr/>
        <a:lstStyle/>
        <a:p>
          <a:endParaRPr lang="en-US"/>
        </a:p>
      </dgm:t>
    </dgm:pt>
    <dgm:pt modelId="{16750385-BE17-4A56-B647-BB739612D47F}" type="sibTrans" cxnId="{5DD7051E-EC9F-4660-BBFC-197BE2AF0732}">
      <dgm:prSet/>
      <dgm:spPr/>
      <dgm:t>
        <a:bodyPr/>
        <a:lstStyle/>
        <a:p>
          <a:endParaRPr lang="en-US"/>
        </a:p>
      </dgm:t>
    </dgm:pt>
    <dgm:pt modelId="{E2F815A1-A951-43A3-82BB-7B1260E42FCB}" type="pres">
      <dgm:prSet presAssocID="{79E4740F-45F6-421E-A04B-96AC6D1514BF}" presName="Name0" presStyleCnt="0">
        <dgm:presLayoutVars>
          <dgm:dir/>
          <dgm:resizeHandles val="exact"/>
        </dgm:presLayoutVars>
      </dgm:prSet>
      <dgm:spPr/>
    </dgm:pt>
    <dgm:pt modelId="{0F197E87-C0B0-47EB-B471-9CC3280096D9}" type="pres">
      <dgm:prSet presAssocID="{51E4872C-F599-4821-B63B-0ADF808B9906}" presName="node" presStyleLbl="node1" presStyleIdx="0" presStyleCnt="8">
        <dgm:presLayoutVars>
          <dgm:bulletEnabled val="1"/>
        </dgm:presLayoutVars>
      </dgm:prSet>
      <dgm:spPr/>
    </dgm:pt>
    <dgm:pt modelId="{5258551A-0BB2-4AB7-B123-1DBD4C41AA9D}" type="pres">
      <dgm:prSet presAssocID="{ADC5C456-7C1E-4FEB-B5B0-AE49430D6CAC}" presName="sibTrans" presStyleLbl="sibTrans1D1" presStyleIdx="0" presStyleCnt="7"/>
      <dgm:spPr/>
    </dgm:pt>
    <dgm:pt modelId="{02EE66CF-6B56-4B0B-A537-E774C7FFAA43}" type="pres">
      <dgm:prSet presAssocID="{ADC5C456-7C1E-4FEB-B5B0-AE49430D6CAC}" presName="connectorText" presStyleLbl="sibTrans1D1" presStyleIdx="0" presStyleCnt="7"/>
      <dgm:spPr/>
    </dgm:pt>
    <dgm:pt modelId="{80BA744E-E6D6-4D7D-8E72-56666BC6DF1F}" type="pres">
      <dgm:prSet presAssocID="{C2952C09-9785-4AFA-8DA3-EF7410024076}" presName="node" presStyleLbl="node1" presStyleIdx="1" presStyleCnt="8">
        <dgm:presLayoutVars>
          <dgm:bulletEnabled val="1"/>
        </dgm:presLayoutVars>
      </dgm:prSet>
      <dgm:spPr/>
    </dgm:pt>
    <dgm:pt modelId="{6A457B97-B7FA-4967-A38E-B654B2C87BDA}" type="pres">
      <dgm:prSet presAssocID="{07634B09-0BB8-4E5D-A150-051E937CD677}" presName="sibTrans" presStyleLbl="sibTrans1D1" presStyleIdx="1" presStyleCnt="7"/>
      <dgm:spPr/>
    </dgm:pt>
    <dgm:pt modelId="{5014DE58-F7A7-433A-901D-A9EF9CED3DB2}" type="pres">
      <dgm:prSet presAssocID="{07634B09-0BB8-4E5D-A150-051E937CD677}" presName="connectorText" presStyleLbl="sibTrans1D1" presStyleIdx="1" presStyleCnt="7"/>
      <dgm:spPr/>
    </dgm:pt>
    <dgm:pt modelId="{5303DE42-FDDD-494E-B347-683BD0BB8454}" type="pres">
      <dgm:prSet presAssocID="{E297F227-3482-42A5-87C1-C87E31BE6707}" presName="node" presStyleLbl="node1" presStyleIdx="2" presStyleCnt="8">
        <dgm:presLayoutVars>
          <dgm:bulletEnabled val="1"/>
        </dgm:presLayoutVars>
      </dgm:prSet>
      <dgm:spPr/>
    </dgm:pt>
    <dgm:pt modelId="{AEA470D1-653C-4311-B7F5-C6CD2115785D}" type="pres">
      <dgm:prSet presAssocID="{EA3CAD9F-4807-4DCC-902C-99D4BEE71B51}" presName="sibTrans" presStyleLbl="sibTrans1D1" presStyleIdx="2" presStyleCnt="7"/>
      <dgm:spPr/>
    </dgm:pt>
    <dgm:pt modelId="{27E1777D-FC19-4E10-A273-B76E2AEB6225}" type="pres">
      <dgm:prSet presAssocID="{EA3CAD9F-4807-4DCC-902C-99D4BEE71B51}" presName="connectorText" presStyleLbl="sibTrans1D1" presStyleIdx="2" presStyleCnt="7"/>
      <dgm:spPr/>
    </dgm:pt>
    <dgm:pt modelId="{8C914F9D-49BA-433B-9C01-1252B6404C85}" type="pres">
      <dgm:prSet presAssocID="{8D46144A-9E48-4521-8164-F0FEDFE4C8B0}" presName="node" presStyleLbl="node1" presStyleIdx="3" presStyleCnt="8">
        <dgm:presLayoutVars>
          <dgm:bulletEnabled val="1"/>
        </dgm:presLayoutVars>
      </dgm:prSet>
      <dgm:spPr/>
    </dgm:pt>
    <dgm:pt modelId="{06FEA68C-16D5-4C99-A4FC-2C7D84877CB5}" type="pres">
      <dgm:prSet presAssocID="{49EB0AFE-3A23-448C-B689-5C4C3E3EC018}" presName="sibTrans" presStyleLbl="sibTrans1D1" presStyleIdx="3" presStyleCnt="7"/>
      <dgm:spPr/>
    </dgm:pt>
    <dgm:pt modelId="{9DE41CC1-2A3F-48F6-BB63-44BF70B0EA93}" type="pres">
      <dgm:prSet presAssocID="{49EB0AFE-3A23-448C-B689-5C4C3E3EC018}" presName="connectorText" presStyleLbl="sibTrans1D1" presStyleIdx="3" presStyleCnt="7"/>
      <dgm:spPr/>
    </dgm:pt>
    <dgm:pt modelId="{B7E58FF9-4D91-423C-AB03-A28599C632EE}" type="pres">
      <dgm:prSet presAssocID="{DC390D66-FA4F-4474-9E27-A529953F0788}" presName="node" presStyleLbl="node1" presStyleIdx="4" presStyleCnt="8">
        <dgm:presLayoutVars>
          <dgm:bulletEnabled val="1"/>
        </dgm:presLayoutVars>
      </dgm:prSet>
      <dgm:spPr/>
    </dgm:pt>
    <dgm:pt modelId="{8F361094-5123-4614-87D5-D0D7A85EE247}" type="pres">
      <dgm:prSet presAssocID="{3BD70C7D-CD7C-4B5E-9AD0-12E433C0E7A9}" presName="sibTrans" presStyleLbl="sibTrans1D1" presStyleIdx="4" presStyleCnt="7"/>
      <dgm:spPr/>
    </dgm:pt>
    <dgm:pt modelId="{C9E62B9C-4F29-42CF-AF91-8AA1C8A07A49}" type="pres">
      <dgm:prSet presAssocID="{3BD70C7D-CD7C-4B5E-9AD0-12E433C0E7A9}" presName="connectorText" presStyleLbl="sibTrans1D1" presStyleIdx="4" presStyleCnt="7"/>
      <dgm:spPr/>
    </dgm:pt>
    <dgm:pt modelId="{A3E0B4FD-D717-4E3B-B5AD-879D0EEE08F3}" type="pres">
      <dgm:prSet presAssocID="{E2D03E3D-914B-4DB9-B814-2F1495449453}" presName="node" presStyleLbl="node1" presStyleIdx="5" presStyleCnt="8">
        <dgm:presLayoutVars>
          <dgm:bulletEnabled val="1"/>
        </dgm:presLayoutVars>
      </dgm:prSet>
      <dgm:spPr/>
    </dgm:pt>
    <dgm:pt modelId="{F2D0C94E-F070-41AC-8A25-8D8361E4D372}" type="pres">
      <dgm:prSet presAssocID="{90FE7128-9377-44FF-90A3-7428D1E697CA}" presName="sibTrans" presStyleLbl="sibTrans1D1" presStyleIdx="5" presStyleCnt="7"/>
      <dgm:spPr/>
    </dgm:pt>
    <dgm:pt modelId="{5B428949-E124-4A46-9566-4B5CDBF673DC}" type="pres">
      <dgm:prSet presAssocID="{90FE7128-9377-44FF-90A3-7428D1E697CA}" presName="connectorText" presStyleLbl="sibTrans1D1" presStyleIdx="5" presStyleCnt="7"/>
      <dgm:spPr/>
    </dgm:pt>
    <dgm:pt modelId="{FA17385E-2EDE-4B30-A162-A3FD4DF590DC}" type="pres">
      <dgm:prSet presAssocID="{1EB0C0C7-78B1-4A58-853F-3AFC586BCCE2}" presName="node" presStyleLbl="node1" presStyleIdx="6" presStyleCnt="8">
        <dgm:presLayoutVars>
          <dgm:bulletEnabled val="1"/>
        </dgm:presLayoutVars>
      </dgm:prSet>
      <dgm:spPr/>
    </dgm:pt>
    <dgm:pt modelId="{3F43B71A-DB2E-4367-B59E-C8FEB021E2A0}" type="pres">
      <dgm:prSet presAssocID="{0AF4624F-68E2-43CD-AE91-7B0C58847B73}" presName="sibTrans" presStyleLbl="sibTrans1D1" presStyleIdx="6" presStyleCnt="7"/>
      <dgm:spPr/>
    </dgm:pt>
    <dgm:pt modelId="{77A5E659-9D99-45C7-9757-193B294FBAC4}" type="pres">
      <dgm:prSet presAssocID="{0AF4624F-68E2-43CD-AE91-7B0C58847B73}" presName="connectorText" presStyleLbl="sibTrans1D1" presStyleIdx="6" presStyleCnt="7"/>
      <dgm:spPr/>
    </dgm:pt>
    <dgm:pt modelId="{35B2CC69-3242-4564-BECC-01D84A3750AA}" type="pres">
      <dgm:prSet presAssocID="{A779FBAC-3F17-4E91-8D9C-975B59F268FA}" presName="node" presStyleLbl="node1" presStyleIdx="7" presStyleCnt="8">
        <dgm:presLayoutVars>
          <dgm:bulletEnabled val="1"/>
        </dgm:presLayoutVars>
      </dgm:prSet>
      <dgm:spPr/>
    </dgm:pt>
  </dgm:ptLst>
  <dgm:cxnLst>
    <dgm:cxn modelId="{A96F9503-04EA-43D5-98E7-D71F05C012F7}" srcId="{79E4740F-45F6-421E-A04B-96AC6D1514BF}" destId="{DC390D66-FA4F-4474-9E27-A529953F0788}" srcOrd="4" destOrd="0" parTransId="{0B2AE133-ABFA-48C5-9D79-78BF05C6F26A}" sibTransId="{3BD70C7D-CD7C-4B5E-9AD0-12E433C0E7A9}"/>
    <dgm:cxn modelId="{85E77F0D-32D5-40B5-B99D-D23021D415EE}" srcId="{79E4740F-45F6-421E-A04B-96AC6D1514BF}" destId="{1EB0C0C7-78B1-4A58-853F-3AFC586BCCE2}" srcOrd="6" destOrd="0" parTransId="{45DDA78D-1131-41A3-9117-8C0890D30F25}" sibTransId="{0AF4624F-68E2-43CD-AE91-7B0C58847B73}"/>
    <dgm:cxn modelId="{94DE6712-80E5-4F40-B608-D00ED8549670}" srcId="{79E4740F-45F6-421E-A04B-96AC6D1514BF}" destId="{E2D03E3D-914B-4DB9-B814-2F1495449453}" srcOrd="5" destOrd="0" parTransId="{ECA18935-47FB-497A-A64F-690946202672}" sibTransId="{90FE7128-9377-44FF-90A3-7428D1E697CA}"/>
    <dgm:cxn modelId="{5DD7051E-EC9F-4660-BBFC-197BE2AF0732}" srcId="{79E4740F-45F6-421E-A04B-96AC6D1514BF}" destId="{A779FBAC-3F17-4E91-8D9C-975B59F268FA}" srcOrd="7" destOrd="0" parTransId="{5DA4BAEC-5518-417F-A19E-7B2D7CE99A22}" sibTransId="{16750385-BE17-4A56-B647-BB739612D47F}"/>
    <dgm:cxn modelId="{B824D11F-17FB-432B-BAE3-8618596B0635}" type="presOf" srcId="{07634B09-0BB8-4E5D-A150-051E937CD677}" destId="{6A457B97-B7FA-4967-A38E-B654B2C87BDA}" srcOrd="0" destOrd="0" presId="urn:microsoft.com/office/officeart/2005/8/layout/bProcess3"/>
    <dgm:cxn modelId="{858A0924-E38B-4367-9E43-AF71D4FBFAFB}" type="presOf" srcId="{DC390D66-FA4F-4474-9E27-A529953F0788}" destId="{B7E58FF9-4D91-423C-AB03-A28599C632EE}" srcOrd="0" destOrd="0" presId="urn:microsoft.com/office/officeart/2005/8/layout/bProcess3"/>
    <dgm:cxn modelId="{8B3E3E2C-7FB4-427E-A37A-87D7F9B3962E}" srcId="{79E4740F-45F6-421E-A04B-96AC6D1514BF}" destId="{8D46144A-9E48-4521-8164-F0FEDFE4C8B0}" srcOrd="3" destOrd="0" parTransId="{0D65ABAB-86E7-498E-BE64-7060720963E6}" sibTransId="{49EB0AFE-3A23-448C-B689-5C4C3E3EC018}"/>
    <dgm:cxn modelId="{59020D34-925B-4643-8D64-E42535B4981F}" type="presOf" srcId="{EA3CAD9F-4807-4DCC-902C-99D4BEE71B51}" destId="{AEA470D1-653C-4311-B7F5-C6CD2115785D}" srcOrd="0" destOrd="0" presId="urn:microsoft.com/office/officeart/2005/8/layout/bProcess3"/>
    <dgm:cxn modelId="{0AB79F37-C6EC-4C6C-A83E-2D8AA7734FB3}" type="presOf" srcId="{E2D03E3D-914B-4DB9-B814-2F1495449453}" destId="{A3E0B4FD-D717-4E3B-B5AD-879D0EEE08F3}" srcOrd="0" destOrd="0" presId="urn:microsoft.com/office/officeart/2005/8/layout/bProcess3"/>
    <dgm:cxn modelId="{5C6FC946-C513-4B73-ACA6-1DAAF636C102}" type="presOf" srcId="{49EB0AFE-3A23-448C-B689-5C4C3E3EC018}" destId="{9DE41CC1-2A3F-48F6-BB63-44BF70B0EA93}" srcOrd="1" destOrd="0" presId="urn:microsoft.com/office/officeart/2005/8/layout/bProcess3"/>
    <dgm:cxn modelId="{7D87F969-1E5C-4119-93CF-55B91D323089}" srcId="{79E4740F-45F6-421E-A04B-96AC6D1514BF}" destId="{C2952C09-9785-4AFA-8DA3-EF7410024076}" srcOrd="1" destOrd="0" parTransId="{752B4341-954D-418E-84C3-C9BF9B271637}" sibTransId="{07634B09-0BB8-4E5D-A150-051E937CD677}"/>
    <dgm:cxn modelId="{6AAD7256-D042-4A71-B45E-47E757437BC5}" type="presOf" srcId="{E297F227-3482-42A5-87C1-C87E31BE6707}" destId="{5303DE42-FDDD-494E-B347-683BD0BB8454}" srcOrd="0" destOrd="0" presId="urn:microsoft.com/office/officeart/2005/8/layout/bProcess3"/>
    <dgm:cxn modelId="{E0130A7A-9C22-40A4-BBA8-DCC8A29B3CE0}" srcId="{79E4740F-45F6-421E-A04B-96AC6D1514BF}" destId="{E297F227-3482-42A5-87C1-C87E31BE6707}" srcOrd="2" destOrd="0" parTransId="{BA8A24E1-CB4F-4F55-B472-A46C818A5B0E}" sibTransId="{EA3CAD9F-4807-4DCC-902C-99D4BEE71B51}"/>
    <dgm:cxn modelId="{479CF993-45EA-4E36-8654-D54711440474}" type="presOf" srcId="{3BD70C7D-CD7C-4B5E-9AD0-12E433C0E7A9}" destId="{8F361094-5123-4614-87D5-D0D7A85EE247}" srcOrd="0" destOrd="0" presId="urn:microsoft.com/office/officeart/2005/8/layout/bProcess3"/>
    <dgm:cxn modelId="{33823B94-6212-4862-83C6-57631721BD09}" type="presOf" srcId="{49EB0AFE-3A23-448C-B689-5C4C3E3EC018}" destId="{06FEA68C-16D5-4C99-A4FC-2C7D84877CB5}" srcOrd="0" destOrd="0" presId="urn:microsoft.com/office/officeart/2005/8/layout/bProcess3"/>
    <dgm:cxn modelId="{8CE688A2-D238-45CD-940F-8A0B34D4CDF1}" srcId="{79E4740F-45F6-421E-A04B-96AC6D1514BF}" destId="{51E4872C-F599-4821-B63B-0ADF808B9906}" srcOrd="0" destOrd="0" parTransId="{B6D0CB15-3005-4538-940A-28760D96C997}" sibTransId="{ADC5C456-7C1E-4FEB-B5B0-AE49430D6CAC}"/>
    <dgm:cxn modelId="{116F01A3-A400-4A95-AA48-A23CFF0EDE8C}" type="presOf" srcId="{C2952C09-9785-4AFA-8DA3-EF7410024076}" destId="{80BA744E-E6D6-4D7D-8E72-56666BC6DF1F}" srcOrd="0" destOrd="0" presId="urn:microsoft.com/office/officeart/2005/8/layout/bProcess3"/>
    <dgm:cxn modelId="{00F713A7-9603-44DC-96EF-F031CE614AF8}" type="presOf" srcId="{90FE7128-9377-44FF-90A3-7428D1E697CA}" destId="{F2D0C94E-F070-41AC-8A25-8D8361E4D372}" srcOrd="0" destOrd="0" presId="urn:microsoft.com/office/officeart/2005/8/layout/bProcess3"/>
    <dgm:cxn modelId="{5CD3C7A7-4AD0-442A-90C1-D163CC755420}" type="presOf" srcId="{8D46144A-9E48-4521-8164-F0FEDFE4C8B0}" destId="{8C914F9D-49BA-433B-9C01-1252B6404C85}" srcOrd="0" destOrd="0" presId="urn:microsoft.com/office/officeart/2005/8/layout/bProcess3"/>
    <dgm:cxn modelId="{BB71B3B0-1870-4475-BC7F-04BF2C3EDBD1}" type="presOf" srcId="{3BD70C7D-CD7C-4B5E-9AD0-12E433C0E7A9}" destId="{C9E62B9C-4F29-42CF-AF91-8AA1C8A07A49}" srcOrd="1" destOrd="0" presId="urn:microsoft.com/office/officeart/2005/8/layout/bProcess3"/>
    <dgm:cxn modelId="{696183B5-B286-4387-8A89-34B9BF5FDEFE}" type="presOf" srcId="{07634B09-0BB8-4E5D-A150-051E937CD677}" destId="{5014DE58-F7A7-433A-901D-A9EF9CED3DB2}" srcOrd="1" destOrd="0" presId="urn:microsoft.com/office/officeart/2005/8/layout/bProcess3"/>
    <dgm:cxn modelId="{F0A002B9-0331-4D04-B97B-B76296134C84}" type="presOf" srcId="{51E4872C-F599-4821-B63B-0ADF808B9906}" destId="{0F197E87-C0B0-47EB-B471-9CC3280096D9}" srcOrd="0" destOrd="0" presId="urn:microsoft.com/office/officeart/2005/8/layout/bProcess3"/>
    <dgm:cxn modelId="{2B47EDBB-0764-4C7C-BFD8-D8DA61765440}" type="presOf" srcId="{EA3CAD9F-4807-4DCC-902C-99D4BEE71B51}" destId="{27E1777D-FC19-4E10-A273-B76E2AEB6225}" srcOrd="1" destOrd="0" presId="urn:microsoft.com/office/officeart/2005/8/layout/bProcess3"/>
    <dgm:cxn modelId="{A7761ABE-394B-495E-8839-56FF0460171B}" type="presOf" srcId="{0AF4624F-68E2-43CD-AE91-7B0C58847B73}" destId="{77A5E659-9D99-45C7-9757-193B294FBAC4}" srcOrd="1" destOrd="0" presId="urn:microsoft.com/office/officeart/2005/8/layout/bProcess3"/>
    <dgm:cxn modelId="{94DDA5C6-8C40-4039-B0C2-F3D5879CB81D}" type="presOf" srcId="{79E4740F-45F6-421E-A04B-96AC6D1514BF}" destId="{E2F815A1-A951-43A3-82BB-7B1260E42FCB}" srcOrd="0" destOrd="0" presId="urn:microsoft.com/office/officeart/2005/8/layout/bProcess3"/>
    <dgm:cxn modelId="{B1AB89C9-D51A-47B8-90BB-FEC02911878A}" type="presOf" srcId="{1EB0C0C7-78B1-4A58-853F-3AFC586BCCE2}" destId="{FA17385E-2EDE-4B30-A162-A3FD4DF590DC}" srcOrd="0" destOrd="0" presId="urn:microsoft.com/office/officeart/2005/8/layout/bProcess3"/>
    <dgm:cxn modelId="{7FD771DB-3C19-415B-894D-E64AF84F0CC1}" type="presOf" srcId="{ADC5C456-7C1E-4FEB-B5B0-AE49430D6CAC}" destId="{02EE66CF-6B56-4B0B-A537-E774C7FFAA43}" srcOrd="1" destOrd="0" presId="urn:microsoft.com/office/officeart/2005/8/layout/bProcess3"/>
    <dgm:cxn modelId="{23ECF4DB-0493-476C-BA8C-3EFE49171BB5}" type="presOf" srcId="{90FE7128-9377-44FF-90A3-7428D1E697CA}" destId="{5B428949-E124-4A46-9566-4B5CDBF673DC}" srcOrd="1" destOrd="0" presId="urn:microsoft.com/office/officeart/2005/8/layout/bProcess3"/>
    <dgm:cxn modelId="{8260B0E7-1FCC-4639-8163-BCD47EF050E4}" type="presOf" srcId="{A779FBAC-3F17-4E91-8D9C-975B59F268FA}" destId="{35B2CC69-3242-4564-BECC-01D84A3750AA}" srcOrd="0" destOrd="0" presId="urn:microsoft.com/office/officeart/2005/8/layout/bProcess3"/>
    <dgm:cxn modelId="{584B15EA-A3E4-4E3F-9F71-51C3A0B12A5B}" type="presOf" srcId="{0AF4624F-68E2-43CD-AE91-7B0C58847B73}" destId="{3F43B71A-DB2E-4367-B59E-C8FEB021E2A0}" srcOrd="0" destOrd="0" presId="urn:microsoft.com/office/officeart/2005/8/layout/bProcess3"/>
    <dgm:cxn modelId="{578E7BF3-C9AD-43DD-A118-806334AD441A}" type="presOf" srcId="{ADC5C456-7C1E-4FEB-B5B0-AE49430D6CAC}" destId="{5258551A-0BB2-4AB7-B123-1DBD4C41AA9D}" srcOrd="0" destOrd="0" presId="urn:microsoft.com/office/officeart/2005/8/layout/bProcess3"/>
    <dgm:cxn modelId="{B938E08F-4C31-4066-BC19-CE3B0CC59113}" type="presParOf" srcId="{E2F815A1-A951-43A3-82BB-7B1260E42FCB}" destId="{0F197E87-C0B0-47EB-B471-9CC3280096D9}" srcOrd="0" destOrd="0" presId="urn:microsoft.com/office/officeart/2005/8/layout/bProcess3"/>
    <dgm:cxn modelId="{2B585E9A-D9EB-4A53-BBDD-B69670E0AD4E}" type="presParOf" srcId="{E2F815A1-A951-43A3-82BB-7B1260E42FCB}" destId="{5258551A-0BB2-4AB7-B123-1DBD4C41AA9D}" srcOrd="1" destOrd="0" presId="urn:microsoft.com/office/officeart/2005/8/layout/bProcess3"/>
    <dgm:cxn modelId="{A8A5287B-8EBF-48FC-8C3C-2B6085103791}" type="presParOf" srcId="{5258551A-0BB2-4AB7-B123-1DBD4C41AA9D}" destId="{02EE66CF-6B56-4B0B-A537-E774C7FFAA43}" srcOrd="0" destOrd="0" presId="urn:microsoft.com/office/officeart/2005/8/layout/bProcess3"/>
    <dgm:cxn modelId="{E7EDB3D8-7000-494C-8965-3E6EECCD411E}" type="presParOf" srcId="{E2F815A1-A951-43A3-82BB-7B1260E42FCB}" destId="{80BA744E-E6D6-4D7D-8E72-56666BC6DF1F}" srcOrd="2" destOrd="0" presId="urn:microsoft.com/office/officeart/2005/8/layout/bProcess3"/>
    <dgm:cxn modelId="{CE78212E-2CE6-41C3-8377-F39B6B37A931}" type="presParOf" srcId="{E2F815A1-A951-43A3-82BB-7B1260E42FCB}" destId="{6A457B97-B7FA-4967-A38E-B654B2C87BDA}" srcOrd="3" destOrd="0" presId="urn:microsoft.com/office/officeart/2005/8/layout/bProcess3"/>
    <dgm:cxn modelId="{E6AE6B53-C12C-4BF3-8696-50587900DC73}" type="presParOf" srcId="{6A457B97-B7FA-4967-A38E-B654B2C87BDA}" destId="{5014DE58-F7A7-433A-901D-A9EF9CED3DB2}" srcOrd="0" destOrd="0" presId="urn:microsoft.com/office/officeart/2005/8/layout/bProcess3"/>
    <dgm:cxn modelId="{AB8B38AF-AA60-41C4-863A-FFFB660BCA88}" type="presParOf" srcId="{E2F815A1-A951-43A3-82BB-7B1260E42FCB}" destId="{5303DE42-FDDD-494E-B347-683BD0BB8454}" srcOrd="4" destOrd="0" presId="urn:microsoft.com/office/officeart/2005/8/layout/bProcess3"/>
    <dgm:cxn modelId="{69E7ADB4-10A3-4EF7-A2BD-6B2B6AE479FB}" type="presParOf" srcId="{E2F815A1-A951-43A3-82BB-7B1260E42FCB}" destId="{AEA470D1-653C-4311-B7F5-C6CD2115785D}" srcOrd="5" destOrd="0" presId="urn:microsoft.com/office/officeart/2005/8/layout/bProcess3"/>
    <dgm:cxn modelId="{692A967C-587E-4782-AE4B-E488F6200540}" type="presParOf" srcId="{AEA470D1-653C-4311-B7F5-C6CD2115785D}" destId="{27E1777D-FC19-4E10-A273-B76E2AEB6225}" srcOrd="0" destOrd="0" presId="urn:microsoft.com/office/officeart/2005/8/layout/bProcess3"/>
    <dgm:cxn modelId="{B06A02CF-9B7B-496A-8CA4-4EBBEC5E5CE3}" type="presParOf" srcId="{E2F815A1-A951-43A3-82BB-7B1260E42FCB}" destId="{8C914F9D-49BA-433B-9C01-1252B6404C85}" srcOrd="6" destOrd="0" presId="urn:microsoft.com/office/officeart/2005/8/layout/bProcess3"/>
    <dgm:cxn modelId="{0A61BC7A-68E6-453B-A72C-554D9536008F}" type="presParOf" srcId="{E2F815A1-A951-43A3-82BB-7B1260E42FCB}" destId="{06FEA68C-16D5-4C99-A4FC-2C7D84877CB5}" srcOrd="7" destOrd="0" presId="urn:microsoft.com/office/officeart/2005/8/layout/bProcess3"/>
    <dgm:cxn modelId="{4F644794-AE83-4D71-BB34-D40A4ACB116D}" type="presParOf" srcId="{06FEA68C-16D5-4C99-A4FC-2C7D84877CB5}" destId="{9DE41CC1-2A3F-48F6-BB63-44BF70B0EA93}" srcOrd="0" destOrd="0" presId="urn:microsoft.com/office/officeart/2005/8/layout/bProcess3"/>
    <dgm:cxn modelId="{74F95378-584D-4BDF-B37D-A60FF0A66E27}" type="presParOf" srcId="{E2F815A1-A951-43A3-82BB-7B1260E42FCB}" destId="{B7E58FF9-4D91-423C-AB03-A28599C632EE}" srcOrd="8" destOrd="0" presId="urn:microsoft.com/office/officeart/2005/8/layout/bProcess3"/>
    <dgm:cxn modelId="{613830A8-988D-48CD-B77E-A03B2A8FBC12}" type="presParOf" srcId="{E2F815A1-A951-43A3-82BB-7B1260E42FCB}" destId="{8F361094-5123-4614-87D5-D0D7A85EE247}" srcOrd="9" destOrd="0" presId="urn:microsoft.com/office/officeart/2005/8/layout/bProcess3"/>
    <dgm:cxn modelId="{C3A0722B-9586-45AC-B961-FD1633B3BED4}" type="presParOf" srcId="{8F361094-5123-4614-87D5-D0D7A85EE247}" destId="{C9E62B9C-4F29-42CF-AF91-8AA1C8A07A49}" srcOrd="0" destOrd="0" presId="urn:microsoft.com/office/officeart/2005/8/layout/bProcess3"/>
    <dgm:cxn modelId="{EE2E02DF-8B41-4F21-9000-2C07462DAA2A}" type="presParOf" srcId="{E2F815A1-A951-43A3-82BB-7B1260E42FCB}" destId="{A3E0B4FD-D717-4E3B-B5AD-879D0EEE08F3}" srcOrd="10" destOrd="0" presId="urn:microsoft.com/office/officeart/2005/8/layout/bProcess3"/>
    <dgm:cxn modelId="{C1605204-22A3-4DCF-990B-1132079E71F0}" type="presParOf" srcId="{E2F815A1-A951-43A3-82BB-7B1260E42FCB}" destId="{F2D0C94E-F070-41AC-8A25-8D8361E4D372}" srcOrd="11" destOrd="0" presId="urn:microsoft.com/office/officeart/2005/8/layout/bProcess3"/>
    <dgm:cxn modelId="{8BAEA30F-556C-4BB9-9CDA-74C2441CF13B}" type="presParOf" srcId="{F2D0C94E-F070-41AC-8A25-8D8361E4D372}" destId="{5B428949-E124-4A46-9566-4B5CDBF673DC}" srcOrd="0" destOrd="0" presId="urn:microsoft.com/office/officeart/2005/8/layout/bProcess3"/>
    <dgm:cxn modelId="{14F041B0-D302-4CE3-9CBE-0B884285544E}" type="presParOf" srcId="{E2F815A1-A951-43A3-82BB-7B1260E42FCB}" destId="{FA17385E-2EDE-4B30-A162-A3FD4DF590DC}" srcOrd="12" destOrd="0" presId="urn:microsoft.com/office/officeart/2005/8/layout/bProcess3"/>
    <dgm:cxn modelId="{D562DBF0-1FC0-4218-92E4-AD1336AD2210}" type="presParOf" srcId="{E2F815A1-A951-43A3-82BB-7B1260E42FCB}" destId="{3F43B71A-DB2E-4367-B59E-C8FEB021E2A0}" srcOrd="13" destOrd="0" presId="urn:microsoft.com/office/officeart/2005/8/layout/bProcess3"/>
    <dgm:cxn modelId="{07559C06-997A-401E-AED9-23835449B8D1}" type="presParOf" srcId="{3F43B71A-DB2E-4367-B59E-C8FEB021E2A0}" destId="{77A5E659-9D99-45C7-9757-193B294FBAC4}" srcOrd="0" destOrd="0" presId="urn:microsoft.com/office/officeart/2005/8/layout/bProcess3"/>
    <dgm:cxn modelId="{5EB04EE2-1C1C-4F35-9D24-6CA44E7094A2}" type="presParOf" srcId="{E2F815A1-A951-43A3-82BB-7B1260E42FCB}" destId="{35B2CC69-3242-4564-BECC-01D84A3750AA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F95C0D6-BB2A-4446-9D15-CC50858C9A23}" type="doc">
      <dgm:prSet loTypeId="urn:microsoft.com/office/officeart/2005/8/layout/hList3" loCatId="list" qsTypeId="urn:microsoft.com/office/officeart/2005/8/quickstyle/simple1" qsCatId="simple" csTypeId="urn:microsoft.com/office/officeart/2005/8/colors/colorful1#5" csCatId="colorful" phldr="1"/>
      <dgm:spPr/>
      <dgm:t>
        <a:bodyPr/>
        <a:lstStyle/>
        <a:p>
          <a:endParaRPr lang="en-US"/>
        </a:p>
      </dgm:t>
    </dgm:pt>
    <dgm:pt modelId="{85B911C7-28EB-4EE5-8ACA-D9E2BF7B0B77}">
      <dgm:prSet phldrT="[Text]" custT="1"/>
      <dgm:spPr/>
      <dgm:t>
        <a:bodyPr/>
        <a:lstStyle/>
        <a:p>
          <a:r>
            <a:rPr lang="en-US" sz="4000" dirty="0"/>
            <a:t>PEMERINTAHAN DESA</a:t>
          </a:r>
        </a:p>
      </dgm:t>
    </dgm:pt>
    <dgm:pt modelId="{16CDC828-5420-4D46-9C67-F9D5DC02F78B}" type="parTrans" cxnId="{7ED585DE-0BE3-4DDB-87DC-46BDDC48A0D9}">
      <dgm:prSet/>
      <dgm:spPr/>
      <dgm:t>
        <a:bodyPr/>
        <a:lstStyle/>
        <a:p>
          <a:endParaRPr lang="en-US"/>
        </a:p>
      </dgm:t>
    </dgm:pt>
    <dgm:pt modelId="{58BE50D9-EF65-4231-8B2B-BFE461686E19}" type="sibTrans" cxnId="{7ED585DE-0BE3-4DDB-87DC-46BDDC48A0D9}">
      <dgm:prSet/>
      <dgm:spPr/>
      <dgm:t>
        <a:bodyPr/>
        <a:lstStyle/>
        <a:p>
          <a:endParaRPr lang="en-US"/>
        </a:p>
      </dgm:t>
    </dgm:pt>
    <dgm:pt modelId="{1A5D4EF2-33FE-48D7-8E53-40DBFE70A700}">
      <dgm:prSet phldrT="[Text]"/>
      <dgm:spPr/>
      <dgm:t>
        <a:bodyPr/>
        <a:lstStyle/>
        <a:p>
          <a:r>
            <a:rPr lang="en-US" dirty="0"/>
            <a:t>PEMERINTAH DESA</a:t>
          </a:r>
        </a:p>
      </dgm:t>
    </dgm:pt>
    <dgm:pt modelId="{7CB45EA6-DBD0-4180-AFCB-7B09FA63338E}" type="parTrans" cxnId="{F8750EF9-A01B-4E30-AD1D-3E6534AD1259}">
      <dgm:prSet/>
      <dgm:spPr/>
      <dgm:t>
        <a:bodyPr/>
        <a:lstStyle/>
        <a:p>
          <a:endParaRPr lang="en-US"/>
        </a:p>
      </dgm:t>
    </dgm:pt>
    <dgm:pt modelId="{B6190E98-C70C-484F-A192-C70C249F0D74}" type="sibTrans" cxnId="{F8750EF9-A01B-4E30-AD1D-3E6534AD1259}">
      <dgm:prSet/>
      <dgm:spPr/>
      <dgm:t>
        <a:bodyPr/>
        <a:lstStyle/>
        <a:p>
          <a:endParaRPr lang="en-US"/>
        </a:p>
      </dgm:t>
    </dgm:pt>
    <dgm:pt modelId="{9DA34153-012C-4943-AF20-8DAE46AEC47C}">
      <dgm:prSet phldrT="[Text]"/>
      <dgm:spPr/>
      <dgm:t>
        <a:bodyPr/>
        <a:lstStyle/>
        <a:p>
          <a:r>
            <a:rPr lang="en-US" dirty="0"/>
            <a:t>BPD</a:t>
          </a:r>
        </a:p>
      </dgm:t>
    </dgm:pt>
    <dgm:pt modelId="{B84C555C-4D71-4347-9145-4B6C1BFE2853}" type="parTrans" cxnId="{18A41974-BD11-4C5C-91E9-089C565C3E39}">
      <dgm:prSet/>
      <dgm:spPr/>
      <dgm:t>
        <a:bodyPr/>
        <a:lstStyle/>
        <a:p>
          <a:endParaRPr lang="en-US"/>
        </a:p>
      </dgm:t>
    </dgm:pt>
    <dgm:pt modelId="{66A3C544-5507-4B59-8AC7-BF6A0729D3B1}" type="sibTrans" cxnId="{18A41974-BD11-4C5C-91E9-089C565C3E39}">
      <dgm:prSet/>
      <dgm:spPr/>
      <dgm:t>
        <a:bodyPr/>
        <a:lstStyle/>
        <a:p>
          <a:endParaRPr lang="en-US"/>
        </a:p>
      </dgm:t>
    </dgm:pt>
    <dgm:pt modelId="{B94CF7C6-884F-44F1-9724-D7F1A4C5EFE3}" type="pres">
      <dgm:prSet presAssocID="{0F95C0D6-BB2A-4446-9D15-CC50858C9A23}" presName="composite" presStyleCnt="0">
        <dgm:presLayoutVars>
          <dgm:chMax val="1"/>
          <dgm:dir/>
          <dgm:resizeHandles val="exact"/>
        </dgm:presLayoutVars>
      </dgm:prSet>
      <dgm:spPr/>
    </dgm:pt>
    <dgm:pt modelId="{DD51D90E-8963-4DA2-A417-1CB9D3EFDFD1}" type="pres">
      <dgm:prSet presAssocID="{85B911C7-28EB-4EE5-8ACA-D9E2BF7B0B77}" presName="roof" presStyleLbl="dkBgShp" presStyleIdx="0" presStyleCnt="2" custScaleY="180702" custLinFactNeighborY="14912"/>
      <dgm:spPr/>
    </dgm:pt>
    <dgm:pt modelId="{5593A2E9-E063-44D7-86A2-B322FF4083B3}" type="pres">
      <dgm:prSet presAssocID="{85B911C7-28EB-4EE5-8ACA-D9E2BF7B0B77}" presName="pillars" presStyleCnt="0"/>
      <dgm:spPr/>
    </dgm:pt>
    <dgm:pt modelId="{46E20784-7E6A-4A6F-B594-C61D59EEA6DF}" type="pres">
      <dgm:prSet presAssocID="{85B911C7-28EB-4EE5-8ACA-D9E2BF7B0B77}" presName="pillar1" presStyleLbl="node1" presStyleIdx="0" presStyleCnt="2" custScaleY="68533" custLinFactNeighborY="10136">
        <dgm:presLayoutVars>
          <dgm:bulletEnabled val="1"/>
        </dgm:presLayoutVars>
      </dgm:prSet>
      <dgm:spPr/>
    </dgm:pt>
    <dgm:pt modelId="{5E1FEFD4-4945-418E-BE23-98A025003FCA}" type="pres">
      <dgm:prSet presAssocID="{9DA34153-012C-4943-AF20-8DAE46AEC47C}" presName="pillarX" presStyleLbl="node1" presStyleIdx="1" presStyleCnt="2" custScaleY="68533" custLinFactNeighborY="10136">
        <dgm:presLayoutVars>
          <dgm:bulletEnabled val="1"/>
        </dgm:presLayoutVars>
      </dgm:prSet>
      <dgm:spPr/>
    </dgm:pt>
    <dgm:pt modelId="{8D682691-A766-4D2E-AE99-76DFBB910D31}" type="pres">
      <dgm:prSet presAssocID="{85B911C7-28EB-4EE5-8ACA-D9E2BF7B0B77}" presName="base" presStyleLbl="dkBgShp" presStyleIdx="1" presStyleCnt="2"/>
      <dgm:spPr/>
    </dgm:pt>
  </dgm:ptLst>
  <dgm:cxnLst>
    <dgm:cxn modelId="{18A41974-BD11-4C5C-91E9-089C565C3E39}" srcId="{85B911C7-28EB-4EE5-8ACA-D9E2BF7B0B77}" destId="{9DA34153-012C-4943-AF20-8DAE46AEC47C}" srcOrd="1" destOrd="0" parTransId="{B84C555C-4D71-4347-9145-4B6C1BFE2853}" sibTransId="{66A3C544-5507-4B59-8AC7-BF6A0729D3B1}"/>
    <dgm:cxn modelId="{7D09AF9B-EF6D-47E7-931A-D118049482EE}" type="presOf" srcId="{1A5D4EF2-33FE-48D7-8E53-40DBFE70A700}" destId="{46E20784-7E6A-4A6F-B594-C61D59EEA6DF}" srcOrd="0" destOrd="0" presId="urn:microsoft.com/office/officeart/2005/8/layout/hList3"/>
    <dgm:cxn modelId="{8E2456AB-C9D6-440C-85C5-93D1703DA3BB}" type="presOf" srcId="{85B911C7-28EB-4EE5-8ACA-D9E2BF7B0B77}" destId="{DD51D90E-8963-4DA2-A417-1CB9D3EFDFD1}" srcOrd="0" destOrd="0" presId="urn:microsoft.com/office/officeart/2005/8/layout/hList3"/>
    <dgm:cxn modelId="{77F473C4-5FC8-4E6A-A312-429E8680CFAE}" type="presOf" srcId="{0F95C0D6-BB2A-4446-9D15-CC50858C9A23}" destId="{B94CF7C6-884F-44F1-9724-D7F1A4C5EFE3}" srcOrd="0" destOrd="0" presId="urn:microsoft.com/office/officeart/2005/8/layout/hList3"/>
    <dgm:cxn modelId="{7ED585DE-0BE3-4DDB-87DC-46BDDC48A0D9}" srcId="{0F95C0D6-BB2A-4446-9D15-CC50858C9A23}" destId="{85B911C7-28EB-4EE5-8ACA-D9E2BF7B0B77}" srcOrd="0" destOrd="0" parTransId="{16CDC828-5420-4D46-9C67-F9D5DC02F78B}" sibTransId="{58BE50D9-EF65-4231-8B2B-BFE461686E19}"/>
    <dgm:cxn modelId="{9D7976F3-7E86-45CF-BA45-31220AA93F48}" type="presOf" srcId="{9DA34153-012C-4943-AF20-8DAE46AEC47C}" destId="{5E1FEFD4-4945-418E-BE23-98A025003FCA}" srcOrd="0" destOrd="0" presId="urn:microsoft.com/office/officeart/2005/8/layout/hList3"/>
    <dgm:cxn modelId="{F8750EF9-A01B-4E30-AD1D-3E6534AD1259}" srcId="{85B911C7-28EB-4EE5-8ACA-D9E2BF7B0B77}" destId="{1A5D4EF2-33FE-48D7-8E53-40DBFE70A700}" srcOrd="0" destOrd="0" parTransId="{7CB45EA6-DBD0-4180-AFCB-7B09FA63338E}" sibTransId="{B6190E98-C70C-484F-A192-C70C249F0D74}"/>
    <dgm:cxn modelId="{73269B92-5512-403C-8C1A-CD63E98E488A}" type="presParOf" srcId="{B94CF7C6-884F-44F1-9724-D7F1A4C5EFE3}" destId="{DD51D90E-8963-4DA2-A417-1CB9D3EFDFD1}" srcOrd="0" destOrd="0" presId="urn:microsoft.com/office/officeart/2005/8/layout/hList3"/>
    <dgm:cxn modelId="{BBE2BC4C-DA36-40EB-997D-FA2798C72E81}" type="presParOf" srcId="{B94CF7C6-884F-44F1-9724-D7F1A4C5EFE3}" destId="{5593A2E9-E063-44D7-86A2-B322FF4083B3}" srcOrd="1" destOrd="0" presId="urn:microsoft.com/office/officeart/2005/8/layout/hList3"/>
    <dgm:cxn modelId="{F1B5170D-F6B9-46F9-8D6A-4C8022F0CE8C}" type="presParOf" srcId="{5593A2E9-E063-44D7-86A2-B322FF4083B3}" destId="{46E20784-7E6A-4A6F-B594-C61D59EEA6DF}" srcOrd="0" destOrd="0" presId="urn:microsoft.com/office/officeart/2005/8/layout/hList3"/>
    <dgm:cxn modelId="{66AABD0C-40E8-4F22-A87E-4A08E7A4E0AB}" type="presParOf" srcId="{5593A2E9-E063-44D7-86A2-B322FF4083B3}" destId="{5E1FEFD4-4945-418E-BE23-98A025003FCA}" srcOrd="1" destOrd="0" presId="urn:microsoft.com/office/officeart/2005/8/layout/hList3"/>
    <dgm:cxn modelId="{EC14E004-A3AB-4C05-B91A-82F61E5AB68B}" type="presParOf" srcId="{B94CF7C6-884F-44F1-9724-D7F1A4C5EFE3}" destId="{8D682691-A766-4D2E-AE99-76DFBB910D3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56E45-1248-4746-9081-462001911EE6}">
      <dsp:nvSpPr>
        <dsp:cNvPr id="0" name=""/>
        <dsp:cNvSpPr/>
      </dsp:nvSpPr>
      <dsp:spPr>
        <a:xfrm>
          <a:off x="2133600" y="0"/>
          <a:ext cx="1066799" cy="905192"/>
        </a:xfrm>
        <a:prstGeom prst="trapezoid">
          <a:avLst>
            <a:gd name="adj" fmla="val 5892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Pancasila</a:t>
          </a:r>
          <a:endParaRPr lang="en-US" sz="2100" kern="1200" dirty="0"/>
        </a:p>
      </dsp:txBody>
      <dsp:txXfrm>
        <a:off x="2133600" y="0"/>
        <a:ext cx="1066799" cy="905192"/>
      </dsp:txXfrm>
    </dsp:sp>
    <dsp:sp modelId="{0C7DCED4-C827-47D0-9AE6-5BBD42AFF7F7}">
      <dsp:nvSpPr>
        <dsp:cNvPr id="0" name=""/>
        <dsp:cNvSpPr/>
      </dsp:nvSpPr>
      <dsp:spPr>
        <a:xfrm>
          <a:off x="1600200" y="905192"/>
          <a:ext cx="2133599" cy="905192"/>
        </a:xfrm>
        <a:prstGeom prst="trapezoid">
          <a:avLst>
            <a:gd name="adj" fmla="val 58927"/>
          </a:avLst>
        </a:prstGeom>
        <a:solidFill>
          <a:schemeClr val="accent5">
            <a:hueOff val="-3504825"/>
            <a:satOff val="5153"/>
            <a:lumOff val="441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UUD 1945</a:t>
          </a:r>
        </a:p>
      </dsp:txBody>
      <dsp:txXfrm>
        <a:off x="1973579" y="905192"/>
        <a:ext cx="1386840" cy="905192"/>
      </dsp:txXfrm>
    </dsp:sp>
    <dsp:sp modelId="{26FA652C-0346-4739-BE8C-CA21064DE4BD}">
      <dsp:nvSpPr>
        <dsp:cNvPr id="0" name=""/>
        <dsp:cNvSpPr/>
      </dsp:nvSpPr>
      <dsp:spPr>
        <a:xfrm>
          <a:off x="1066800" y="1810384"/>
          <a:ext cx="3200399" cy="905192"/>
        </a:xfrm>
        <a:prstGeom prst="trapezoid">
          <a:avLst>
            <a:gd name="adj" fmla="val 58927"/>
          </a:avLst>
        </a:prstGeom>
        <a:solidFill>
          <a:schemeClr val="accent5">
            <a:hueOff val="-7009649"/>
            <a:satOff val="10306"/>
            <a:lumOff val="882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Wawasan</a:t>
          </a:r>
          <a:r>
            <a:rPr lang="en-US" sz="2100" kern="1200" dirty="0"/>
            <a:t> Nusantara</a:t>
          </a:r>
        </a:p>
      </dsp:txBody>
      <dsp:txXfrm>
        <a:off x="1626869" y="1810384"/>
        <a:ext cx="2080260" cy="905192"/>
      </dsp:txXfrm>
    </dsp:sp>
    <dsp:sp modelId="{B75C1CC9-75A0-4C11-847E-33E589A9FDA0}">
      <dsp:nvSpPr>
        <dsp:cNvPr id="0" name=""/>
        <dsp:cNvSpPr/>
      </dsp:nvSpPr>
      <dsp:spPr>
        <a:xfrm>
          <a:off x="533400" y="2715577"/>
          <a:ext cx="4267199" cy="905192"/>
        </a:xfrm>
        <a:prstGeom prst="trapezoid">
          <a:avLst>
            <a:gd name="adj" fmla="val 58927"/>
          </a:avLst>
        </a:prstGeom>
        <a:solidFill>
          <a:schemeClr val="accent5">
            <a:hueOff val="-10514474"/>
            <a:satOff val="15460"/>
            <a:lumOff val="1323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Ketahanan</a:t>
          </a:r>
          <a:r>
            <a:rPr lang="en-US" sz="2100" kern="1200" dirty="0"/>
            <a:t> </a:t>
          </a:r>
          <a:r>
            <a:rPr lang="en-US" sz="2100" kern="1200" dirty="0" err="1"/>
            <a:t>Nasional</a:t>
          </a:r>
          <a:endParaRPr lang="en-US" sz="2100" kern="1200" dirty="0"/>
        </a:p>
      </dsp:txBody>
      <dsp:txXfrm>
        <a:off x="1280159" y="2715577"/>
        <a:ext cx="2773680" cy="905192"/>
      </dsp:txXfrm>
    </dsp:sp>
    <dsp:sp modelId="{B60BE5C0-2BD4-4D4F-AE74-950F6969D7CB}">
      <dsp:nvSpPr>
        <dsp:cNvPr id="0" name=""/>
        <dsp:cNvSpPr/>
      </dsp:nvSpPr>
      <dsp:spPr>
        <a:xfrm>
          <a:off x="0" y="3620769"/>
          <a:ext cx="5334000" cy="905192"/>
        </a:xfrm>
        <a:prstGeom prst="trapezoid">
          <a:avLst>
            <a:gd name="adj" fmla="val 58927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Dokumen</a:t>
          </a:r>
          <a:r>
            <a:rPr lang="en-US" sz="2100" kern="1200" dirty="0"/>
            <a:t> </a:t>
          </a:r>
          <a:r>
            <a:rPr lang="en-US" sz="2100" kern="1200" dirty="0" err="1"/>
            <a:t>Rencana</a:t>
          </a:r>
          <a:r>
            <a:rPr lang="en-US" sz="2100" kern="1200" dirty="0"/>
            <a:t> </a:t>
          </a:r>
          <a:r>
            <a:rPr lang="en-US" sz="2100" kern="1200" dirty="0" err="1"/>
            <a:t>pembangunan</a:t>
          </a:r>
          <a:endParaRPr lang="en-US" sz="2100" kern="1200" dirty="0"/>
        </a:p>
      </dsp:txBody>
      <dsp:txXfrm>
        <a:off x="933449" y="3620769"/>
        <a:ext cx="3467100" cy="90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456D7-2F20-46EA-A465-7CC1DCA997E1}">
      <dsp:nvSpPr>
        <dsp:cNvPr id="0" name=""/>
        <dsp:cNvSpPr/>
      </dsp:nvSpPr>
      <dsp:spPr>
        <a:xfrm>
          <a:off x="0" y="394799"/>
          <a:ext cx="822960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95732" rIns="63870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Pernah</a:t>
          </a:r>
          <a:r>
            <a:rPr lang="en-US" sz="1900" kern="1200" dirty="0"/>
            <a:t> </a:t>
          </a:r>
          <a:r>
            <a:rPr lang="en-US" sz="1900" kern="1200" dirty="0" err="1"/>
            <a:t>sebagai</a:t>
          </a:r>
          <a:r>
            <a:rPr lang="en-US" sz="1900" kern="1200" dirty="0"/>
            <a:t> </a:t>
          </a:r>
          <a:r>
            <a:rPr lang="en-US" sz="1900" kern="1200" dirty="0" err="1"/>
            <a:t>bangsa</a:t>
          </a:r>
          <a:r>
            <a:rPr lang="en-US" sz="1900" kern="1200" dirty="0"/>
            <a:t> yang </a:t>
          </a:r>
          <a:r>
            <a:rPr lang="en-US" sz="1900" kern="1200" dirty="0" err="1"/>
            <a:t>terjajah</a:t>
          </a:r>
          <a:r>
            <a:rPr lang="en-US" sz="1900" kern="1200" dirty="0"/>
            <a:t> </a:t>
          </a:r>
          <a:r>
            <a:rPr lang="en-US" sz="1900" kern="1200" dirty="0" err="1"/>
            <a:t>dan</a:t>
          </a:r>
          <a:r>
            <a:rPr lang="en-US" sz="1900" kern="1200" dirty="0"/>
            <a:t> </a:t>
          </a:r>
          <a:r>
            <a:rPr lang="en-US" sz="1900" kern="1200" dirty="0" err="1"/>
            <a:t>terpecah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Pernah</a:t>
          </a:r>
          <a:r>
            <a:rPr lang="en-US" sz="1900" kern="1200" dirty="0"/>
            <a:t> </a:t>
          </a:r>
          <a:r>
            <a:rPr lang="en-US" sz="1900" kern="1200" dirty="0" err="1"/>
            <a:t>memiliki</a:t>
          </a:r>
          <a:r>
            <a:rPr lang="en-US" sz="1900" kern="1200" dirty="0"/>
            <a:t> </a:t>
          </a:r>
          <a:r>
            <a:rPr lang="en-US" sz="1900" kern="1200" dirty="0" err="1"/>
            <a:t>wilayah</a:t>
          </a:r>
          <a:r>
            <a:rPr lang="en-US" sz="1900" kern="1200" dirty="0"/>
            <a:t> yang </a:t>
          </a:r>
          <a:r>
            <a:rPr lang="en-US" sz="1900" kern="1200" dirty="0" err="1"/>
            <a:t>terpisah-pisah</a:t>
          </a:r>
          <a:endParaRPr lang="en-US" sz="1900" kern="1200" dirty="0"/>
        </a:p>
      </dsp:txBody>
      <dsp:txXfrm>
        <a:off x="0" y="394799"/>
        <a:ext cx="8229600" cy="1107225"/>
      </dsp:txXfrm>
    </dsp:sp>
    <dsp:sp modelId="{E5349E31-C561-4BE2-A4DB-2B3750F7BBD1}">
      <dsp:nvSpPr>
        <dsp:cNvPr id="0" name=""/>
        <dsp:cNvSpPr/>
      </dsp:nvSpPr>
      <dsp:spPr>
        <a:xfrm>
          <a:off x="411480" y="114358"/>
          <a:ext cx="5760720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HISTORIS</a:t>
          </a:r>
        </a:p>
      </dsp:txBody>
      <dsp:txXfrm>
        <a:off x="438860" y="141738"/>
        <a:ext cx="5705960" cy="506120"/>
      </dsp:txXfrm>
    </dsp:sp>
    <dsp:sp modelId="{E1BF5421-E62F-439C-92EF-C00C37E59D87}">
      <dsp:nvSpPr>
        <dsp:cNvPr id="0" name=""/>
        <dsp:cNvSpPr/>
      </dsp:nvSpPr>
      <dsp:spPr>
        <a:xfrm>
          <a:off x="0" y="1885064"/>
          <a:ext cx="8229600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95732" rIns="63870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Indonesia, </a:t>
          </a:r>
          <a:r>
            <a:rPr lang="en-US" sz="1900" kern="1200" dirty="0" err="1"/>
            <a:t>negara</a:t>
          </a:r>
          <a:r>
            <a:rPr lang="en-US" sz="1900" kern="1200" dirty="0"/>
            <a:t> </a:t>
          </a:r>
          <a:r>
            <a:rPr lang="en-US" sz="1900" kern="1200" dirty="0" err="1"/>
            <a:t>bangsa</a:t>
          </a:r>
          <a:r>
            <a:rPr lang="en-US" sz="1900" kern="1200" dirty="0"/>
            <a:t> </a:t>
          </a:r>
          <a:r>
            <a:rPr lang="en-US" sz="1900" kern="1200" dirty="0" err="1"/>
            <a:t>dengan</a:t>
          </a:r>
          <a:r>
            <a:rPr lang="en-US" sz="1900" kern="1200" dirty="0"/>
            <a:t> </a:t>
          </a:r>
          <a:r>
            <a:rPr lang="en-US" sz="1900" kern="1200" dirty="0" err="1"/>
            <a:t>wilayah</a:t>
          </a:r>
          <a:r>
            <a:rPr lang="en-US" sz="1900" kern="1200" dirty="0"/>
            <a:t> </a:t>
          </a:r>
          <a:r>
            <a:rPr lang="en-US" sz="1900" kern="1200" dirty="0" err="1"/>
            <a:t>dan</a:t>
          </a:r>
          <a:r>
            <a:rPr lang="en-US" sz="1900" kern="1200" dirty="0"/>
            <a:t> </a:t>
          </a:r>
          <a:r>
            <a:rPr lang="en-US" sz="1900" kern="1200" dirty="0" err="1"/>
            <a:t>posisi</a:t>
          </a:r>
          <a:r>
            <a:rPr lang="en-US" sz="1900" kern="1200" dirty="0"/>
            <a:t> yang </a:t>
          </a:r>
          <a:r>
            <a:rPr lang="en-US" sz="1900" kern="1200" dirty="0" err="1"/>
            <a:t>unik</a:t>
          </a:r>
          <a:r>
            <a:rPr lang="en-US" sz="1900" kern="1200" dirty="0"/>
            <a:t> </a:t>
          </a:r>
          <a:r>
            <a:rPr lang="en-US" sz="1900" kern="1200" dirty="0" err="1"/>
            <a:t>dan</a:t>
          </a:r>
          <a:r>
            <a:rPr lang="en-US" sz="1900" kern="1200" dirty="0"/>
            <a:t> </a:t>
          </a:r>
          <a:r>
            <a:rPr lang="en-US" sz="1900" kern="1200" dirty="0" err="1"/>
            <a:t>heterogen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Perlu</a:t>
          </a:r>
          <a:r>
            <a:rPr lang="en-US" sz="1900" kern="1200" dirty="0"/>
            <a:t> </a:t>
          </a:r>
          <a:r>
            <a:rPr lang="en-US" sz="1900" kern="1200" dirty="0" err="1"/>
            <a:t>memiliki</a:t>
          </a:r>
          <a:r>
            <a:rPr lang="en-US" sz="1900" kern="1200" dirty="0"/>
            <a:t> </a:t>
          </a:r>
          <a:r>
            <a:rPr lang="en-US" sz="1900" kern="1200" dirty="0" err="1"/>
            <a:t>visi</a:t>
          </a:r>
          <a:r>
            <a:rPr lang="en-US" sz="1900" kern="1200" dirty="0"/>
            <a:t> </a:t>
          </a:r>
          <a:r>
            <a:rPr lang="en-US" sz="1900" kern="1200" dirty="0" err="1"/>
            <a:t>menjadi</a:t>
          </a:r>
          <a:r>
            <a:rPr lang="en-US" sz="1900" kern="1200" dirty="0"/>
            <a:t> </a:t>
          </a:r>
          <a:r>
            <a:rPr lang="en-US" sz="1900" kern="1200" dirty="0" err="1"/>
            <a:t>bangsa</a:t>
          </a:r>
          <a:r>
            <a:rPr lang="en-US" sz="1900" kern="1200" dirty="0"/>
            <a:t> yang </a:t>
          </a:r>
          <a:r>
            <a:rPr lang="en-US" sz="1900" kern="1200" dirty="0" err="1"/>
            <a:t>bersatu</a:t>
          </a:r>
          <a:r>
            <a:rPr lang="en-US" sz="1900" kern="1200" dirty="0"/>
            <a:t> </a:t>
          </a:r>
          <a:r>
            <a:rPr lang="en-US" sz="1900" kern="1200" dirty="0" err="1"/>
            <a:t>dan</a:t>
          </a:r>
          <a:r>
            <a:rPr lang="en-US" sz="1900" kern="1200" dirty="0"/>
            <a:t> </a:t>
          </a:r>
          <a:r>
            <a:rPr lang="en-US" sz="1900" kern="1200" dirty="0" err="1"/>
            <a:t>utuh</a:t>
          </a:r>
          <a:endParaRPr lang="en-US" sz="1900" kern="1200" dirty="0"/>
        </a:p>
      </dsp:txBody>
      <dsp:txXfrm>
        <a:off x="0" y="1885064"/>
        <a:ext cx="8229600" cy="1376550"/>
      </dsp:txXfrm>
    </dsp:sp>
    <dsp:sp modelId="{D9B79AAC-7BAF-44AA-9FD4-A716CD1DC968}">
      <dsp:nvSpPr>
        <dsp:cNvPr id="0" name=""/>
        <dsp:cNvSpPr/>
      </dsp:nvSpPr>
      <dsp:spPr>
        <a:xfrm>
          <a:off x="411480" y="1604624"/>
          <a:ext cx="5760720" cy="560880"/>
        </a:xfrm>
        <a:prstGeom prst="roundRect">
          <a:avLst/>
        </a:prstGeom>
        <a:solidFill>
          <a:schemeClr val="accent2">
            <a:hueOff val="-4533602"/>
            <a:satOff val="2618"/>
            <a:lumOff val="-480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GEOGRAFIS DAN SOSIAL BUDAYA</a:t>
          </a:r>
        </a:p>
      </dsp:txBody>
      <dsp:txXfrm>
        <a:off x="438860" y="1632004"/>
        <a:ext cx="5705960" cy="506120"/>
      </dsp:txXfrm>
    </dsp:sp>
    <dsp:sp modelId="{F46C3C40-8A07-4527-B80A-C1F3AE303A21}">
      <dsp:nvSpPr>
        <dsp:cNvPr id="0" name=""/>
        <dsp:cNvSpPr/>
      </dsp:nvSpPr>
      <dsp:spPr>
        <a:xfrm>
          <a:off x="0" y="3644654"/>
          <a:ext cx="8229600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95732" rIns="63870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Politik</a:t>
          </a:r>
          <a:r>
            <a:rPr lang="en-US" sz="1900" kern="1200" dirty="0"/>
            <a:t> </a:t>
          </a:r>
          <a:r>
            <a:rPr lang="en-US" sz="1900" kern="1200" dirty="0" err="1"/>
            <a:t>suatu</a:t>
          </a:r>
          <a:r>
            <a:rPr lang="en-US" sz="1900" kern="1200" dirty="0"/>
            <a:t> </a:t>
          </a:r>
          <a:r>
            <a:rPr lang="en-US" sz="1900" kern="1200" dirty="0" err="1"/>
            <a:t>negara</a:t>
          </a:r>
          <a:r>
            <a:rPr lang="en-US" sz="1900" kern="1200" dirty="0"/>
            <a:t> </a:t>
          </a:r>
          <a:r>
            <a:rPr lang="en-US" sz="1900" kern="1200" dirty="0" err="1"/>
            <a:t>dipengaruhi</a:t>
          </a:r>
          <a:r>
            <a:rPr lang="en-US" sz="1900" kern="1200" dirty="0"/>
            <a:t> </a:t>
          </a:r>
          <a:r>
            <a:rPr lang="en-US" sz="1900" kern="1200" dirty="0" err="1"/>
            <a:t>oleh</a:t>
          </a:r>
          <a:r>
            <a:rPr lang="en-US" sz="1900" kern="1200" dirty="0"/>
            <a:t> </a:t>
          </a:r>
          <a:r>
            <a:rPr lang="en-US" sz="1900" kern="1200" dirty="0" err="1"/>
            <a:t>konstelasi</a:t>
          </a:r>
          <a:r>
            <a:rPr lang="en-US" sz="1900" kern="1200" dirty="0"/>
            <a:t> </a:t>
          </a:r>
          <a:r>
            <a:rPr lang="en-US" sz="1900" kern="1200" dirty="0" err="1"/>
            <a:t>geografinya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Wilayah Indonesia </a:t>
          </a:r>
          <a:r>
            <a:rPr lang="en-US" sz="1900" kern="1200" dirty="0" err="1"/>
            <a:t>satu</a:t>
          </a:r>
          <a:r>
            <a:rPr lang="en-US" sz="1900" kern="1200" dirty="0"/>
            <a:t> </a:t>
          </a:r>
          <a:r>
            <a:rPr lang="en-US" sz="1900" kern="1200" dirty="0" err="1"/>
            <a:t>kesatuan</a:t>
          </a:r>
          <a:r>
            <a:rPr lang="en-US" sz="1900" kern="1200" dirty="0"/>
            <a:t> </a:t>
          </a:r>
          <a:r>
            <a:rPr lang="en-US" sz="1900" kern="1200" dirty="0" err="1"/>
            <a:t>wilayah</a:t>
          </a:r>
          <a:r>
            <a:rPr lang="en-US" sz="1900" kern="1200" dirty="0"/>
            <a:t> </a:t>
          </a:r>
          <a:r>
            <a:rPr lang="en-US" sz="1900" kern="1200" dirty="0" err="1"/>
            <a:t>dari</a:t>
          </a:r>
          <a:r>
            <a:rPr lang="en-US" sz="1900" kern="1200" dirty="0"/>
            <a:t> </a:t>
          </a:r>
          <a:r>
            <a:rPr lang="en-US" sz="1900" kern="1200" dirty="0" err="1"/>
            <a:t>Sabang</a:t>
          </a:r>
          <a:r>
            <a:rPr lang="en-US" sz="1900" kern="1200" dirty="0"/>
            <a:t> </a:t>
          </a:r>
          <a:r>
            <a:rPr lang="en-US" sz="1900" kern="1200" dirty="0" err="1"/>
            <a:t>sampai</a:t>
          </a:r>
          <a:r>
            <a:rPr lang="en-US" sz="1900" kern="1200" dirty="0"/>
            <a:t> </a:t>
          </a:r>
          <a:r>
            <a:rPr lang="en-US" sz="1900" kern="1200" dirty="0" err="1"/>
            <a:t>Merauke</a:t>
          </a:r>
          <a:r>
            <a:rPr lang="en-US" sz="1900" kern="1200" dirty="0"/>
            <a:t> yang </a:t>
          </a:r>
          <a:r>
            <a:rPr lang="en-US" sz="1900" kern="1200" dirty="0" err="1"/>
            <a:t>terletak</a:t>
          </a:r>
          <a:r>
            <a:rPr lang="en-US" sz="1900" kern="1200" dirty="0"/>
            <a:t> </a:t>
          </a:r>
          <a:r>
            <a:rPr lang="en-US" sz="1900" kern="1200" dirty="0" err="1"/>
            <a:t>antara</a:t>
          </a:r>
          <a:r>
            <a:rPr lang="en-US" sz="1900" kern="1200" dirty="0"/>
            <a:t> </a:t>
          </a:r>
          <a:r>
            <a:rPr lang="en-US" sz="1900" kern="1200" dirty="0" err="1"/>
            <a:t>dua</a:t>
          </a:r>
          <a:r>
            <a:rPr lang="en-US" sz="1900" kern="1200" dirty="0"/>
            <a:t> </a:t>
          </a:r>
          <a:r>
            <a:rPr lang="en-US" sz="1900" kern="1200" dirty="0" err="1"/>
            <a:t>samudera</a:t>
          </a:r>
          <a:r>
            <a:rPr lang="en-US" sz="1900" kern="1200" dirty="0"/>
            <a:t> </a:t>
          </a:r>
          <a:r>
            <a:rPr lang="en-US" sz="1900" kern="1200" dirty="0" err="1"/>
            <a:t>dan</a:t>
          </a:r>
          <a:r>
            <a:rPr lang="en-US" sz="1900" kern="1200" dirty="0"/>
            <a:t> </a:t>
          </a:r>
          <a:r>
            <a:rPr lang="en-US" sz="1900" kern="1200" dirty="0" err="1"/>
            <a:t>benua</a:t>
          </a:r>
          <a:endParaRPr lang="en-US" sz="1900" kern="1200" dirty="0"/>
        </a:p>
      </dsp:txBody>
      <dsp:txXfrm>
        <a:off x="0" y="3644654"/>
        <a:ext cx="8229600" cy="1376550"/>
      </dsp:txXfrm>
    </dsp:sp>
    <dsp:sp modelId="{89CB13FA-B4EC-49F8-B43C-DD5692DFDD6D}">
      <dsp:nvSpPr>
        <dsp:cNvPr id="0" name=""/>
        <dsp:cNvSpPr/>
      </dsp:nvSpPr>
      <dsp:spPr>
        <a:xfrm>
          <a:off x="411480" y="3364214"/>
          <a:ext cx="5760720" cy="560880"/>
        </a:xfrm>
        <a:prstGeom prst="roundRect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GEOPOLITIS DAN KEPENTINGAN NASIONAL</a:t>
          </a:r>
        </a:p>
      </dsp:txBody>
      <dsp:txXfrm>
        <a:off x="438860" y="3391594"/>
        <a:ext cx="570596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F5123E-384F-418A-A507-26B3CE2A283A}">
      <dsp:nvSpPr>
        <dsp:cNvPr id="0" name=""/>
        <dsp:cNvSpPr/>
      </dsp:nvSpPr>
      <dsp:spPr>
        <a:xfrm>
          <a:off x="0" y="43528"/>
          <a:ext cx="822960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100" kern="1200" dirty="0"/>
            <a:t>FUNGSI</a:t>
          </a:r>
        </a:p>
      </dsp:txBody>
      <dsp:txXfrm>
        <a:off x="36296" y="79824"/>
        <a:ext cx="8157008" cy="670943"/>
      </dsp:txXfrm>
    </dsp:sp>
    <dsp:sp modelId="{FD536400-F4E2-48E2-94D9-AB457B6265A3}">
      <dsp:nvSpPr>
        <dsp:cNvPr id="0" name=""/>
        <dsp:cNvSpPr/>
      </dsp:nvSpPr>
      <dsp:spPr>
        <a:xfrm>
          <a:off x="0" y="787063"/>
          <a:ext cx="8229600" cy="2117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2400" kern="1200" dirty="0"/>
            <a:t>Adalah sebagai pedoman, motivasi, dorongan dan rambu-rambu dalam menentukan segala kebijakan, keputusan, tindakan dan perbuatan baik bagi penyelenggara negara di tingkat pusat dan daerah maupun bagi seluruh rakyat Indonesia dalam kehidupan bermasyarakat, berbangsa dan bernegara</a:t>
          </a:r>
        </a:p>
      </dsp:txBody>
      <dsp:txXfrm>
        <a:off x="0" y="787063"/>
        <a:ext cx="8229600" cy="2117610"/>
      </dsp:txXfrm>
    </dsp:sp>
    <dsp:sp modelId="{5813B8CD-F847-4CE7-87B6-60674E286A9B}">
      <dsp:nvSpPr>
        <dsp:cNvPr id="0" name=""/>
        <dsp:cNvSpPr/>
      </dsp:nvSpPr>
      <dsp:spPr>
        <a:xfrm>
          <a:off x="0" y="2904674"/>
          <a:ext cx="8229600" cy="743535"/>
        </a:xfrm>
        <a:prstGeom prst="roundRect">
          <a:avLst/>
        </a:prstGeom>
        <a:solidFill>
          <a:schemeClr val="accent2">
            <a:hueOff val="-9067203"/>
            <a:satOff val="5236"/>
            <a:lumOff val="-96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100" kern="1200" dirty="0"/>
            <a:t>TUJUAN</a:t>
          </a:r>
        </a:p>
      </dsp:txBody>
      <dsp:txXfrm>
        <a:off x="36296" y="2940970"/>
        <a:ext cx="8157008" cy="670943"/>
      </dsp:txXfrm>
    </dsp:sp>
    <dsp:sp modelId="{208E4A74-24FC-4313-AEAF-345EF9003317}">
      <dsp:nvSpPr>
        <dsp:cNvPr id="0" name=""/>
        <dsp:cNvSpPr/>
      </dsp:nvSpPr>
      <dsp:spPr>
        <a:xfrm>
          <a:off x="0" y="3648209"/>
          <a:ext cx="8229600" cy="144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2400" kern="1200" dirty="0"/>
            <a:t>Untuk mewujudkan nasionalisme</a:t>
          </a:r>
          <a:r>
            <a:rPr lang="en-US" sz="2400" kern="1200" dirty="0"/>
            <a:t> </a:t>
          </a:r>
          <a:r>
            <a:rPr lang="id-ID" sz="2400" kern="1200" dirty="0"/>
            <a:t>di segala aspek kehidupan masyarakat Indonesia yang lebih mengutamakan kepentingan nasional daripada kepentingan kelompok, pribadi maupun golongan, termasuk etnis atau kedaerahan</a:t>
          </a:r>
        </a:p>
      </dsp:txBody>
      <dsp:txXfrm>
        <a:off x="0" y="3648209"/>
        <a:ext cx="8229600" cy="1443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3040C-319B-477F-9FEF-89428EE10101}">
      <dsp:nvSpPr>
        <dsp:cNvPr id="0" name=""/>
        <dsp:cNvSpPr/>
      </dsp:nvSpPr>
      <dsp:spPr>
        <a:xfrm>
          <a:off x="171318" y="0"/>
          <a:ext cx="4229364" cy="42293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6C4A0B-9F16-4058-B7AF-F0436F282235}">
      <dsp:nvSpPr>
        <dsp:cNvPr id="0" name=""/>
        <dsp:cNvSpPr/>
      </dsp:nvSpPr>
      <dsp:spPr>
        <a:xfrm>
          <a:off x="573107" y="401789"/>
          <a:ext cx="1649451" cy="16494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POLITIK</a:t>
          </a:r>
        </a:p>
      </dsp:txBody>
      <dsp:txXfrm>
        <a:off x="653627" y="482309"/>
        <a:ext cx="1488411" cy="1488411"/>
      </dsp:txXfrm>
    </dsp:sp>
    <dsp:sp modelId="{FD435BF0-21CE-4766-849A-434DD9462CF8}">
      <dsp:nvSpPr>
        <dsp:cNvPr id="0" name=""/>
        <dsp:cNvSpPr/>
      </dsp:nvSpPr>
      <dsp:spPr>
        <a:xfrm>
          <a:off x="2349440" y="401789"/>
          <a:ext cx="1649451" cy="164945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EKONOMI </a:t>
          </a:r>
        </a:p>
      </dsp:txBody>
      <dsp:txXfrm>
        <a:off x="2429960" y="482309"/>
        <a:ext cx="1488411" cy="1488411"/>
      </dsp:txXfrm>
    </dsp:sp>
    <dsp:sp modelId="{249244D2-F723-489C-945D-AF21244CBBC5}">
      <dsp:nvSpPr>
        <dsp:cNvPr id="0" name=""/>
        <dsp:cNvSpPr/>
      </dsp:nvSpPr>
      <dsp:spPr>
        <a:xfrm>
          <a:off x="573107" y="2178122"/>
          <a:ext cx="1649451" cy="164945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SOSIAL BUDAYA</a:t>
          </a:r>
        </a:p>
      </dsp:txBody>
      <dsp:txXfrm>
        <a:off x="653627" y="2258642"/>
        <a:ext cx="1488411" cy="1488411"/>
      </dsp:txXfrm>
    </dsp:sp>
    <dsp:sp modelId="{33A22465-875C-4B1C-AF9D-4F29F425E2F6}">
      <dsp:nvSpPr>
        <dsp:cNvPr id="0" name=""/>
        <dsp:cNvSpPr/>
      </dsp:nvSpPr>
      <dsp:spPr>
        <a:xfrm>
          <a:off x="2349440" y="2178122"/>
          <a:ext cx="1649451" cy="164945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PERTAHANAN DAN KEAMANAN</a:t>
          </a:r>
        </a:p>
      </dsp:txBody>
      <dsp:txXfrm>
        <a:off x="2429960" y="2258642"/>
        <a:ext cx="1488411" cy="14884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CA7C1-7742-4976-B9C7-4925AC1AD085}">
      <dsp:nvSpPr>
        <dsp:cNvPr id="0" name=""/>
        <dsp:cNvSpPr/>
      </dsp:nvSpPr>
      <dsp:spPr>
        <a:xfrm>
          <a:off x="0" y="0"/>
          <a:ext cx="8229600" cy="16048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kern="1200" dirty="0"/>
            <a:t>WADAH </a:t>
          </a:r>
          <a:r>
            <a:rPr lang="id-ID" sz="1800" i="1" kern="1200" dirty="0"/>
            <a:t>(CONTOUR)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Seluruh wilayah Indonesia memiliki kekayaan alam dan penduduk yang beragam budayanya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Organisasi kenegaraan yang merupakan wadah berbagai kegiatan kenegaraan (suprastruktur politik)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Wadah kehidupan kemasyarakatan</a:t>
          </a:r>
        </a:p>
      </dsp:txBody>
      <dsp:txXfrm>
        <a:off x="1806406" y="0"/>
        <a:ext cx="6423193" cy="1604863"/>
      </dsp:txXfrm>
    </dsp:sp>
    <dsp:sp modelId="{BCBB6768-6082-47C2-95F1-63F38CEE2AB9}">
      <dsp:nvSpPr>
        <dsp:cNvPr id="0" name=""/>
        <dsp:cNvSpPr/>
      </dsp:nvSpPr>
      <dsp:spPr>
        <a:xfrm>
          <a:off x="160486" y="160486"/>
          <a:ext cx="1645920" cy="12838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6B11B-8990-4DE9-B178-8ABDA5DC3BFC}">
      <dsp:nvSpPr>
        <dsp:cNvPr id="0" name=""/>
        <dsp:cNvSpPr/>
      </dsp:nvSpPr>
      <dsp:spPr>
        <a:xfrm>
          <a:off x="0" y="1765349"/>
          <a:ext cx="8229600" cy="16048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kern="1200" dirty="0"/>
            <a:t>ISI </a:t>
          </a:r>
          <a:r>
            <a:rPr lang="id-ID" sz="1800" i="1" kern="1200" dirty="0"/>
            <a:t>(CONTENT)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Realisasi  aspirasi bangsa  sebagai kesepakatan bersama serta pencapaian cita-cita dan tujuan nasional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Persatuan dan kesatuan dalam kebhinekaan yang meliputi semua aspek kehidupan nasional</a:t>
          </a:r>
        </a:p>
      </dsp:txBody>
      <dsp:txXfrm>
        <a:off x="1806406" y="1765349"/>
        <a:ext cx="6423193" cy="1604863"/>
      </dsp:txXfrm>
    </dsp:sp>
    <dsp:sp modelId="{6CDC0C11-DD71-4FD1-A903-33D76CEFFC56}">
      <dsp:nvSpPr>
        <dsp:cNvPr id="0" name=""/>
        <dsp:cNvSpPr/>
      </dsp:nvSpPr>
      <dsp:spPr>
        <a:xfrm>
          <a:off x="160486" y="1925836"/>
          <a:ext cx="1645920" cy="12838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C1F39-E7EE-450D-8D92-AA97912823DB}">
      <dsp:nvSpPr>
        <dsp:cNvPr id="0" name=""/>
        <dsp:cNvSpPr/>
      </dsp:nvSpPr>
      <dsp:spPr>
        <a:xfrm>
          <a:off x="0" y="3530699"/>
          <a:ext cx="8229600" cy="16048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kern="1200" dirty="0"/>
            <a:t>TATA LAKU (</a:t>
          </a:r>
          <a:r>
            <a:rPr lang="id-ID" sz="1800" i="1" kern="1200" dirty="0"/>
            <a:t>CONDUCT</a:t>
          </a:r>
          <a:r>
            <a:rPr lang="id-ID" sz="1800" i="0" kern="1200" dirty="0"/>
            <a:t>)</a:t>
          </a:r>
          <a:endParaRPr lang="id-ID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Tata laku bathiniah, adalah cerminan jiwa, semangat, dan mentalitas yang baik dari bangsa Indonesia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1400" kern="1200" dirty="0"/>
            <a:t>Tata laku lahiriah, adalah tercermin dari tindakan, perbuatan dan perilaku dari bangsa Indonesia</a:t>
          </a:r>
        </a:p>
      </dsp:txBody>
      <dsp:txXfrm>
        <a:off x="1806406" y="3530699"/>
        <a:ext cx="6423193" cy="1604863"/>
      </dsp:txXfrm>
    </dsp:sp>
    <dsp:sp modelId="{D6E5DB45-C5BD-473B-A56C-E71DFBF20E55}">
      <dsp:nvSpPr>
        <dsp:cNvPr id="0" name=""/>
        <dsp:cNvSpPr/>
      </dsp:nvSpPr>
      <dsp:spPr>
        <a:xfrm>
          <a:off x="160486" y="3691185"/>
          <a:ext cx="1645920" cy="12838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F9327-D804-46FB-B405-E66615873CD4}">
      <dsp:nvSpPr>
        <dsp:cNvPr id="0" name=""/>
        <dsp:cNvSpPr/>
      </dsp:nvSpPr>
      <dsp:spPr>
        <a:xfrm>
          <a:off x="0" y="391095"/>
          <a:ext cx="82296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dirty="0"/>
            <a:t>P</a:t>
          </a:r>
          <a:r>
            <a:rPr lang="id-ID" sz="2100" b="0" i="0" kern="1200" dirty="0"/>
            <a:t>enyerahan wewenang </a:t>
          </a:r>
          <a:r>
            <a:rPr lang="id-ID" sz="2100" kern="1200" dirty="0"/>
            <a:t>pemerintahan oleh Pemerintah kepada Daerah Otonom dalam kerangka Negara Kesatuan</a:t>
          </a:r>
          <a:endParaRPr lang="en-US" sz="2100" kern="1200" dirty="0"/>
        </a:p>
      </dsp:txBody>
      <dsp:txXfrm>
        <a:off x="0" y="391095"/>
        <a:ext cx="8229600" cy="1190700"/>
      </dsp:txXfrm>
    </dsp:sp>
    <dsp:sp modelId="{0A61E2BF-57E7-46E6-A5DA-EAB8CD061958}">
      <dsp:nvSpPr>
        <dsp:cNvPr id="0" name=""/>
        <dsp:cNvSpPr/>
      </dsp:nvSpPr>
      <dsp:spPr>
        <a:xfrm>
          <a:off x="411480" y="81135"/>
          <a:ext cx="576072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DESENTRALISASI</a:t>
          </a:r>
        </a:p>
      </dsp:txBody>
      <dsp:txXfrm>
        <a:off x="441742" y="111397"/>
        <a:ext cx="5700196" cy="559396"/>
      </dsp:txXfrm>
    </dsp:sp>
    <dsp:sp modelId="{F4FF5191-35A1-4296-834D-4B5698759EDA}">
      <dsp:nvSpPr>
        <dsp:cNvPr id="0" name=""/>
        <dsp:cNvSpPr/>
      </dsp:nvSpPr>
      <dsp:spPr>
        <a:xfrm>
          <a:off x="0" y="2005155"/>
          <a:ext cx="8229600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</a:t>
          </a:r>
          <a:r>
            <a:rPr lang="id-ID" sz="2100" kern="1200" dirty="0"/>
            <a:t>elimpahan wewenang dari pemerintahan kepada daerah otonom sebagai wakil pemerintah dan/atau perangkat pusat di daerah dalam kerangka Negara Kesatuan</a:t>
          </a:r>
          <a:endParaRPr lang="en-US" sz="2100" kern="1200" dirty="0"/>
        </a:p>
      </dsp:txBody>
      <dsp:txXfrm>
        <a:off x="0" y="2005155"/>
        <a:ext cx="8229600" cy="1488374"/>
      </dsp:txXfrm>
    </dsp:sp>
    <dsp:sp modelId="{534CC01A-585A-47F7-868A-1297CC616EE1}">
      <dsp:nvSpPr>
        <dsp:cNvPr id="0" name=""/>
        <dsp:cNvSpPr/>
      </dsp:nvSpPr>
      <dsp:spPr>
        <a:xfrm>
          <a:off x="411480" y="1695195"/>
          <a:ext cx="5760720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DEKONSENTRASI</a:t>
          </a:r>
        </a:p>
      </dsp:txBody>
      <dsp:txXfrm>
        <a:off x="441742" y="1725457"/>
        <a:ext cx="5700196" cy="559396"/>
      </dsp:txXfrm>
    </dsp:sp>
    <dsp:sp modelId="{38FBC7DF-37C3-4640-BC79-EE9490D0B399}">
      <dsp:nvSpPr>
        <dsp:cNvPr id="0" name=""/>
        <dsp:cNvSpPr/>
      </dsp:nvSpPr>
      <dsp:spPr>
        <a:xfrm>
          <a:off x="0" y="3916890"/>
          <a:ext cx="8229600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K</a:t>
          </a:r>
          <a:r>
            <a:rPr lang="id-ID" sz="2100" kern="1200" dirty="0"/>
            <a:t>eikutsertaan </a:t>
          </a:r>
          <a:r>
            <a:rPr lang="en-US" sz="2100" kern="1200" dirty="0"/>
            <a:t>PEMDA </a:t>
          </a:r>
          <a:r>
            <a:rPr lang="id-ID" sz="2100" kern="1200" dirty="0"/>
            <a:t>untuk melaksanakan urusan pemerintah yang kewenangannya lebih luas dan lebih tinggi di daerah tersebut</a:t>
          </a:r>
          <a:endParaRPr lang="en-US" sz="2100" kern="1200" dirty="0"/>
        </a:p>
      </dsp:txBody>
      <dsp:txXfrm>
        <a:off x="0" y="3916890"/>
        <a:ext cx="8229600" cy="1488374"/>
      </dsp:txXfrm>
    </dsp:sp>
    <dsp:sp modelId="{8AF84656-2BBF-42C9-A58F-7A174E5A924D}">
      <dsp:nvSpPr>
        <dsp:cNvPr id="0" name=""/>
        <dsp:cNvSpPr/>
      </dsp:nvSpPr>
      <dsp:spPr>
        <a:xfrm>
          <a:off x="411480" y="3606930"/>
          <a:ext cx="5760720" cy="6199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TUGAS PEMBANTUAN (MADEBEWIND)</a:t>
          </a:r>
        </a:p>
      </dsp:txBody>
      <dsp:txXfrm>
        <a:off x="441742" y="3637192"/>
        <a:ext cx="5700196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44BEB-B22E-4AEA-9121-90FA4C5E7F1A}">
      <dsp:nvSpPr>
        <dsp:cNvPr id="0" name=""/>
        <dsp:cNvSpPr/>
      </dsp:nvSpPr>
      <dsp:spPr>
        <a:xfrm>
          <a:off x="2379359" y="1536498"/>
          <a:ext cx="5156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15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511" y="1579487"/>
        <a:ext cx="27310" cy="5462"/>
      </dsp:txXfrm>
    </dsp:sp>
    <dsp:sp modelId="{A8B4875B-2F75-4397-9E78-F94F2EE3D01D}">
      <dsp:nvSpPr>
        <dsp:cNvPr id="0" name=""/>
        <dsp:cNvSpPr/>
      </dsp:nvSpPr>
      <dsp:spPr>
        <a:xfrm>
          <a:off x="6308" y="869763"/>
          <a:ext cx="2374850" cy="142491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 err="1"/>
            <a:t>Politik</a:t>
          </a:r>
          <a:r>
            <a:rPr lang="en-US" sz="2700" i="1" kern="1200" dirty="0"/>
            <a:t> </a:t>
          </a:r>
          <a:r>
            <a:rPr lang="en-US" sz="2700" i="1" kern="1200" dirty="0" err="1"/>
            <a:t>luar</a:t>
          </a:r>
          <a:r>
            <a:rPr lang="en-US" sz="2700" i="1" kern="1200" dirty="0"/>
            <a:t> </a:t>
          </a:r>
          <a:r>
            <a:rPr lang="en-US" sz="2700" i="1" kern="1200" dirty="0" err="1"/>
            <a:t>negeri</a:t>
          </a:r>
          <a:endParaRPr lang="en-US" sz="2700" kern="1200" dirty="0"/>
        </a:p>
      </dsp:txBody>
      <dsp:txXfrm>
        <a:off x="6308" y="869763"/>
        <a:ext cx="2374850" cy="1424910"/>
      </dsp:txXfrm>
    </dsp:sp>
    <dsp:sp modelId="{5CFD78D4-CBD0-46B5-958B-22EB2D6969D1}">
      <dsp:nvSpPr>
        <dsp:cNvPr id="0" name=""/>
        <dsp:cNvSpPr/>
      </dsp:nvSpPr>
      <dsp:spPr>
        <a:xfrm>
          <a:off x="5300425" y="1536498"/>
          <a:ext cx="5156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1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44577" y="1579487"/>
        <a:ext cx="27310" cy="5462"/>
      </dsp:txXfrm>
    </dsp:sp>
    <dsp:sp modelId="{070FC5A4-3EFC-4E4B-AB8F-126D2150EC94}">
      <dsp:nvSpPr>
        <dsp:cNvPr id="0" name=""/>
        <dsp:cNvSpPr/>
      </dsp:nvSpPr>
      <dsp:spPr>
        <a:xfrm>
          <a:off x="2927374" y="869763"/>
          <a:ext cx="2374850" cy="142491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 err="1"/>
            <a:t>Pertahanan</a:t>
          </a:r>
          <a:endParaRPr lang="en-US" sz="2700" i="1" kern="1200" dirty="0"/>
        </a:p>
      </dsp:txBody>
      <dsp:txXfrm>
        <a:off x="2927374" y="869763"/>
        <a:ext cx="2374850" cy="1424910"/>
      </dsp:txXfrm>
    </dsp:sp>
    <dsp:sp modelId="{45456656-9EAE-48E4-A98B-CAC7CABC4F11}">
      <dsp:nvSpPr>
        <dsp:cNvPr id="0" name=""/>
        <dsp:cNvSpPr/>
      </dsp:nvSpPr>
      <dsp:spPr>
        <a:xfrm>
          <a:off x="1193734" y="2292873"/>
          <a:ext cx="5842131" cy="515615"/>
        </a:xfrm>
        <a:custGeom>
          <a:avLst/>
          <a:gdLst/>
          <a:ahLst/>
          <a:cxnLst/>
          <a:rect l="0" t="0" r="0" b="0"/>
          <a:pathLst>
            <a:path>
              <a:moveTo>
                <a:pt x="5842131" y="0"/>
              </a:moveTo>
              <a:lnTo>
                <a:pt x="5842131" y="274907"/>
              </a:lnTo>
              <a:lnTo>
                <a:pt x="0" y="274907"/>
              </a:lnTo>
              <a:lnTo>
                <a:pt x="0" y="515615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8109" y="2547950"/>
        <a:ext cx="293380" cy="5462"/>
      </dsp:txXfrm>
    </dsp:sp>
    <dsp:sp modelId="{A1027A78-1BE9-464E-B29B-2C153B42278A}">
      <dsp:nvSpPr>
        <dsp:cNvPr id="0" name=""/>
        <dsp:cNvSpPr/>
      </dsp:nvSpPr>
      <dsp:spPr>
        <a:xfrm>
          <a:off x="5848440" y="869763"/>
          <a:ext cx="2374850" cy="142491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 err="1"/>
            <a:t>Keamanan</a:t>
          </a:r>
          <a:r>
            <a:rPr lang="en-US" sz="2700" i="1" kern="1200" dirty="0"/>
            <a:t> </a:t>
          </a:r>
        </a:p>
      </dsp:txBody>
      <dsp:txXfrm>
        <a:off x="5848440" y="869763"/>
        <a:ext cx="2374850" cy="1424910"/>
      </dsp:txXfrm>
    </dsp:sp>
    <dsp:sp modelId="{A5F53820-114C-4899-BD0C-16F11696DEC8}">
      <dsp:nvSpPr>
        <dsp:cNvPr id="0" name=""/>
        <dsp:cNvSpPr/>
      </dsp:nvSpPr>
      <dsp:spPr>
        <a:xfrm>
          <a:off x="2379359" y="3507624"/>
          <a:ext cx="5156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15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511" y="3550613"/>
        <a:ext cx="27310" cy="5462"/>
      </dsp:txXfrm>
    </dsp:sp>
    <dsp:sp modelId="{BB16478F-5A2B-47E5-9CCD-450D019EF4CB}">
      <dsp:nvSpPr>
        <dsp:cNvPr id="0" name=""/>
        <dsp:cNvSpPr/>
      </dsp:nvSpPr>
      <dsp:spPr>
        <a:xfrm>
          <a:off x="6308" y="2840889"/>
          <a:ext cx="2374850" cy="142491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 err="1"/>
            <a:t>Yustisi</a:t>
          </a:r>
          <a:endParaRPr lang="en-US" sz="2700" i="1" kern="1200" dirty="0"/>
        </a:p>
      </dsp:txBody>
      <dsp:txXfrm>
        <a:off x="6308" y="2840889"/>
        <a:ext cx="2374850" cy="1424910"/>
      </dsp:txXfrm>
    </dsp:sp>
    <dsp:sp modelId="{3795727F-B16F-455C-94A3-B5A865539E67}">
      <dsp:nvSpPr>
        <dsp:cNvPr id="0" name=""/>
        <dsp:cNvSpPr/>
      </dsp:nvSpPr>
      <dsp:spPr>
        <a:xfrm>
          <a:off x="5300425" y="3507624"/>
          <a:ext cx="5156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5615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44577" y="3550613"/>
        <a:ext cx="27310" cy="5462"/>
      </dsp:txXfrm>
    </dsp:sp>
    <dsp:sp modelId="{55DC6A09-2F29-4D1D-B990-64FFDDA4DC71}">
      <dsp:nvSpPr>
        <dsp:cNvPr id="0" name=""/>
        <dsp:cNvSpPr/>
      </dsp:nvSpPr>
      <dsp:spPr>
        <a:xfrm>
          <a:off x="2927374" y="2840889"/>
          <a:ext cx="2374850" cy="142491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 err="1"/>
            <a:t>Moneter</a:t>
          </a:r>
          <a:r>
            <a:rPr lang="en-US" sz="2700" i="1" kern="1200" dirty="0"/>
            <a:t> </a:t>
          </a:r>
          <a:r>
            <a:rPr lang="en-US" sz="2700" i="1" kern="1200" dirty="0" err="1"/>
            <a:t>dan</a:t>
          </a:r>
          <a:r>
            <a:rPr lang="en-US" sz="2700" i="1" kern="1200" dirty="0"/>
            <a:t> </a:t>
          </a:r>
          <a:r>
            <a:rPr lang="en-US" sz="2700" i="1" kern="1200" dirty="0" err="1"/>
            <a:t>fiskal</a:t>
          </a:r>
          <a:r>
            <a:rPr lang="en-US" sz="2700" i="1" kern="1200" dirty="0"/>
            <a:t> </a:t>
          </a:r>
          <a:r>
            <a:rPr lang="en-US" sz="2700" i="1" kern="1200" dirty="0" err="1"/>
            <a:t>nasional</a:t>
          </a:r>
          <a:endParaRPr lang="en-US" sz="2700" i="1" kern="1200" dirty="0"/>
        </a:p>
      </dsp:txBody>
      <dsp:txXfrm>
        <a:off x="2927374" y="2840889"/>
        <a:ext cx="2374850" cy="1424910"/>
      </dsp:txXfrm>
    </dsp:sp>
    <dsp:sp modelId="{C020B7E5-C8DE-432A-985C-33FB43B6B745}">
      <dsp:nvSpPr>
        <dsp:cNvPr id="0" name=""/>
        <dsp:cNvSpPr/>
      </dsp:nvSpPr>
      <dsp:spPr>
        <a:xfrm>
          <a:off x="5848440" y="2840889"/>
          <a:ext cx="2374850" cy="142491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i="1" kern="1200" dirty="0"/>
            <a:t>Agama</a:t>
          </a:r>
          <a:endParaRPr lang="en-US" sz="2700" kern="1200" dirty="0"/>
        </a:p>
      </dsp:txBody>
      <dsp:txXfrm>
        <a:off x="5848440" y="2840889"/>
        <a:ext cx="2374850" cy="14249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CD18D-6A57-49BE-A4BF-576EA2EDE938}">
      <dsp:nvSpPr>
        <dsp:cNvPr id="0" name=""/>
        <dsp:cNvSpPr/>
      </dsp:nvSpPr>
      <dsp:spPr>
        <a:xfrm>
          <a:off x="39" y="61884"/>
          <a:ext cx="3809962" cy="8640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PROVINSI</a:t>
          </a:r>
        </a:p>
      </dsp:txBody>
      <dsp:txXfrm>
        <a:off x="39" y="61884"/>
        <a:ext cx="3809962" cy="864000"/>
      </dsp:txXfrm>
    </dsp:sp>
    <dsp:sp modelId="{70603597-B7E1-4A2D-ABF5-42271B8A18A1}">
      <dsp:nvSpPr>
        <dsp:cNvPr id="0" name=""/>
        <dsp:cNvSpPr/>
      </dsp:nvSpPr>
      <dsp:spPr>
        <a:xfrm>
          <a:off x="39" y="925884"/>
          <a:ext cx="3809962" cy="373663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Sekretariat</a:t>
          </a:r>
          <a:r>
            <a:rPr lang="en-US" sz="3000" kern="1200" dirty="0"/>
            <a:t> </a:t>
          </a:r>
          <a:r>
            <a:rPr lang="en-US" sz="3000" kern="1200" dirty="0" err="1"/>
            <a:t>daerah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Sekretariat</a:t>
          </a:r>
          <a:r>
            <a:rPr lang="en-US" sz="3000" kern="1200" dirty="0"/>
            <a:t> DPRD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Dinas</a:t>
          </a:r>
          <a:r>
            <a:rPr lang="en-US" sz="3000" kern="1200" dirty="0"/>
            <a:t> Daerah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Lembaga</a:t>
          </a:r>
          <a:r>
            <a:rPr lang="en-US" sz="3000" kern="1200" dirty="0"/>
            <a:t> </a:t>
          </a:r>
          <a:r>
            <a:rPr lang="en-US" sz="3000" kern="1200" dirty="0" err="1"/>
            <a:t>Teknis</a:t>
          </a:r>
          <a:r>
            <a:rPr lang="en-US" sz="3000" kern="1200" dirty="0"/>
            <a:t> Daerah</a:t>
          </a:r>
        </a:p>
      </dsp:txBody>
      <dsp:txXfrm>
        <a:off x="39" y="925884"/>
        <a:ext cx="3809962" cy="3736631"/>
      </dsp:txXfrm>
    </dsp:sp>
    <dsp:sp modelId="{587B9FDA-E05E-468D-90CD-5C609345AB0A}">
      <dsp:nvSpPr>
        <dsp:cNvPr id="0" name=""/>
        <dsp:cNvSpPr/>
      </dsp:nvSpPr>
      <dsp:spPr>
        <a:xfrm>
          <a:off x="4343397" y="61884"/>
          <a:ext cx="3809962" cy="864000"/>
        </a:xfrm>
        <a:prstGeom prst="rect">
          <a:avLst/>
        </a:prstGeom>
        <a:gradFill rotWithShape="0">
          <a:gsLst>
            <a:gs pos="0">
              <a:schemeClr val="accent3">
                <a:hueOff val="-5580972"/>
                <a:satOff val="-30571"/>
                <a:lumOff val="9412"/>
                <a:alphaOff val="0"/>
                <a:shade val="51000"/>
                <a:satMod val="130000"/>
              </a:schemeClr>
            </a:gs>
            <a:gs pos="80000">
              <a:schemeClr val="accent3">
                <a:hueOff val="-5580972"/>
                <a:satOff val="-30571"/>
                <a:lumOff val="9412"/>
                <a:alphaOff val="0"/>
                <a:shade val="93000"/>
                <a:satMod val="130000"/>
              </a:schemeClr>
            </a:gs>
            <a:gs pos="100000">
              <a:schemeClr val="accent3">
                <a:hueOff val="-5580972"/>
                <a:satOff val="-30571"/>
                <a:lumOff val="9412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-5580972"/>
              <a:satOff val="-30571"/>
              <a:lumOff val="941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KABUPATEN/KOTA</a:t>
          </a:r>
        </a:p>
      </dsp:txBody>
      <dsp:txXfrm>
        <a:off x="4343397" y="61884"/>
        <a:ext cx="3809962" cy="864000"/>
      </dsp:txXfrm>
    </dsp:sp>
    <dsp:sp modelId="{C5C64A17-8134-4C07-94D6-CE0D675F8DDE}">
      <dsp:nvSpPr>
        <dsp:cNvPr id="0" name=""/>
        <dsp:cNvSpPr/>
      </dsp:nvSpPr>
      <dsp:spPr>
        <a:xfrm>
          <a:off x="4343397" y="925884"/>
          <a:ext cx="3809962" cy="3736631"/>
        </a:xfrm>
        <a:prstGeom prst="rect">
          <a:avLst/>
        </a:prstGeom>
        <a:solidFill>
          <a:schemeClr val="accent3">
            <a:tint val="40000"/>
            <a:alpha val="90000"/>
            <a:hueOff val="-5979172"/>
            <a:satOff val="-247"/>
            <a:lumOff val="87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-5979172"/>
              <a:satOff val="-247"/>
              <a:lumOff val="87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Sekretariat</a:t>
          </a:r>
          <a:r>
            <a:rPr lang="en-US" sz="3000" kern="1200" dirty="0"/>
            <a:t> Daerah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Sekretariat</a:t>
          </a:r>
          <a:r>
            <a:rPr lang="en-US" sz="3000" kern="1200" dirty="0"/>
            <a:t> DPRD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Dinas</a:t>
          </a:r>
          <a:r>
            <a:rPr lang="en-US" sz="3000" kern="1200" dirty="0"/>
            <a:t> Daerah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Lembaga</a:t>
          </a:r>
          <a:r>
            <a:rPr lang="en-US" sz="3000" kern="1200" dirty="0"/>
            <a:t> </a:t>
          </a:r>
          <a:r>
            <a:rPr lang="en-US" sz="3000" kern="1200" dirty="0" err="1"/>
            <a:t>Teknis</a:t>
          </a:r>
          <a:r>
            <a:rPr lang="en-US" sz="3000" kern="1200" dirty="0"/>
            <a:t> Daerah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Kecamatan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Kelurahan</a:t>
          </a:r>
          <a:endParaRPr lang="en-US" sz="3000" kern="1200" dirty="0"/>
        </a:p>
      </dsp:txBody>
      <dsp:txXfrm>
        <a:off x="4343397" y="925884"/>
        <a:ext cx="3809962" cy="37366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A50E0-FCDD-45DB-98C8-54EC0C9AF3EF}">
      <dsp:nvSpPr>
        <dsp:cNvPr id="0" name=""/>
        <dsp:cNvSpPr/>
      </dsp:nvSpPr>
      <dsp:spPr>
        <a:xfrm>
          <a:off x="0" y="387734"/>
          <a:ext cx="38862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12" tIns="374904" rIns="30161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Permintaan</a:t>
          </a:r>
          <a:r>
            <a:rPr lang="en-US" sz="1800" kern="1200" dirty="0"/>
            <a:t> </a:t>
          </a:r>
          <a:r>
            <a:rPr lang="en-US" sz="1800" kern="1200" dirty="0" err="1"/>
            <a:t>keterangan</a:t>
          </a:r>
          <a:r>
            <a:rPr lang="en-US" sz="1800" kern="1200" dirty="0"/>
            <a:t> </a:t>
          </a:r>
          <a:r>
            <a:rPr lang="en-US" sz="1800" kern="1200" dirty="0" err="1"/>
            <a:t>anggota</a:t>
          </a:r>
          <a:r>
            <a:rPr lang="en-US" sz="1800" kern="1200" dirty="0"/>
            <a:t> </a:t>
          </a:r>
          <a:r>
            <a:rPr lang="en-US" sz="1800" kern="1200" dirty="0" err="1"/>
            <a:t>badan</a:t>
          </a:r>
          <a:r>
            <a:rPr lang="en-US" sz="1800" kern="1200" dirty="0"/>
            <a:t> </a:t>
          </a:r>
          <a:r>
            <a:rPr lang="en-US" sz="1800" kern="1200" dirty="0" err="1"/>
            <a:t>legislatif</a:t>
          </a:r>
          <a:r>
            <a:rPr lang="en-US" sz="1800" kern="1200" dirty="0"/>
            <a:t> </a:t>
          </a:r>
          <a:r>
            <a:rPr lang="en-US" sz="1800" kern="1200" dirty="0" err="1"/>
            <a:t>kepada</a:t>
          </a:r>
          <a:r>
            <a:rPr lang="en-US" sz="1800" kern="1200" dirty="0"/>
            <a:t> </a:t>
          </a:r>
          <a:r>
            <a:rPr lang="en-US" sz="1800" kern="1200" dirty="0" err="1"/>
            <a:t>pemerintah</a:t>
          </a:r>
          <a:r>
            <a:rPr lang="en-US" sz="1800" kern="1200" dirty="0"/>
            <a:t> </a:t>
          </a:r>
          <a:r>
            <a:rPr lang="en-US" sz="1800" kern="1200" dirty="0" err="1"/>
            <a:t>mengenai</a:t>
          </a:r>
          <a:r>
            <a:rPr lang="en-US" sz="1800" kern="1200" dirty="0"/>
            <a:t> </a:t>
          </a:r>
          <a:r>
            <a:rPr lang="en-US" sz="1800" kern="1200" dirty="0" err="1"/>
            <a:t>kebijakan</a:t>
          </a:r>
          <a:r>
            <a:rPr lang="en-US" sz="1800" kern="1200" dirty="0"/>
            <a:t> </a:t>
          </a:r>
          <a:r>
            <a:rPr lang="en-US" sz="1800" kern="1200" dirty="0" err="1"/>
            <a:t>pemerintah</a:t>
          </a:r>
          <a:r>
            <a:rPr lang="en-US" sz="1800" kern="1200" dirty="0"/>
            <a:t> </a:t>
          </a:r>
          <a:r>
            <a:rPr lang="en-US" sz="1800" kern="1200" dirty="0" err="1"/>
            <a:t>di</a:t>
          </a:r>
          <a:r>
            <a:rPr lang="en-US" sz="1800" kern="1200" dirty="0"/>
            <a:t> </a:t>
          </a:r>
          <a:r>
            <a:rPr lang="en-US" sz="1800" kern="1200" dirty="0" err="1"/>
            <a:t>bidang</a:t>
          </a:r>
          <a:r>
            <a:rPr lang="en-US" sz="1800" kern="1200" dirty="0"/>
            <a:t> </a:t>
          </a:r>
          <a:r>
            <a:rPr lang="en-US" sz="1800" kern="1200" dirty="0" err="1"/>
            <a:t>tertentu</a:t>
          </a:r>
          <a:endParaRPr lang="en-US" sz="1800" kern="1200" dirty="0"/>
        </a:p>
      </dsp:txBody>
      <dsp:txXfrm>
        <a:off x="0" y="387734"/>
        <a:ext cx="3886200" cy="1530900"/>
      </dsp:txXfrm>
    </dsp:sp>
    <dsp:sp modelId="{79C9BD28-7AAA-4CB2-BD65-79EB546D569A}">
      <dsp:nvSpPr>
        <dsp:cNvPr id="0" name=""/>
        <dsp:cNvSpPr/>
      </dsp:nvSpPr>
      <dsp:spPr>
        <a:xfrm>
          <a:off x="194310" y="122054"/>
          <a:ext cx="2720340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22" tIns="0" rIns="10282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Interpelasi</a:t>
          </a:r>
          <a:endParaRPr lang="en-US" sz="1800" kern="1200" dirty="0"/>
        </a:p>
      </dsp:txBody>
      <dsp:txXfrm>
        <a:off x="220249" y="147993"/>
        <a:ext cx="2668462" cy="479482"/>
      </dsp:txXfrm>
    </dsp:sp>
    <dsp:sp modelId="{FB344B61-24F3-40D9-BC07-1EAC24099C58}">
      <dsp:nvSpPr>
        <dsp:cNvPr id="0" name=""/>
        <dsp:cNvSpPr/>
      </dsp:nvSpPr>
      <dsp:spPr>
        <a:xfrm>
          <a:off x="0" y="2281515"/>
          <a:ext cx="3886200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612" tIns="374904" rIns="30161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Penyelidikan</a:t>
          </a:r>
          <a:r>
            <a:rPr lang="en-US" sz="1800" kern="1200" dirty="0"/>
            <a:t> </a:t>
          </a:r>
          <a:r>
            <a:rPr lang="en-US" sz="1800" kern="1200" dirty="0" err="1"/>
            <a:t>oleh</a:t>
          </a:r>
          <a:r>
            <a:rPr lang="en-US" sz="1800" kern="1200" dirty="0"/>
            <a:t> </a:t>
          </a:r>
          <a:r>
            <a:rPr lang="en-US" sz="1800" kern="1200" dirty="0" err="1"/>
            <a:t>lembaga</a:t>
          </a:r>
          <a:r>
            <a:rPr lang="en-US" sz="1800" kern="1200" dirty="0"/>
            <a:t> </a:t>
          </a:r>
          <a:r>
            <a:rPr lang="en-US" sz="1800" kern="1200" dirty="0" err="1"/>
            <a:t>perwakilan</a:t>
          </a:r>
          <a:r>
            <a:rPr lang="en-US" sz="1800" kern="1200" dirty="0"/>
            <a:t> </a:t>
          </a:r>
          <a:r>
            <a:rPr lang="en-US" sz="1800" kern="1200" dirty="0" err="1"/>
            <a:t>rakyat</a:t>
          </a:r>
          <a:r>
            <a:rPr lang="en-US" sz="1800" kern="1200" dirty="0"/>
            <a:t> </a:t>
          </a:r>
          <a:r>
            <a:rPr lang="en-US" sz="1800" kern="1200" dirty="0" err="1"/>
            <a:t>terhadap</a:t>
          </a:r>
          <a:r>
            <a:rPr lang="en-US" sz="1800" kern="1200" dirty="0"/>
            <a:t> </a:t>
          </a:r>
          <a:r>
            <a:rPr lang="en-US" sz="1800" kern="1200" dirty="0" err="1"/>
            <a:t>kegiatan</a:t>
          </a:r>
          <a:r>
            <a:rPr lang="en-US" sz="1800" kern="1200" dirty="0"/>
            <a:t> </a:t>
          </a:r>
          <a:r>
            <a:rPr lang="en-US" sz="1800" kern="1200" dirty="0" err="1"/>
            <a:t>pemerintah</a:t>
          </a:r>
          <a:endParaRPr lang="en-US" sz="1800" kern="1200" dirty="0"/>
        </a:p>
      </dsp:txBody>
      <dsp:txXfrm>
        <a:off x="0" y="2281515"/>
        <a:ext cx="3886200" cy="1275750"/>
      </dsp:txXfrm>
    </dsp:sp>
    <dsp:sp modelId="{84A64BE0-1793-4956-B561-C26F4AA25773}">
      <dsp:nvSpPr>
        <dsp:cNvPr id="0" name=""/>
        <dsp:cNvSpPr/>
      </dsp:nvSpPr>
      <dsp:spPr>
        <a:xfrm>
          <a:off x="194310" y="2015835"/>
          <a:ext cx="2720340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22" tIns="0" rIns="10282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Angket</a:t>
          </a:r>
          <a:endParaRPr lang="en-US" sz="1800" kern="1200" dirty="0"/>
        </a:p>
      </dsp:txBody>
      <dsp:txXfrm>
        <a:off x="220249" y="2041774"/>
        <a:ext cx="2668462" cy="479482"/>
      </dsp:txXfrm>
    </dsp:sp>
    <dsp:sp modelId="{1AA6C708-E8C6-496F-A181-B56BAD0C6714}">
      <dsp:nvSpPr>
        <dsp:cNvPr id="0" name=""/>
        <dsp:cNvSpPr/>
      </dsp:nvSpPr>
      <dsp:spPr>
        <a:xfrm>
          <a:off x="0" y="3920145"/>
          <a:ext cx="38862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C1AFC-A275-45BB-9CD4-6D07D94667C7}">
      <dsp:nvSpPr>
        <dsp:cNvPr id="0" name=""/>
        <dsp:cNvSpPr/>
      </dsp:nvSpPr>
      <dsp:spPr>
        <a:xfrm>
          <a:off x="194310" y="3654465"/>
          <a:ext cx="272034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22" tIns="0" rIns="10282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Menyatakan</a:t>
          </a:r>
          <a:r>
            <a:rPr lang="en-US" sz="1800" kern="1200" dirty="0"/>
            <a:t> </a:t>
          </a:r>
          <a:r>
            <a:rPr lang="en-US" sz="1800" kern="1200" dirty="0" err="1"/>
            <a:t>pendapat</a:t>
          </a:r>
          <a:endParaRPr lang="en-US" sz="1800" kern="1200" dirty="0"/>
        </a:p>
      </dsp:txBody>
      <dsp:txXfrm>
        <a:off x="220249" y="3680404"/>
        <a:ext cx="2668462" cy="4794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8551A-0BB2-4AB7-B123-1DBD4C41AA9D}">
      <dsp:nvSpPr>
        <dsp:cNvPr id="0" name=""/>
        <dsp:cNvSpPr/>
      </dsp:nvSpPr>
      <dsp:spPr>
        <a:xfrm>
          <a:off x="1776980" y="385147"/>
          <a:ext cx="298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8038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7784" y="429224"/>
        <a:ext cx="16431" cy="3286"/>
      </dsp:txXfrm>
    </dsp:sp>
    <dsp:sp modelId="{0F197E87-C0B0-47EB-B471-9CC3280096D9}">
      <dsp:nvSpPr>
        <dsp:cNvPr id="0" name=""/>
        <dsp:cNvSpPr/>
      </dsp:nvSpPr>
      <dsp:spPr>
        <a:xfrm>
          <a:off x="349919" y="2208"/>
          <a:ext cx="1428861" cy="8573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mengajukan</a:t>
          </a:r>
          <a:r>
            <a:rPr lang="en-US" sz="1300" kern="1200" dirty="0"/>
            <a:t> </a:t>
          </a:r>
          <a:r>
            <a:rPr lang="en-US" sz="1300" kern="1200" dirty="0" err="1"/>
            <a:t>rancangan</a:t>
          </a:r>
          <a:r>
            <a:rPr lang="en-US" sz="1300" kern="1200" dirty="0"/>
            <a:t> </a:t>
          </a:r>
          <a:r>
            <a:rPr lang="en-US" sz="1300" kern="1200" dirty="0" err="1"/>
            <a:t>Perda</a:t>
          </a:r>
          <a:r>
            <a:rPr lang="en-US" sz="1300" kern="1200" dirty="0"/>
            <a:t>;</a:t>
          </a:r>
        </a:p>
      </dsp:txBody>
      <dsp:txXfrm>
        <a:off x="349919" y="2208"/>
        <a:ext cx="1428861" cy="857316"/>
      </dsp:txXfrm>
    </dsp:sp>
    <dsp:sp modelId="{6A457B97-B7FA-4967-A38E-B654B2C87BDA}">
      <dsp:nvSpPr>
        <dsp:cNvPr id="0" name=""/>
        <dsp:cNvSpPr/>
      </dsp:nvSpPr>
      <dsp:spPr>
        <a:xfrm>
          <a:off x="1064350" y="857725"/>
          <a:ext cx="1757499" cy="298038"/>
        </a:xfrm>
        <a:custGeom>
          <a:avLst/>
          <a:gdLst/>
          <a:ahLst/>
          <a:cxnLst/>
          <a:rect l="0" t="0" r="0" b="0"/>
          <a:pathLst>
            <a:path>
              <a:moveTo>
                <a:pt x="1757499" y="0"/>
              </a:moveTo>
              <a:lnTo>
                <a:pt x="1757499" y="166119"/>
              </a:lnTo>
              <a:lnTo>
                <a:pt x="0" y="166119"/>
              </a:lnTo>
              <a:lnTo>
                <a:pt x="0" y="298038"/>
              </a:lnTo>
            </a:path>
          </a:pathLst>
        </a:custGeom>
        <a:noFill/>
        <a:ln w="9525" cap="flat" cmpd="sng" algn="ctr">
          <a:solidFill>
            <a:schemeClr val="accent4">
              <a:hueOff val="1607495"/>
              <a:satOff val="-1444"/>
              <a:lumOff val="-2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8400" y="1005101"/>
        <a:ext cx="89398" cy="3286"/>
      </dsp:txXfrm>
    </dsp:sp>
    <dsp:sp modelId="{80BA744E-E6D6-4D7D-8E72-56666BC6DF1F}">
      <dsp:nvSpPr>
        <dsp:cNvPr id="0" name=""/>
        <dsp:cNvSpPr/>
      </dsp:nvSpPr>
      <dsp:spPr>
        <a:xfrm>
          <a:off x="2107419" y="2208"/>
          <a:ext cx="1428861" cy="857316"/>
        </a:xfrm>
        <a:prstGeom prst="rect">
          <a:avLst/>
        </a:prstGeom>
        <a:solidFill>
          <a:schemeClr val="accent4">
            <a:hueOff val="1377853"/>
            <a:satOff val="-1238"/>
            <a:lumOff val="-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b. </a:t>
          </a:r>
          <a:r>
            <a:rPr lang="en-US" sz="1300" kern="1200" dirty="0" err="1"/>
            <a:t>mengajukan</a:t>
          </a:r>
          <a:r>
            <a:rPr lang="en-US" sz="1300" kern="1200" dirty="0"/>
            <a:t> </a:t>
          </a:r>
          <a:r>
            <a:rPr lang="en-US" sz="1300" kern="1200" dirty="0" err="1"/>
            <a:t>pertanyaan</a:t>
          </a:r>
          <a:r>
            <a:rPr lang="en-US" sz="1300" kern="1200" dirty="0"/>
            <a:t>;</a:t>
          </a:r>
        </a:p>
      </dsp:txBody>
      <dsp:txXfrm>
        <a:off x="2107419" y="2208"/>
        <a:ext cx="1428861" cy="857316"/>
      </dsp:txXfrm>
    </dsp:sp>
    <dsp:sp modelId="{AEA470D1-653C-4311-B7F5-C6CD2115785D}">
      <dsp:nvSpPr>
        <dsp:cNvPr id="0" name=""/>
        <dsp:cNvSpPr/>
      </dsp:nvSpPr>
      <dsp:spPr>
        <a:xfrm>
          <a:off x="1776980" y="1571102"/>
          <a:ext cx="298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8038" y="45720"/>
              </a:lnTo>
            </a:path>
          </a:pathLst>
        </a:custGeom>
        <a:noFill/>
        <a:ln w="9525" cap="flat" cmpd="sng" algn="ctr">
          <a:solidFill>
            <a:schemeClr val="accent4">
              <a:hueOff val="3214990"/>
              <a:satOff val="-2889"/>
              <a:lumOff val="-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7784" y="1615179"/>
        <a:ext cx="16431" cy="3286"/>
      </dsp:txXfrm>
    </dsp:sp>
    <dsp:sp modelId="{5303DE42-FDDD-494E-B347-683BD0BB8454}">
      <dsp:nvSpPr>
        <dsp:cNvPr id="0" name=""/>
        <dsp:cNvSpPr/>
      </dsp:nvSpPr>
      <dsp:spPr>
        <a:xfrm>
          <a:off x="349919" y="1188163"/>
          <a:ext cx="1428861" cy="857316"/>
        </a:xfrm>
        <a:prstGeom prst="rect">
          <a:avLst/>
        </a:prstGeom>
        <a:solidFill>
          <a:schemeClr val="accent4">
            <a:hueOff val="2755705"/>
            <a:satOff val="-2476"/>
            <a:lumOff val="-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300" kern="1200" dirty="0"/>
            <a:t>c. menyampaikan usul dan pendapat;</a:t>
          </a:r>
        </a:p>
      </dsp:txBody>
      <dsp:txXfrm>
        <a:off x="349919" y="1188163"/>
        <a:ext cx="1428861" cy="857316"/>
      </dsp:txXfrm>
    </dsp:sp>
    <dsp:sp modelId="{06FEA68C-16D5-4C99-A4FC-2C7D84877CB5}">
      <dsp:nvSpPr>
        <dsp:cNvPr id="0" name=""/>
        <dsp:cNvSpPr/>
      </dsp:nvSpPr>
      <dsp:spPr>
        <a:xfrm>
          <a:off x="1064350" y="2043680"/>
          <a:ext cx="1757499" cy="298038"/>
        </a:xfrm>
        <a:custGeom>
          <a:avLst/>
          <a:gdLst/>
          <a:ahLst/>
          <a:cxnLst/>
          <a:rect l="0" t="0" r="0" b="0"/>
          <a:pathLst>
            <a:path>
              <a:moveTo>
                <a:pt x="1757499" y="0"/>
              </a:moveTo>
              <a:lnTo>
                <a:pt x="1757499" y="166119"/>
              </a:lnTo>
              <a:lnTo>
                <a:pt x="0" y="166119"/>
              </a:lnTo>
              <a:lnTo>
                <a:pt x="0" y="298038"/>
              </a:lnTo>
            </a:path>
          </a:pathLst>
        </a:custGeom>
        <a:noFill/>
        <a:ln w="9525" cap="flat" cmpd="sng" algn="ctr">
          <a:solidFill>
            <a:schemeClr val="accent4">
              <a:hueOff val="4822484"/>
              <a:satOff val="-4333"/>
              <a:lumOff val="-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8400" y="2191056"/>
        <a:ext cx="89398" cy="3286"/>
      </dsp:txXfrm>
    </dsp:sp>
    <dsp:sp modelId="{8C914F9D-49BA-433B-9C01-1252B6404C85}">
      <dsp:nvSpPr>
        <dsp:cNvPr id="0" name=""/>
        <dsp:cNvSpPr/>
      </dsp:nvSpPr>
      <dsp:spPr>
        <a:xfrm>
          <a:off x="2107419" y="1188163"/>
          <a:ext cx="1428861" cy="857316"/>
        </a:xfrm>
        <a:prstGeom prst="rect">
          <a:avLst/>
        </a:prstGeom>
        <a:solidFill>
          <a:schemeClr val="accent4">
            <a:hueOff val="4133558"/>
            <a:satOff val="-3714"/>
            <a:lumOff val="-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d. </a:t>
          </a:r>
          <a:r>
            <a:rPr lang="en-US" sz="1300" kern="1200" dirty="0" err="1"/>
            <a:t>memilih</a:t>
          </a:r>
          <a:r>
            <a:rPr lang="en-US" sz="1300" kern="1200" dirty="0"/>
            <a:t> </a:t>
          </a:r>
          <a:r>
            <a:rPr lang="en-US" sz="1300" kern="1200" dirty="0" err="1"/>
            <a:t>dan</a:t>
          </a:r>
          <a:r>
            <a:rPr lang="en-US" sz="1300" kern="1200" dirty="0"/>
            <a:t> </a:t>
          </a:r>
          <a:r>
            <a:rPr lang="en-US" sz="1300" kern="1200" dirty="0" err="1"/>
            <a:t>dipilih</a:t>
          </a:r>
          <a:r>
            <a:rPr lang="en-US" sz="1300" kern="1200" dirty="0"/>
            <a:t>;</a:t>
          </a:r>
        </a:p>
      </dsp:txBody>
      <dsp:txXfrm>
        <a:off x="2107419" y="1188163"/>
        <a:ext cx="1428861" cy="857316"/>
      </dsp:txXfrm>
    </dsp:sp>
    <dsp:sp modelId="{8F361094-5123-4614-87D5-D0D7A85EE247}">
      <dsp:nvSpPr>
        <dsp:cNvPr id="0" name=""/>
        <dsp:cNvSpPr/>
      </dsp:nvSpPr>
      <dsp:spPr>
        <a:xfrm>
          <a:off x="1776980" y="2757057"/>
          <a:ext cx="298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8038" y="45720"/>
              </a:lnTo>
            </a:path>
          </a:pathLst>
        </a:custGeom>
        <a:noFill/>
        <a:ln w="9525" cap="flat" cmpd="sng" algn="ctr">
          <a:solidFill>
            <a:schemeClr val="accent4">
              <a:hueOff val="6429979"/>
              <a:satOff val="-5778"/>
              <a:lumOff val="-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7784" y="2801134"/>
        <a:ext cx="16431" cy="3286"/>
      </dsp:txXfrm>
    </dsp:sp>
    <dsp:sp modelId="{B7E58FF9-4D91-423C-AB03-A28599C632EE}">
      <dsp:nvSpPr>
        <dsp:cNvPr id="0" name=""/>
        <dsp:cNvSpPr/>
      </dsp:nvSpPr>
      <dsp:spPr>
        <a:xfrm>
          <a:off x="349919" y="2374119"/>
          <a:ext cx="1428861" cy="857316"/>
        </a:xfrm>
        <a:prstGeom prst="rect">
          <a:avLst/>
        </a:prstGeom>
        <a:solidFill>
          <a:schemeClr val="accent4">
            <a:hueOff val="5511411"/>
            <a:satOff val="-4953"/>
            <a:lumOff val="-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e. </a:t>
          </a:r>
          <a:r>
            <a:rPr lang="en-US" sz="1300" kern="1200" dirty="0" err="1"/>
            <a:t>membela</a:t>
          </a:r>
          <a:r>
            <a:rPr lang="en-US" sz="1300" kern="1200" dirty="0"/>
            <a:t> </a:t>
          </a:r>
          <a:r>
            <a:rPr lang="en-US" sz="1300" kern="1200" dirty="0" err="1"/>
            <a:t>diri</a:t>
          </a:r>
          <a:r>
            <a:rPr lang="en-US" sz="1300" kern="1200" dirty="0"/>
            <a:t>;</a:t>
          </a:r>
        </a:p>
      </dsp:txBody>
      <dsp:txXfrm>
        <a:off x="349919" y="2374119"/>
        <a:ext cx="1428861" cy="857316"/>
      </dsp:txXfrm>
    </dsp:sp>
    <dsp:sp modelId="{F2D0C94E-F070-41AC-8A25-8D8361E4D372}">
      <dsp:nvSpPr>
        <dsp:cNvPr id="0" name=""/>
        <dsp:cNvSpPr/>
      </dsp:nvSpPr>
      <dsp:spPr>
        <a:xfrm>
          <a:off x="1064350" y="3229636"/>
          <a:ext cx="1757499" cy="298038"/>
        </a:xfrm>
        <a:custGeom>
          <a:avLst/>
          <a:gdLst/>
          <a:ahLst/>
          <a:cxnLst/>
          <a:rect l="0" t="0" r="0" b="0"/>
          <a:pathLst>
            <a:path>
              <a:moveTo>
                <a:pt x="1757499" y="0"/>
              </a:moveTo>
              <a:lnTo>
                <a:pt x="1757499" y="166119"/>
              </a:lnTo>
              <a:lnTo>
                <a:pt x="0" y="166119"/>
              </a:lnTo>
              <a:lnTo>
                <a:pt x="0" y="298038"/>
              </a:lnTo>
            </a:path>
          </a:pathLst>
        </a:custGeom>
        <a:noFill/>
        <a:ln w="9525" cap="flat" cmpd="sng" algn="ctr">
          <a:solidFill>
            <a:schemeClr val="accent4">
              <a:hueOff val="8037474"/>
              <a:satOff val="-7222"/>
              <a:lumOff val="-11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8400" y="3377011"/>
        <a:ext cx="89398" cy="3286"/>
      </dsp:txXfrm>
    </dsp:sp>
    <dsp:sp modelId="{A3E0B4FD-D717-4E3B-B5AD-879D0EEE08F3}">
      <dsp:nvSpPr>
        <dsp:cNvPr id="0" name=""/>
        <dsp:cNvSpPr/>
      </dsp:nvSpPr>
      <dsp:spPr>
        <a:xfrm>
          <a:off x="2107419" y="2374119"/>
          <a:ext cx="1428861" cy="857316"/>
        </a:xfrm>
        <a:prstGeom prst="rect">
          <a:avLst/>
        </a:prstGeom>
        <a:solidFill>
          <a:schemeClr val="accent4">
            <a:hueOff val="6889264"/>
            <a:satOff val="-6191"/>
            <a:lumOff val="-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f. </a:t>
          </a:r>
          <a:r>
            <a:rPr lang="en-US" sz="1300" kern="1200" dirty="0" err="1"/>
            <a:t>imunitas</a:t>
          </a:r>
          <a:r>
            <a:rPr lang="en-US" sz="1300" kern="1200" dirty="0"/>
            <a:t>;</a:t>
          </a:r>
        </a:p>
      </dsp:txBody>
      <dsp:txXfrm>
        <a:off x="2107419" y="2374119"/>
        <a:ext cx="1428861" cy="857316"/>
      </dsp:txXfrm>
    </dsp:sp>
    <dsp:sp modelId="{3F43B71A-DB2E-4367-B59E-C8FEB021E2A0}">
      <dsp:nvSpPr>
        <dsp:cNvPr id="0" name=""/>
        <dsp:cNvSpPr/>
      </dsp:nvSpPr>
      <dsp:spPr>
        <a:xfrm>
          <a:off x="1776980" y="3943012"/>
          <a:ext cx="2980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8038" y="45720"/>
              </a:lnTo>
            </a:path>
          </a:pathLst>
        </a:custGeom>
        <a:noFill/>
        <a:ln w="9525" cap="flat" cmpd="sng" algn="ctr">
          <a:solidFill>
            <a:schemeClr val="accent4">
              <a:hueOff val="9644969"/>
              <a:satOff val="-8667"/>
              <a:lumOff val="-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17784" y="3987089"/>
        <a:ext cx="16431" cy="3286"/>
      </dsp:txXfrm>
    </dsp:sp>
    <dsp:sp modelId="{FA17385E-2EDE-4B30-A162-A3FD4DF590DC}">
      <dsp:nvSpPr>
        <dsp:cNvPr id="0" name=""/>
        <dsp:cNvSpPr/>
      </dsp:nvSpPr>
      <dsp:spPr>
        <a:xfrm>
          <a:off x="349919" y="3560074"/>
          <a:ext cx="1428861" cy="857316"/>
        </a:xfrm>
        <a:prstGeom prst="rect">
          <a:avLst/>
        </a:prstGeom>
        <a:solidFill>
          <a:schemeClr val="accent4">
            <a:hueOff val="8267117"/>
            <a:satOff val="-7429"/>
            <a:lumOff val="-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g. </a:t>
          </a:r>
          <a:r>
            <a:rPr lang="en-US" sz="1300" kern="1200" dirty="0" err="1"/>
            <a:t>protokoler</a:t>
          </a:r>
          <a:r>
            <a:rPr lang="en-US" sz="1300" kern="1200" dirty="0"/>
            <a:t>; </a:t>
          </a:r>
          <a:r>
            <a:rPr lang="en-US" sz="1300" kern="1200" dirty="0" err="1"/>
            <a:t>dan</a:t>
          </a:r>
          <a:endParaRPr lang="en-US" sz="1300" kern="1200" dirty="0"/>
        </a:p>
      </dsp:txBody>
      <dsp:txXfrm>
        <a:off x="349919" y="3560074"/>
        <a:ext cx="1428861" cy="857316"/>
      </dsp:txXfrm>
    </dsp:sp>
    <dsp:sp modelId="{35B2CC69-3242-4564-BECC-01D84A3750AA}">
      <dsp:nvSpPr>
        <dsp:cNvPr id="0" name=""/>
        <dsp:cNvSpPr/>
      </dsp:nvSpPr>
      <dsp:spPr>
        <a:xfrm>
          <a:off x="2107419" y="3560074"/>
          <a:ext cx="1428861" cy="857316"/>
        </a:xfrm>
        <a:prstGeom prst="rect">
          <a:avLst/>
        </a:prstGeom>
        <a:solidFill>
          <a:schemeClr val="accent4">
            <a:hueOff val="9644969"/>
            <a:satOff val="-8667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h. </a:t>
          </a:r>
          <a:r>
            <a:rPr lang="en-US" sz="1300" kern="1200" dirty="0" err="1"/>
            <a:t>keuangan</a:t>
          </a:r>
          <a:r>
            <a:rPr lang="en-US" sz="1300" kern="1200" dirty="0"/>
            <a:t> </a:t>
          </a:r>
          <a:r>
            <a:rPr lang="en-US" sz="1300" kern="1200" dirty="0" err="1"/>
            <a:t>dan</a:t>
          </a:r>
          <a:r>
            <a:rPr lang="en-US" sz="1300" kern="1200" dirty="0"/>
            <a:t> </a:t>
          </a:r>
          <a:r>
            <a:rPr lang="en-US" sz="1300" kern="1200" dirty="0" err="1"/>
            <a:t>administratif</a:t>
          </a:r>
          <a:r>
            <a:rPr lang="en-US" sz="1300" kern="1200" dirty="0"/>
            <a:t>.</a:t>
          </a:r>
        </a:p>
      </dsp:txBody>
      <dsp:txXfrm>
        <a:off x="2107419" y="3560074"/>
        <a:ext cx="1428861" cy="8573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1D90E-8963-4DA2-A417-1CB9D3EFDFD1}">
      <dsp:nvSpPr>
        <dsp:cNvPr id="0" name=""/>
        <dsp:cNvSpPr/>
      </dsp:nvSpPr>
      <dsp:spPr>
        <a:xfrm>
          <a:off x="0" y="-22861"/>
          <a:ext cx="8534400" cy="784861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PEMERINTAHAN DESA</a:t>
          </a:r>
        </a:p>
      </dsp:txBody>
      <dsp:txXfrm>
        <a:off x="0" y="-22861"/>
        <a:ext cx="8534400" cy="784861"/>
      </dsp:txXfrm>
    </dsp:sp>
    <dsp:sp modelId="{46E20784-7E6A-4A6F-B594-C61D59EEA6DF}">
      <dsp:nvSpPr>
        <dsp:cNvPr id="0" name=""/>
        <dsp:cNvSpPr/>
      </dsp:nvSpPr>
      <dsp:spPr>
        <a:xfrm>
          <a:off x="0" y="757929"/>
          <a:ext cx="4267199" cy="6250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PEMERINTAH DESA</a:t>
          </a:r>
        </a:p>
      </dsp:txBody>
      <dsp:txXfrm>
        <a:off x="0" y="757929"/>
        <a:ext cx="4267199" cy="625099"/>
      </dsp:txXfrm>
    </dsp:sp>
    <dsp:sp modelId="{5E1FEFD4-4945-418E-BE23-98A025003FCA}">
      <dsp:nvSpPr>
        <dsp:cNvPr id="0" name=""/>
        <dsp:cNvSpPr/>
      </dsp:nvSpPr>
      <dsp:spPr>
        <a:xfrm>
          <a:off x="4267200" y="757929"/>
          <a:ext cx="4267199" cy="6250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BPD</a:t>
          </a:r>
        </a:p>
      </dsp:txBody>
      <dsp:txXfrm>
        <a:off x="4267200" y="757929"/>
        <a:ext cx="4267199" cy="625099"/>
      </dsp:txXfrm>
    </dsp:sp>
    <dsp:sp modelId="{8D682691-A766-4D2E-AE99-76DFBB910D31}">
      <dsp:nvSpPr>
        <dsp:cNvPr id="0" name=""/>
        <dsp:cNvSpPr/>
      </dsp:nvSpPr>
      <dsp:spPr>
        <a:xfrm>
          <a:off x="0" y="1434084"/>
          <a:ext cx="8534400" cy="101346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41787-2053-4CC7-A55C-17B9369EF3CE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18478-E9C1-48BA-BF3D-E4AE3E437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49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/>
              <a:t>Suatu</a:t>
            </a:r>
            <a:r>
              <a:rPr lang="id-ID" baseline="0"/>
              <a:t> upaya penegakan hukum yang dilakukan oleh penegak hukum dengan menggunakan peradilan di tempat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518478-E9C1-48BA-BF3D-E4AE3E437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7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52600"/>
            <a:ext cx="4040188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52600"/>
            <a:ext cx="4041775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1" y="0"/>
            <a:ext cx="5678379" cy="685799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17176-DE81-4087-A76C-5ED9B77054DD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8A35B-523F-4C99-9FC7-5EE76E39E93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2136775"/>
          </a:xfrm>
        </p:spPr>
        <p:txBody>
          <a:bodyPr>
            <a:noAutofit/>
          </a:bodyPr>
          <a:lstStyle/>
          <a:p>
            <a:r>
              <a:rPr lang="en-US" b="1" dirty="0">
                <a:latin typeface="+mn-lt"/>
              </a:rPr>
              <a:t>WAWASAN NUSANTARA </a:t>
            </a:r>
            <a:r>
              <a:rPr lang="id-ID" b="1" dirty="0">
                <a:latin typeface="+mn-lt"/>
              </a:rPr>
              <a:t>SEBAGAI GEOPOLITIK INDONESIA</a:t>
            </a:r>
            <a:endParaRPr lang="en-US" b="1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2273491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Negara </a:t>
            </a:r>
            <a:r>
              <a:rPr lang="en-US" dirty="0" err="1"/>
              <a:t>Kesatuan</a:t>
            </a:r>
            <a:r>
              <a:rPr lang="en-US" dirty="0"/>
              <a:t> </a:t>
            </a:r>
            <a:r>
              <a:rPr lang="en-US" dirty="0" err="1"/>
              <a:t>Republik</a:t>
            </a:r>
            <a:r>
              <a:rPr lang="en-US" dirty="0"/>
              <a:t> Indonesia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b="1" dirty="0" err="1"/>
              <a:t>negara</a:t>
            </a:r>
            <a:r>
              <a:rPr lang="en-US" b="1" dirty="0"/>
              <a:t> </a:t>
            </a:r>
            <a:r>
              <a:rPr lang="en-US" b="1" dirty="0" err="1"/>
              <a:t>kepulauan</a:t>
            </a:r>
            <a:r>
              <a:rPr lang="en-US" b="1" dirty="0"/>
              <a:t> </a:t>
            </a:r>
            <a:r>
              <a:rPr lang="en-US" dirty="0"/>
              <a:t>yang </a:t>
            </a:r>
            <a:r>
              <a:rPr lang="en-US" dirty="0" err="1"/>
              <a:t>berciri</a:t>
            </a:r>
            <a:r>
              <a:rPr lang="en-US" dirty="0"/>
              <a:t> </a:t>
            </a:r>
            <a:r>
              <a:rPr lang="en-US" b="1" dirty="0"/>
              <a:t>Nusantara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yang </a:t>
            </a:r>
            <a:r>
              <a:rPr lang="en-US" dirty="0" err="1"/>
              <a:t>batas-batas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hak-haknya</a:t>
            </a:r>
            <a:r>
              <a:rPr lang="en-US" dirty="0"/>
              <a:t>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undang-undang</a:t>
            </a:r>
            <a:endParaRPr lang="en-US" dirty="0"/>
          </a:p>
          <a:p>
            <a:pPr algn="ctr">
              <a:buNone/>
            </a:pPr>
            <a:r>
              <a:rPr lang="en-US" dirty="0"/>
              <a:t>(</a:t>
            </a:r>
            <a:r>
              <a:rPr lang="en-US" dirty="0" err="1"/>
              <a:t>Pasal</a:t>
            </a:r>
            <a:r>
              <a:rPr lang="en-US" dirty="0"/>
              <a:t> 25 UUD 1945)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66800" y="533400"/>
          <a:ext cx="699423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6744600" imgH="2940120" progId="">
                  <p:embed/>
                </p:oleObj>
              </mc:Choice>
              <mc:Fallback>
                <p:oleObj name="CorelDRAW" r:id="rId2" imgW="6744600" imgH="294012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3400"/>
                        <a:ext cx="699423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WAWASAN NUSANTARA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Cara </a:t>
            </a:r>
            <a:r>
              <a:rPr lang="en-US" dirty="0" err="1"/>
              <a:t>pandang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sikap</a:t>
            </a:r>
            <a:r>
              <a:rPr lang="en-US" dirty="0"/>
              <a:t> </a:t>
            </a:r>
            <a:r>
              <a:rPr lang="en-US" dirty="0" err="1"/>
              <a:t>bangsa</a:t>
            </a:r>
            <a:r>
              <a:rPr lang="en-US" dirty="0"/>
              <a:t> Indonesia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lingkungannya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mengutamakan</a:t>
            </a:r>
            <a:r>
              <a:rPr lang="en-US" dirty="0"/>
              <a:t> </a:t>
            </a:r>
            <a:r>
              <a:rPr lang="en-US" dirty="0" err="1"/>
              <a:t>persatuan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kesatuan</a:t>
            </a:r>
            <a:r>
              <a:rPr lang="en-US" dirty="0"/>
              <a:t> </a:t>
            </a:r>
            <a:r>
              <a:rPr lang="en-US" dirty="0" err="1"/>
              <a:t>bangsa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kesatuan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bermasyarakat</a:t>
            </a:r>
            <a:r>
              <a:rPr lang="en-US" dirty="0"/>
              <a:t>, </a:t>
            </a:r>
            <a:r>
              <a:rPr lang="en-US" dirty="0" err="1"/>
              <a:t>berbangsa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bernegara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Pancasila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UUD 1945.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Perairan menurut Konvensi Hukum Laut PBB 1992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5" y="1295400"/>
            <a:ext cx="9034435" cy="511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PARADIGMA KETATANEGARAAN INDONESIA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189038"/>
          <a:ext cx="53340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67400" y="1425864"/>
            <a:ext cx="1954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Landasan</a:t>
            </a:r>
            <a:r>
              <a:rPr lang="en-US" sz="2400" dirty="0"/>
              <a:t> </a:t>
            </a:r>
            <a:r>
              <a:rPr lang="en-US" sz="2400" dirty="0" err="1"/>
              <a:t>Idiil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867400" y="2294235"/>
            <a:ext cx="3288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Landasan</a:t>
            </a:r>
            <a:r>
              <a:rPr lang="en-US" sz="2400" dirty="0"/>
              <a:t> </a:t>
            </a:r>
            <a:r>
              <a:rPr lang="en-US" sz="2400" dirty="0" err="1"/>
              <a:t>Konstitusional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867400" y="3132435"/>
            <a:ext cx="2464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Landasan</a:t>
            </a:r>
            <a:r>
              <a:rPr lang="en-US" sz="2400" dirty="0"/>
              <a:t> 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4051300"/>
            <a:ext cx="3121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Landasan</a:t>
            </a:r>
            <a:r>
              <a:rPr lang="en-US" sz="2400" dirty="0"/>
              <a:t> </a:t>
            </a:r>
            <a:r>
              <a:rPr lang="en-US" sz="2400" dirty="0" err="1"/>
              <a:t>Konsepsional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867400" y="5037435"/>
            <a:ext cx="2948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Landasan</a:t>
            </a:r>
            <a:r>
              <a:rPr lang="en-US" sz="2400" dirty="0"/>
              <a:t> </a:t>
            </a:r>
            <a:r>
              <a:rPr lang="en-US" sz="2400" dirty="0" err="1"/>
              <a:t>Operasional</a:t>
            </a:r>
            <a:endParaRPr lang="en-US" sz="2400" dirty="0"/>
          </a:p>
        </p:txBody>
      </p:sp>
      <p:cxnSp>
        <p:nvCxnSpPr>
          <p:cNvPr id="11" name="Straight Connector 10"/>
          <p:cNvCxnSpPr>
            <a:endCxn id="5" idx="1"/>
          </p:cNvCxnSpPr>
          <p:nvPr/>
        </p:nvCxnSpPr>
        <p:spPr>
          <a:xfrm>
            <a:off x="3810000" y="1654464"/>
            <a:ext cx="2057400" cy="2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114800" y="2527300"/>
            <a:ext cx="1752600" cy="2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648200" y="3365500"/>
            <a:ext cx="1219200" cy="2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181600" y="4278312"/>
            <a:ext cx="685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638800" y="5270500"/>
            <a:ext cx="228600" cy="2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78080" y="5867400"/>
            <a:ext cx="2772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PEMBANGUNAN NASIONAL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sz="2800" b="1" dirty="0"/>
              <a:t>LATAR BELAKANG KONSEPSI WAWASAN NUSANTARA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0" cy="513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3200" b="1" dirty="0"/>
              <a:t>FUNGSI &amp; TUJUAN WAWASAN NUSANTARA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940925"/>
              </p:ext>
            </p:extLst>
          </p:nvPr>
        </p:nvGraphicFramePr>
        <p:xfrm>
          <a:off x="457200" y="990600"/>
          <a:ext cx="8229600" cy="513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497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PERWUJUDAN WAWASAN NUSANTARA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09800" y="1714236"/>
          <a:ext cx="4572000" cy="4229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304800" y="914400"/>
            <a:ext cx="22860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err="1"/>
              <a:t>Pemerintahan</a:t>
            </a:r>
            <a:r>
              <a:rPr lang="en-US" dirty="0"/>
              <a:t> yang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aspiratif</a:t>
            </a:r>
            <a:r>
              <a:rPr lang="en-US" dirty="0"/>
              <a:t> yang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asas</a:t>
            </a:r>
            <a:r>
              <a:rPr lang="en-US" dirty="0"/>
              <a:t> </a:t>
            </a:r>
            <a:r>
              <a:rPr lang="en-US" dirty="0" err="1"/>
              <a:t>kedaulatan</a:t>
            </a:r>
            <a:r>
              <a:rPr lang="en-US" dirty="0"/>
              <a:t> </a:t>
            </a:r>
            <a:r>
              <a:rPr lang="en-US" dirty="0" err="1"/>
              <a:t>rakyat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0" y="5715000"/>
            <a:ext cx="4191000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588" lvl="1" indent="-1588" algn="ctr">
              <a:buNone/>
            </a:pPr>
            <a:r>
              <a:rPr lang="en-US" sz="2000" dirty="0"/>
              <a:t>	</a:t>
            </a:r>
            <a:r>
              <a:rPr lang="en-US" sz="2000" dirty="0" err="1"/>
              <a:t>Kesadaran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cinta</a:t>
            </a:r>
            <a:r>
              <a:rPr lang="en-US" sz="2000" dirty="0"/>
              <a:t> </a:t>
            </a:r>
            <a:r>
              <a:rPr lang="en-US" sz="2000" dirty="0" err="1"/>
              <a:t>tanah</a:t>
            </a:r>
            <a:r>
              <a:rPr lang="en-US" sz="2000" dirty="0"/>
              <a:t> air </a:t>
            </a:r>
            <a:r>
              <a:rPr lang="en-US" sz="2000" dirty="0" err="1"/>
              <a:t>sebagai</a:t>
            </a:r>
            <a:r>
              <a:rPr lang="en-US" sz="2000" dirty="0"/>
              <a:t> modal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menggerakkan</a:t>
            </a:r>
            <a:r>
              <a:rPr lang="en-US" sz="2000" dirty="0"/>
              <a:t> </a:t>
            </a:r>
            <a:r>
              <a:rPr lang="en-US" sz="2000" dirty="0" err="1"/>
              <a:t>partisipasi</a:t>
            </a:r>
            <a:r>
              <a:rPr lang="en-US" sz="2000" dirty="0"/>
              <a:t> </a:t>
            </a:r>
            <a:r>
              <a:rPr lang="en-US" sz="2000" dirty="0" err="1"/>
              <a:t>masyarakat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00800" y="990600"/>
            <a:ext cx="2209800" cy="13234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588" lvl="1" indent="-1588" algn="ctr">
              <a:buNone/>
            </a:pPr>
            <a:r>
              <a:rPr lang="en-US" sz="2000" dirty="0" err="1"/>
              <a:t>Peningkatan</a:t>
            </a:r>
            <a:r>
              <a:rPr lang="en-US" sz="2000" dirty="0"/>
              <a:t> </a:t>
            </a:r>
            <a:r>
              <a:rPr lang="en-US" sz="2000" dirty="0" err="1"/>
              <a:t>kesejahteraan</a:t>
            </a:r>
            <a:r>
              <a:rPr lang="en-US" sz="2000" dirty="0"/>
              <a:t> </a:t>
            </a:r>
            <a:r>
              <a:rPr lang="en-US" sz="2000" dirty="0" err="1"/>
              <a:t>rakyat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adil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merata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381000" y="5715000"/>
            <a:ext cx="3886200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588" lvl="1" indent="-1588" algn="ctr">
              <a:buNone/>
            </a:pPr>
            <a:r>
              <a:rPr lang="en-US" sz="2000" dirty="0" err="1"/>
              <a:t>Sikap</a:t>
            </a:r>
            <a:r>
              <a:rPr lang="en-US" sz="2000" dirty="0"/>
              <a:t> </a:t>
            </a:r>
            <a:r>
              <a:rPr lang="en-US" sz="2000" dirty="0" err="1"/>
              <a:t>batiniah</a:t>
            </a:r>
            <a:r>
              <a:rPr lang="en-US" sz="2000" dirty="0"/>
              <a:t>/</a:t>
            </a:r>
            <a:r>
              <a:rPr lang="en-US" sz="2000" dirty="0" err="1"/>
              <a:t>lahiriah</a:t>
            </a:r>
            <a:r>
              <a:rPr lang="en-US" sz="2000" dirty="0"/>
              <a:t> yang </a:t>
            </a:r>
            <a:r>
              <a:rPr lang="en-US" sz="2000" dirty="0" err="1"/>
              <a:t>mengakui</a:t>
            </a:r>
            <a:r>
              <a:rPr lang="en-US" sz="2000" dirty="0"/>
              <a:t>, </a:t>
            </a:r>
            <a:r>
              <a:rPr lang="en-US" sz="2000" dirty="0" err="1"/>
              <a:t>menerima</a:t>
            </a:r>
            <a:r>
              <a:rPr lang="en-US" sz="2000" dirty="0"/>
              <a:t>, </a:t>
            </a:r>
            <a:r>
              <a:rPr lang="en-US" sz="2000" dirty="0" err="1"/>
              <a:t>menghormati</a:t>
            </a:r>
            <a:r>
              <a:rPr lang="en-US" sz="2000" dirty="0"/>
              <a:t> </a:t>
            </a:r>
            <a:r>
              <a:rPr lang="en-US" sz="2000" dirty="0" err="1"/>
              <a:t>perbedaan</a:t>
            </a:r>
            <a:r>
              <a:rPr lang="en-US" sz="2000" dirty="0"/>
              <a:t> yang </a:t>
            </a:r>
            <a:r>
              <a:rPr lang="en-US" sz="2000" dirty="0" err="1"/>
              <a:t>ada</a:t>
            </a:r>
            <a:r>
              <a:rPr lang="en-US" sz="2000" dirty="0"/>
              <a:t>.</a:t>
            </a:r>
          </a:p>
        </p:txBody>
      </p:sp>
      <p:cxnSp>
        <p:nvCxnSpPr>
          <p:cNvPr id="11" name="Straight Arrow Connector 10"/>
          <p:cNvCxnSpPr>
            <a:endCxn id="8" idx="2"/>
          </p:cNvCxnSpPr>
          <p:nvPr/>
        </p:nvCxnSpPr>
        <p:spPr>
          <a:xfrm flipV="1">
            <a:off x="6172200" y="2314039"/>
            <a:ext cx="1333500" cy="6577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7" idx="0"/>
          </p:cNvCxnSpPr>
          <p:nvPr/>
        </p:nvCxnSpPr>
        <p:spPr>
          <a:xfrm>
            <a:off x="6172200" y="4772562"/>
            <a:ext cx="495300" cy="942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6" idx="2"/>
          </p:cNvCxnSpPr>
          <p:nvPr/>
        </p:nvCxnSpPr>
        <p:spPr>
          <a:xfrm flipH="1" flipV="1">
            <a:off x="1447800" y="2391728"/>
            <a:ext cx="1295400" cy="580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9" idx="0"/>
          </p:cNvCxnSpPr>
          <p:nvPr/>
        </p:nvCxnSpPr>
        <p:spPr>
          <a:xfrm flipH="1">
            <a:off x="2324100" y="4724400"/>
            <a:ext cx="4953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GEOPOLITIK DI DUNIA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Frederich Ratzel (1844-1904)</a:t>
            </a:r>
          </a:p>
          <a:p>
            <a:r>
              <a:rPr lang="id-ID" dirty="0"/>
              <a:t>Rudolf Kjellen (1864-1922)</a:t>
            </a:r>
          </a:p>
          <a:p>
            <a:r>
              <a:rPr lang="id-ID" dirty="0"/>
              <a:t>Karl Houshofer (1864-1922)</a:t>
            </a:r>
          </a:p>
          <a:p>
            <a:r>
              <a:rPr lang="id-ID" dirty="0"/>
              <a:t>Sir Walter Raleigh (1554-1618) dan Alfred Thayer Mahan (1940-1914)</a:t>
            </a:r>
          </a:p>
          <a:p>
            <a:r>
              <a:rPr lang="id-ID" dirty="0"/>
              <a:t>Nicholas J Spkyman (1893-1943)</a:t>
            </a:r>
          </a:p>
          <a:p>
            <a:r>
              <a:rPr lang="id-ID" dirty="0"/>
              <a:t>Sir Harold Mackinder (1861-1947)</a:t>
            </a:r>
          </a:p>
          <a:p>
            <a:r>
              <a:rPr lang="id-ID" dirty="0"/>
              <a:t>W. Mitchel, A. Saversky, Giulio Doubet (1869-1930) dan John Frederik Charles Fuller</a:t>
            </a:r>
          </a:p>
        </p:txBody>
      </p:sp>
    </p:spTree>
    <p:extLst>
      <p:ext uri="{BB962C8B-B14F-4D97-AF65-F5344CB8AC3E}">
        <p14:creationId xmlns:p14="http://schemas.microsoft.com/office/powerpoint/2010/main" val="138194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latin typeface="Bauhaus 93" pitchFamily="82" charset="0"/>
              </a:rPr>
              <a:t>GEOPOLITIK  BANGSA INDONESIA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d-ID" dirty="0"/>
              <a:t>Bangsa Indonesia berfalsafah dan berideologi Pancasila menganut faham perang dan damai. “Bangsa Indonesia cinta damai, akan tetapi lebih cinta kemerdekaan”</a:t>
            </a:r>
          </a:p>
        </p:txBody>
      </p:sp>
    </p:spTree>
    <p:extLst>
      <p:ext uri="{BB962C8B-B14F-4D97-AF65-F5344CB8AC3E}">
        <p14:creationId xmlns:p14="http://schemas.microsoft.com/office/powerpoint/2010/main" val="422585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UNSUR WAWASAN NUSANTARA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806726"/>
              </p:ext>
            </p:extLst>
          </p:nvPr>
        </p:nvGraphicFramePr>
        <p:xfrm>
          <a:off x="457200" y="990600"/>
          <a:ext cx="8229600" cy="513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50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r>
              <a:rPr lang="id-ID" sz="2800" b="1" dirty="0"/>
              <a:t>WAWASAN NUSANTARA SEBAGAI WAWASAN PEMBANGUNAN NASIONAL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38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d-ID" sz="2000" b="1" dirty="0"/>
              <a:t>Perwujudan Kepulauan Nusantara sebagai Satu Kesatuan Politik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2000" b="1" dirty="0"/>
              <a:t>Perwujudan Kepulauan Nusantara sebagai Satu Kesatuan Ekonomi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2000" b="1" dirty="0"/>
              <a:t>Perwujudan Kepulauan Nusantara sebagai Satu Kesatuan Sosial Budaya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2000" b="1" dirty="0"/>
              <a:t>Perwujudan Kepulauan Nusantara sebagai Satu Pertahan dan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38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/>
              <a:t>ASAS WAWASAN NUSANTARA</a:t>
            </a:r>
            <a:endParaRPr lang="id-ID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382000" cy="1814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Kepentingan dan tujuan yang sama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Keadilan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Kejujuran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Solidaritas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Kerjasama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id-ID" sz="1865" b="1" dirty="0"/>
              <a:t>Kesetiaan </a:t>
            </a:r>
          </a:p>
        </p:txBody>
      </p:sp>
    </p:spTree>
    <p:extLst>
      <p:ext uri="{BB962C8B-B14F-4D97-AF65-F5344CB8AC3E}">
        <p14:creationId xmlns:p14="http://schemas.microsoft.com/office/powerpoint/2010/main" val="671002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685800"/>
          </a:xfrm>
        </p:spPr>
        <p:txBody>
          <a:bodyPr/>
          <a:lstStyle/>
          <a:p>
            <a:r>
              <a:rPr lang="id-ID" dirty="0"/>
              <a:t>COBA DISKUSIKAN BAGAIMANA IMPLEMENTASI WAWASAN NUSANTARA YANG SENANTIASA BERORIENTASI PADA KEPENTINGAN RAKYAT DAN WILAYAH TANAH AIR SECARA UTUH DAN MENYELURUH???</a:t>
            </a:r>
          </a:p>
        </p:txBody>
      </p:sp>
    </p:spTree>
    <p:extLst>
      <p:ext uri="{BB962C8B-B14F-4D97-AF65-F5344CB8AC3E}">
        <p14:creationId xmlns:p14="http://schemas.microsoft.com/office/powerpoint/2010/main" val="352008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685800"/>
          </a:xfrm>
        </p:spPr>
        <p:txBody>
          <a:bodyPr/>
          <a:lstStyle/>
          <a:p>
            <a:r>
              <a:rPr lang="id-ID" dirty="0"/>
              <a:t>APA TANTANGAN IMPLEMENTASI WAWASAN NUSANTARA???</a:t>
            </a:r>
          </a:p>
        </p:txBody>
      </p:sp>
    </p:spTree>
    <p:extLst>
      <p:ext uri="{BB962C8B-B14F-4D97-AF65-F5344CB8AC3E}">
        <p14:creationId xmlns:p14="http://schemas.microsoft.com/office/powerpoint/2010/main" val="426867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2338388" y="3429000"/>
            <a:ext cx="4465637" cy="685800"/>
          </a:xfrm>
          <a:prstGeom prst="rect">
            <a:avLst/>
          </a:prstGeom>
          <a:solidFill>
            <a:srgbClr val="FFFFFF">
              <a:alpha val="70195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id-ID" sz="1600" b="1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m</a:t>
            </a:r>
            <a:r>
              <a:rPr lang="id-ID" sz="1400" b="1" dirty="0">
                <a:solidFill>
                  <a:schemeClr val="tx1"/>
                </a:solidFill>
              </a:rPr>
              <a:t>engatur dan mengurus sendiri urusan pemerintahan menurut asas otonomi dan tugas pembantuan </a:t>
            </a:r>
            <a:r>
              <a:rPr lang="id-ID" sz="1400" dirty="0">
                <a:solidFill>
                  <a:schemeClr val="tx1"/>
                </a:solidFill>
              </a:rPr>
              <a:t>[Pasal 18 (2)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2338388" y="4191000"/>
            <a:ext cx="4467225" cy="838200"/>
          </a:xfrm>
          <a:prstGeom prst="rect">
            <a:avLst/>
          </a:prstGeom>
          <a:solidFill>
            <a:srgbClr val="FFFFFF">
              <a:alpha val="70195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</a:t>
            </a:r>
            <a:r>
              <a:rPr lang="id-ID" sz="1400" b="1" dirty="0">
                <a:solidFill>
                  <a:schemeClr val="tx1"/>
                </a:solidFill>
              </a:rPr>
              <a:t>enjalankan otonomi seluas-luasnya, kecuali urusan pemerintahan yang oleh UU ditentukan sebagai urusan Pemerintah Pusat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id-ID" sz="1400" dirty="0">
                <a:solidFill>
                  <a:schemeClr val="tx1"/>
                </a:solidFill>
              </a:rPr>
              <a:t>[Pasal 18 (5) </a:t>
            </a: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2336800" y="5105400"/>
            <a:ext cx="4468813" cy="685800"/>
          </a:xfrm>
          <a:prstGeom prst="rect">
            <a:avLst/>
          </a:prstGeom>
          <a:solidFill>
            <a:srgbClr val="FFFFFF">
              <a:alpha val="70195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id-ID" sz="1400" b="1" dirty="0">
                <a:solidFill>
                  <a:schemeClr val="tx1"/>
                </a:solidFill>
              </a:rPr>
              <a:t>erhak menetapkan peraturan daerah dan peraturan-peraturan lain untuk melaksanakan otonomi dan tugas pembantuan </a:t>
            </a:r>
            <a:r>
              <a:rPr lang="id-ID" sz="1400" dirty="0">
                <a:solidFill>
                  <a:schemeClr val="tx1"/>
                </a:solidFill>
              </a:rPr>
              <a:t>[Pasal 18 (6)</a:t>
            </a:r>
          </a:p>
        </p:txBody>
      </p:sp>
      <p:sp>
        <p:nvSpPr>
          <p:cNvPr id="71691" name="Line 11"/>
          <p:cNvSpPr>
            <a:spLocks noChangeShapeType="1"/>
          </p:cNvSpPr>
          <p:nvPr/>
        </p:nvSpPr>
        <p:spPr bwMode="auto">
          <a:xfrm>
            <a:off x="2057400" y="3276600"/>
            <a:ext cx="271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676400" y="914400"/>
            <a:ext cx="5867400" cy="1295400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id-ID" sz="1600" b="1" dirty="0">
                <a:solidFill>
                  <a:schemeClr val="bg1"/>
                </a:solidFill>
              </a:rPr>
              <a:t>Negara Kesatuan Republik Indonesia  dibagi atas daerah-daerah provinsi dan daerah provinsi itu dibagi atas kabupaten dan kota, yang tiap-tiap provinsi, kabupaten, dan kota itu mempunyai pemerintahan daerah, yang diatur dengan undang-undang</a:t>
            </a:r>
            <a:r>
              <a:rPr lang="id-ID" sz="1600" dirty="0">
                <a:solidFill>
                  <a:schemeClr val="bg1"/>
                </a:solidFill>
              </a:rPr>
              <a:t> [Pasal 18 (1)**]</a:t>
            </a:r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2330450" y="2438400"/>
            <a:ext cx="4481513" cy="3556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id-ID" sz="1600" b="1" dirty="0">
                <a:solidFill>
                  <a:schemeClr val="tx1"/>
                </a:solidFill>
              </a:rPr>
              <a:t>PEMERINTAHAN DAERAH</a:t>
            </a:r>
            <a:endParaRPr lang="id-ID" sz="1800" dirty="0">
              <a:solidFill>
                <a:schemeClr val="tx1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330450" y="2895600"/>
            <a:ext cx="4481513" cy="550863"/>
            <a:chOff x="4886" y="5102"/>
            <a:chExt cx="7056" cy="868"/>
          </a:xfrm>
        </p:grpSpPr>
        <p:sp>
          <p:nvSpPr>
            <p:cNvPr id="21520" name="Text Box 15"/>
            <p:cNvSpPr txBox="1">
              <a:spLocks noChangeArrowheads="1"/>
            </p:cNvSpPr>
            <p:nvPr/>
          </p:nvSpPr>
          <p:spPr bwMode="auto">
            <a:xfrm>
              <a:off x="4886" y="5102"/>
              <a:ext cx="3472" cy="86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id-ID" sz="1400" b="1" dirty="0">
                  <a:solidFill>
                    <a:schemeClr val="accent1"/>
                  </a:solidFill>
                </a:rPr>
                <a:t>KEPALA PEMERINTAH DAERAH</a:t>
              </a:r>
              <a:endParaRPr lang="id-ID" sz="1800" dirty="0">
                <a:solidFill>
                  <a:schemeClr val="accent1"/>
                </a:solidFill>
              </a:endParaRPr>
            </a:p>
          </p:txBody>
        </p:sp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8358" y="5102"/>
              <a:ext cx="3584" cy="86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id-ID" sz="1400" b="1" dirty="0">
                  <a:solidFill>
                    <a:schemeClr val="accent1"/>
                  </a:solidFill>
                </a:rPr>
                <a:t>DPRD</a:t>
              </a:r>
              <a:endParaRPr lang="id-ID" sz="18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1697" name="Line 17"/>
          <p:cNvSpPr>
            <a:spLocks noChangeShapeType="1"/>
          </p:cNvSpPr>
          <p:nvPr/>
        </p:nvSpPr>
        <p:spPr bwMode="auto">
          <a:xfrm flipH="1">
            <a:off x="6858000" y="3200400"/>
            <a:ext cx="20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98" name="Line 18"/>
          <p:cNvSpPr>
            <a:spLocks noChangeShapeType="1"/>
          </p:cNvSpPr>
          <p:nvPr/>
        </p:nvSpPr>
        <p:spPr bwMode="auto">
          <a:xfrm>
            <a:off x="4530725" y="2209800"/>
            <a:ext cx="0" cy="261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689" name="Oval 9"/>
          <p:cNvSpPr>
            <a:spLocks noChangeArrowheads="1"/>
          </p:cNvSpPr>
          <p:nvPr/>
        </p:nvSpPr>
        <p:spPr bwMode="auto">
          <a:xfrm>
            <a:off x="7158038" y="2057400"/>
            <a:ext cx="1985962" cy="1989138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 anchorCtr="1"/>
          <a:lstStyle/>
          <a:p>
            <a:r>
              <a:rPr lang="en-US" sz="1600" b="1" dirty="0">
                <a:solidFill>
                  <a:schemeClr val="accent1"/>
                </a:solidFill>
              </a:rPr>
              <a:t>a</a:t>
            </a:r>
            <a:r>
              <a:rPr lang="id-ID" sz="1600" b="1" dirty="0">
                <a:solidFill>
                  <a:schemeClr val="accent1"/>
                </a:solidFill>
              </a:rPr>
              <a:t>nggota DPRD dipilih melalui pemilu</a:t>
            </a:r>
          </a:p>
          <a:p>
            <a:r>
              <a:rPr lang="id-ID" sz="1400" dirty="0">
                <a:solidFill>
                  <a:schemeClr val="accent1"/>
                </a:solidFill>
              </a:rPr>
              <a:t>[Pasal 18 (3) **]</a:t>
            </a:r>
          </a:p>
        </p:txBody>
      </p:sp>
      <p:sp>
        <p:nvSpPr>
          <p:cNvPr id="71690" name="Oval 10"/>
          <p:cNvSpPr>
            <a:spLocks noChangeArrowheads="1"/>
          </p:cNvSpPr>
          <p:nvPr/>
        </p:nvSpPr>
        <p:spPr bwMode="auto">
          <a:xfrm>
            <a:off x="0" y="2057400"/>
            <a:ext cx="2098675" cy="20828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 anchorCtr="1"/>
          <a:lstStyle/>
          <a:p>
            <a:pPr>
              <a:lnSpc>
                <a:spcPct val="112000"/>
              </a:lnSpc>
            </a:pPr>
            <a:r>
              <a:rPr lang="id-ID" sz="1600" b="1" dirty="0">
                <a:solidFill>
                  <a:schemeClr val="accent1"/>
                </a:solidFill>
              </a:rPr>
              <a:t>Gubernur, Bupati, Walikota dipilih secara demokratis</a:t>
            </a:r>
          </a:p>
          <a:p>
            <a:pPr>
              <a:lnSpc>
                <a:spcPct val="112000"/>
              </a:lnSpc>
            </a:pPr>
            <a:r>
              <a:rPr lang="id-ID" sz="1400" dirty="0">
                <a:solidFill>
                  <a:schemeClr val="accent1"/>
                </a:solidFill>
              </a:rPr>
              <a:t>[Pasal 18 (4)**]</a:t>
            </a:r>
          </a:p>
        </p:txBody>
      </p:sp>
      <p:sp>
        <p:nvSpPr>
          <p:cNvPr id="71718" name="Text Box 38"/>
          <p:cNvSpPr txBox="1">
            <a:spLocks noChangeArrowheads="1"/>
          </p:cNvSpPr>
          <p:nvPr/>
        </p:nvSpPr>
        <p:spPr bwMode="auto">
          <a:xfrm>
            <a:off x="2336800" y="5867400"/>
            <a:ext cx="4468813" cy="533400"/>
          </a:xfrm>
          <a:prstGeom prst="rect">
            <a:avLst/>
          </a:prstGeom>
          <a:solidFill>
            <a:srgbClr val="FFFFFF">
              <a:alpha val="70195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Susunan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tata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cara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penyelenggaraan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Pemda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diatur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dalam</a:t>
            </a:r>
            <a:r>
              <a:rPr lang="en-US" sz="1400" dirty="0">
                <a:solidFill>
                  <a:schemeClr val="tx1"/>
                </a:solidFill>
              </a:rPr>
              <a:t> UU</a:t>
            </a:r>
            <a:r>
              <a:rPr lang="id-ID" sz="1400" dirty="0">
                <a:solidFill>
                  <a:schemeClr val="tx1"/>
                </a:solidFill>
              </a:rPr>
              <a:t> [Pasal 18 (</a:t>
            </a:r>
            <a:r>
              <a:rPr lang="en-US" sz="1400" dirty="0">
                <a:solidFill>
                  <a:schemeClr val="tx1"/>
                </a:solidFill>
              </a:rPr>
              <a:t>7</a:t>
            </a:r>
            <a:r>
              <a:rPr lang="id-ID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b="1" dirty="0"/>
              <a:t>PEMERINTAHAN DAERAH MENURUT UUD 1945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nimBg="1"/>
      <p:bldP spid="71687" grpId="0" animBg="1"/>
      <p:bldP spid="71688" grpId="0" animBg="1"/>
      <p:bldP spid="71691" grpId="0" animBg="1"/>
      <p:bldP spid="71692" grpId="0" animBg="1"/>
      <p:bldP spid="71693" grpId="0" animBg="1"/>
      <p:bldP spid="71697" grpId="0" animBg="1"/>
      <p:bldP spid="71698" grpId="0" animBg="1"/>
      <p:bldP spid="71689" grpId="0" animBg="1"/>
      <p:bldP spid="71690" grpId="0" animBg="1"/>
      <p:bldP spid="717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DAERAH OTONOM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/>
              <a:t>Kesatuan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hukum</a:t>
            </a:r>
            <a:r>
              <a:rPr lang="en-US" dirty="0"/>
              <a:t>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batas-batas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yang </a:t>
            </a:r>
            <a:r>
              <a:rPr lang="en-US" dirty="0" err="1"/>
              <a:t>berwenang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mengurus</a:t>
            </a:r>
            <a:r>
              <a:rPr lang="en-US" dirty="0"/>
              <a:t> </a:t>
            </a: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kepentingan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setempat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prakarsa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pt-BR" dirty="0"/>
              <a:t>aspirasi masyarakat dalam sistem Negara Kesatuan Republik Indonesia.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OTONOMI DAERAH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Hak</a:t>
            </a:r>
            <a:r>
              <a:rPr lang="en-US" dirty="0"/>
              <a:t>, </a:t>
            </a:r>
            <a:r>
              <a:rPr lang="en-US" dirty="0" err="1"/>
              <a:t>wewenang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otonom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mengurus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kepentingan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setempat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peraturan</a:t>
            </a:r>
            <a:r>
              <a:rPr lang="en-US" dirty="0"/>
              <a:t> </a:t>
            </a:r>
            <a:r>
              <a:rPr lang="en-US" dirty="0" err="1"/>
              <a:t>perundang-undangan</a:t>
            </a:r>
            <a:r>
              <a:rPr lang="en-US" dirty="0"/>
              <a:t>. 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5" name="Text Box 5"/>
          <p:cNvSpPr txBox="1">
            <a:spLocks noChangeArrowheads="1"/>
          </p:cNvSpPr>
          <p:nvPr/>
        </p:nvSpPr>
        <p:spPr bwMode="auto">
          <a:xfrm>
            <a:off x="762000" y="3505200"/>
            <a:ext cx="7696200" cy="914400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100000">
                <a:srgbClr val="FFFFFF"/>
              </a:gs>
            </a:gsLst>
            <a:lin ang="5400000" scaled="1"/>
          </a:gra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d-ID" sz="1600" b="1">
                <a:solidFill>
                  <a:schemeClr val="tx1"/>
                </a:solidFill>
              </a:rPr>
              <a:t> Negara mengakui dan menghormati satuan-satuan pemerintahan daerah yang bersifat khusus atau bersifat istimewa yang diatur dengan undang-undang</a:t>
            </a:r>
          </a:p>
          <a:p>
            <a:r>
              <a:rPr lang="id-ID" sz="1600">
                <a:solidFill>
                  <a:schemeClr val="tx1"/>
                </a:solidFill>
              </a:rPr>
              <a:t>[Pasal 18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id-ID" sz="1600">
                <a:solidFill>
                  <a:schemeClr val="tx1"/>
                </a:solidFill>
              </a:rPr>
              <a:t>B (1)**]</a:t>
            </a:r>
          </a:p>
        </p:txBody>
      </p:sp>
      <p:sp>
        <p:nvSpPr>
          <p:cNvPr id="522246" name="Text Box 6"/>
          <p:cNvSpPr txBox="1">
            <a:spLocks noChangeArrowheads="1"/>
          </p:cNvSpPr>
          <p:nvPr/>
        </p:nvSpPr>
        <p:spPr bwMode="auto">
          <a:xfrm>
            <a:off x="762000" y="4495800"/>
            <a:ext cx="7696200" cy="1428750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100000">
                <a:srgbClr val="FFFFFF"/>
              </a:gs>
            </a:gsLst>
            <a:lin ang="5400000" scaled="1"/>
          </a:gra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d-ID" sz="1600" b="1" dirty="0">
                <a:solidFill>
                  <a:schemeClr val="tx1"/>
                </a:solidFill>
              </a:rPr>
              <a:t>Negara mengakui dan menghormati kesatuan-kesatuan masyarakat hukum adat beserta hak-hak tradisionalnya sepanjang masih hidup dan sesuai dengan perkembangan masyarakat dan prinsip Negara Kesatuan Republik Indonesia, yang diatur dalam undang-undang</a:t>
            </a:r>
          </a:p>
          <a:p>
            <a:r>
              <a:rPr lang="id-ID" sz="1600" dirty="0">
                <a:solidFill>
                  <a:schemeClr val="tx1"/>
                </a:solidFill>
              </a:rPr>
              <a:t>[Pasal 18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id-ID" sz="1600" dirty="0">
                <a:solidFill>
                  <a:schemeClr val="tx1"/>
                </a:solidFill>
              </a:rPr>
              <a:t>B (2)**]</a:t>
            </a:r>
          </a:p>
        </p:txBody>
      </p:sp>
      <p:sp>
        <p:nvSpPr>
          <p:cNvPr id="522247" name="Text Box 7"/>
          <p:cNvSpPr txBox="1">
            <a:spLocks noChangeArrowheads="1"/>
          </p:cNvSpPr>
          <p:nvPr/>
        </p:nvSpPr>
        <p:spPr bwMode="auto">
          <a:xfrm>
            <a:off x="762000" y="2305050"/>
            <a:ext cx="7696200" cy="1123950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100000">
                <a:srgbClr val="FFFFFF"/>
              </a:gs>
            </a:gsLst>
            <a:lin ang="5400000" scaled="1"/>
          </a:gra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d-ID" sz="1600" b="1" dirty="0">
                <a:solidFill>
                  <a:schemeClr val="tx1"/>
                </a:solidFill>
              </a:rPr>
              <a:t> Hubungan keuangan, pelayanan umum, pemanfaatan sumber daya alam dan sumber daya lainnya antara pemerintah pusat dan pemerintahan daerah diatur dan dilaksanakan secara adil dan selaras berdasarkan undang-undang</a:t>
            </a:r>
          </a:p>
          <a:p>
            <a:r>
              <a:rPr lang="id-ID" sz="1600" dirty="0">
                <a:solidFill>
                  <a:schemeClr val="tx1"/>
                </a:solidFill>
              </a:rPr>
              <a:t>[Pasal 18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id-ID" sz="1600" dirty="0">
                <a:solidFill>
                  <a:schemeClr val="tx1"/>
                </a:solidFill>
              </a:rPr>
              <a:t>A (2)**]</a:t>
            </a:r>
          </a:p>
        </p:txBody>
      </p:sp>
      <p:sp>
        <p:nvSpPr>
          <p:cNvPr id="522248" name="Text Box 8"/>
          <p:cNvSpPr txBox="1">
            <a:spLocks noChangeArrowheads="1"/>
          </p:cNvSpPr>
          <p:nvPr/>
        </p:nvSpPr>
        <p:spPr bwMode="auto">
          <a:xfrm>
            <a:off x="762000" y="1066800"/>
            <a:ext cx="7696200" cy="1143000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100000">
                <a:srgbClr val="FFFFFF"/>
              </a:gs>
            </a:gsLst>
            <a:lin ang="5400000" scaled="1"/>
          </a:gra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d-ID" sz="1600" b="1" dirty="0">
                <a:solidFill>
                  <a:schemeClr val="tx1"/>
                </a:solidFill>
              </a:rPr>
              <a:t> Hubungan wewenang antara pemerintah pusat dan pemerintahan daerah provinsi, kabupaten, dan kota, atau antara provinsi dan kabupaten dan kota, diatur dengan undang-undang dengan memperhatikan kekhususan dan keragaman daerah</a:t>
            </a:r>
          </a:p>
          <a:p>
            <a:r>
              <a:rPr lang="id-ID" sz="1600" dirty="0">
                <a:solidFill>
                  <a:schemeClr val="tx1"/>
                </a:solidFill>
              </a:rPr>
              <a:t>[Pasal 18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id-ID" sz="1600" dirty="0">
                <a:solidFill>
                  <a:schemeClr val="tx1"/>
                </a:solidFill>
              </a:rPr>
              <a:t>A (1)**]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200" b="1" dirty="0">
                <a:solidFill>
                  <a:schemeClr val="tx1"/>
                </a:solidFill>
              </a:rPr>
              <a:t>HUBUNGAN PEMERINTAH PUSAT DAN PEMERINTAHAN DAERAH</a:t>
            </a:r>
            <a:endParaRPr lang="en-US" dirty="0"/>
          </a:p>
        </p:txBody>
      </p:sp>
    </p:spTree>
  </p:cSld>
  <p:clrMapOvr>
    <a:masterClrMapping/>
  </p:clrMapOvr>
  <p:transition>
    <p:cut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2800" b="1" dirty="0"/>
              <a:t>HUBUNGAN KEWENANGAN PUSAT DAN DAERAH</a:t>
            </a:r>
            <a:endParaRPr lang="en-US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URUSAN PEMERINTAHAN PUSAT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0" cy="513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2800" b="1" dirty="0"/>
              <a:t>LEMBAGA-LEMBAGA DALAM SUSUNAN </a:t>
            </a:r>
            <a:r>
              <a:rPr lang="fi-FI" sz="2800" b="1" dirty="0"/>
              <a:t>PEMERINTAHAN DAERAH</a:t>
            </a:r>
            <a:endParaRPr lang="en-US" sz="2800" b="1" dirty="0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2749550" y="1676400"/>
          <a:ext cx="38798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2000" dirty="0">
                          <a:solidFill>
                            <a:schemeClr val="tx1"/>
                          </a:solidFill>
                        </a:rPr>
                        <a:t>PEMERINTAHAN DAERAH  PROVINSI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GUBERNUR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DPRD PROVINSI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2"/>
          <p:cNvGraphicFramePr>
            <a:graphicFrameLocks/>
          </p:cNvGraphicFramePr>
          <p:nvPr/>
        </p:nvGraphicFramePr>
        <p:xfrm>
          <a:off x="2743200" y="3703320"/>
          <a:ext cx="3879850" cy="1402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3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2000" dirty="0"/>
                        <a:t>PEMERINTAHAN DAERAH  </a:t>
                      </a:r>
                      <a:r>
                        <a:rPr lang="en-US" sz="2000" dirty="0"/>
                        <a:t>KABUPATEN/KOTA</a:t>
                      </a:r>
                      <a:endParaRPr lang="id-ID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BUPATI / WALIKOTA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DPRD </a:t>
                      </a:r>
                      <a:r>
                        <a:rPr lang="en-US" sz="1800" dirty="0"/>
                        <a:t>KABUPATEN/KOTA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4681870" y="2819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PERANGKAT DAERAH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775" y="1371600"/>
          <a:ext cx="8153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TUGAS DAN WEWENANG KEPALA DAERAH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sz="2400" dirty="0" err="1"/>
              <a:t>memimpin</a:t>
            </a:r>
            <a:r>
              <a:rPr lang="en-US" sz="2400" dirty="0"/>
              <a:t> </a:t>
            </a:r>
            <a:r>
              <a:rPr lang="en-US" sz="2400" dirty="0" err="1"/>
              <a:t>penyelenggaraan</a:t>
            </a:r>
            <a:r>
              <a:rPr lang="en-US" sz="2400" dirty="0"/>
              <a:t> </a:t>
            </a:r>
            <a:r>
              <a:rPr lang="en-US" sz="2400" dirty="0" err="1"/>
              <a:t>pemerintahan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kebijakan</a:t>
            </a:r>
            <a:r>
              <a:rPr lang="en-US" sz="2400" dirty="0"/>
              <a:t> yang </a:t>
            </a:r>
            <a:r>
              <a:rPr lang="en-US" sz="2400" dirty="0" err="1"/>
              <a:t>ditetapkan</a:t>
            </a:r>
            <a:r>
              <a:rPr lang="en-US" sz="2400" dirty="0"/>
              <a:t> </a:t>
            </a:r>
            <a:r>
              <a:rPr lang="en-US" sz="2400" dirty="0" err="1"/>
              <a:t>bersama</a:t>
            </a:r>
            <a:r>
              <a:rPr lang="en-US" sz="2400" dirty="0"/>
              <a:t> DPRD;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dirty="0" err="1"/>
              <a:t>mengajukan</a:t>
            </a:r>
            <a:r>
              <a:rPr lang="en-US" sz="2400" dirty="0"/>
              <a:t> </a:t>
            </a:r>
            <a:r>
              <a:rPr lang="en-US" sz="2400" dirty="0" err="1"/>
              <a:t>rancangan</a:t>
            </a:r>
            <a:r>
              <a:rPr lang="en-US" sz="2400" dirty="0"/>
              <a:t> </a:t>
            </a:r>
            <a:r>
              <a:rPr lang="en-US" sz="2400" dirty="0" err="1"/>
              <a:t>Perda</a:t>
            </a:r>
            <a:r>
              <a:rPr lang="en-US" sz="2400" dirty="0"/>
              <a:t>;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dirty="0" err="1"/>
              <a:t>menetapkan</a:t>
            </a:r>
            <a:r>
              <a:rPr lang="en-US" sz="2400" dirty="0"/>
              <a:t> </a:t>
            </a:r>
            <a:r>
              <a:rPr lang="en-US" sz="2400" dirty="0" err="1"/>
              <a:t>Perda</a:t>
            </a:r>
            <a:r>
              <a:rPr lang="en-US" sz="2400" dirty="0"/>
              <a:t> yang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</a:t>
            </a:r>
            <a:r>
              <a:rPr lang="en-US" sz="2400" dirty="0" err="1"/>
              <a:t>persetujuan</a:t>
            </a:r>
            <a:r>
              <a:rPr lang="en-US" sz="2400" dirty="0"/>
              <a:t> </a:t>
            </a:r>
            <a:r>
              <a:rPr lang="en-US" sz="2400" dirty="0" err="1"/>
              <a:t>bersama</a:t>
            </a:r>
            <a:r>
              <a:rPr lang="en-US" sz="2400" dirty="0"/>
              <a:t> DPRD;</a:t>
            </a:r>
          </a:p>
          <a:p>
            <a:pPr marL="514350" indent="-514350">
              <a:buFont typeface="+mj-lt"/>
              <a:buAutoNum type="alphaLcPeriod"/>
            </a:pPr>
            <a:r>
              <a:rPr lang="es-ES" sz="2400" dirty="0" err="1"/>
              <a:t>menyusun</a:t>
            </a:r>
            <a:r>
              <a:rPr lang="es-ES" sz="2400" dirty="0"/>
              <a:t> dan </a:t>
            </a:r>
            <a:r>
              <a:rPr lang="es-ES" sz="2400" dirty="0" err="1"/>
              <a:t>mengajukan</a:t>
            </a:r>
            <a:r>
              <a:rPr lang="es-ES" sz="2400" dirty="0"/>
              <a:t> </a:t>
            </a:r>
            <a:r>
              <a:rPr lang="es-ES" sz="2400" dirty="0" err="1"/>
              <a:t>rancangan</a:t>
            </a:r>
            <a:r>
              <a:rPr lang="es-ES" sz="2400" dirty="0"/>
              <a:t> </a:t>
            </a:r>
            <a:r>
              <a:rPr lang="es-ES" sz="2400" dirty="0" err="1"/>
              <a:t>Perda</a:t>
            </a:r>
            <a:r>
              <a:rPr lang="es-ES" sz="2400" dirty="0"/>
              <a:t> </a:t>
            </a:r>
            <a:r>
              <a:rPr lang="es-ES" sz="2400" dirty="0" err="1"/>
              <a:t>tentang</a:t>
            </a:r>
            <a:r>
              <a:rPr lang="es-ES" sz="2400" dirty="0"/>
              <a:t> APBD </a:t>
            </a:r>
            <a:r>
              <a:rPr lang="es-ES" sz="2400" dirty="0" err="1"/>
              <a:t>kepada</a:t>
            </a:r>
            <a:r>
              <a:rPr lang="es-ES" sz="2400" dirty="0"/>
              <a:t> </a:t>
            </a:r>
            <a:r>
              <a:rPr lang="en-US" sz="2400" dirty="0"/>
              <a:t>DPRD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dibahas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ditetapkan</a:t>
            </a:r>
            <a:r>
              <a:rPr lang="en-US" sz="2400" dirty="0"/>
              <a:t> </a:t>
            </a:r>
            <a:r>
              <a:rPr lang="en-US" sz="2400" dirty="0" err="1"/>
              <a:t>bersama</a:t>
            </a:r>
            <a:r>
              <a:rPr lang="en-US" sz="2400" dirty="0"/>
              <a:t>;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dirty="0" err="1"/>
              <a:t>mengupayakan</a:t>
            </a:r>
            <a:r>
              <a:rPr lang="en-US" sz="2400" dirty="0"/>
              <a:t> </a:t>
            </a:r>
            <a:r>
              <a:rPr lang="en-US" sz="2400" dirty="0" err="1"/>
              <a:t>terlaksananya</a:t>
            </a:r>
            <a:r>
              <a:rPr lang="en-US" sz="2400" dirty="0"/>
              <a:t> </a:t>
            </a:r>
            <a:r>
              <a:rPr lang="en-US" sz="2400" dirty="0" err="1"/>
              <a:t>kewajiban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dirty="0" err="1"/>
              <a:t>mewakili</a:t>
            </a:r>
            <a:r>
              <a:rPr lang="en-US" sz="2400" dirty="0"/>
              <a:t> </a:t>
            </a:r>
            <a:r>
              <a:rPr lang="en-US" sz="2400" dirty="0" err="1"/>
              <a:t>daerahnya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luar</a:t>
            </a:r>
            <a:r>
              <a:rPr lang="en-US" sz="2400" dirty="0"/>
              <a:t> </a:t>
            </a:r>
            <a:r>
              <a:rPr lang="en-US" sz="2400" dirty="0" err="1"/>
              <a:t>pengadilan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menunjuk</a:t>
            </a:r>
            <a:r>
              <a:rPr lang="en-US" sz="2400" dirty="0"/>
              <a:t> </a:t>
            </a:r>
            <a:r>
              <a:rPr lang="en-US" sz="2400" dirty="0" err="1"/>
              <a:t>kuasa</a:t>
            </a:r>
            <a:r>
              <a:rPr lang="en-US" sz="2400" dirty="0"/>
              <a:t> </a:t>
            </a:r>
            <a:r>
              <a:rPr lang="en-US" sz="2400" dirty="0" err="1"/>
              <a:t>hukum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mewakilinya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peraturan</a:t>
            </a:r>
            <a:r>
              <a:rPr lang="en-US" sz="2400" dirty="0"/>
              <a:t> </a:t>
            </a:r>
            <a:r>
              <a:rPr lang="en-US" sz="2400" dirty="0" err="1"/>
              <a:t>perundangundangan</a:t>
            </a:r>
            <a:r>
              <a:rPr lang="en-US" sz="2400" dirty="0"/>
              <a:t>; </a:t>
            </a:r>
            <a:r>
              <a:rPr lang="en-US" sz="2400" dirty="0" err="1"/>
              <a:t>dan</a:t>
            </a:r>
            <a:endParaRPr lang="en-US" sz="2400" dirty="0"/>
          </a:p>
          <a:p>
            <a:pPr marL="514350" indent="-514350">
              <a:buFont typeface="+mj-lt"/>
              <a:buAutoNum type="alphaLcPeriod"/>
            </a:pPr>
            <a:r>
              <a:rPr lang="sv-SE" sz="2400" dirty="0"/>
              <a:t>melaksanakan tugas dan wewenang lain sesuai dengan peraturan </a:t>
            </a:r>
            <a:r>
              <a:rPr lang="en-US" sz="2400" dirty="0" err="1"/>
              <a:t>perundang-undangan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KEWAJIBAN KEPALA DAERAH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Pemerintah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pertanggungjawaban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DPRD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menginformasikan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GUBERNUR SEBAGAI WAKIL PEMERINTAH PUSAT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Gubernur</a:t>
            </a:r>
            <a:r>
              <a:rPr lang="en-US" dirty="0"/>
              <a:t> </a:t>
            </a:r>
            <a:r>
              <a:rPr lang="en-US" dirty="0" err="1"/>
              <a:t>berkedudukan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wakil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, </a:t>
            </a:r>
            <a:r>
              <a:rPr lang="en-US" dirty="0" err="1"/>
              <a:t>bertanggung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Presiden</a:t>
            </a:r>
            <a:r>
              <a:rPr lang="en-US" dirty="0"/>
              <a:t>.</a:t>
            </a:r>
          </a:p>
          <a:p>
            <a:r>
              <a:rPr lang="sv-SE" dirty="0"/>
              <a:t>Sebagai wakil pemerintah, Gubernur </a:t>
            </a:r>
            <a:r>
              <a:rPr lang="nl-NL" dirty="0"/>
              <a:t>memiliki tugas dan wewenang: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dirty="0" err="1"/>
              <a:t>pembinaan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pengawasan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/Kota;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dirty="0" err="1"/>
              <a:t>koordinasi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;</a:t>
            </a:r>
          </a:p>
          <a:p>
            <a:pPr marL="880110" lvl="1" indent="-514350">
              <a:buFont typeface="+mj-lt"/>
              <a:buAutoNum type="alphaLcPeriod"/>
            </a:pPr>
            <a:r>
              <a:rPr lang="en-US" dirty="0" err="1"/>
              <a:t>koordinasi</a:t>
            </a:r>
            <a:r>
              <a:rPr lang="en-US" dirty="0"/>
              <a:t> </a:t>
            </a:r>
            <a:r>
              <a:rPr lang="en-US" dirty="0" err="1"/>
              <a:t>pembinaan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pengawasan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pembantuan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DEWAN PERWAKILAN RAKYAT DAERAH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1" dirty="0"/>
              <a:t>KEDUDUKAN DPRD</a:t>
            </a:r>
            <a:endParaRPr lang="en-US" dirty="0"/>
          </a:p>
          <a:p>
            <a:pPr marL="339725" lvl="1" indent="26988">
              <a:buNone/>
            </a:pP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lembaga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rakyat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berkedudukan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unsur</a:t>
            </a:r>
            <a:r>
              <a:rPr lang="en-US" dirty="0"/>
              <a:t> </a:t>
            </a:r>
            <a:r>
              <a:rPr lang="en-US" dirty="0" err="1"/>
              <a:t>penyelenggaraan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.</a:t>
            </a:r>
          </a:p>
          <a:p>
            <a:pPr marL="339725" lvl="1" indent="26988">
              <a:buNone/>
            </a:pPr>
            <a:endParaRPr lang="en-US" dirty="0"/>
          </a:p>
          <a:p>
            <a:r>
              <a:rPr lang="sv-SE" b="1" dirty="0"/>
              <a:t>FUNGSI DPRD </a:t>
            </a:r>
          </a:p>
          <a:p>
            <a:pPr marL="834390" lvl="1" indent="-514350">
              <a:buFont typeface="+mj-lt"/>
              <a:buAutoNum type="arabicPeriod"/>
            </a:pPr>
            <a:r>
              <a:rPr lang="sv-SE" dirty="0"/>
              <a:t>fungsi legislasi, </a:t>
            </a:r>
          </a:p>
          <a:p>
            <a:pPr marL="834390" lvl="1" indent="-514350">
              <a:buFont typeface="+mj-lt"/>
              <a:buAutoNum type="arabicPeriod"/>
            </a:pPr>
            <a:r>
              <a:rPr lang="sv-SE" dirty="0"/>
              <a:t>fungsi anggaran, dan </a:t>
            </a:r>
          </a:p>
          <a:p>
            <a:pPr marL="834390" lvl="1" indent="-514350">
              <a:buFont typeface="+mj-lt"/>
              <a:buAutoNum type="arabicPeriod"/>
            </a:pPr>
            <a:r>
              <a:rPr lang="sv-SE" dirty="0"/>
              <a:t>fungsi pengawasan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TUGAS DAN WEWENANG DPRD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err="1"/>
              <a:t>membentuk</a:t>
            </a:r>
            <a:r>
              <a:rPr lang="en-US" sz="2000" dirty="0"/>
              <a:t> </a:t>
            </a:r>
            <a:r>
              <a:rPr lang="en-US" sz="2000" dirty="0" err="1"/>
              <a:t>Perda</a:t>
            </a:r>
            <a:r>
              <a:rPr lang="en-US" sz="2000" dirty="0"/>
              <a:t> yang </a:t>
            </a:r>
            <a:r>
              <a:rPr lang="en-US" sz="2000" dirty="0" err="1"/>
              <a:t>dibahas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mendapat</a:t>
            </a:r>
            <a:r>
              <a:rPr lang="en-US" sz="2000" dirty="0"/>
              <a:t> </a:t>
            </a:r>
            <a:r>
              <a:rPr lang="en-US" sz="2000" dirty="0" err="1"/>
              <a:t>persetujuan</a:t>
            </a:r>
            <a:r>
              <a:rPr lang="en-US" sz="2000" dirty="0"/>
              <a:t> </a:t>
            </a:r>
            <a:r>
              <a:rPr lang="en-US" sz="2000" dirty="0" err="1"/>
              <a:t>bersama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membahas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menyetujui</a:t>
            </a:r>
            <a:r>
              <a:rPr lang="en-US" sz="2000" dirty="0"/>
              <a:t> </a:t>
            </a:r>
            <a:r>
              <a:rPr lang="en-US" sz="2000" dirty="0" err="1"/>
              <a:t>rancangan</a:t>
            </a:r>
            <a:r>
              <a:rPr lang="en-US" sz="2000" dirty="0"/>
              <a:t> </a:t>
            </a:r>
            <a:r>
              <a:rPr lang="en-US" sz="2000" dirty="0" err="1"/>
              <a:t>Perda</a:t>
            </a:r>
            <a:r>
              <a:rPr lang="en-US" sz="2000" dirty="0"/>
              <a:t> </a:t>
            </a:r>
            <a:r>
              <a:rPr lang="en-US" sz="2000" dirty="0" err="1"/>
              <a:t>tentang</a:t>
            </a:r>
            <a:r>
              <a:rPr lang="en-US" sz="2000" dirty="0"/>
              <a:t> APBD </a:t>
            </a:r>
            <a:r>
              <a:rPr lang="en-US" sz="2000" dirty="0" err="1"/>
              <a:t>bersama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;</a:t>
            </a:r>
          </a:p>
          <a:p>
            <a:r>
              <a:rPr lang="fi-FI" sz="2000" dirty="0"/>
              <a:t>melaksanakan pengawasan terhadap pelaksanaan Perda dan </a:t>
            </a:r>
            <a:r>
              <a:rPr lang="en-US" sz="2000" dirty="0" err="1"/>
              <a:t>peraturan</a:t>
            </a:r>
            <a:r>
              <a:rPr lang="en-US" sz="2000" dirty="0"/>
              <a:t> </a:t>
            </a:r>
            <a:r>
              <a:rPr lang="en-US" sz="2000" dirty="0" err="1"/>
              <a:t>perundang-undangan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, </a:t>
            </a:r>
            <a:r>
              <a:rPr lang="en-US" sz="2000" dirty="0" err="1"/>
              <a:t>peraturan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, </a:t>
            </a:r>
            <a:r>
              <a:rPr lang="sv-SE" sz="2000" dirty="0"/>
              <a:t>APBD, kebijakan pemerintah daerah dalam melaksanakan program </a:t>
            </a:r>
            <a:r>
              <a:rPr lang="en-US" sz="2000" dirty="0" err="1"/>
              <a:t>pembangunan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,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kerja</a:t>
            </a:r>
            <a:r>
              <a:rPr lang="en-US" sz="2000" dirty="0"/>
              <a:t> </a:t>
            </a:r>
            <a:r>
              <a:rPr lang="en-US" sz="2000" dirty="0" err="1"/>
              <a:t>sama</a:t>
            </a:r>
            <a:r>
              <a:rPr lang="en-US" sz="2000" dirty="0"/>
              <a:t> </a:t>
            </a:r>
            <a:r>
              <a:rPr lang="en-US" sz="2000" dirty="0" err="1"/>
              <a:t>internasional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mengusulkan</a:t>
            </a:r>
            <a:r>
              <a:rPr lang="en-US" sz="2000" dirty="0"/>
              <a:t> </a:t>
            </a:r>
            <a:r>
              <a:rPr lang="en-US" sz="2000" dirty="0" err="1"/>
              <a:t>pengangkatan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pemberhentian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/</a:t>
            </a:r>
            <a:r>
              <a:rPr lang="en-US" sz="2000" dirty="0" err="1"/>
              <a:t>wakil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/>
              <a:t>Presiden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Menteri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Negeri</a:t>
            </a:r>
            <a:r>
              <a:rPr lang="en-US" sz="2000" dirty="0"/>
              <a:t> </a:t>
            </a:r>
            <a:r>
              <a:rPr lang="en-US" sz="2000" dirty="0" err="1"/>
              <a:t>bagi</a:t>
            </a:r>
            <a:r>
              <a:rPr lang="en-US" sz="2000" dirty="0"/>
              <a:t> DPRD </a:t>
            </a:r>
            <a:r>
              <a:rPr lang="en-US" sz="2000" dirty="0" err="1"/>
              <a:t>provinsi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kepada</a:t>
            </a:r>
            <a:r>
              <a:rPr lang="en-US" sz="2000" dirty="0"/>
              <a:t> </a:t>
            </a:r>
            <a:r>
              <a:rPr lang="en-US" sz="2000" dirty="0" err="1"/>
              <a:t>Menteri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Negeri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Gubernur</a:t>
            </a:r>
            <a:r>
              <a:rPr lang="en-US" sz="2000" dirty="0"/>
              <a:t> </a:t>
            </a:r>
            <a:r>
              <a:rPr lang="en-US" sz="2000" dirty="0" err="1"/>
              <a:t>bagi</a:t>
            </a:r>
            <a:r>
              <a:rPr lang="en-US" sz="2000" dirty="0"/>
              <a:t> DPRD </a:t>
            </a:r>
            <a:r>
              <a:rPr lang="en-US" sz="2000" dirty="0" err="1"/>
              <a:t>kabupaten</a:t>
            </a:r>
            <a:r>
              <a:rPr lang="en-US" sz="2000" dirty="0"/>
              <a:t>/</a:t>
            </a:r>
            <a:r>
              <a:rPr lang="en-US" sz="2000" dirty="0" err="1"/>
              <a:t>kota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memilih</a:t>
            </a:r>
            <a:r>
              <a:rPr lang="en-US" sz="2000" dirty="0"/>
              <a:t> </a:t>
            </a:r>
            <a:r>
              <a:rPr lang="en-US" sz="2000" dirty="0" err="1"/>
              <a:t>wakil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hal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kekosongan</a:t>
            </a:r>
            <a:r>
              <a:rPr lang="en-US" sz="2000" dirty="0"/>
              <a:t> </a:t>
            </a:r>
            <a:r>
              <a:rPr lang="en-US" sz="2000" dirty="0" err="1"/>
              <a:t>jabatan</a:t>
            </a:r>
            <a:r>
              <a:rPr lang="en-US" sz="2000" dirty="0"/>
              <a:t> </a:t>
            </a:r>
            <a:r>
              <a:rPr lang="en-US" sz="2000" dirty="0" err="1"/>
              <a:t>wakil</a:t>
            </a:r>
            <a:r>
              <a:rPr lang="en-US" sz="2000" dirty="0"/>
              <a:t> </a:t>
            </a:r>
            <a:r>
              <a:rPr lang="en-US" sz="2000" dirty="0" err="1"/>
              <a:t>kepala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TUGAS DAN WEWENANG DPRD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pendapat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pertimbangan</a:t>
            </a:r>
            <a:r>
              <a:rPr lang="en-US" sz="2400" dirty="0"/>
              <a:t> </a:t>
            </a:r>
            <a:r>
              <a:rPr lang="en-US" sz="2400" dirty="0" err="1"/>
              <a:t>kepada</a:t>
            </a:r>
            <a:r>
              <a:rPr lang="en-US" sz="2400" dirty="0"/>
              <a:t> </a:t>
            </a:r>
            <a:r>
              <a:rPr lang="en-US" sz="2400" dirty="0" err="1"/>
              <a:t>pemerintah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rencana</a:t>
            </a:r>
            <a:r>
              <a:rPr lang="en-US" sz="2400" dirty="0"/>
              <a:t> </a:t>
            </a:r>
            <a:r>
              <a:rPr lang="en-US" sz="2400" dirty="0" err="1"/>
              <a:t>perjanjian</a:t>
            </a:r>
            <a:r>
              <a:rPr lang="en-US" sz="2400" dirty="0"/>
              <a:t> </a:t>
            </a:r>
            <a:r>
              <a:rPr lang="en-US" sz="2400" dirty="0" err="1"/>
              <a:t>internasional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persetujuan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rencana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id-ID" sz="2400" dirty="0"/>
              <a:t>m</a:t>
            </a:r>
            <a:r>
              <a:rPr lang="en-US" sz="2400" dirty="0"/>
              <a:t>a </a:t>
            </a:r>
            <a:r>
              <a:rPr lang="en-US" sz="2400" dirty="0" err="1"/>
              <a:t>internasional</a:t>
            </a:r>
            <a:r>
              <a:rPr lang="en-US" sz="2400" dirty="0"/>
              <a:t> yang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pemerintah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meminta</a:t>
            </a:r>
            <a:r>
              <a:rPr lang="en-US" sz="2400" dirty="0"/>
              <a:t> </a:t>
            </a:r>
            <a:r>
              <a:rPr lang="en-US" sz="2400" dirty="0" err="1"/>
              <a:t>laporan</a:t>
            </a:r>
            <a:r>
              <a:rPr lang="en-US" sz="2400" dirty="0"/>
              <a:t> </a:t>
            </a:r>
            <a:r>
              <a:rPr lang="en-US" sz="2400" dirty="0" err="1"/>
              <a:t>keterangan</a:t>
            </a:r>
            <a:r>
              <a:rPr lang="en-US" sz="2400" dirty="0"/>
              <a:t> </a:t>
            </a:r>
            <a:r>
              <a:rPr lang="en-US" sz="2400" dirty="0" err="1"/>
              <a:t>pertanggungjawaban</a:t>
            </a:r>
            <a:r>
              <a:rPr lang="en-US" sz="2400" dirty="0"/>
              <a:t> </a:t>
            </a:r>
            <a:r>
              <a:rPr lang="en-US" sz="2400" dirty="0" err="1"/>
              <a:t>kepala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penyelenggaraan</a:t>
            </a:r>
            <a:r>
              <a:rPr lang="en-US" sz="2400" dirty="0"/>
              <a:t> </a:t>
            </a:r>
            <a:r>
              <a:rPr lang="en-US" sz="2400" dirty="0" err="1"/>
              <a:t>pemerintahan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panitia</a:t>
            </a:r>
            <a:r>
              <a:rPr lang="en-US" sz="2400" dirty="0"/>
              <a:t> </a:t>
            </a:r>
            <a:r>
              <a:rPr lang="en-US" sz="2400" dirty="0" err="1"/>
              <a:t>pengawas</a:t>
            </a:r>
            <a:r>
              <a:rPr lang="en-US" sz="2400" dirty="0"/>
              <a:t> </a:t>
            </a:r>
            <a:r>
              <a:rPr lang="en-US" sz="2400" dirty="0" err="1"/>
              <a:t>pemilihan</a:t>
            </a:r>
            <a:r>
              <a:rPr lang="en-US" sz="2400" dirty="0"/>
              <a:t> </a:t>
            </a:r>
            <a:r>
              <a:rPr lang="en-US" sz="2400" dirty="0" err="1"/>
              <a:t>kepala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pengawasan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meminta</a:t>
            </a:r>
            <a:r>
              <a:rPr lang="en-US" sz="2400" dirty="0"/>
              <a:t> </a:t>
            </a:r>
            <a:r>
              <a:rPr lang="en-US" sz="2400" dirty="0" err="1"/>
              <a:t>laporan</a:t>
            </a:r>
            <a:r>
              <a:rPr lang="en-US" sz="2400" dirty="0"/>
              <a:t> KPUD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penyelenggaraan</a:t>
            </a:r>
            <a:r>
              <a:rPr lang="en-US" sz="2400" dirty="0"/>
              <a:t> </a:t>
            </a:r>
            <a:r>
              <a:rPr lang="en-US" sz="2400" dirty="0" err="1"/>
              <a:t>pemilihan</a:t>
            </a:r>
            <a:r>
              <a:rPr lang="en-US" sz="2400" dirty="0"/>
              <a:t> </a:t>
            </a:r>
            <a:r>
              <a:rPr lang="en-US" sz="2400" dirty="0" err="1"/>
              <a:t>kepala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;</a:t>
            </a:r>
          </a:p>
          <a:p>
            <a:r>
              <a:rPr lang="fi-FI" sz="2400" dirty="0"/>
              <a:t>memberikan persetujuan terhadap rencana kerja sama antar daerah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pihak</a:t>
            </a:r>
            <a:r>
              <a:rPr lang="en-US" sz="2400" dirty="0"/>
              <a:t> </a:t>
            </a:r>
            <a:r>
              <a:rPr lang="en-US" sz="2400" dirty="0" err="1"/>
              <a:t>ketiga</a:t>
            </a:r>
            <a:r>
              <a:rPr lang="en-US" sz="2400" dirty="0"/>
              <a:t> yang </a:t>
            </a:r>
            <a:r>
              <a:rPr lang="en-US" sz="2400" dirty="0" err="1"/>
              <a:t>membebani</a:t>
            </a:r>
            <a:r>
              <a:rPr lang="en-US" sz="2400" dirty="0"/>
              <a:t> </a:t>
            </a:r>
            <a:r>
              <a:rPr lang="en-US" sz="2400" dirty="0" err="1"/>
              <a:t>masyarakat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daerah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6413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HAK DPRD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1066800"/>
            <a:ext cx="3886200" cy="640080"/>
          </a:xfrm>
        </p:spPr>
        <p:txBody>
          <a:bodyPr/>
          <a:lstStyle/>
          <a:p>
            <a:pPr algn="ctr"/>
            <a:r>
              <a:rPr lang="en-US" dirty="0"/>
              <a:t>DPRD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609600" y="1752600"/>
          <a:ext cx="3886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800600" y="1066800"/>
            <a:ext cx="3886200" cy="640080"/>
          </a:xfrm>
        </p:spPr>
        <p:txBody>
          <a:bodyPr/>
          <a:lstStyle/>
          <a:p>
            <a:pPr algn="ctr"/>
            <a:r>
              <a:rPr lang="en-US" dirty="0" err="1"/>
              <a:t>Anggota</a:t>
            </a:r>
            <a:r>
              <a:rPr lang="en-US" dirty="0"/>
              <a:t> DPRD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quarter" idx="4"/>
          </p:nvPr>
        </p:nvGraphicFramePr>
        <p:xfrm>
          <a:off x="4800600" y="1752600"/>
          <a:ext cx="38862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" y="228600"/>
            <a:ext cx="2133600" cy="21336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Dibentuk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</a:p>
          <a:p>
            <a:pPr algn="ctr"/>
            <a:r>
              <a:rPr lang="en-US" dirty="0" err="1"/>
              <a:t>kota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553200" y="228600"/>
            <a:ext cx="2133600" cy="21336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Dipimpin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camat</a:t>
            </a:r>
            <a:r>
              <a:rPr lang="en-US" sz="1600" dirty="0"/>
              <a:t> yang </a:t>
            </a:r>
            <a:r>
              <a:rPr lang="en-US" sz="1600" dirty="0" err="1"/>
              <a:t>diangkat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Bupati</a:t>
            </a:r>
            <a:r>
              <a:rPr lang="en-US" sz="1600" dirty="0"/>
              <a:t> / </a:t>
            </a:r>
            <a:r>
              <a:rPr lang="en-US" sz="1600" dirty="0" err="1"/>
              <a:t>Walikota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PNS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2805" y="685800"/>
            <a:ext cx="2743200" cy="1219200"/>
          </a:xfrm>
          <a:prstGeom prst="roundRect">
            <a:avLst>
              <a:gd name="adj" fmla="val 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KECAMATAN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37231" y="3200400"/>
            <a:ext cx="8909304" cy="3429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>
              <a:buClr>
                <a:schemeClr val="accent2"/>
              </a:buClr>
              <a:buSzPct val="60000"/>
            </a:pP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pelaksanaan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tugasnya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camat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memperoleh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pelimpahan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wewenang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bupati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walikota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menangani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urusan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otonomi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daerah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Selain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tugas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camat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juga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menyelenggarakan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tugas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umum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pemerintahan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meliputi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nn-NO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mengkoordinasikan kegiatan pemberdayaan masyarakat;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mengkoordinasikan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upaya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penyelenggaraan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ketentraman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ketertiban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umum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mengkoordinasikan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penerapan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penegakan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peraturan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perundang-undangan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mengkoordinasikan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pemeliharaan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prasarana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fasilitas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pelayanan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umum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mengkoordinasikan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penyelenggaraan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kegiatan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pemerintahan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tingkat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kecamatan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membina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penyelenggaraan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pemerintahan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kelurahan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320040" marR="0" lvl="0" indent="-320040" algn="l" defTabSz="914400" rtl="0" eaLnBrk="1" fontAlgn="auto" latinLnBrk="0" hangingPunct="1"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fi-FI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melaksanakan pelayanan masyarakat yang menjadi ruang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lingkup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tugasnya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yang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belum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dapat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dilaksanakan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pemerintahan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kelurahan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135" y="2514600"/>
            <a:ext cx="8915400" cy="685800"/>
          </a:xfrm>
          <a:prstGeom prst="roundRect">
            <a:avLst>
              <a:gd name="adj" fmla="val 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TUGAS</a:t>
            </a:r>
          </a:p>
        </p:txBody>
      </p:sp>
      <p:cxnSp>
        <p:nvCxnSpPr>
          <p:cNvPr id="12" name="Straight Connector 11"/>
          <p:cNvCxnSpPr>
            <a:stCxn id="4" idx="6"/>
            <a:endCxn id="7" idx="1"/>
          </p:cNvCxnSpPr>
          <p:nvPr/>
        </p:nvCxnSpPr>
        <p:spPr>
          <a:xfrm>
            <a:off x="2590800" y="1295400"/>
            <a:ext cx="622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3"/>
            <a:endCxn id="5" idx="2"/>
          </p:cNvCxnSpPr>
          <p:nvPr/>
        </p:nvCxnSpPr>
        <p:spPr>
          <a:xfrm>
            <a:off x="5956005" y="1295400"/>
            <a:ext cx="597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2"/>
            <a:endCxn id="10" idx="0"/>
          </p:cNvCxnSpPr>
          <p:nvPr/>
        </p:nvCxnSpPr>
        <p:spPr>
          <a:xfrm>
            <a:off x="4584405" y="1905000"/>
            <a:ext cx="443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57200" y="228600"/>
            <a:ext cx="2133600" cy="21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Dibentuk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wilayah</a:t>
            </a:r>
            <a:r>
              <a:rPr lang="en-US" dirty="0"/>
              <a:t> </a:t>
            </a:r>
            <a:r>
              <a:rPr lang="en-US" dirty="0" err="1"/>
              <a:t>kecamatan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553200" y="228600"/>
            <a:ext cx="2133600" cy="21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Dipimpin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Lurah</a:t>
            </a:r>
            <a:r>
              <a:rPr lang="en-US" sz="1600" dirty="0"/>
              <a:t> yang </a:t>
            </a:r>
            <a:r>
              <a:rPr lang="en-US" sz="1600" dirty="0" err="1"/>
              <a:t>diangkat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</a:t>
            </a:r>
            <a:r>
              <a:rPr lang="en-US" sz="1600" dirty="0" err="1"/>
              <a:t>Bupati</a:t>
            </a:r>
            <a:r>
              <a:rPr lang="en-US" sz="1600" dirty="0"/>
              <a:t> / </a:t>
            </a:r>
            <a:r>
              <a:rPr lang="en-US" sz="1600" dirty="0" err="1"/>
              <a:t>Walikota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PNS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2805" y="685800"/>
            <a:ext cx="2743200" cy="1219200"/>
          </a:xfrm>
          <a:prstGeom prst="roundRect">
            <a:avLst>
              <a:gd name="adj" fmla="val 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KELURAHAN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37231" y="3200400"/>
            <a:ext cx="8909304" cy="3429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lvl="1">
              <a:buNone/>
            </a:pPr>
            <a:r>
              <a:rPr lang="fi-FI" sz="2400" dirty="0"/>
              <a:t>a. pelaksanaan kegiatan pemerintahan kelurahan;</a:t>
            </a:r>
          </a:p>
          <a:p>
            <a:pPr lvl="1">
              <a:buNone/>
            </a:pPr>
            <a:r>
              <a:rPr lang="en-US" sz="2400" dirty="0"/>
              <a:t>b. </a:t>
            </a:r>
            <a:r>
              <a:rPr lang="en-US" sz="2400" dirty="0" err="1"/>
              <a:t>pemberdayaan</a:t>
            </a:r>
            <a:r>
              <a:rPr lang="en-US" sz="2400" dirty="0"/>
              <a:t> </a:t>
            </a:r>
            <a:r>
              <a:rPr lang="en-US" sz="2400" dirty="0" err="1"/>
              <a:t>masyarakat</a:t>
            </a:r>
            <a:r>
              <a:rPr lang="en-US" sz="2400" dirty="0"/>
              <a:t>;</a:t>
            </a:r>
          </a:p>
          <a:p>
            <a:pPr lvl="1">
              <a:buNone/>
            </a:pPr>
            <a:r>
              <a:rPr lang="en-US" sz="2400" dirty="0"/>
              <a:t>c. </a:t>
            </a:r>
            <a:r>
              <a:rPr lang="en-US" sz="2400" dirty="0" err="1"/>
              <a:t>pelayanan</a:t>
            </a:r>
            <a:r>
              <a:rPr lang="en-US" sz="2400" dirty="0"/>
              <a:t> </a:t>
            </a:r>
            <a:r>
              <a:rPr lang="en-US" sz="2400" dirty="0" err="1"/>
              <a:t>masyarakat</a:t>
            </a:r>
            <a:r>
              <a:rPr lang="en-US" sz="2400" dirty="0"/>
              <a:t>;</a:t>
            </a:r>
          </a:p>
          <a:p>
            <a:pPr lvl="1">
              <a:buNone/>
            </a:pPr>
            <a:r>
              <a:rPr lang="nl-NL" sz="2400" dirty="0"/>
              <a:t>d. penyelenggaraan ketenteraman dan ketertiban umum; dan</a:t>
            </a:r>
          </a:p>
          <a:p>
            <a:pPr lvl="1">
              <a:buNone/>
            </a:pPr>
            <a:r>
              <a:rPr lang="es-ES" sz="2400" dirty="0"/>
              <a:t>e. </a:t>
            </a:r>
            <a:r>
              <a:rPr lang="es-ES" sz="2400" dirty="0" err="1"/>
              <a:t>pemeliharaan</a:t>
            </a:r>
            <a:r>
              <a:rPr lang="es-ES" sz="2400" dirty="0"/>
              <a:t> </a:t>
            </a:r>
            <a:r>
              <a:rPr lang="es-ES" sz="2400" dirty="0" err="1"/>
              <a:t>prasarana</a:t>
            </a:r>
            <a:r>
              <a:rPr lang="es-ES" sz="2400" dirty="0"/>
              <a:t> dan </a:t>
            </a:r>
            <a:r>
              <a:rPr lang="es-ES" sz="2400" dirty="0" err="1"/>
              <a:t>fasilitas</a:t>
            </a:r>
            <a:r>
              <a:rPr lang="es-ES" sz="2400" dirty="0"/>
              <a:t> </a:t>
            </a:r>
            <a:r>
              <a:rPr lang="es-ES" sz="2400" dirty="0" err="1"/>
              <a:t>pelayanan</a:t>
            </a:r>
            <a:r>
              <a:rPr lang="es-ES" sz="2400" dirty="0"/>
              <a:t> </a:t>
            </a:r>
            <a:r>
              <a:rPr lang="es-ES" sz="2400" dirty="0" err="1"/>
              <a:t>umum</a:t>
            </a:r>
            <a:r>
              <a:rPr lang="es-ES" sz="24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135" y="2514600"/>
            <a:ext cx="8915400" cy="685800"/>
          </a:xfrm>
          <a:prstGeom prst="roundRect">
            <a:avLst>
              <a:gd name="adj" fmla="val 0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TUGAS LURAH</a:t>
            </a:r>
          </a:p>
        </p:txBody>
      </p:sp>
      <p:cxnSp>
        <p:nvCxnSpPr>
          <p:cNvPr id="12" name="Straight Connector 11"/>
          <p:cNvCxnSpPr>
            <a:stCxn id="4" idx="6"/>
            <a:endCxn id="7" idx="1"/>
          </p:cNvCxnSpPr>
          <p:nvPr/>
        </p:nvCxnSpPr>
        <p:spPr>
          <a:xfrm>
            <a:off x="2590800" y="1295400"/>
            <a:ext cx="622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3"/>
            <a:endCxn id="5" idx="2"/>
          </p:cNvCxnSpPr>
          <p:nvPr/>
        </p:nvCxnSpPr>
        <p:spPr>
          <a:xfrm>
            <a:off x="5956005" y="1295400"/>
            <a:ext cx="597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2"/>
            <a:endCxn id="10" idx="0"/>
          </p:cNvCxnSpPr>
          <p:nvPr/>
        </p:nvCxnSpPr>
        <p:spPr>
          <a:xfrm>
            <a:off x="4584405" y="1905000"/>
            <a:ext cx="443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KELURAHAN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Lurah</a:t>
            </a:r>
            <a:r>
              <a:rPr lang="en-US" dirty="0"/>
              <a:t> </a:t>
            </a:r>
            <a:r>
              <a:rPr lang="en-US" dirty="0" err="1"/>
              <a:t>bertanggung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Bupati</a:t>
            </a:r>
            <a:r>
              <a:rPr lang="en-US" dirty="0"/>
              <a:t>/ </a:t>
            </a:r>
            <a:r>
              <a:rPr lang="en-US" dirty="0" err="1"/>
              <a:t>Walikota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Camat</a:t>
            </a:r>
            <a:r>
              <a:rPr lang="en-US" dirty="0"/>
              <a:t>.</a:t>
            </a:r>
          </a:p>
          <a:p>
            <a:r>
              <a:rPr lang="en-US" dirty="0" err="1"/>
              <a:t>Lurah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melaksanakan</a:t>
            </a:r>
            <a:r>
              <a:rPr lang="en-US" dirty="0"/>
              <a:t> </a:t>
            </a:r>
            <a:r>
              <a:rPr lang="en-US" dirty="0" err="1"/>
              <a:t>tugasnya</a:t>
            </a:r>
            <a:r>
              <a:rPr lang="en-US" dirty="0"/>
              <a:t> </a:t>
            </a:r>
            <a:r>
              <a:rPr lang="fi-FI" dirty="0"/>
              <a:t>dibantu oleh perangkat kelurahan.</a:t>
            </a:r>
          </a:p>
          <a:p>
            <a:r>
              <a:rPr lang="fi-FI" dirty="0"/>
              <a:t>Perangkat kelurahan </a:t>
            </a:r>
            <a:r>
              <a:rPr lang="en-US" dirty="0" err="1"/>
              <a:t>bertanggung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lurah</a:t>
            </a:r>
            <a:r>
              <a:rPr lang="en-US" dirty="0"/>
              <a:t>.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kelancaran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Lurah</a:t>
            </a:r>
            <a:r>
              <a:rPr lang="en-US" dirty="0"/>
              <a:t>, </a:t>
            </a:r>
            <a:r>
              <a:rPr lang="sv-SE" dirty="0"/>
              <a:t>dapat dibentuk lembaga lainnya sesuai dengan </a:t>
            </a:r>
            <a:r>
              <a:rPr lang="en-US" dirty="0" err="1"/>
              <a:t>kebutuhan</a:t>
            </a:r>
            <a:r>
              <a:rPr lang="en-US" dirty="0"/>
              <a:t> yang </a:t>
            </a:r>
            <a:r>
              <a:rPr lang="en-US" dirty="0" err="1"/>
              <a:t>ditetapkan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Perda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81000" y="152400"/>
          <a:ext cx="85344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4"/>
          <p:cNvGrpSpPr/>
          <p:nvPr/>
        </p:nvGrpSpPr>
        <p:grpSpPr>
          <a:xfrm>
            <a:off x="381001" y="1676400"/>
            <a:ext cx="4267199" cy="5097692"/>
            <a:chOff x="0" y="548640"/>
            <a:chExt cx="4267199" cy="1152144"/>
          </a:xfrm>
        </p:grpSpPr>
        <p:sp>
          <p:nvSpPr>
            <p:cNvPr id="9" name="Rectangle 8"/>
            <p:cNvSpPr/>
            <p:nvPr/>
          </p:nvSpPr>
          <p:spPr>
            <a:xfrm>
              <a:off x="0" y="548640"/>
              <a:ext cx="4267199" cy="115214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0" y="548640"/>
              <a:ext cx="4267199" cy="11521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kern="120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648201" y="1676400"/>
            <a:ext cx="4267199" cy="5097692"/>
            <a:chOff x="4267200" y="548640"/>
            <a:chExt cx="4267199" cy="1152144"/>
          </a:xfrm>
        </p:grpSpPr>
        <p:sp>
          <p:nvSpPr>
            <p:cNvPr id="7" name="Rectangle 6"/>
            <p:cNvSpPr/>
            <p:nvPr/>
          </p:nvSpPr>
          <p:spPr>
            <a:xfrm>
              <a:off x="4267200" y="548640"/>
              <a:ext cx="4267199" cy="115214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4267200" y="548640"/>
              <a:ext cx="4267199" cy="11521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kern="1200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4800600" y="1744892"/>
            <a:ext cx="3962400" cy="470898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33363" indent="-233363">
              <a:buFont typeface="Wingdings" pitchFamily="2" charset="2"/>
              <a:buChar char="q"/>
            </a:pPr>
            <a:r>
              <a:rPr lang="en-US" sz="2000" dirty="0">
                <a:solidFill>
                  <a:schemeClr val="bg1"/>
                </a:solidFill>
              </a:rPr>
              <a:t>BPD </a:t>
            </a:r>
            <a:r>
              <a:rPr lang="en-US" sz="2000" dirty="0" err="1">
                <a:solidFill>
                  <a:schemeClr val="bg1"/>
                </a:solidFill>
              </a:rPr>
              <a:t>berfungsi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menetapkan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peraturan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bersama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kepala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menampung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menyalurkan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aspirasi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masyarakat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33363" indent="-233363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Anggota</a:t>
            </a:r>
            <a:r>
              <a:rPr lang="en-US" sz="2000" dirty="0">
                <a:solidFill>
                  <a:schemeClr val="bg1"/>
                </a:solidFill>
              </a:rPr>
              <a:t> BPD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wakil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penduduk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bersangkutan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ditetapkan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dengan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cara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musyawarah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mufakat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33363" indent="-233363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Pimpinan</a:t>
            </a:r>
            <a:r>
              <a:rPr lang="en-US" sz="2000" dirty="0">
                <a:solidFill>
                  <a:schemeClr val="bg1"/>
                </a:solidFill>
              </a:rPr>
              <a:t> BPD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oleh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anggota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permusyawaratan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33363" indent="-233363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Masa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jabatan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anggota</a:t>
            </a:r>
            <a:r>
              <a:rPr lang="en-US" sz="2000" dirty="0">
                <a:solidFill>
                  <a:schemeClr val="bg1"/>
                </a:solidFill>
              </a:rPr>
              <a:t> BPD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6 (</a:t>
            </a:r>
            <a:r>
              <a:rPr lang="en-US" sz="2000" dirty="0" err="1">
                <a:solidFill>
                  <a:schemeClr val="bg1"/>
                </a:solidFill>
              </a:rPr>
              <a:t>enam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tahun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lagi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untuk</a:t>
            </a:r>
            <a:r>
              <a:rPr lang="en-US" sz="2000" dirty="0">
                <a:solidFill>
                  <a:schemeClr val="bg1"/>
                </a:solidFill>
              </a:rPr>
              <a:t> 1 (</a:t>
            </a:r>
            <a:r>
              <a:rPr lang="en-US" sz="2000" dirty="0" err="1">
                <a:solidFill>
                  <a:schemeClr val="bg1"/>
                </a:solidFill>
              </a:rPr>
              <a:t>satu</a:t>
            </a:r>
            <a:r>
              <a:rPr lang="en-US" sz="2000" dirty="0">
                <a:solidFill>
                  <a:schemeClr val="bg1"/>
                </a:solidFill>
              </a:rPr>
              <a:t>) kali </a:t>
            </a:r>
            <a:r>
              <a:rPr lang="en-US" sz="2000" dirty="0" err="1">
                <a:solidFill>
                  <a:schemeClr val="bg1"/>
                </a:solidFill>
              </a:rPr>
              <a:t>masa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jabatan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berikutnya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48443"/>
            <a:ext cx="4114800" cy="44012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39725" indent="-339725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Pemerintah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terdiri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kepala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perangkat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39725" indent="-339725">
              <a:buFont typeface="Wingdings" pitchFamily="2" charset="2"/>
              <a:buChar char="q"/>
            </a:pPr>
            <a:r>
              <a:rPr lang="sv-SE" sz="2000" dirty="0">
                <a:solidFill>
                  <a:schemeClr val="bg1"/>
                </a:solidFill>
              </a:rPr>
              <a:t>Perangkat desa terdiri dari sekretaris desa dan perangkat desa lainnya.</a:t>
            </a:r>
          </a:p>
          <a:p>
            <a:pPr marL="339725" indent="-339725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Sekretaris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diisi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Pegawai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negeri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sipil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memenuhi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persyaratan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39725" indent="-339725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Kepala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langsung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oleh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penduduk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endParaRPr lang="en-US" sz="2000" dirty="0">
              <a:solidFill>
                <a:schemeClr val="bg1"/>
              </a:solidFill>
            </a:endParaRPr>
          </a:p>
          <a:p>
            <a:pPr marL="339725" indent="-339725">
              <a:buFont typeface="Wingdings" pitchFamily="2" charset="2"/>
              <a:buChar char="q"/>
            </a:pPr>
            <a:r>
              <a:rPr lang="en-US" sz="2000" dirty="0" err="1">
                <a:solidFill>
                  <a:schemeClr val="bg1"/>
                </a:solidFill>
              </a:rPr>
              <a:t>Masa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jabatan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kepala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adalah</a:t>
            </a:r>
            <a:r>
              <a:rPr lang="en-US" sz="2000" dirty="0">
                <a:solidFill>
                  <a:schemeClr val="bg1"/>
                </a:solidFill>
              </a:rPr>
              <a:t> 6 (</a:t>
            </a:r>
            <a:r>
              <a:rPr lang="en-US" sz="2000" dirty="0" err="1">
                <a:solidFill>
                  <a:schemeClr val="bg1"/>
                </a:solidFill>
              </a:rPr>
              <a:t>enam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tahun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dipilih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kembali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fi-FI" sz="2000" dirty="0">
                <a:solidFill>
                  <a:schemeClr val="bg1"/>
                </a:solidFill>
              </a:rPr>
              <a:t>hanya untuk 1 (satu) kali masa jabatan berikutnya.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KEWENANGAN DESA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Wingdings" pitchFamily="2" charset="2"/>
              <a:buChar char="q"/>
            </a:pP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asal-usul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;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kewenangan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 yang </a:t>
            </a:r>
            <a:r>
              <a:rPr lang="en-US" dirty="0" err="1"/>
              <a:t>diserahkan</a:t>
            </a:r>
            <a:r>
              <a:rPr lang="en-US" dirty="0"/>
              <a:t> </a:t>
            </a:r>
            <a:r>
              <a:rPr lang="en-US" dirty="0" err="1"/>
              <a:t>pengaturannya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;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pembantuan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,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/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pemerintah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;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sv-SE" dirty="0"/>
              <a:t>urusan pemerintahan lainnya yang oleh peraturan perundangperundangan </a:t>
            </a:r>
            <a:r>
              <a:rPr lang="en-US" dirty="0" err="1"/>
              <a:t>diserahkan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e764e7ee32e623c7814ae8473c6139525674fd0"/>
  <p:tag name="ISPRING_RESOURCE_PATHS_HASH" val="9695a6e1cebd1595264bf2f06d753a5921d6d3c5"/>
</p:tagLst>
</file>

<file path=ppt/theme/theme1.xml><?xml version="1.0" encoding="utf-8"?>
<a:theme xmlns:a="http://schemas.openxmlformats.org/drawingml/2006/main" name="Theme2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ikdik">
      <a:majorFont>
        <a:latin typeface="Candar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1096</TotalTime>
  <Words>1923</Words>
  <Application>Microsoft Office PowerPoint</Application>
  <PresentationFormat>On-screen Show (4:3)</PresentationFormat>
  <Paragraphs>239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Bauhaus 93</vt:lpstr>
      <vt:lpstr>Calibri</vt:lpstr>
      <vt:lpstr>Candara</vt:lpstr>
      <vt:lpstr>Wingdings</vt:lpstr>
      <vt:lpstr>Theme2</vt:lpstr>
      <vt:lpstr>CorelDRAW</vt:lpstr>
      <vt:lpstr>WAWASAN NUSANTARA SEBAGAI GEOPOLITIK INDONESIA</vt:lpstr>
      <vt:lpstr>PowerPoint Presentation</vt:lpstr>
      <vt:lpstr>WAWASAN NUSANTARA</vt:lpstr>
      <vt:lpstr>Perairan menurut Konvensi Hukum Laut PBB 1992</vt:lpstr>
      <vt:lpstr>PARADIGMA KETATANEGARAAN INDONESIA</vt:lpstr>
      <vt:lpstr>LATAR BELAKANG KONSEPSI WAWASAN NUSANTARA</vt:lpstr>
      <vt:lpstr>FUNGSI &amp; TUJUAN WAWASAN NUSANTARA</vt:lpstr>
      <vt:lpstr>PERWUJUDAN WAWASAN NUSANTARA</vt:lpstr>
      <vt:lpstr>GEOPOLITIK DI DUNIA</vt:lpstr>
      <vt:lpstr>GEOPOLITIK  BANGSA INDONESIA</vt:lpstr>
      <vt:lpstr>UNSUR WAWASAN NUSANTARA</vt:lpstr>
      <vt:lpstr>WAWASAN NUSANTARA SEBAGAI WAWASAN PEMBANGUNAN NASIONAL</vt:lpstr>
      <vt:lpstr>COBA DISKUSIKAN BAGAIMANA IMPLEMENTASI WAWASAN NUSANTARA YANG SENANTIASA BERORIENTASI PADA KEPENTINGAN RAKYAT DAN WILAYAH TANAH AIR SECARA UTUH DAN MENYELURUH???</vt:lpstr>
      <vt:lpstr>APA TANTANGAN IMPLEMENTASI WAWASAN NUSANTARA???</vt:lpstr>
      <vt:lpstr>PEMERINTAHAN DAERAH MENURUT UUD 1945</vt:lpstr>
      <vt:lpstr>DAERAH OTONOM</vt:lpstr>
      <vt:lpstr>OTONOMI DAERAH</vt:lpstr>
      <vt:lpstr>HUBUNGAN PEMERINTAH PUSAT DAN PEMERINTAHAN DAERAH</vt:lpstr>
      <vt:lpstr>HUBUNGAN KEWENANGAN PUSAT DAN DAERAH</vt:lpstr>
      <vt:lpstr>URUSAN PEMERINTAHAN PUSAT</vt:lpstr>
      <vt:lpstr>LEMBAGA-LEMBAGA DALAM SUSUNAN PEMERINTAHAN DAERAH</vt:lpstr>
      <vt:lpstr>PERANGKAT DAERAH </vt:lpstr>
      <vt:lpstr>TUGAS DAN WEWENANG KEPALA DAERAH</vt:lpstr>
      <vt:lpstr>KEWAJIBAN KEPALA DAERAH</vt:lpstr>
      <vt:lpstr>GUBERNUR SEBAGAI WAKIL PEMERINTAH PUSAT</vt:lpstr>
      <vt:lpstr>DEWAN PERWAKILAN RAKYAT DAERAH</vt:lpstr>
      <vt:lpstr>TUGAS DAN WEWENANG DPRD</vt:lpstr>
      <vt:lpstr>TUGAS DAN WEWENANG DPRD</vt:lpstr>
      <vt:lpstr>HAK DPRD</vt:lpstr>
      <vt:lpstr>PowerPoint Presentation</vt:lpstr>
      <vt:lpstr>PowerPoint Presentation</vt:lpstr>
      <vt:lpstr>KELURAHAN</vt:lpstr>
      <vt:lpstr>PowerPoint Presentation</vt:lpstr>
      <vt:lpstr>KEWENANGAN DESA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Wawasan Nusantara sebagai Geopolitik Indonesia</dc:title>
  <dc:creator>DIKDIK</dc:creator>
  <cp:lastModifiedBy>Redi Yamanto</cp:lastModifiedBy>
  <cp:revision>44</cp:revision>
  <dcterms:created xsi:type="dcterms:W3CDTF">2012-01-05T00:33:05Z</dcterms:created>
  <dcterms:modified xsi:type="dcterms:W3CDTF">2021-05-04T04:58:48Z</dcterms:modified>
</cp:coreProperties>
</file>