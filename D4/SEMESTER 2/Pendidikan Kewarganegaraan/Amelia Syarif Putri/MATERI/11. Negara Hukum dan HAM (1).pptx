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2"/>
  </p:notesMasterIdLst>
  <p:sldIdLst>
    <p:sldId id="336" r:id="rId2"/>
    <p:sldId id="339" r:id="rId3"/>
    <p:sldId id="340" r:id="rId4"/>
    <p:sldId id="341" r:id="rId5"/>
    <p:sldId id="342" r:id="rId6"/>
    <p:sldId id="343" r:id="rId7"/>
    <p:sldId id="344" r:id="rId8"/>
    <p:sldId id="345" r:id="rId9"/>
    <p:sldId id="347" r:id="rId10"/>
    <p:sldId id="349" r:id="rId11"/>
    <p:sldId id="346" r:id="rId12"/>
    <p:sldId id="352" r:id="rId13"/>
    <p:sldId id="350" r:id="rId14"/>
    <p:sldId id="351" r:id="rId15"/>
    <p:sldId id="348" r:id="rId16"/>
    <p:sldId id="335" r:id="rId17"/>
    <p:sldId id="273" r:id="rId18"/>
    <p:sldId id="259" r:id="rId19"/>
    <p:sldId id="257" r:id="rId20"/>
    <p:sldId id="353" r:id="rId21"/>
    <p:sldId id="323" r:id="rId22"/>
    <p:sldId id="325" r:id="rId23"/>
    <p:sldId id="328" r:id="rId24"/>
    <p:sldId id="329" r:id="rId25"/>
    <p:sldId id="330" r:id="rId26"/>
    <p:sldId id="331" r:id="rId27"/>
    <p:sldId id="268" r:id="rId28"/>
    <p:sldId id="332" r:id="rId29"/>
    <p:sldId id="333" r:id="rId30"/>
    <p:sldId id="334" r:id="rId31"/>
    <p:sldId id="265" r:id="rId32"/>
    <p:sldId id="260" r:id="rId33"/>
    <p:sldId id="269" r:id="rId34"/>
    <p:sldId id="270" r:id="rId35"/>
    <p:sldId id="271" r:id="rId36"/>
    <p:sldId id="272" r:id="rId37"/>
    <p:sldId id="308" r:id="rId38"/>
    <p:sldId id="309" r:id="rId39"/>
    <p:sldId id="310" r:id="rId40"/>
    <p:sldId id="311" r:id="rId41"/>
    <p:sldId id="312" r:id="rId42"/>
    <p:sldId id="313" r:id="rId43"/>
    <p:sldId id="314" r:id="rId44"/>
    <p:sldId id="315" r:id="rId45"/>
    <p:sldId id="316" r:id="rId46"/>
    <p:sldId id="317" r:id="rId47"/>
    <p:sldId id="320" r:id="rId48"/>
    <p:sldId id="321" r:id="rId49"/>
    <p:sldId id="261" r:id="rId50"/>
    <p:sldId id="262" r:id="rId51"/>
  </p:sldIdLst>
  <p:sldSz cx="9144000" cy="6858000" type="screen4x3"/>
  <p:notesSz cx="6858000" cy="9144000"/>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581" autoAdjust="0"/>
  </p:normalViewPr>
  <p:slideViewPr>
    <p:cSldViewPr>
      <p:cViewPr varScale="1">
        <p:scale>
          <a:sx n="68" d="100"/>
          <a:sy n="68" d="100"/>
        </p:scale>
        <p:origin x="1410" y="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C8BECC-14EB-4C5A-9922-39EDB87643BB}" type="doc">
      <dgm:prSet loTypeId="urn:microsoft.com/office/officeart/2005/8/layout/matrix3" loCatId="matrix" qsTypeId="urn:microsoft.com/office/officeart/2005/8/quickstyle/simple4" qsCatId="simple" csTypeId="urn:microsoft.com/office/officeart/2005/8/colors/colorful2" csCatId="colorful" phldr="1"/>
      <dgm:spPr/>
      <dgm:t>
        <a:bodyPr/>
        <a:lstStyle/>
        <a:p>
          <a:endParaRPr lang="en-US"/>
        </a:p>
      </dgm:t>
    </dgm:pt>
    <dgm:pt modelId="{926C6972-3939-466C-AC6F-846465900B44}">
      <dgm:prSet phldrT="[Text]"/>
      <dgm:spPr/>
      <dgm:t>
        <a:bodyPr/>
        <a:lstStyle/>
        <a:p>
          <a:r>
            <a:rPr lang="en-US" dirty="0" err="1"/>
            <a:t>Hak</a:t>
          </a:r>
          <a:r>
            <a:rPr lang="en-US" dirty="0"/>
            <a:t> </a:t>
          </a:r>
          <a:r>
            <a:rPr lang="en-US" dirty="0" err="1"/>
            <a:t>dan</a:t>
          </a:r>
          <a:r>
            <a:rPr lang="en-US" dirty="0"/>
            <a:t> </a:t>
          </a:r>
          <a:r>
            <a:rPr lang="en-US" dirty="0" err="1"/>
            <a:t>kewajiban</a:t>
          </a:r>
          <a:r>
            <a:rPr lang="en-US" dirty="0"/>
            <a:t> </a:t>
          </a:r>
          <a:r>
            <a:rPr lang="en-US" dirty="0" err="1"/>
            <a:t>anak</a:t>
          </a:r>
          <a:r>
            <a:rPr lang="en-US" dirty="0"/>
            <a:t>, </a:t>
          </a:r>
        </a:p>
      </dgm:t>
    </dgm:pt>
    <dgm:pt modelId="{0EB91B16-1579-477A-8552-CB8113CAF057}" type="parTrans" cxnId="{D5546B56-13D7-4DE1-9861-5A6F3E8EDF4D}">
      <dgm:prSet/>
      <dgm:spPr/>
      <dgm:t>
        <a:bodyPr/>
        <a:lstStyle/>
        <a:p>
          <a:endParaRPr lang="en-US"/>
        </a:p>
      </dgm:t>
    </dgm:pt>
    <dgm:pt modelId="{D7605E8F-2897-4AAF-8719-39711243DC4F}" type="sibTrans" cxnId="{D5546B56-13D7-4DE1-9861-5A6F3E8EDF4D}">
      <dgm:prSet/>
      <dgm:spPr/>
      <dgm:t>
        <a:bodyPr/>
        <a:lstStyle/>
        <a:p>
          <a:endParaRPr lang="en-US"/>
        </a:p>
      </dgm:t>
    </dgm:pt>
    <dgm:pt modelId="{4F32642B-D309-4274-B761-E7B195F1BB38}">
      <dgm:prSet/>
      <dgm:spPr/>
      <dgm:t>
        <a:bodyPr/>
        <a:lstStyle/>
        <a:p>
          <a:r>
            <a:rPr lang="en-US" dirty="0" err="1"/>
            <a:t>Hak</a:t>
          </a:r>
          <a:r>
            <a:rPr lang="en-US" dirty="0"/>
            <a:t> </a:t>
          </a:r>
          <a:r>
            <a:rPr lang="en-US" dirty="0" err="1"/>
            <a:t>dan</a:t>
          </a:r>
          <a:r>
            <a:rPr lang="en-US" dirty="0"/>
            <a:t> </a:t>
          </a:r>
          <a:r>
            <a:rPr lang="en-US" dirty="0" err="1"/>
            <a:t>kewajiban</a:t>
          </a:r>
          <a:r>
            <a:rPr lang="en-US" dirty="0"/>
            <a:t> </a:t>
          </a:r>
          <a:r>
            <a:rPr lang="en-US" dirty="0" err="1"/>
            <a:t>anggota</a:t>
          </a:r>
          <a:r>
            <a:rPr lang="en-US" dirty="0"/>
            <a:t> </a:t>
          </a:r>
          <a:r>
            <a:rPr lang="en-US" dirty="0" err="1"/>
            <a:t>masyarakat</a:t>
          </a:r>
          <a:r>
            <a:rPr lang="en-US" dirty="0"/>
            <a:t>, </a:t>
          </a:r>
        </a:p>
      </dgm:t>
    </dgm:pt>
    <dgm:pt modelId="{05C3A86B-D064-4CF8-8038-9994B4C74752}" type="parTrans" cxnId="{D0E71614-A4B1-4F96-B660-81C348499D36}">
      <dgm:prSet/>
      <dgm:spPr/>
      <dgm:t>
        <a:bodyPr/>
        <a:lstStyle/>
        <a:p>
          <a:endParaRPr lang="en-US"/>
        </a:p>
      </dgm:t>
    </dgm:pt>
    <dgm:pt modelId="{917A7D7D-8F0E-4D3A-B8DB-202E83F8C227}" type="sibTrans" cxnId="{D0E71614-A4B1-4F96-B660-81C348499D36}">
      <dgm:prSet/>
      <dgm:spPr/>
      <dgm:t>
        <a:bodyPr/>
        <a:lstStyle/>
        <a:p>
          <a:endParaRPr lang="en-US"/>
        </a:p>
      </dgm:t>
    </dgm:pt>
    <dgm:pt modelId="{C13BF840-23ED-4056-A5F2-6A6DF3ACB640}">
      <dgm:prSet/>
      <dgm:spPr/>
      <dgm:t>
        <a:bodyPr/>
        <a:lstStyle/>
        <a:p>
          <a:r>
            <a:rPr lang="en-US" dirty="0" err="1"/>
            <a:t>Instrumen</a:t>
          </a:r>
          <a:r>
            <a:rPr lang="en-US" dirty="0"/>
            <a:t> </a:t>
          </a:r>
          <a:r>
            <a:rPr lang="en-US" dirty="0" err="1"/>
            <a:t>nasional</a:t>
          </a:r>
          <a:r>
            <a:rPr lang="en-US" dirty="0"/>
            <a:t> </a:t>
          </a:r>
          <a:r>
            <a:rPr lang="en-US" dirty="0" err="1"/>
            <a:t>dan</a:t>
          </a:r>
          <a:r>
            <a:rPr lang="en-US" dirty="0"/>
            <a:t> </a:t>
          </a:r>
          <a:r>
            <a:rPr lang="en-US" dirty="0" err="1"/>
            <a:t>internasional</a:t>
          </a:r>
          <a:r>
            <a:rPr lang="en-US" dirty="0"/>
            <a:t> HAM, </a:t>
          </a:r>
        </a:p>
      </dgm:t>
    </dgm:pt>
    <dgm:pt modelId="{4D0E251B-BDFA-4727-8D8B-AF65E6703B78}" type="parTrans" cxnId="{207ACBBA-8C50-4C73-B7F8-128C343EC378}">
      <dgm:prSet/>
      <dgm:spPr/>
      <dgm:t>
        <a:bodyPr/>
        <a:lstStyle/>
        <a:p>
          <a:endParaRPr lang="en-US"/>
        </a:p>
      </dgm:t>
    </dgm:pt>
    <dgm:pt modelId="{32ED6443-E58F-407F-B121-1960EA7C9CE6}" type="sibTrans" cxnId="{207ACBBA-8C50-4C73-B7F8-128C343EC378}">
      <dgm:prSet/>
      <dgm:spPr/>
      <dgm:t>
        <a:bodyPr/>
        <a:lstStyle/>
        <a:p>
          <a:endParaRPr lang="en-US"/>
        </a:p>
      </dgm:t>
    </dgm:pt>
    <dgm:pt modelId="{3409FE7B-29B6-4A00-AA63-A5A7F3129276}">
      <dgm:prSet/>
      <dgm:spPr/>
      <dgm:t>
        <a:bodyPr/>
        <a:lstStyle/>
        <a:p>
          <a:r>
            <a:rPr lang="en-US" dirty="0" err="1"/>
            <a:t>Pemajuan</a:t>
          </a:r>
          <a:r>
            <a:rPr lang="en-US" dirty="0"/>
            <a:t>, </a:t>
          </a:r>
          <a:r>
            <a:rPr lang="en-US" dirty="0" err="1"/>
            <a:t>penghormatan</a:t>
          </a:r>
          <a:r>
            <a:rPr lang="en-US" dirty="0"/>
            <a:t> </a:t>
          </a:r>
          <a:r>
            <a:rPr lang="en-US" dirty="0" err="1"/>
            <a:t>dan</a:t>
          </a:r>
          <a:r>
            <a:rPr lang="en-US" dirty="0"/>
            <a:t> </a:t>
          </a:r>
          <a:r>
            <a:rPr lang="en-US" dirty="0" err="1"/>
            <a:t>perlindungan</a:t>
          </a:r>
          <a:r>
            <a:rPr lang="en-US" dirty="0"/>
            <a:t> HAM</a:t>
          </a:r>
        </a:p>
      </dgm:t>
    </dgm:pt>
    <dgm:pt modelId="{595C8708-CDB3-42E6-9CF8-247E1A4D9F84}" type="parTrans" cxnId="{B11FDF30-1D07-470E-A726-A4D00142944B}">
      <dgm:prSet/>
      <dgm:spPr/>
      <dgm:t>
        <a:bodyPr/>
        <a:lstStyle/>
        <a:p>
          <a:endParaRPr lang="en-US"/>
        </a:p>
      </dgm:t>
    </dgm:pt>
    <dgm:pt modelId="{E050FC68-95A8-4A8B-BD9C-C5F375B9382F}" type="sibTrans" cxnId="{B11FDF30-1D07-470E-A726-A4D00142944B}">
      <dgm:prSet/>
      <dgm:spPr/>
      <dgm:t>
        <a:bodyPr/>
        <a:lstStyle/>
        <a:p>
          <a:endParaRPr lang="en-US"/>
        </a:p>
      </dgm:t>
    </dgm:pt>
    <dgm:pt modelId="{9BB34AFE-C795-47C4-95D3-3EF9C58E3B6C}" type="pres">
      <dgm:prSet presAssocID="{36C8BECC-14EB-4C5A-9922-39EDB87643BB}" presName="matrix" presStyleCnt="0">
        <dgm:presLayoutVars>
          <dgm:chMax val="1"/>
          <dgm:dir/>
          <dgm:resizeHandles val="exact"/>
        </dgm:presLayoutVars>
      </dgm:prSet>
      <dgm:spPr/>
    </dgm:pt>
    <dgm:pt modelId="{424BB18F-1BAC-46B8-BB0C-FA8EF2514A3F}" type="pres">
      <dgm:prSet presAssocID="{36C8BECC-14EB-4C5A-9922-39EDB87643BB}" presName="diamond" presStyleLbl="bgShp" presStyleIdx="0" presStyleCnt="1"/>
      <dgm:spPr/>
    </dgm:pt>
    <dgm:pt modelId="{7449EE30-29CC-43D5-BC82-C6A6785E9025}" type="pres">
      <dgm:prSet presAssocID="{36C8BECC-14EB-4C5A-9922-39EDB87643BB}" presName="quad1" presStyleLbl="node1" presStyleIdx="0" presStyleCnt="4">
        <dgm:presLayoutVars>
          <dgm:chMax val="0"/>
          <dgm:chPref val="0"/>
          <dgm:bulletEnabled val="1"/>
        </dgm:presLayoutVars>
      </dgm:prSet>
      <dgm:spPr/>
    </dgm:pt>
    <dgm:pt modelId="{3A38D6E4-C3F5-46B3-B080-595B29D3FE41}" type="pres">
      <dgm:prSet presAssocID="{36C8BECC-14EB-4C5A-9922-39EDB87643BB}" presName="quad2" presStyleLbl="node1" presStyleIdx="1" presStyleCnt="4">
        <dgm:presLayoutVars>
          <dgm:chMax val="0"/>
          <dgm:chPref val="0"/>
          <dgm:bulletEnabled val="1"/>
        </dgm:presLayoutVars>
      </dgm:prSet>
      <dgm:spPr/>
    </dgm:pt>
    <dgm:pt modelId="{247D4509-A012-4D0B-A03B-BA04A990E0C2}" type="pres">
      <dgm:prSet presAssocID="{36C8BECC-14EB-4C5A-9922-39EDB87643BB}" presName="quad3" presStyleLbl="node1" presStyleIdx="2" presStyleCnt="4">
        <dgm:presLayoutVars>
          <dgm:chMax val="0"/>
          <dgm:chPref val="0"/>
          <dgm:bulletEnabled val="1"/>
        </dgm:presLayoutVars>
      </dgm:prSet>
      <dgm:spPr/>
    </dgm:pt>
    <dgm:pt modelId="{4BDD5513-7EA3-43BF-8B47-7B0386A777C6}" type="pres">
      <dgm:prSet presAssocID="{36C8BECC-14EB-4C5A-9922-39EDB87643BB}" presName="quad4" presStyleLbl="node1" presStyleIdx="3" presStyleCnt="4">
        <dgm:presLayoutVars>
          <dgm:chMax val="0"/>
          <dgm:chPref val="0"/>
          <dgm:bulletEnabled val="1"/>
        </dgm:presLayoutVars>
      </dgm:prSet>
      <dgm:spPr/>
    </dgm:pt>
  </dgm:ptLst>
  <dgm:cxnLst>
    <dgm:cxn modelId="{D0E71614-A4B1-4F96-B660-81C348499D36}" srcId="{36C8BECC-14EB-4C5A-9922-39EDB87643BB}" destId="{4F32642B-D309-4274-B761-E7B195F1BB38}" srcOrd="1" destOrd="0" parTransId="{05C3A86B-D064-4CF8-8038-9994B4C74752}" sibTransId="{917A7D7D-8F0E-4D3A-B8DB-202E83F8C227}"/>
    <dgm:cxn modelId="{B11FDF30-1D07-470E-A726-A4D00142944B}" srcId="{36C8BECC-14EB-4C5A-9922-39EDB87643BB}" destId="{3409FE7B-29B6-4A00-AA63-A5A7F3129276}" srcOrd="3" destOrd="0" parTransId="{595C8708-CDB3-42E6-9CF8-247E1A4D9F84}" sibTransId="{E050FC68-95A8-4A8B-BD9C-C5F375B9382F}"/>
    <dgm:cxn modelId="{7B3E5A6C-F397-41AD-BF4B-1F0709020812}" type="presOf" srcId="{36C8BECC-14EB-4C5A-9922-39EDB87643BB}" destId="{9BB34AFE-C795-47C4-95D3-3EF9C58E3B6C}" srcOrd="0" destOrd="0" presId="urn:microsoft.com/office/officeart/2005/8/layout/matrix3"/>
    <dgm:cxn modelId="{D5546B56-13D7-4DE1-9861-5A6F3E8EDF4D}" srcId="{36C8BECC-14EB-4C5A-9922-39EDB87643BB}" destId="{926C6972-3939-466C-AC6F-846465900B44}" srcOrd="0" destOrd="0" parTransId="{0EB91B16-1579-477A-8552-CB8113CAF057}" sibTransId="{D7605E8F-2897-4AAF-8719-39711243DC4F}"/>
    <dgm:cxn modelId="{6FF97380-3FE0-4425-BBA3-C1BA122C4360}" type="presOf" srcId="{3409FE7B-29B6-4A00-AA63-A5A7F3129276}" destId="{4BDD5513-7EA3-43BF-8B47-7B0386A777C6}" srcOrd="0" destOrd="0" presId="urn:microsoft.com/office/officeart/2005/8/layout/matrix3"/>
    <dgm:cxn modelId="{207ACBBA-8C50-4C73-B7F8-128C343EC378}" srcId="{36C8BECC-14EB-4C5A-9922-39EDB87643BB}" destId="{C13BF840-23ED-4056-A5F2-6A6DF3ACB640}" srcOrd="2" destOrd="0" parTransId="{4D0E251B-BDFA-4727-8D8B-AF65E6703B78}" sibTransId="{32ED6443-E58F-407F-B121-1960EA7C9CE6}"/>
    <dgm:cxn modelId="{7FB454C7-5222-4E14-BB74-4B9016DB6DAB}" type="presOf" srcId="{926C6972-3939-466C-AC6F-846465900B44}" destId="{7449EE30-29CC-43D5-BC82-C6A6785E9025}" srcOrd="0" destOrd="0" presId="urn:microsoft.com/office/officeart/2005/8/layout/matrix3"/>
    <dgm:cxn modelId="{B073C5E3-DA46-40AF-A997-D6E724565BD5}" type="presOf" srcId="{C13BF840-23ED-4056-A5F2-6A6DF3ACB640}" destId="{247D4509-A012-4D0B-A03B-BA04A990E0C2}" srcOrd="0" destOrd="0" presId="urn:microsoft.com/office/officeart/2005/8/layout/matrix3"/>
    <dgm:cxn modelId="{3E05E9E6-8D5B-4EB7-8259-CEDB9DBD792B}" type="presOf" srcId="{4F32642B-D309-4274-B761-E7B195F1BB38}" destId="{3A38D6E4-C3F5-46B3-B080-595B29D3FE41}" srcOrd="0" destOrd="0" presId="urn:microsoft.com/office/officeart/2005/8/layout/matrix3"/>
    <dgm:cxn modelId="{1B2FCB06-3F5D-45EC-82C3-414FCA2750B0}" type="presParOf" srcId="{9BB34AFE-C795-47C4-95D3-3EF9C58E3B6C}" destId="{424BB18F-1BAC-46B8-BB0C-FA8EF2514A3F}" srcOrd="0" destOrd="0" presId="urn:microsoft.com/office/officeart/2005/8/layout/matrix3"/>
    <dgm:cxn modelId="{1DF032D5-712D-4B52-90C0-1C55B800803F}" type="presParOf" srcId="{9BB34AFE-C795-47C4-95D3-3EF9C58E3B6C}" destId="{7449EE30-29CC-43D5-BC82-C6A6785E9025}" srcOrd="1" destOrd="0" presId="urn:microsoft.com/office/officeart/2005/8/layout/matrix3"/>
    <dgm:cxn modelId="{16D749E4-DA48-481F-9064-45829D0ECFAF}" type="presParOf" srcId="{9BB34AFE-C795-47C4-95D3-3EF9C58E3B6C}" destId="{3A38D6E4-C3F5-46B3-B080-595B29D3FE41}" srcOrd="2" destOrd="0" presId="urn:microsoft.com/office/officeart/2005/8/layout/matrix3"/>
    <dgm:cxn modelId="{13158063-94DB-4E03-AECF-82365E576876}" type="presParOf" srcId="{9BB34AFE-C795-47C4-95D3-3EF9C58E3B6C}" destId="{247D4509-A012-4D0B-A03B-BA04A990E0C2}" srcOrd="3" destOrd="0" presId="urn:microsoft.com/office/officeart/2005/8/layout/matrix3"/>
    <dgm:cxn modelId="{2C3EB9D9-81AB-408A-B3A1-DC58052883C0}" type="presParOf" srcId="{9BB34AFE-C795-47C4-95D3-3EF9C58E3B6C}" destId="{4BDD5513-7EA3-43BF-8B47-7B0386A777C6}"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35D348-8AAF-4D30-8F53-B87D09D98FEC}" type="doc">
      <dgm:prSet loTypeId="urn:microsoft.com/office/officeart/2005/8/layout/cycle1" loCatId="cycle" qsTypeId="urn:microsoft.com/office/officeart/2005/8/quickstyle/3d2" qsCatId="3D" csTypeId="urn:microsoft.com/office/officeart/2005/8/colors/colorful1#1" csCatId="colorful" phldr="1"/>
      <dgm:spPr/>
    </dgm:pt>
    <dgm:pt modelId="{A8CA02B0-37C4-4548-8F53-C89BB15C3DC0}">
      <dgm:prSet/>
      <dgm:spPr/>
      <dgm:t>
        <a:bodyPr/>
        <a:lstStyle/>
        <a:p>
          <a:r>
            <a:rPr lang="id-ID" b="1" dirty="0"/>
            <a:t>Hak-hak ekonomi, sosial dan budaya</a:t>
          </a:r>
          <a:endParaRPr lang="en-US" dirty="0"/>
        </a:p>
      </dgm:t>
    </dgm:pt>
    <dgm:pt modelId="{D80D5154-5B1D-4370-8EA5-626F4BC422B6}" type="parTrans" cxnId="{953AA807-A414-457F-98DB-DBCFED8F741B}">
      <dgm:prSet/>
      <dgm:spPr/>
      <dgm:t>
        <a:bodyPr/>
        <a:lstStyle/>
        <a:p>
          <a:endParaRPr lang="en-US"/>
        </a:p>
      </dgm:t>
    </dgm:pt>
    <dgm:pt modelId="{67140B96-988C-46A0-A112-CFC30AAAEDFA}" type="sibTrans" cxnId="{953AA807-A414-457F-98DB-DBCFED8F741B}">
      <dgm:prSet/>
      <dgm:spPr/>
      <dgm:t>
        <a:bodyPr/>
        <a:lstStyle/>
        <a:p>
          <a:endParaRPr lang="en-US"/>
        </a:p>
      </dgm:t>
    </dgm:pt>
    <dgm:pt modelId="{E2154625-86D0-4876-96D1-7F19351E79E5}">
      <dgm:prSet/>
      <dgm:spPr/>
      <dgm:t>
        <a:bodyPr/>
        <a:lstStyle/>
        <a:p>
          <a:r>
            <a:rPr lang="id-ID" b="1" dirty="0"/>
            <a:t>Hak-hak solidaritas</a:t>
          </a:r>
          <a:endParaRPr lang="en-US" dirty="0"/>
        </a:p>
      </dgm:t>
    </dgm:pt>
    <dgm:pt modelId="{DBF09D78-DE0B-414C-8DF1-05915D647B61}" type="parTrans" cxnId="{9603D159-697F-4EC6-A255-4FA373B28C61}">
      <dgm:prSet/>
      <dgm:spPr/>
      <dgm:t>
        <a:bodyPr/>
        <a:lstStyle/>
        <a:p>
          <a:endParaRPr lang="en-US"/>
        </a:p>
      </dgm:t>
    </dgm:pt>
    <dgm:pt modelId="{73CC82EB-DC4F-4B88-8B1F-76EE1CD4BFF9}" type="sibTrans" cxnId="{9603D159-697F-4EC6-A255-4FA373B28C61}">
      <dgm:prSet/>
      <dgm:spPr/>
      <dgm:t>
        <a:bodyPr/>
        <a:lstStyle/>
        <a:p>
          <a:endParaRPr lang="en-US"/>
        </a:p>
      </dgm:t>
    </dgm:pt>
    <dgm:pt modelId="{B2DB12B5-665E-4927-9496-0B093878E432}">
      <dgm:prSet phldrT="[Text]"/>
      <dgm:spPr/>
      <dgm:t>
        <a:bodyPr/>
        <a:lstStyle/>
        <a:p>
          <a:r>
            <a:rPr lang="id-ID" b="1" dirty="0"/>
            <a:t>Hak-hak sipil dan politik</a:t>
          </a:r>
          <a:endParaRPr lang="en-US" b="1" dirty="0"/>
        </a:p>
      </dgm:t>
    </dgm:pt>
    <dgm:pt modelId="{83790078-D490-41F2-936B-D21EE9EF4913}" type="parTrans" cxnId="{514DB191-21D4-411D-89E1-403F38C68905}">
      <dgm:prSet/>
      <dgm:spPr/>
      <dgm:t>
        <a:bodyPr/>
        <a:lstStyle/>
        <a:p>
          <a:endParaRPr lang="en-US"/>
        </a:p>
      </dgm:t>
    </dgm:pt>
    <dgm:pt modelId="{0BED0030-3E14-4A94-85D1-25C4B79DC5F8}" type="sibTrans" cxnId="{514DB191-21D4-411D-89E1-403F38C68905}">
      <dgm:prSet/>
      <dgm:spPr/>
      <dgm:t>
        <a:bodyPr/>
        <a:lstStyle/>
        <a:p>
          <a:endParaRPr lang="en-US"/>
        </a:p>
      </dgm:t>
    </dgm:pt>
    <dgm:pt modelId="{4DDFEF4B-5E5F-4ACB-84EE-88BA75039DDB}" type="pres">
      <dgm:prSet presAssocID="{0435D348-8AAF-4D30-8F53-B87D09D98FEC}" presName="cycle" presStyleCnt="0">
        <dgm:presLayoutVars>
          <dgm:dir/>
          <dgm:resizeHandles val="exact"/>
        </dgm:presLayoutVars>
      </dgm:prSet>
      <dgm:spPr/>
    </dgm:pt>
    <dgm:pt modelId="{43F03387-30F2-4444-84F7-3C5D6C0D4C43}" type="pres">
      <dgm:prSet presAssocID="{A8CA02B0-37C4-4548-8F53-C89BB15C3DC0}" presName="dummy" presStyleCnt="0"/>
      <dgm:spPr/>
    </dgm:pt>
    <dgm:pt modelId="{1D4CE0AB-08F0-41C3-BF0D-E0FE2222BCEC}" type="pres">
      <dgm:prSet presAssocID="{A8CA02B0-37C4-4548-8F53-C89BB15C3DC0}" presName="node" presStyleLbl="revTx" presStyleIdx="0" presStyleCnt="3">
        <dgm:presLayoutVars>
          <dgm:bulletEnabled val="1"/>
        </dgm:presLayoutVars>
      </dgm:prSet>
      <dgm:spPr/>
    </dgm:pt>
    <dgm:pt modelId="{E0A8B469-21A9-4B5F-B935-122FC31B8956}" type="pres">
      <dgm:prSet presAssocID="{67140B96-988C-46A0-A112-CFC30AAAEDFA}" presName="sibTrans" presStyleLbl="node1" presStyleIdx="0" presStyleCnt="3"/>
      <dgm:spPr/>
    </dgm:pt>
    <dgm:pt modelId="{03E6959F-1E63-4EDB-AA83-0E8A77ADDA7A}" type="pres">
      <dgm:prSet presAssocID="{E2154625-86D0-4876-96D1-7F19351E79E5}" presName="dummy" presStyleCnt="0"/>
      <dgm:spPr/>
    </dgm:pt>
    <dgm:pt modelId="{DCAEC018-993F-4DC2-9CAC-D44BEA868C77}" type="pres">
      <dgm:prSet presAssocID="{E2154625-86D0-4876-96D1-7F19351E79E5}" presName="node" presStyleLbl="revTx" presStyleIdx="1" presStyleCnt="3">
        <dgm:presLayoutVars>
          <dgm:bulletEnabled val="1"/>
        </dgm:presLayoutVars>
      </dgm:prSet>
      <dgm:spPr/>
    </dgm:pt>
    <dgm:pt modelId="{200D9E63-1690-420C-89A6-811BF06AA967}" type="pres">
      <dgm:prSet presAssocID="{73CC82EB-DC4F-4B88-8B1F-76EE1CD4BFF9}" presName="sibTrans" presStyleLbl="node1" presStyleIdx="1" presStyleCnt="3"/>
      <dgm:spPr/>
    </dgm:pt>
    <dgm:pt modelId="{1C3F0682-F499-4F5E-B036-4487FEDF4F1A}" type="pres">
      <dgm:prSet presAssocID="{B2DB12B5-665E-4927-9496-0B093878E432}" presName="dummy" presStyleCnt="0"/>
      <dgm:spPr/>
    </dgm:pt>
    <dgm:pt modelId="{AC1CE5E6-50C6-47A7-9911-D1A3DDDA753A}" type="pres">
      <dgm:prSet presAssocID="{B2DB12B5-665E-4927-9496-0B093878E432}" presName="node" presStyleLbl="revTx" presStyleIdx="2" presStyleCnt="3">
        <dgm:presLayoutVars>
          <dgm:bulletEnabled val="1"/>
        </dgm:presLayoutVars>
      </dgm:prSet>
      <dgm:spPr/>
    </dgm:pt>
    <dgm:pt modelId="{7F0E854C-C3DD-4F0C-9D57-7C210A9AC457}" type="pres">
      <dgm:prSet presAssocID="{0BED0030-3E14-4A94-85D1-25C4B79DC5F8}" presName="sibTrans" presStyleLbl="node1" presStyleIdx="2" presStyleCnt="3"/>
      <dgm:spPr/>
    </dgm:pt>
  </dgm:ptLst>
  <dgm:cxnLst>
    <dgm:cxn modelId="{953AA807-A414-457F-98DB-DBCFED8F741B}" srcId="{0435D348-8AAF-4D30-8F53-B87D09D98FEC}" destId="{A8CA02B0-37C4-4548-8F53-C89BB15C3DC0}" srcOrd="0" destOrd="0" parTransId="{D80D5154-5B1D-4370-8EA5-626F4BC422B6}" sibTransId="{67140B96-988C-46A0-A112-CFC30AAAEDFA}"/>
    <dgm:cxn modelId="{BFD94808-AC13-4BFD-9003-D99A22765540}" type="presOf" srcId="{73CC82EB-DC4F-4B88-8B1F-76EE1CD4BFF9}" destId="{200D9E63-1690-420C-89A6-811BF06AA967}" srcOrd="0" destOrd="0" presId="urn:microsoft.com/office/officeart/2005/8/layout/cycle1"/>
    <dgm:cxn modelId="{A61D4E1B-7602-4E8F-BD87-3DE6B67AF0AF}" type="presOf" srcId="{E2154625-86D0-4876-96D1-7F19351E79E5}" destId="{DCAEC018-993F-4DC2-9CAC-D44BEA868C77}" srcOrd="0" destOrd="0" presId="urn:microsoft.com/office/officeart/2005/8/layout/cycle1"/>
    <dgm:cxn modelId="{EE365F1F-53FB-40E0-94BD-E366677E31CF}" type="presOf" srcId="{B2DB12B5-665E-4927-9496-0B093878E432}" destId="{AC1CE5E6-50C6-47A7-9911-D1A3DDDA753A}" srcOrd="0" destOrd="0" presId="urn:microsoft.com/office/officeart/2005/8/layout/cycle1"/>
    <dgm:cxn modelId="{856A8D32-E999-4085-9F7A-728C8F26B9BB}" type="presOf" srcId="{A8CA02B0-37C4-4548-8F53-C89BB15C3DC0}" destId="{1D4CE0AB-08F0-41C3-BF0D-E0FE2222BCEC}" srcOrd="0" destOrd="0" presId="urn:microsoft.com/office/officeart/2005/8/layout/cycle1"/>
    <dgm:cxn modelId="{65CBF434-D7CE-453A-BD26-363C8D0F725B}" type="presOf" srcId="{67140B96-988C-46A0-A112-CFC30AAAEDFA}" destId="{E0A8B469-21A9-4B5F-B935-122FC31B8956}" srcOrd="0" destOrd="0" presId="urn:microsoft.com/office/officeart/2005/8/layout/cycle1"/>
    <dgm:cxn modelId="{82CE8F3F-A1F6-423C-9C21-55095630F118}" type="presOf" srcId="{0435D348-8AAF-4D30-8F53-B87D09D98FEC}" destId="{4DDFEF4B-5E5F-4ACB-84EE-88BA75039DDB}" srcOrd="0" destOrd="0" presId="urn:microsoft.com/office/officeart/2005/8/layout/cycle1"/>
    <dgm:cxn modelId="{E34F036E-910D-4338-9999-963CC80816A5}" type="presOf" srcId="{0BED0030-3E14-4A94-85D1-25C4B79DC5F8}" destId="{7F0E854C-C3DD-4F0C-9D57-7C210A9AC457}" srcOrd="0" destOrd="0" presId="urn:microsoft.com/office/officeart/2005/8/layout/cycle1"/>
    <dgm:cxn modelId="{9603D159-697F-4EC6-A255-4FA373B28C61}" srcId="{0435D348-8AAF-4D30-8F53-B87D09D98FEC}" destId="{E2154625-86D0-4876-96D1-7F19351E79E5}" srcOrd="1" destOrd="0" parTransId="{DBF09D78-DE0B-414C-8DF1-05915D647B61}" sibTransId="{73CC82EB-DC4F-4B88-8B1F-76EE1CD4BFF9}"/>
    <dgm:cxn modelId="{514DB191-21D4-411D-89E1-403F38C68905}" srcId="{0435D348-8AAF-4D30-8F53-B87D09D98FEC}" destId="{B2DB12B5-665E-4927-9496-0B093878E432}" srcOrd="2" destOrd="0" parTransId="{83790078-D490-41F2-936B-D21EE9EF4913}" sibTransId="{0BED0030-3E14-4A94-85D1-25C4B79DC5F8}"/>
    <dgm:cxn modelId="{FD6055D3-3F2C-404F-BD22-395006ADA6EE}" type="presParOf" srcId="{4DDFEF4B-5E5F-4ACB-84EE-88BA75039DDB}" destId="{43F03387-30F2-4444-84F7-3C5D6C0D4C43}" srcOrd="0" destOrd="0" presId="urn:microsoft.com/office/officeart/2005/8/layout/cycle1"/>
    <dgm:cxn modelId="{779338A1-C9B8-45E5-B16D-F09303BDB49B}" type="presParOf" srcId="{4DDFEF4B-5E5F-4ACB-84EE-88BA75039DDB}" destId="{1D4CE0AB-08F0-41C3-BF0D-E0FE2222BCEC}" srcOrd="1" destOrd="0" presId="urn:microsoft.com/office/officeart/2005/8/layout/cycle1"/>
    <dgm:cxn modelId="{330D39EC-0615-4CE5-B0C3-73E8C989C1E9}" type="presParOf" srcId="{4DDFEF4B-5E5F-4ACB-84EE-88BA75039DDB}" destId="{E0A8B469-21A9-4B5F-B935-122FC31B8956}" srcOrd="2" destOrd="0" presId="urn:microsoft.com/office/officeart/2005/8/layout/cycle1"/>
    <dgm:cxn modelId="{AC213D30-EE8C-4BB0-953C-093A376E4046}" type="presParOf" srcId="{4DDFEF4B-5E5F-4ACB-84EE-88BA75039DDB}" destId="{03E6959F-1E63-4EDB-AA83-0E8A77ADDA7A}" srcOrd="3" destOrd="0" presId="urn:microsoft.com/office/officeart/2005/8/layout/cycle1"/>
    <dgm:cxn modelId="{395AA114-77D8-4894-8DAA-6B540E69BBB0}" type="presParOf" srcId="{4DDFEF4B-5E5F-4ACB-84EE-88BA75039DDB}" destId="{DCAEC018-993F-4DC2-9CAC-D44BEA868C77}" srcOrd="4" destOrd="0" presId="urn:microsoft.com/office/officeart/2005/8/layout/cycle1"/>
    <dgm:cxn modelId="{0D0D08EE-4C4C-4A8A-9B52-92BEA4819C53}" type="presParOf" srcId="{4DDFEF4B-5E5F-4ACB-84EE-88BA75039DDB}" destId="{200D9E63-1690-420C-89A6-811BF06AA967}" srcOrd="5" destOrd="0" presId="urn:microsoft.com/office/officeart/2005/8/layout/cycle1"/>
    <dgm:cxn modelId="{3AC6B357-AB2A-4A16-9D31-1286BB8FF40E}" type="presParOf" srcId="{4DDFEF4B-5E5F-4ACB-84EE-88BA75039DDB}" destId="{1C3F0682-F499-4F5E-B036-4487FEDF4F1A}" srcOrd="6" destOrd="0" presId="urn:microsoft.com/office/officeart/2005/8/layout/cycle1"/>
    <dgm:cxn modelId="{8B9BD9A1-B25C-4673-B41B-A0C9580CBB3B}" type="presParOf" srcId="{4DDFEF4B-5E5F-4ACB-84EE-88BA75039DDB}" destId="{AC1CE5E6-50C6-47A7-9911-D1A3DDDA753A}" srcOrd="7" destOrd="0" presId="urn:microsoft.com/office/officeart/2005/8/layout/cycle1"/>
    <dgm:cxn modelId="{2B0B5632-CEB3-4EE8-997F-4DAD651AEB87}" type="presParOf" srcId="{4DDFEF4B-5E5F-4ACB-84EE-88BA75039DDB}" destId="{7F0E854C-C3DD-4F0C-9D57-7C210A9AC457}" srcOrd="8"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CB7571-8898-4B32-99E7-A8E507099CAF}" type="doc">
      <dgm:prSet loTypeId="urn:microsoft.com/office/officeart/2005/8/layout/cycle1" loCatId="cycle" qsTypeId="urn:microsoft.com/office/officeart/2005/8/quickstyle/3d2" qsCatId="3D" csTypeId="urn:microsoft.com/office/officeart/2005/8/colors/colorful1#2" csCatId="colorful" phldr="1"/>
      <dgm:spPr/>
      <dgm:t>
        <a:bodyPr/>
        <a:lstStyle/>
        <a:p>
          <a:endParaRPr lang="en-US"/>
        </a:p>
      </dgm:t>
    </dgm:pt>
    <dgm:pt modelId="{1290DE0A-7C09-47C5-974C-818559C349EB}">
      <dgm:prSet phldrT="[Text]" custT="1"/>
      <dgm:spPr/>
      <dgm:t>
        <a:bodyPr/>
        <a:lstStyle/>
        <a:p>
          <a:r>
            <a:rPr lang="id-ID" sz="1600" dirty="0"/>
            <a:t>Prinsip universal</a:t>
          </a:r>
          <a:endParaRPr lang="en-US" sz="1600" dirty="0"/>
        </a:p>
      </dgm:t>
    </dgm:pt>
    <dgm:pt modelId="{3266E7B6-5BA1-43C0-B919-8CFF659F58C8}" type="parTrans" cxnId="{EA030550-43BB-4322-B848-A2E81A3702F9}">
      <dgm:prSet/>
      <dgm:spPr/>
      <dgm:t>
        <a:bodyPr/>
        <a:lstStyle/>
        <a:p>
          <a:endParaRPr lang="en-US"/>
        </a:p>
      </dgm:t>
    </dgm:pt>
    <dgm:pt modelId="{C5F5802E-3A27-4F3E-B780-47C5C97E2C68}" type="sibTrans" cxnId="{EA030550-43BB-4322-B848-A2E81A3702F9}">
      <dgm:prSet/>
      <dgm:spPr/>
      <dgm:t>
        <a:bodyPr/>
        <a:lstStyle/>
        <a:p>
          <a:endParaRPr lang="en-US"/>
        </a:p>
      </dgm:t>
    </dgm:pt>
    <dgm:pt modelId="{070F8D43-170D-48C9-B56E-94D99C9B7E22}">
      <dgm:prSet custT="1"/>
      <dgm:spPr/>
      <dgm:t>
        <a:bodyPr/>
        <a:lstStyle/>
        <a:p>
          <a:r>
            <a:rPr lang="id-ID" sz="1600" dirty="0"/>
            <a:t>Prinsip tidak dapat dilepaskan (</a:t>
          </a:r>
          <a:r>
            <a:rPr lang="id-ID" sz="1600" i="1" dirty="0"/>
            <a:t>inalienable</a:t>
          </a:r>
          <a:r>
            <a:rPr lang="id-ID" sz="1600" dirty="0"/>
            <a:t>)</a:t>
          </a:r>
          <a:endParaRPr lang="en-US" sz="1600" dirty="0"/>
        </a:p>
      </dgm:t>
    </dgm:pt>
    <dgm:pt modelId="{D79812F0-B8FE-452F-A286-967898BFC43C}" type="parTrans" cxnId="{85B8C58C-FE1C-449C-BA04-BE6BFE382231}">
      <dgm:prSet/>
      <dgm:spPr/>
      <dgm:t>
        <a:bodyPr/>
        <a:lstStyle/>
        <a:p>
          <a:endParaRPr lang="en-US"/>
        </a:p>
      </dgm:t>
    </dgm:pt>
    <dgm:pt modelId="{DE34D7A9-CAEB-4AAC-8F46-3C9F36D03692}" type="sibTrans" cxnId="{85B8C58C-FE1C-449C-BA04-BE6BFE382231}">
      <dgm:prSet/>
      <dgm:spPr/>
      <dgm:t>
        <a:bodyPr/>
        <a:lstStyle/>
        <a:p>
          <a:endParaRPr lang="en-US"/>
        </a:p>
      </dgm:t>
    </dgm:pt>
    <dgm:pt modelId="{FBE15F21-8E65-4CB5-93D1-437DBB21FB47}">
      <dgm:prSet custT="1"/>
      <dgm:spPr/>
      <dgm:t>
        <a:bodyPr/>
        <a:lstStyle/>
        <a:p>
          <a:r>
            <a:rPr lang="id-ID" sz="1600" dirty="0"/>
            <a:t>Prinsip tidak dapat dipisahkan (</a:t>
          </a:r>
          <a:r>
            <a:rPr lang="id-ID" sz="1600" i="1" dirty="0"/>
            <a:t>indivisible</a:t>
          </a:r>
          <a:r>
            <a:rPr lang="id-ID" sz="1600" dirty="0"/>
            <a:t>)</a:t>
          </a:r>
          <a:endParaRPr lang="en-US" sz="1600" dirty="0"/>
        </a:p>
      </dgm:t>
    </dgm:pt>
    <dgm:pt modelId="{9E1CBF9D-352A-4DA7-A73E-92C9257F686E}" type="parTrans" cxnId="{A0C1B35C-AC45-4FDA-99F2-63D3D6E97720}">
      <dgm:prSet/>
      <dgm:spPr/>
      <dgm:t>
        <a:bodyPr/>
        <a:lstStyle/>
        <a:p>
          <a:endParaRPr lang="en-US"/>
        </a:p>
      </dgm:t>
    </dgm:pt>
    <dgm:pt modelId="{833AECBF-CA0B-4A5B-B23D-DFA7A33F5CB6}" type="sibTrans" cxnId="{A0C1B35C-AC45-4FDA-99F2-63D3D6E97720}">
      <dgm:prSet/>
      <dgm:spPr/>
      <dgm:t>
        <a:bodyPr/>
        <a:lstStyle/>
        <a:p>
          <a:endParaRPr lang="en-US"/>
        </a:p>
      </dgm:t>
    </dgm:pt>
    <dgm:pt modelId="{70A525FB-4640-4153-8501-FCB0F9AFB0C9}">
      <dgm:prSet custT="1"/>
      <dgm:spPr/>
      <dgm:t>
        <a:bodyPr/>
        <a:lstStyle/>
        <a:p>
          <a:r>
            <a:rPr lang="id-ID" sz="1600" dirty="0"/>
            <a:t>Prinsip saling tergantung (</a:t>
          </a:r>
          <a:r>
            <a:rPr lang="id-ID" sz="1600" i="1" dirty="0"/>
            <a:t>inter-dependent</a:t>
          </a:r>
          <a:r>
            <a:rPr lang="id-ID" sz="1600" dirty="0"/>
            <a:t>)</a:t>
          </a:r>
          <a:r>
            <a:rPr lang="en-US" sz="1600" dirty="0"/>
            <a:t> </a:t>
          </a:r>
        </a:p>
      </dgm:t>
    </dgm:pt>
    <dgm:pt modelId="{2CEF7EFD-451C-40A4-910A-F203C034BADE}" type="parTrans" cxnId="{66FDFE3E-DBA7-40FE-B261-BBC52329B052}">
      <dgm:prSet/>
      <dgm:spPr/>
      <dgm:t>
        <a:bodyPr/>
        <a:lstStyle/>
        <a:p>
          <a:endParaRPr lang="en-US"/>
        </a:p>
      </dgm:t>
    </dgm:pt>
    <dgm:pt modelId="{8E888CB2-FDF6-4701-988B-2B21F2789AD0}" type="sibTrans" cxnId="{66FDFE3E-DBA7-40FE-B261-BBC52329B052}">
      <dgm:prSet/>
      <dgm:spPr/>
      <dgm:t>
        <a:bodyPr/>
        <a:lstStyle/>
        <a:p>
          <a:endParaRPr lang="en-US"/>
        </a:p>
      </dgm:t>
    </dgm:pt>
    <dgm:pt modelId="{213F3080-A0D6-4F70-ABEA-E4436429F5C0}">
      <dgm:prSet custT="1"/>
      <dgm:spPr/>
      <dgm:t>
        <a:bodyPr/>
        <a:lstStyle/>
        <a:p>
          <a:r>
            <a:rPr lang="id-ID" sz="1600" dirty="0"/>
            <a:t>Prinsip keseimbangan</a:t>
          </a:r>
          <a:endParaRPr lang="en-US" sz="1600" dirty="0"/>
        </a:p>
      </dgm:t>
    </dgm:pt>
    <dgm:pt modelId="{A8331EB3-BD39-4565-A9CB-3E828A393E7F}" type="parTrans" cxnId="{039E2DE6-C30C-4E6F-985A-019F5AA4C0F8}">
      <dgm:prSet/>
      <dgm:spPr/>
      <dgm:t>
        <a:bodyPr/>
        <a:lstStyle/>
        <a:p>
          <a:endParaRPr lang="en-US"/>
        </a:p>
      </dgm:t>
    </dgm:pt>
    <dgm:pt modelId="{53F878F8-D0AF-4FD1-9DCB-7D4D750E3EA3}" type="sibTrans" cxnId="{039E2DE6-C30C-4E6F-985A-019F5AA4C0F8}">
      <dgm:prSet/>
      <dgm:spPr/>
      <dgm:t>
        <a:bodyPr/>
        <a:lstStyle/>
        <a:p>
          <a:endParaRPr lang="en-US"/>
        </a:p>
      </dgm:t>
    </dgm:pt>
    <dgm:pt modelId="{0A16AA1C-48D5-4951-A89A-6A67E7A16C20}">
      <dgm:prSet custT="1"/>
      <dgm:spPr/>
      <dgm:t>
        <a:bodyPr/>
        <a:lstStyle/>
        <a:p>
          <a:r>
            <a:rPr lang="id-ID" sz="1600" dirty="0"/>
            <a:t>Prinsip partikularisme</a:t>
          </a:r>
          <a:endParaRPr lang="en-US" sz="1600" dirty="0"/>
        </a:p>
      </dgm:t>
    </dgm:pt>
    <dgm:pt modelId="{474D09E7-1F48-4E19-8FC4-2A58A1172A24}" type="parTrans" cxnId="{879DA518-ACC2-489C-9FAF-9AFC91E1CCBF}">
      <dgm:prSet/>
      <dgm:spPr/>
      <dgm:t>
        <a:bodyPr/>
        <a:lstStyle/>
        <a:p>
          <a:endParaRPr lang="en-US"/>
        </a:p>
      </dgm:t>
    </dgm:pt>
    <dgm:pt modelId="{359D5BBF-117C-4195-A59E-55276F266AD5}" type="sibTrans" cxnId="{879DA518-ACC2-489C-9FAF-9AFC91E1CCBF}">
      <dgm:prSet/>
      <dgm:spPr/>
      <dgm:t>
        <a:bodyPr/>
        <a:lstStyle/>
        <a:p>
          <a:endParaRPr lang="en-US"/>
        </a:p>
      </dgm:t>
    </dgm:pt>
    <dgm:pt modelId="{B15246C7-55E3-485B-8CB5-EF85BBE781D1}" type="pres">
      <dgm:prSet presAssocID="{29CB7571-8898-4B32-99E7-A8E507099CAF}" presName="cycle" presStyleCnt="0">
        <dgm:presLayoutVars>
          <dgm:dir/>
          <dgm:resizeHandles val="exact"/>
        </dgm:presLayoutVars>
      </dgm:prSet>
      <dgm:spPr/>
    </dgm:pt>
    <dgm:pt modelId="{E80EC897-DD56-4B5A-A405-B77155F8798D}" type="pres">
      <dgm:prSet presAssocID="{1290DE0A-7C09-47C5-974C-818559C349EB}" presName="dummy" presStyleCnt="0"/>
      <dgm:spPr/>
    </dgm:pt>
    <dgm:pt modelId="{58EFEF6D-66BB-44E6-BDC4-3EE40642E38D}" type="pres">
      <dgm:prSet presAssocID="{1290DE0A-7C09-47C5-974C-818559C349EB}" presName="node" presStyleLbl="revTx" presStyleIdx="0" presStyleCnt="6" custScaleX="162024">
        <dgm:presLayoutVars>
          <dgm:bulletEnabled val="1"/>
        </dgm:presLayoutVars>
      </dgm:prSet>
      <dgm:spPr/>
    </dgm:pt>
    <dgm:pt modelId="{4C983FC7-049C-4D23-BADB-2F9FA2E10378}" type="pres">
      <dgm:prSet presAssocID="{C5F5802E-3A27-4F3E-B780-47C5C97E2C68}" presName="sibTrans" presStyleLbl="node1" presStyleIdx="0" presStyleCnt="6"/>
      <dgm:spPr/>
    </dgm:pt>
    <dgm:pt modelId="{E36BB5CA-2DA6-4FE2-8EFC-5ACF97C6DEEF}" type="pres">
      <dgm:prSet presAssocID="{070F8D43-170D-48C9-B56E-94D99C9B7E22}" presName="dummy" presStyleCnt="0"/>
      <dgm:spPr/>
    </dgm:pt>
    <dgm:pt modelId="{C2FBB1F0-94EF-4E12-94C2-3AEC3EF09688}" type="pres">
      <dgm:prSet presAssocID="{070F8D43-170D-48C9-B56E-94D99C9B7E22}" presName="node" presStyleLbl="revTx" presStyleIdx="1" presStyleCnt="6" custScaleX="162024">
        <dgm:presLayoutVars>
          <dgm:bulletEnabled val="1"/>
        </dgm:presLayoutVars>
      </dgm:prSet>
      <dgm:spPr/>
    </dgm:pt>
    <dgm:pt modelId="{C60D0B09-D426-407D-BAC9-2E0323BEF7A5}" type="pres">
      <dgm:prSet presAssocID="{DE34D7A9-CAEB-4AAC-8F46-3C9F36D03692}" presName="sibTrans" presStyleLbl="node1" presStyleIdx="1" presStyleCnt="6"/>
      <dgm:spPr/>
    </dgm:pt>
    <dgm:pt modelId="{D1A07A8A-E569-4A33-9465-3080D026A989}" type="pres">
      <dgm:prSet presAssocID="{FBE15F21-8E65-4CB5-93D1-437DBB21FB47}" presName="dummy" presStyleCnt="0"/>
      <dgm:spPr/>
    </dgm:pt>
    <dgm:pt modelId="{F693BCBA-8A9C-4F7F-B494-88A580BABC55}" type="pres">
      <dgm:prSet presAssocID="{FBE15F21-8E65-4CB5-93D1-437DBB21FB47}" presName="node" presStyleLbl="revTx" presStyleIdx="2" presStyleCnt="6" custScaleX="162024">
        <dgm:presLayoutVars>
          <dgm:bulletEnabled val="1"/>
        </dgm:presLayoutVars>
      </dgm:prSet>
      <dgm:spPr/>
    </dgm:pt>
    <dgm:pt modelId="{464C9D51-CA2D-4711-B267-41F828830B31}" type="pres">
      <dgm:prSet presAssocID="{833AECBF-CA0B-4A5B-B23D-DFA7A33F5CB6}" presName="sibTrans" presStyleLbl="node1" presStyleIdx="2" presStyleCnt="6"/>
      <dgm:spPr/>
    </dgm:pt>
    <dgm:pt modelId="{AC7A6EAD-7329-4868-970A-F712F66809D7}" type="pres">
      <dgm:prSet presAssocID="{70A525FB-4640-4153-8501-FCB0F9AFB0C9}" presName="dummy" presStyleCnt="0"/>
      <dgm:spPr/>
    </dgm:pt>
    <dgm:pt modelId="{034F8D23-37F0-4E99-B6DC-8B0AB19F0817}" type="pres">
      <dgm:prSet presAssocID="{70A525FB-4640-4153-8501-FCB0F9AFB0C9}" presName="node" presStyleLbl="revTx" presStyleIdx="3" presStyleCnt="6" custScaleX="162024">
        <dgm:presLayoutVars>
          <dgm:bulletEnabled val="1"/>
        </dgm:presLayoutVars>
      </dgm:prSet>
      <dgm:spPr/>
    </dgm:pt>
    <dgm:pt modelId="{CCA766FA-22B7-4F59-8F7B-268C6581A8E3}" type="pres">
      <dgm:prSet presAssocID="{8E888CB2-FDF6-4701-988B-2B21F2789AD0}" presName="sibTrans" presStyleLbl="node1" presStyleIdx="3" presStyleCnt="6"/>
      <dgm:spPr/>
    </dgm:pt>
    <dgm:pt modelId="{8226D224-33DF-40D7-9333-67810534A6F2}" type="pres">
      <dgm:prSet presAssocID="{213F3080-A0D6-4F70-ABEA-E4436429F5C0}" presName="dummy" presStyleCnt="0"/>
      <dgm:spPr/>
    </dgm:pt>
    <dgm:pt modelId="{38C71963-FBF7-4734-AAB9-407DE289D379}" type="pres">
      <dgm:prSet presAssocID="{213F3080-A0D6-4F70-ABEA-E4436429F5C0}" presName="node" presStyleLbl="revTx" presStyleIdx="4" presStyleCnt="6" custScaleX="162024">
        <dgm:presLayoutVars>
          <dgm:bulletEnabled val="1"/>
        </dgm:presLayoutVars>
      </dgm:prSet>
      <dgm:spPr/>
    </dgm:pt>
    <dgm:pt modelId="{3F71D96B-5C3F-4CA6-AB4B-E369EC4EEC0F}" type="pres">
      <dgm:prSet presAssocID="{53F878F8-D0AF-4FD1-9DCB-7D4D750E3EA3}" presName="sibTrans" presStyleLbl="node1" presStyleIdx="4" presStyleCnt="6"/>
      <dgm:spPr/>
    </dgm:pt>
    <dgm:pt modelId="{9B258906-85B8-4FBC-96E9-13E91CFD0076}" type="pres">
      <dgm:prSet presAssocID="{0A16AA1C-48D5-4951-A89A-6A67E7A16C20}" presName="dummy" presStyleCnt="0"/>
      <dgm:spPr/>
    </dgm:pt>
    <dgm:pt modelId="{8348EC1E-7B60-4734-A4E9-E750272135AA}" type="pres">
      <dgm:prSet presAssocID="{0A16AA1C-48D5-4951-A89A-6A67E7A16C20}" presName="node" presStyleLbl="revTx" presStyleIdx="5" presStyleCnt="6" custScaleX="162024">
        <dgm:presLayoutVars>
          <dgm:bulletEnabled val="1"/>
        </dgm:presLayoutVars>
      </dgm:prSet>
      <dgm:spPr/>
    </dgm:pt>
    <dgm:pt modelId="{44B030FF-3A8E-475A-8C78-508AC50FBE63}" type="pres">
      <dgm:prSet presAssocID="{359D5BBF-117C-4195-A59E-55276F266AD5}" presName="sibTrans" presStyleLbl="node1" presStyleIdx="5" presStyleCnt="6"/>
      <dgm:spPr/>
    </dgm:pt>
  </dgm:ptLst>
  <dgm:cxnLst>
    <dgm:cxn modelId="{80347008-C978-425A-87B9-D0E20DA421BE}" type="presOf" srcId="{8E888CB2-FDF6-4701-988B-2B21F2789AD0}" destId="{CCA766FA-22B7-4F59-8F7B-268C6581A8E3}" srcOrd="0" destOrd="0" presId="urn:microsoft.com/office/officeart/2005/8/layout/cycle1"/>
    <dgm:cxn modelId="{5D791A0C-1BD3-4892-9660-D8A34F5098FC}" type="presOf" srcId="{53F878F8-D0AF-4FD1-9DCB-7D4D750E3EA3}" destId="{3F71D96B-5C3F-4CA6-AB4B-E369EC4EEC0F}" srcOrd="0" destOrd="0" presId="urn:microsoft.com/office/officeart/2005/8/layout/cycle1"/>
    <dgm:cxn modelId="{879DA518-ACC2-489C-9FAF-9AFC91E1CCBF}" srcId="{29CB7571-8898-4B32-99E7-A8E507099CAF}" destId="{0A16AA1C-48D5-4951-A89A-6A67E7A16C20}" srcOrd="5" destOrd="0" parTransId="{474D09E7-1F48-4E19-8FC4-2A58A1172A24}" sibTransId="{359D5BBF-117C-4195-A59E-55276F266AD5}"/>
    <dgm:cxn modelId="{6DC5A921-91A2-4ED9-BE83-4AD71DDDA74D}" type="presOf" srcId="{833AECBF-CA0B-4A5B-B23D-DFA7A33F5CB6}" destId="{464C9D51-CA2D-4711-B267-41F828830B31}" srcOrd="0" destOrd="0" presId="urn:microsoft.com/office/officeart/2005/8/layout/cycle1"/>
    <dgm:cxn modelId="{1F5B482C-FEC4-4567-84B4-0BC9FCDA54C3}" type="presOf" srcId="{1290DE0A-7C09-47C5-974C-818559C349EB}" destId="{58EFEF6D-66BB-44E6-BDC4-3EE40642E38D}" srcOrd="0" destOrd="0" presId="urn:microsoft.com/office/officeart/2005/8/layout/cycle1"/>
    <dgm:cxn modelId="{5526FF31-5442-4C5A-9066-CE7A8F368D89}" type="presOf" srcId="{70A525FB-4640-4153-8501-FCB0F9AFB0C9}" destId="{034F8D23-37F0-4E99-B6DC-8B0AB19F0817}" srcOrd="0" destOrd="0" presId="urn:microsoft.com/office/officeart/2005/8/layout/cycle1"/>
    <dgm:cxn modelId="{66FDFE3E-DBA7-40FE-B261-BBC52329B052}" srcId="{29CB7571-8898-4B32-99E7-A8E507099CAF}" destId="{70A525FB-4640-4153-8501-FCB0F9AFB0C9}" srcOrd="3" destOrd="0" parTransId="{2CEF7EFD-451C-40A4-910A-F203C034BADE}" sibTransId="{8E888CB2-FDF6-4701-988B-2B21F2789AD0}"/>
    <dgm:cxn modelId="{A0C1B35C-AC45-4FDA-99F2-63D3D6E97720}" srcId="{29CB7571-8898-4B32-99E7-A8E507099CAF}" destId="{FBE15F21-8E65-4CB5-93D1-437DBB21FB47}" srcOrd="2" destOrd="0" parTransId="{9E1CBF9D-352A-4DA7-A73E-92C9257F686E}" sibTransId="{833AECBF-CA0B-4A5B-B23D-DFA7A33F5CB6}"/>
    <dgm:cxn modelId="{EA030550-43BB-4322-B848-A2E81A3702F9}" srcId="{29CB7571-8898-4B32-99E7-A8E507099CAF}" destId="{1290DE0A-7C09-47C5-974C-818559C349EB}" srcOrd="0" destOrd="0" parTransId="{3266E7B6-5BA1-43C0-B919-8CFF659F58C8}" sibTransId="{C5F5802E-3A27-4F3E-B780-47C5C97E2C68}"/>
    <dgm:cxn modelId="{63AA6286-B23F-4121-930A-F32DD38EAC60}" type="presOf" srcId="{213F3080-A0D6-4F70-ABEA-E4436429F5C0}" destId="{38C71963-FBF7-4734-AAB9-407DE289D379}" srcOrd="0" destOrd="0" presId="urn:microsoft.com/office/officeart/2005/8/layout/cycle1"/>
    <dgm:cxn modelId="{85B8C58C-FE1C-449C-BA04-BE6BFE382231}" srcId="{29CB7571-8898-4B32-99E7-A8E507099CAF}" destId="{070F8D43-170D-48C9-B56E-94D99C9B7E22}" srcOrd="1" destOrd="0" parTransId="{D79812F0-B8FE-452F-A286-967898BFC43C}" sibTransId="{DE34D7A9-CAEB-4AAC-8F46-3C9F36D03692}"/>
    <dgm:cxn modelId="{B2662AB3-B195-4705-990E-EBF2E9C7810C}" type="presOf" srcId="{29CB7571-8898-4B32-99E7-A8E507099CAF}" destId="{B15246C7-55E3-485B-8CB5-EF85BBE781D1}" srcOrd="0" destOrd="0" presId="urn:microsoft.com/office/officeart/2005/8/layout/cycle1"/>
    <dgm:cxn modelId="{803681C5-B4F0-4EA1-B86F-92B58BE8EC0E}" type="presOf" srcId="{C5F5802E-3A27-4F3E-B780-47C5C97E2C68}" destId="{4C983FC7-049C-4D23-BADB-2F9FA2E10378}" srcOrd="0" destOrd="0" presId="urn:microsoft.com/office/officeart/2005/8/layout/cycle1"/>
    <dgm:cxn modelId="{B8D9C8D0-5818-49E4-8C14-C8D7A0826296}" type="presOf" srcId="{070F8D43-170D-48C9-B56E-94D99C9B7E22}" destId="{C2FBB1F0-94EF-4E12-94C2-3AEC3EF09688}" srcOrd="0" destOrd="0" presId="urn:microsoft.com/office/officeart/2005/8/layout/cycle1"/>
    <dgm:cxn modelId="{2E50DED2-E680-4588-92CB-34E2775A7EAA}" type="presOf" srcId="{FBE15F21-8E65-4CB5-93D1-437DBB21FB47}" destId="{F693BCBA-8A9C-4F7F-B494-88A580BABC55}" srcOrd="0" destOrd="0" presId="urn:microsoft.com/office/officeart/2005/8/layout/cycle1"/>
    <dgm:cxn modelId="{8D1D9FD4-D627-46D1-92AA-736B76A659F0}" type="presOf" srcId="{359D5BBF-117C-4195-A59E-55276F266AD5}" destId="{44B030FF-3A8E-475A-8C78-508AC50FBE63}" srcOrd="0" destOrd="0" presId="urn:microsoft.com/office/officeart/2005/8/layout/cycle1"/>
    <dgm:cxn modelId="{039E2DE6-C30C-4E6F-985A-019F5AA4C0F8}" srcId="{29CB7571-8898-4B32-99E7-A8E507099CAF}" destId="{213F3080-A0D6-4F70-ABEA-E4436429F5C0}" srcOrd="4" destOrd="0" parTransId="{A8331EB3-BD39-4565-A9CB-3E828A393E7F}" sibTransId="{53F878F8-D0AF-4FD1-9DCB-7D4D750E3EA3}"/>
    <dgm:cxn modelId="{502F7EED-9763-4BD7-9ACD-7032A0881523}" type="presOf" srcId="{DE34D7A9-CAEB-4AAC-8F46-3C9F36D03692}" destId="{C60D0B09-D426-407D-BAC9-2E0323BEF7A5}" srcOrd="0" destOrd="0" presId="urn:microsoft.com/office/officeart/2005/8/layout/cycle1"/>
    <dgm:cxn modelId="{ED2E8EEF-4BC5-4054-9A43-A824D5D6C6F8}" type="presOf" srcId="{0A16AA1C-48D5-4951-A89A-6A67E7A16C20}" destId="{8348EC1E-7B60-4734-A4E9-E750272135AA}" srcOrd="0" destOrd="0" presId="urn:microsoft.com/office/officeart/2005/8/layout/cycle1"/>
    <dgm:cxn modelId="{03E0B259-A5D9-48FB-84A1-CC263B65BCCE}" type="presParOf" srcId="{B15246C7-55E3-485B-8CB5-EF85BBE781D1}" destId="{E80EC897-DD56-4B5A-A405-B77155F8798D}" srcOrd="0" destOrd="0" presId="urn:microsoft.com/office/officeart/2005/8/layout/cycle1"/>
    <dgm:cxn modelId="{B7893415-BA56-405D-91FF-A9C89B80808E}" type="presParOf" srcId="{B15246C7-55E3-485B-8CB5-EF85BBE781D1}" destId="{58EFEF6D-66BB-44E6-BDC4-3EE40642E38D}" srcOrd="1" destOrd="0" presId="urn:microsoft.com/office/officeart/2005/8/layout/cycle1"/>
    <dgm:cxn modelId="{DC70B7B3-C90F-491F-AE6E-7E5F23732360}" type="presParOf" srcId="{B15246C7-55E3-485B-8CB5-EF85BBE781D1}" destId="{4C983FC7-049C-4D23-BADB-2F9FA2E10378}" srcOrd="2" destOrd="0" presId="urn:microsoft.com/office/officeart/2005/8/layout/cycle1"/>
    <dgm:cxn modelId="{AD1F4D5F-33EF-4977-8A67-935A2DB9BCF2}" type="presParOf" srcId="{B15246C7-55E3-485B-8CB5-EF85BBE781D1}" destId="{E36BB5CA-2DA6-4FE2-8EFC-5ACF97C6DEEF}" srcOrd="3" destOrd="0" presId="urn:microsoft.com/office/officeart/2005/8/layout/cycle1"/>
    <dgm:cxn modelId="{79BF412D-D71F-46CF-8D3A-E0887280F811}" type="presParOf" srcId="{B15246C7-55E3-485B-8CB5-EF85BBE781D1}" destId="{C2FBB1F0-94EF-4E12-94C2-3AEC3EF09688}" srcOrd="4" destOrd="0" presId="urn:microsoft.com/office/officeart/2005/8/layout/cycle1"/>
    <dgm:cxn modelId="{70C4467A-BB46-476C-A1EE-B8476520A83F}" type="presParOf" srcId="{B15246C7-55E3-485B-8CB5-EF85BBE781D1}" destId="{C60D0B09-D426-407D-BAC9-2E0323BEF7A5}" srcOrd="5" destOrd="0" presId="urn:microsoft.com/office/officeart/2005/8/layout/cycle1"/>
    <dgm:cxn modelId="{AC2ACDD3-D6D0-42CB-AFED-759D55C0A3F8}" type="presParOf" srcId="{B15246C7-55E3-485B-8CB5-EF85BBE781D1}" destId="{D1A07A8A-E569-4A33-9465-3080D026A989}" srcOrd="6" destOrd="0" presId="urn:microsoft.com/office/officeart/2005/8/layout/cycle1"/>
    <dgm:cxn modelId="{EE6A810A-C15D-4D63-B2ED-A62986A5D1EB}" type="presParOf" srcId="{B15246C7-55E3-485B-8CB5-EF85BBE781D1}" destId="{F693BCBA-8A9C-4F7F-B494-88A580BABC55}" srcOrd="7" destOrd="0" presId="urn:microsoft.com/office/officeart/2005/8/layout/cycle1"/>
    <dgm:cxn modelId="{58386923-F42E-4545-8C05-6C45A0EE12A2}" type="presParOf" srcId="{B15246C7-55E3-485B-8CB5-EF85BBE781D1}" destId="{464C9D51-CA2D-4711-B267-41F828830B31}" srcOrd="8" destOrd="0" presId="urn:microsoft.com/office/officeart/2005/8/layout/cycle1"/>
    <dgm:cxn modelId="{F2988394-DCCB-4F93-A90D-615CFD28E795}" type="presParOf" srcId="{B15246C7-55E3-485B-8CB5-EF85BBE781D1}" destId="{AC7A6EAD-7329-4868-970A-F712F66809D7}" srcOrd="9" destOrd="0" presId="urn:microsoft.com/office/officeart/2005/8/layout/cycle1"/>
    <dgm:cxn modelId="{A7D048E2-A62F-4D19-9E8B-1761FFE8A3DC}" type="presParOf" srcId="{B15246C7-55E3-485B-8CB5-EF85BBE781D1}" destId="{034F8D23-37F0-4E99-B6DC-8B0AB19F0817}" srcOrd="10" destOrd="0" presId="urn:microsoft.com/office/officeart/2005/8/layout/cycle1"/>
    <dgm:cxn modelId="{BF0DA398-422B-4409-A54A-EE6E5968AA96}" type="presParOf" srcId="{B15246C7-55E3-485B-8CB5-EF85BBE781D1}" destId="{CCA766FA-22B7-4F59-8F7B-268C6581A8E3}" srcOrd="11" destOrd="0" presId="urn:microsoft.com/office/officeart/2005/8/layout/cycle1"/>
    <dgm:cxn modelId="{DF84F74F-8DE3-4307-97C5-B5A88D4D1B9A}" type="presParOf" srcId="{B15246C7-55E3-485B-8CB5-EF85BBE781D1}" destId="{8226D224-33DF-40D7-9333-67810534A6F2}" srcOrd="12" destOrd="0" presId="urn:microsoft.com/office/officeart/2005/8/layout/cycle1"/>
    <dgm:cxn modelId="{A776549A-D6FA-4E9D-9005-DF8F7FFA4DD1}" type="presParOf" srcId="{B15246C7-55E3-485B-8CB5-EF85BBE781D1}" destId="{38C71963-FBF7-4734-AAB9-407DE289D379}" srcOrd="13" destOrd="0" presId="urn:microsoft.com/office/officeart/2005/8/layout/cycle1"/>
    <dgm:cxn modelId="{0C1D085A-2E89-4D86-BAB9-0F299EE7FB7E}" type="presParOf" srcId="{B15246C7-55E3-485B-8CB5-EF85BBE781D1}" destId="{3F71D96B-5C3F-4CA6-AB4B-E369EC4EEC0F}" srcOrd="14" destOrd="0" presId="urn:microsoft.com/office/officeart/2005/8/layout/cycle1"/>
    <dgm:cxn modelId="{BB9538EB-26FF-4ECF-89FD-E0890ED23A49}" type="presParOf" srcId="{B15246C7-55E3-485B-8CB5-EF85BBE781D1}" destId="{9B258906-85B8-4FBC-96E9-13E91CFD0076}" srcOrd="15" destOrd="0" presId="urn:microsoft.com/office/officeart/2005/8/layout/cycle1"/>
    <dgm:cxn modelId="{F7BEF365-A2FF-4359-9E55-14C451F33A10}" type="presParOf" srcId="{B15246C7-55E3-485B-8CB5-EF85BBE781D1}" destId="{8348EC1E-7B60-4734-A4E9-E750272135AA}" srcOrd="16" destOrd="0" presId="urn:microsoft.com/office/officeart/2005/8/layout/cycle1"/>
    <dgm:cxn modelId="{B409D800-52CF-4B16-9629-DBA2A3B614DC}" type="presParOf" srcId="{B15246C7-55E3-485B-8CB5-EF85BBE781D1}" destId="{44B030FF-3A8E-475A-8C78-508AC50FBE63}" srcOrd="17"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BB18F-1BAC-46B8-BB0C-FA8EF2514A3F}">
      <dsp:nvSpPr>
        <dsp:cNvPr id="0" name=""/>
        <dsp:cNvSpPr/>
      </dsp:nvSpPr>
      <dsp:spPr>
        <a:xfrm>
          <a:off x="0" y="510381"/>
          <a:ext cx="4267200" cy="4267200"/>
        </a:xfrm>
        <a:prstGeom prst="diamond">
          <a:avLst/>
        </a:prstGeom>
        <a:solidFill>
          <a:schemeClr val="accent2">
            <a:tint val="40000"/>
            <a:hueOff val="0"/>
            <a:satOff val="0"/>
            <a:lumOff val="0"/>
            <a:alphaOff val="0"/>
          </a:schemeClr>
        </a:solidFill>
        <a:ln>
          <a:noFill/>
        </a:ln>
        <a:effectLst>
          <a:outerShdw blurRad="38100" dist="25400" dir="5400000" rotWithShape="0">
            <a:srgbClr val="000000">
              <a:alpha val="25000"/>
            </a:srgbClr>
          </a:outerShdw>
        </a:effectLst>
      </dsp:spPr>
      <dsp:style>
        <a:lnRef idx="0">
          <a:scrgbClr r="0" g="0" b="0"/>
        </a:lnRef>
        <a:fillRef idx="1">
          <a:scrgbClr r="0" g="0" b="0"/>
        </a:fillRef>
        <a:effectRef idx="2">
          <a:scrgbClr r="0" g="0" b="0"/>
        </a:effectRef>
        <a:fontRef idx="minor"/>
      </dsp:style>
    </dsp:sp>
    <dsp:sp modelId="{7449EE30-29CC-43D5-BC82-C6A6785E9025}">
      <dsp:nvSpPr>
        <dsp:cNvPr id="0" name=""/>
        <dsp:cNvSpPr/>
      </dsp:nvSpPr>
      <dsp:spPr>
        <a:xfrm>
          <a:off x="405383" y="915765"/>
          <a:ext cx="1664208" cy="1664208"/>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t>Hak</a:t>
          </a:r>
          <a:r>
            <a:rPr lang="en-US" sz="1400" kern="1200" dirty="0"/>
            <a:t> </a:t>
          </a:r>
          <a:r>
            <a:rPr lang="en-US" sz="1400" kern="1200" dirty="0" err="1"/>
            <a:t>dan</a:t>
          </a:r>
          <a:r>
            <a:rPr lang="en-US" sz="1400" kern="1200" dirty="0"/>
            <a:t> </a:t>
          </a:r>
          <a:r>
            <a:rPr lang="en-US" sz="1400" kern="1200" dirty="0" err="1"/>
            <a:t>kewajiban</a:t>
          </a:r>
          <a:r>
            <a:rPr lang="en-US" sz="1400" kern="1200" dirty="0"/>
            <a:t> </a:t>
          </a:r>
          <a:r>
            <a:rPr lang="en-US" sz="1400" kern="1200" dirty="0" err="1"/>
            <a:t>anak</a:t>
          </a:r>
          <a:r>
            <a:rPr lang="en-US" sz="1400" kern="1200" dirty="0"/>
            <a:t>, </a:t>
          </a:r>
        </a:p>
      </dsp:txBody>
      <dsp:txXfrm>
        <a:off x="486623" y="997005"/>
        <a:ext cx="1501728" cy="1501728"/>
      </dsp:txXfrm>
    </dsp:sp>
    <dsp:sp modelId="{3A38D6E4-C3F5-46B3-B080-595B29D3FE41}">
      <dsp:nvSpPr>
        <dsp:cNvPr id="0" name=""/>
        <dsp:cNvSpPr/>
      </dsp:nvSpPr>
      <dsp:spPr>
        <a:xfrm>
          <a:off x="2197608" y="915765"/>
          <a:ext cx="1664208" cy="1664208"/>
        </a:xfrm>
        <a:prstGeom prst="roundRect">
          <a:avLst/>
        </a:prstGeom>
        <a:gradFill rotWithShape="0">
          <a:gsLst>
            <a:gs pos="0">
              <a:schemeClr val="accent2">
                <a:hueOff val="151055"/>
                <a:satOff val="-15998"/>
                <a:lumOff val="-392"/>
                <a:alphaOff val="0"/>
                <a:tint val="96000"/>
                <a:lumMod val="104000"/>
              </a:schemeClr>
            </a:gs>
            <a:gs pos="100000">
              <a:schemeClr val="accent2">
                <a:hueOff val="151055"/>
                <a:satOff val="-15998"/>
                <a:lumOff val="-392"/>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t>Hak</a:t>
          </a:r>
          <a:r>
            <a:rPr lang="en-US" sz="1400" kern="1200" dirty="0"/>
            <a:t> </a:t>
          </a:r>
          <a:r>
            <a:rPr lang="en-US" sz="1400" kern="1200" dirty="0" err="1"/>
            <a:t>dan</a:t>
          </a:r>
          <a:r>
            <a:rPr lang="en-US" sz="1400" kern="1200" dirty="0"/>
            <a:t> </a:t>
          </a:r>
          <a:r>
            <a:rPr lang="en-US" sz="1400" kern="1200" dirty="0" err="1"/>
            <a:t>kewajiban</a:t>
          </a:r>
          <a:r>
            <a:rPr lang="en-US" sz="1400" kern="1200" dirty="0"/>
            <a:t> </a:t>
          </a:r>
          <a:r>
            <a:rPr lang="en-US" sz="1400" kern="1200" dirty="0" err="1"/>
            <a:t>anggota</a:t>
          </a:r>
          <a:r>
            <a:rPr lang="en-US" sz="1400" kern="1200" dirty="0"/>
            <a:t> </a:t>
          </a:r>
          <a:r>
            <a:rPr lang="en-US" sz="1400" kern="1200" dirty="0" err="1"/>
            <a:t>masyarakat</a:t>
          </a:r>
          <a:r>
            <a:rPr lang="en-US" sz="1400" kern="1200" dirty="0"/>
            <a:t>, </a:t>
          </a:r>
        </a:p>
      </dsp:txBody>
      <dsp:txXfrm>
        <a:off x="2278848" y="997005"/>
        <a:ext cx="1501728" cy="1501728"/>
      </dsp:txXfrm>
    </dsp:sp>
    <dsp:sp modelId="{247D4509-A012-4D0B-A03B-BA04A990E0C2}">
      <dsp:nvSpPr>
        <dsp:cNvPr id="0" name=""/>
        <dsp:cNvSpPr/>
      </dsp:nvSpPr>
      <dsp:spPr>
        <a:xfrm>
          <a:off x="405383" y="2707989"/>
          <a:ext cx="1664208" cy="1664208"/>
        </a:xfrm>
        <a:prstGeom prst="roundRect">
          <a:avLst/>
        </a:prstGeom>
        <a:gradFill rotWithShape="0">
          <a:gsLst>
            <a:gs pos="0">
              <a:schemeClr val="accent2">
                <a:hueOff val="302110"/>
                <a:satOff val="-31995"/>
                <a:lumOff val="-784"/>
                <a:alphaOff val="0"/>
                <a:tint val="96000"/>
                <a:lumMod val="104000"/>
              </a:schemeClr>
            </a:gs>
            <a:gs pos="100000">
              <a:schemeClr val="accent2">
                <a:hueOff val="302110"/>
                <a:satOff val="-31995"/>
                <a:lumOff val="-784"/>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t>Instrumen</a:t>
          </a:r>
          <a:r>
            <a:rPr lang="en-US" sz="1400" kern="1200" dirty="0"/>
            <a:t> </a:t>
          </a:r>
          <a:r>
            <a:rPr lang="en-US" sz="1400" kern="1200" dirty="0" err="1"/>
            <a:t>nasional</a:t>
          </a:r>
          <a:r>
            <a:rPr lang="en-US" sz="1400" kern="1200" dirty="0"/>
            <a:t> </a:t>
          </a:r>
          <a:r>
            <a:rPr lang="en-US" sz="1400" kern="1200" dirty="0" err="1"/>
            <a:t>dan</a:t>
          </a:r>
          <a:r>
            <a:rPr lang="en-US" sz="1400" kern="1200" dirty="0"/>
            <a:t> </a:t>
          </a:r>
          <a:r>
            <a:rPr lang="en-US" sz="1400" kern="1200" dirty="0" err="1"/>
            <a:t>internasional</a:t>
          </a:r>
          <a:r>
            <a:rPr lang="en-US" sz="1400" kern="1200" dirty="0"/>
            <a:t> HAM, </a:t>
          </a:r>
        </a:p>
      </dsp:txBody>
      <dsp:txXfrm>
        <a:off x="486623" y="2789229"/>
        <a:ext cx="1501728" cy="1501728"/>
      </dsp:txXfrm>
    </dsp:sp>
    <dsp:sp modelId="{4BDD5513-7EA3-43BF-8B47-7B0386A777C6}">
      <dsp:nvSpPr>
        <dsp:cNvPr id="0" name=""/>
        <dsp:cNvSpPr/>
      </dsp:nvSpPr>
      <dsp:spPr>
        <a:xfrm>
          <a:off x="2197608" y="2707989"/>
          <a:ext cx="1664208" cy="1664208"/>
        </a:xfrm>
        <a:prstGeom prst="roundRect">
          <a:avLst/>
        </a:prstGeom>
        <a:gradFill rotWithShape="0">
          <a:gsLst>
            <a:gs pos="0">
              <a:schemeClr val="accent2">
                <a:hueOff val="453165"/>
                <a:satOff val="-47993"/>
                <a:lumOff val="-1176"/>
                <a:alphaOff val="0"/>
                <a:tint val="96000"/>
                <a:lumMod val="104000"/>
              </a:schemeClr>
            </a:gs>
            <a:gs pos="100000">
              <a:schemeClr val="accent2">
                <a:hueOff val="453165"/>
                <a:satOff val="-47993"/>
                <a:lumOff val="-1176"/>
                <a:alphaOff val="0"/>
                <a:shade val="98000"/>
                <a:lumMod val="94000"/>
              </a:schemeClr>
            </a:gs>
          </a:gsLst>
          <a:lin ang="5400000" scaled="0"/>
        </a:grad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t>Pemajuan</a:t>
          </a:r>
          <a:r>
            <a:rPr lang="en-US" sz="1400" kern="1200" dirty="0"/>
            <a:t>, </a:t>
          </a:r>
          <a:r>
            <a:rPr lang="en-US" sz="1400" kern="1200" dirty="0" err="1"/>
            <a:t>penghormatan</a:t>
          </a:r>
          <a:r>
            <a:rPr lang="en-US" sz="1400" kern="1200" dirty="0"/>
            <a:t> </a:t>
          </a:r>
          <a:r>
            <a:rPr lang="en-US" sz="1400" kern="1200" dirty="0" err="1"/>
            <a:t>dan</a:t>
          </a:r>
          <a:r>
            <a:rPr lang="en-US" sz="1400" kern="1200" dirty="0"/>
            <a:t> </a:t>
          </a:r>
          <a:r>
            <a:rPr lang="en-US" sz="1400" kern="1200" dirty="0" err="1"/>
            <a:t>perlindungan</a:t>
          </a:r>
          <a:r>
            <a:rPr lang="en-US" sz="1400" kern="1200" dirty="0"/>
            <a:t> HAM</a:t>
          </a:r>
        </a:p>
      </dsp:txBody>
      <dsp:txXfrm>
        <a:off x="2278848" y="2789229"/>
        <a:ext cx="1501728" cy="15017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CE0AB-08F0-41C3-BF0D-E0FE2222BCEC}">
      <dsp:nvSpPr>
        <dsp:cNvPr id="0" name=""/>
        <dsp:cNvSpPr/>
      </dsp:nvSpPr>
      <dsp:spPr>
        <a:xfrm>
          <a:off x="2486559" y="283107"/>
          <a:ext cx="1448175" cy="144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id-ID" sz="2200" b="1" kern="1200" dirty="0"/>
            <a:t>Hak-hak ekonomi, sosial dan budaya</a:t>
          </a:r>
          <a:endParaRPr lang="en-US" sz="2200" kern="1200" dirty="0"/>
        </a:p>
      </dsp:txBody>
      <dsp:txXfrm>
        <a:off x="2486559" y="283107"/>
        <a:ext cx="1448175" cy="1448175"/>
      </dsp:txXfrm>
    </dsp:sp>
    <dsp:sp modelId="{E0A8B469-21A9-4B5F-B935-122FC31B8956}">
      <dsp:nvSpPr>
        <dsp:cNvPr id="0" name=""/>
        <dsp:cNvSpPr/>
      </dsp:nvSpPr>
      <dsp:spPr>
        <a:xfrm>
          <a:off x="281459" y="-1632"/>
          <a:ext cx="3423456" cy="3423456"/>
        </a:xfrm>
        <a:prstGeom prst="circularArrow">
          <a:avLst>
            <a:gd name="adj1" fmla="val 8249"/>
            <a:gd name="adj2" fmla="val 576146"/>
            <a:gd name="adj3" fmla="val 2963721"/>
            <a:gd name="adj4" fmla="val 51813"/>
            <a:gd name="adj5" fmla="val 9624"/>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CAEC018-993F-4DC2-9CAC-D44BEA868C77}">
      <dsp:nvSpPr>
        <dsp:cNvPr id="0" name=""/>
        <dsp:cNvSpPr/>
      </dsp:nvSpPr>
      <dsp:spPr>
        <a:xfrm>
          <a:off x="1269100" y="2391809"/>
          <a:ext cx="1448175" cy="144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id-ID" sz="2200" b="1" kern="1200" dirty="0"/>
            <a:t>Hak-hak solidaritas</a:t>
          </a:r>
          <a:endParaRPr lang="en-US" sz="2200" kern="1200" dirty="0"/>
        </a:p>
      </dsp:txBody>
      <dsp:txXfrm>
        <a:off x="1269100" y="2391809"/>
        <a:ext cx="1448175" cy="1448175"/>
      </dsp:txXfrm>
    </dsp:sp>
    <dsp:sp modelId="{200D9E63-1690-420C-89A6-811BF06AA967}">
      <dsp:nvSpPr>
        <dsp:cNvPr id="0" name=""/>
        <dsp:cNvSpPr/>
      </dsp:nvSpPr>
      <dsp:spPr>
        <a:xfrm>
          <a:off x="281459" y="-1632"/>
          <a:ext cx="3423456" cy="3423456"/>
        </a:xfrm>
        <a:prstGeom prst="circularArrow">
          <a:avLst>
            <a:gd name="adj1" fmla="val 8249"/>
            <a:gd name="adj2" fmla="val 576146"/>
            <a:gd name="adj3" fmla="val 10172040"/>
            <a:gd name="adj4" fmla="val 7260133"/>
            <a:gd name="adj5" fmla="val 9624"/>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C1CE5E6-50C6-47A7-9911-D1A3DDDA753A}">
      <dsp:nvSpPr>
        <dsp:cNvPr id="0" name=""/>
        <dsp:cNvSpPr/>
      </dsp:nvSpPr>
      <dsp:spPr>
        <a:xfrm>
          <a:off x="51640" y="283107"/>
          <a:ext cx="1448175" cy="1448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id-ID" sz="2200" b="1" kern="1200" dirty="0"/>
            <a:t>Hak-hak sipil dan politik</a:t>
          </a:r>
          <a:endParaRPr lang="en-US" sz="2200" b="1" kern="1200" dirty="0"/>
        </a:p>
      </dsp:txBody>
      <dsp:txXfrm>
        <a:off x="51640" y="283107"/>
        <a:ext cx="1448175" cy="1448175"/>
      </dsp:txXfrm>
    </dsp:sp>
    <dsp:sp modelId="{7F0E854C-C3DD-4F0C-9D57-7C210A9AC457}">
      <dsp:nvSpPr>
        <dsp:cNvPr id="0" name=""/>
        <dsp:cNvSpPr/>
      </dsp:nvSpPr>
      <dsp:spPr>
        <a:xfrm>
          <a:off x="281459" y="-1632"/>
          <a:ext cx="3423456" cy="3423456"/>
        </a:xfrm>
        <a:prstGeom prst="circularArrow">
          <a:avLst>
            <a:gd name="adj1" fmla="val 8249"/>
            <a:gd name="adj2" fmla="val 576146"/>
            <a:gd name="adj3" fmla="val 16856595"/>
            <a:gd name="adj4" fmla="val 14967259"/>
            <a:gd name="adj5" fmla="val 9624"/>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EFEF6D-66BB-44E6-BDC4-3EE40642E38D}">
      <dsp:nvSpPr>
        <dsp:cNvPr id="0" name=""/>
        <dsp:cNvSpPr/>
      </dsp:nvSpPr>
      <dsp:spPr>
        <a:xfrm>
          <a:off x="4115919" y="10790"/>
          <a:ext cx="1615619" cy="9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id-ID" sz="1600" kern="1200" dirty="0"/>
            <a:t>Prinsip universal</a:t>
          </a:r>
          <a:endParaRPr lang="en-US" sz="1600" kern="1200" dirty="0"/>
        </a:p>
      </dsp:txBody>
      <dsp:txXfrm>
        <a:off x="4115919" y="10790"/>
        <a:ext cx="1615619" cy="997148"/>
      </dsp:txXfrm>
    </dsp:sp>
    <dsp:sp modelId="{4C983FC7-049C-4D23-BADB-2F9FA2E10378}">
      <dsp:nvSpPr>
        <dsp:cNvPr id="0" name=""/>
        <dsp:cNvSpPr/>
      </dsp:nvSpPr>
      <dsp:spPr>
        <a:xfrm>
          <a:off x="1371894" y="294"/>
          <a:ext cx="4876211" cy="4876211"/>
        </a:xfrm>
        <a:prstGeom prst="circularArrow">
          <a:avLst>
            <a:gd name="adj1" fmla="val 3988"/>
            <a:gd name="adj2" fmla="val 250134"/>
            <a:gd name="adj3" fmla="val 20573817"/>
            <a:gd name="adj4" fmla="val 19202661"/>
            <a:gd name="adj5" fmla="val 4652"/>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2FBB1F0-94EF-4E12-94C2-3AEC3EF09688}">
      <dsp:nvSpPr>
        <dsp:cNvPr id="0" name=""/>
        <dsp:cNvSpPr/>
      </dsp:nvSpPr>
      <dsp:spPr>
        <a:xfrm>
          <a:off x="5229648" y="1939825"/>
          <a:ext cx="1615619" cy="9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id-ID" sz="1600" kern="1200" dirty="0"/>
            <a:t>Prinsip tidak dapat dilepaskan (</a:t>
          </a:r>
          <a:r>
            <a:rPr lang="id-ID" sz="1600" i="1" kern="1200" dirty="0"/>
            <a:t>inalienable</a:t>
          </a:r>
          <a:r>
            <a:rPr lang="id-ID" sz="1600" kern="1200" dirty="0"/>
            <a:t>)</a:t>
          </a:r>
          <a:endParaRPr lang="en-US" sz="1600" kern="1200" dirty="0"/>
        </a:p>
      </dsp:txBody>
      <dsp:txXfrm>
        <a:off x="5229648" y="1939825"/>
        <a:ext cx="1615619" cy="997148"/>
      </dsp:txXfrm>
    </dsp:sp>
    <dsp:sp modelId="{C60D0B09-D426-407D-BAC9-2E0323BEF7A5}">
      <dsp:nvSpPr>
        <dsp:cNvPr id="0" name=""/>
        <dsp:cNvSpPr/>
      </dsp:nvSpPr>
      <dsp:spPr>
        <a:xfrm>
          <a:off x="1371894" y="294"/>
          <a:ext cx="4876211" cy="4876211"/>
        </a:xfrm>
        <a:prstGeom prst="circularArrow">
          <a:avLst>
            <a:gd name="adj1" fmla="val 3988"/>
            <a:gd name="adj2" fmla="val 250134"/>
            <a:gd name="adj3" fmla="val 2147204"/>
            <a:gd name="adj4" fmla="val 776049"/>
            <a:gd name="adj5" fmla="val 4652"/>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693BCBA-8A9C-4F7F-B494-88A580BABC55}">
      <dsp:nvSpPr>
        <dsp:cNvPr id="0" name=""/>
        <dsp:cNvSpPr/>
      </dsp:nvSpPr>
      <dsp:spPr>
        <a:xfrm>
          <a:off x="4115919" y="3868861"/>
          <a:ext cx="1615619" cy="9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id-ID" sz="1600" kern="1200" dirty="0"/>
            <a:t>Prinsip tidak dapat dipisahkan (</a:t>
          </a:r>
          <a:r>
            <a:rPr lang="id-ID" sz="1600" i="1" kern="1200" dirty="0"/>
            <a:t>indivisible</a:t>
          </a:r>
          <a:r>
            <a:rPr lang="id-ID" sz="1600" kern="1200" dirty="0"/>
            <a:t>)</a:t>
          </a:r>
          <a:endParaRPr lang="en-US" sz="1600" kern="1200" dirty="0"/>
        </a:p>
      </dsp:txBody>
      <dsp:txXfrm>
        <a:off x="4115919" y="3868861"/>
        <a:ext cx="1615619" cy="997148"/>
      </dsp:txXfrm>
    </dsp:sp>
    <dsp:sp modelId="{464C9D51-CA2D-4711-B267-41F828830B31}">
      <dsp:nvSpPr>
        <dsp:cNvPr id="0" name=""/>
        <dsp:cNvSpPr/>
      </dsp:nvSpPr>
      <dsp:spPr>
        <a:xfrm>
          <a:off x="1371894" y="294"/>
          <a:ext cx="4876211" cy="4876211"/>
        </a:xfrm>
        <a:prstGeom prst="circularArrow">
          <a:avLst>
            <a:gd name="adj1" fmla="val 3988"/>
            <a:gd name="adj2" fmla="val 250134"/>
            <a:gd name="adj3" fmla="val 5623503"/>
            <a:gd name="adj4" fmla="val 4926363"/>
            <a:gd name="adj5" fmla="val 4652"/>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34F8D23-37F0-4E99-B6DC-8B0AB19F0817}">
      <dsp:nvSpPr>
        <dsp:cNvPr id="0" name=""/>
        <dsp:cNvSpPr/>
      </dsp:nvSpPr>
      <dsp:spPr>
        <a:xfrm>
          <a:off x="1888460" y="3868861"/>
          <a:ext cx="1615619" cy="9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id-ID" sz="1600" kern="1200" dirty="0"/>
            <a:t>Prinsip saling tergantung (</a:t>
          </a:r>
          <a:r>
            <a:rPr lang="id-ID" sz="1600" i="1" kern="1200" dirty="0"/>
            <a:t>inter-dependent</a:t>
          </a:r>
          <a:r>
            <a:rPr lang="id-ID" sz="1600" kern="1200" dirty="0"/>
            <a:t>)</a:t>
          </a:r>
          <a:r>
            <a:rPr lang="en-US" sz="1600" kern="1200" dirty="0"/>
            <a:t> </a:t>
          </a:r>
        </a:p>
      </dsp:txBody>
      <dsp:txXfrm>
        <a:off x="1888460" y="3868861"/>
        <a:ext cx="1615619" cy="997148"/>
      </dsp:txXfrm>
    </dsp:sp>
    <dsp:sp modelId="{CCA766FA-22B7-4F59-8F7B-268C6581A8E3}">
      <dsp:nvSpPr>
        <dsp:cNvPr id="0" name=""/>
        <dsp:cNvSpPr/>
      </dsp:nvSpPr>
      <dsp:spPr>
        <a:xfrm>
          <a:off x="1371894" y="294"/>
          <a:ext cx="4876211" cy="4876211"/>
        </a:xfrm>
        <a:prstGeom prst="circularArrow">
          <a:avLst>
            <a:gd name="adj1" fmla="val 3988"/>
            <a:gd name="adj2" fmla="val 250134"/>
            <a:gd name="adj3" fmla="val 9773817"/>
            <a:gd name="adj4" fmla="val 8402661"/>
            <a:gd name="adj5" fmla="val 4652"/>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8C71963-FBF7-4734-AAB9-407DE289D379}">
      <dsp:nvSpPr>
        <dsp:cNvPr id="0" name=""/>
        <dsp:cNvSpPr/>
      </dsp:nvSpPr>
      <dsp:spPr>
        <a:xfrm>
          <a:off x="774731" y="1939825"/>
          <a:ext cx="1615619" cy="9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id-ID" sz="1600" kern="1200" dirty="0"/>
            <a:t>Prinsip keseimbangan</a:t>
          </a:r>
          <a:endParaRPr lang="en-US" sz="1600" kern="1200" dirty="0"/>
        </a:p>
      </dsp:txBody>
      <dsp:txXfrm>
        <a:off x="774731" y="1939825"/>
        <a:ext cx="1615619" cy="997148"/>
      </dsp:txXfrm>
    </dsp:sp>
    <dsp:sp modelId="{3F71D96B-5C3F-4CA6-AB4B-E369EC4EEC0F}">
      <dsp:nvSpPr>
        <dsp:cNvPr id="0" name=""/>
        <dsp:cNvSpPr/>
      </dsp:nvSpPr>
      <dsp:spPr>
        <a:xfrm>
          <a:off x="1371894" y="294"/>
          <a:ext cx="4876211" cy="4876211"/>
        </a:xfrm>
        <a:prstGeom prst="circularArrow">
          <a:avLst>
            <a:gd name="adj1" fmla="val 3988"/>
            <a:gd name="adj2" fmla="val 250134"/>
            <a:gd name="adj3" fmla="val 12947204"/>
            <a:gd name="adj4" fmla="val 11576049"/>
            <a:gd name="adj5" fmla="val 4652"/>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348EC1E-7B60-4734-A4E9-E750272135AA}">
      <dsp:nvSpPr>
        <dsp:cNvPr id="0" name=""/>
        <dsp:cNvSpPr/>
      </dsp:nvSpPr>
      <dsp:spPr>
        <a:xfrm>
          <a:off x="1888460" y="10790"/>
          <a:ext cx="1615619" cy="99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id-ID" sz="1600" kern="1200" dirty="0"/>
            <a:t>Prinsip partikularisme</a:t>
          </a:r>
          <a:endParaRPr lang="en-US" sz="1600" kern="1200" dirty="0"/>
        </a:p>
      </dsp:txBody>
      <dsp:txXfrm>
        <a:off x="1888460" y="10790"/>
        <a:ext cx="1615619" cy="997148"/>
      </dsp:txXfrm>
    </dsp:sp>
    <dsp:sp modelId="{44B030FF-3A8E-475A-8C78-508AC50FBE63}">
      <dsp:nvSpPr>
        <dsp:cNvPr id="0" name=""/>
        <dsp:cNvSpPr/>
      </dsp:nvSpPr>
      <dsp:spPr>
        <a:xfrm>
          <a:off x="1371894" y="294"/>
          <a:ext cx="4876211" cy="4876211"/>
        </a:xfrm>
        <a:prstGeom prst="circularArrow">
          <a:avLst>
            <a:gd name="adj1" fmla="val 3988"/>
            <a:gd name="adj2" fmla="val 250134"/>
            <a:gd name="adj3" fmla="val 16423503"/>
            <a:gd name="adj4" fmla="val 15726363"/>
            <a:gd name="adj5" fmla="val 4652"/>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00C266-87C3-4AEE-A9F9-7062B71A3312}" type="datetimeFigureOut">
              <a:rPr lang="en-US" smtClean="0"/>
              <a:pPr/>
              <a:t>12/13/2022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6775C2-F40E-4FE0-92BB-56E30117BF73}" type="slidenum">
              <a:rPr lang="en-US" smtClean="0"/>
              <a:pPr/>
              <a:t>‹#›</a:t>
            </a:fld>
            <a:endParaRPr lang="en-US"/>
          </a:p>
        </p:txBody>
      </p:sp>
    </p:spTree>
    <p:extLst>
      <p:ext uri="{BB962C8B-B14F-4D97-AF65-F5344CB8AC3E}">
        <p14:creationId xmlns:p14="http://schemas.microsoft.com/office/powerpoint/2010/main" val="2030366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Negara</a:t>
            </a:r>
            <a:r>
              <a:rPr lang="id-ID" baseline="0" dirty="0"/>
              <a:t> bukan hanya berlandaskan kepada kekuasaan belaka</a:t>
            </a:r>
            <a:endParaRPr lang="en-US" dirty="0"/>
          </a:p>
        </p:txBody>
      </p:sp>
      <p:sp>
        <p:nvSpPr>
          <p:cNvPr id="4" name="Slide Number Placeholder 3"/>
          <p:cNvSpPr>
            <a:spLocks noGrp="1"/>
          </p:cNvSpPr>
          <p:nvPr>
            <p:ph type="sldNum" sz="quarter" idx="10"/>
          </p:nvPr>
        </p:nvSpPr>
        <p:spPr/>
        <p:txBody>
          <a:bodyPr/>
          <a:lstStyle/>
          <a:p>
            <a:fld id="{2363D197-447F-4BB7-A027-30B3E8C3A21E}" type="slidenum">
              <a:rPr lang="en-US" smtClean="0"/>
              <a:t>4</a:t>
            </a:fld>
            <a:endParaRPr lang="en-US"/>
          </a:p>
        </p:txBody>
      </p:sp>
    </p:spTree>
    <p:extLst>
      <p:ext uri="{BB962C8B-B14F-4D97-AF65-F5344CB8AC3E}">
        <p14:creationId xmlns:p14="http://schemas.microsoft.com/office/powerpoint/2010/main" val="82246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Hak-hak</a:t>
            </a:r>
            <a:r>
              <a:rPr lang="id-ID" baseline="0" dirty="0"/>
              <a:t> warga negara dilanggar</a:t>
            </a:r>
          </a:p>
          <a:p>
            <a:r>
              <a:rPr lang="id-ID" baseline="0" dirty="0"/>
              <a:t>Kepentingan umum terancam</a:t>
            </a:r>
            <a:endParaRPr lang="en-US" dirty="0"/>
          </a:p>
        </p:txBody>
      </p:sp>
      <p:sp>
        <p:nvSpPr>
          <p:cNvPr id="4" name="Slide Number Placeholder 3"/>
          <p:cNvSpPr>
            <a:spLocks noGrp="1"/>
          </p:cNvSpPr>
          <p:nvPr>
            <p:ph type="sldNum" sz="quarter" idx="10"/>
          </p:nvPr>
        </p:nvSpPr>
        <p:spPr/>
        <p:txBody>
          <a:bodyPr/>
          <a:lstStyle/>
          <a:p>
            <a:fld id="{2363D197-447F-4BB7-A027-30B3E8C3A21E}" type="slidenum">
              <a:rPr lang="en-US" smtClean="0"/>
              <a:t>5</a:t>
            </a:fld>
            <a:endParaRPr lang="en-US"/>
          </a:p>
        </p:txBody>
      </p:sp>
    </p:spTree>
    <p:extLst>
      <p:ext uri="{BB962C8B-B14F-4D97-AF65-F5344CB8AC3E}">
        <p14:creationId xmlns:p14="http://schemas.microsoft.com/office/powerpoint/2010/main" val="993603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Warga dibiarkan mengurus kepentingan ekonomi sendiri</a:t>
            </a:r>
            <a:r>
              <a:rPr lang="id-ID" baseline="0" dirty="0"/>
              <a:t> maka dengan sendirinya perekonomian negara</a:t>
            </a:r>
          </a:p>
          <a:p>
            <a:r>
              <a:rPr lang="id-ID" baseline="0" dirty="0"/>
              <a:t>Akan sehat (hukum formil)</a:t>
            </a:r>
            <a:endParaRPr lang="en-US" dirty="0"/>
          </a:p>
        </p:txBody>
      </p:sp>
      <p:sp>
        <p:nvSpPr>
          <p:cNvPr id="4" name="Slide Number Placeholder 3"/>
          <p:cNvSpPr>
            <a:spLocks noGrp="1"/>
          </p:cNvSpPr>
          <p:nvPr>
            <p:ph type="sldNum" sz="quarter" idx="10"/>
          </p:nvPr>
        </p:nvSpPr>
        <p:spPr/>
        <p:txBody>
          <a:bodyPr/>
          <a:lstStyle/>
          <a:p>
            <a:fld id="{2363D197-447F-4BB7-A027-30B3E8C3A21E}" type="slidenum">
              <a:rPr lang="en-US" smtClean="0"/>
              <a:t>6</a:t>
            </a:fld>
            <a:endParaRPr lang="en-US"/>
          </a:p>
        </p:txBody>
      </p:sp>
    </p:spTree>
    <p:extLst>
      <p:ext uri="{BB962C8B-B14F-4D97-AF65-F5344CB8AC3E}">
        <p14:creationId xmlns:p14="http://schemas.microsoft.com/office/powerpoint/2010/main" val="1965322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Hukum</a:t>
            </a:r>
            <a:r>
              <a:rPr lang="id-ID" baseline="0" dirty="0"/>
              <a:t> Materiil</a:t>
            </a:r>
            <a:endParaRPr lang="en-US" dirty="0"/>
          </a:p>
        </p:txBody>
      </p:sp>
      <p:sp>
        <p:nvSpPr>
          <p:cNvPr id="4" name="Slide Number Placeholder 3"/>
          <p:cNvSpPr>
            <a:spLocks noGrp="1"/>
          </p:cNvSpPr>
          <p:nvPr>
            <p:ph type="sldNum" sz="quarter" idx="10"/>
          </p:nvPr>
        </p:nvSpPr>
        <p:spPr/>
        <p:txBody>
          <a:bodyPr/>
          <a:lstStyle/>
          <a:p>
            <a:fld id="{2363D197-447F-4BB7-A027-30B3E8C3A21E}" type="slidenum">
              <a:rPr lang="en-US" smtClean="0"/>
              <a:t>7</a:t>
            </a:fld>
            <a:endParaRPr lang="en-US"/>
          </a:p>
        </p:txBody>
      </p:sp>
    </p:spTree>
    <p:extLst>
      <p:ext uri="{BB962C8B-B14F-4D97-AF65-F5344CB8AC3E}">
        <p14:creationId xmlns:p14="http://schemas.microsoft.com/office/powerpoint/2010/main" val="2226215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outerShdw blurRad="38100" dist="38100" dir="2700000" algn="tl">
                    <a:srgbClr val="000000">
                      <a:alpha val="43137"/>
                    </a:srgbClr>
                  </a:outerShdw>
                </a:effectLst>
              </a:rPr>
              <a:t>Endowed, *</a:t>
            </a:r>
            <a:r>
              <a:rPr lang="en-US" b="1" baseline="0" dirty="0">
                <a:effectLst>
                  <a:outerShdw blurRad="38100" dist="38100" dir="2700000" algn="tl">
                    <a:srgbClr val="000000">
                      <a:alpha val="43137"/>
                    </a:srgbClr>
                  </a:outerShdw>
                </a:effectLst>
              </a:rPr>
              <a:t> dikaruniai, dianugerahi</a:t>
            </a:r>
            <a:endParaRPr lang="en-US" dirty="0"/>
          </a:p>
        </p:txBody>
      </p:sp>
      <p:sp>
        <p:nvSpPr>
          <p:cNvPr id="4" name="Slide Number Placeholder 3"/>
          <p:cNvSpPr>
            <a:spLocks noGrp="1"/>
          </p:cNvSpPr>
          <p:nvPr>
            <p:ph type="sldNum" sz="quarter" idx="10"/>
          </p:nvPr>
        </p:nvSpPr>
        <p:spPr/>
        <p:txBody>
          <a:bodyPr/>
          <a:lstStyle/>
          <a:p>
            <a:fld id="{2363D197-447F-4BB7-A027-30B3E8C3A21E}" type="slidenum">
              <a:rPr lang="en-US" smtClean="0"/>
              <a:t>38</a:t>
            </a:fld>
            <a:endParaRPr lang="en-US"/>
          </a:p>
        </p:txBody>
      </p:sp>
    </p:spTree>
    <p:extLst>
      <p:ext uri="{BB962C8B-B14F-4D97-AF65-F5344CB8AC3E}">
        <p14:creationId xmlns:p14="http://schemas.microsoft.com/office/powerpoint/2010/main" val="3109518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effectLst>
                  <a:outerShdw blurRad="38100" dist="38100" dir="2700000" algn="tl">
                    <a:srgbClr val="000000">
                      <a:alpha val="43137"/>
                    </a:srgbClr>
                  </a:outerShdw>
                </a:effectLst>
              </a:rPr>
              <a:t>Incitement, * Provokasi,</a:t>
            </a:r>
            <a:r>
              <a:rPr lang="en-US" sz="1200" b="1" baseline="0" dirty="0">
                <a:effectLst>
                  <a:outerShdw blurRad="38100" dist="38100" dir="2700000" algn="tl">
                    <a:srgbClr val="000000">
                      <a:alpha val="43137"/>
                    </a:srgbClr>
                  </a:outerShdw>
                </a:effectLst>
              </a:rPr>
              <a:t> rangsangan </a:t>
            </a:r>
            <a:endParaRPr lang="en-US" dirty="0"/>
          </a:p>
        </p:txBody>
      </p:sp>
      <p:sp>
        <p:nvSpPr>
          <p:cNvPr id="4" name="Slide Number Placeholder 3"/>
          <p:cNvSpPr>
            <a:spLocks noGrp="1"/>
          </p:cNvSpPr>
          <p:nvPr>
            <p:ph type="sldNum" sz="quarter" idx="10"/>
          </p:nvPr>
        </p:nvSpPr>
        <p:spPr/>
        <p:txBody>
          <a:bodyPr/>
          <a:lstStyle/>
          <a:p>
            <a:fld id="{2363D197-447F-4BB7-A027-30B3E8C3A21E}" type="slidenum">
              <a:rPr lang="en-US" smtClean="0"/>
              <a:t>43</a:t>
            </a:fld>
            <a:endParaRPr lang="en-US"/>
          </a:p>
        </p:txBody>
      </p:sp>
    </p:spTree>
    <p:extLst>
      <p:ext uri="{BB962C8B-B14F-4D97-AF65-F5344CB8AC3E}">
        <p14:creationId xmlns:p14="http://schemas.microsoft.com/office/powerpoint/2010/main" val="2849175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36775C2-F40E-4FE0-92BB-56E30117BF73}" type="slidenum">
              <a:rPr lang="en-US" smtClean="0"/>
              <a:pPr/>
              <a:t>50</a:t>
            </a:fld>
            <a:endParaRPr lang="en-US"/>
          </a:p>
        </p:txBody>
      </p:sp>
    </p:spTree>
    <p:extLst>
      <p:ext uri="{BB962C8B-B14F-4D97-AF65-F5344CB8AC3E}">
        <p14:creationId xmlns:p14="http://schemas.microsoft.com/office/powerpoint/2010/main" val="637297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dirty="0"/>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2940500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1213844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1295240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2224305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3937115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1979038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3333179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196564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2271723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3496992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1358A35B-523F-4C99-9FC7-5EE76E39E939}" type="slidenum">
              <a:rPr lang="en-US" smtClean="0"/>
              <a:pPr/>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92687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3280127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1358A35B-523F-4C99-9FC7-5EE76E39E939}" type="slidenum">
              <a:rPr lang="en-US" smtClean="0"/>
              <a:pPr/>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0374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444902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19146603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F17176-DE81-4087-A76C-5ED9B77054DD}" type="datetimeFigureOut">
              <a:rPr lang="en-US" smtClean="0"/>
              <a:pPr/>
              <a:t>12/13/2022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58A35B-523F-4C99-9FC7-5EE76E39E939}" type="slidenum">
              <a:rPr lang="en-US" smtClean="0"/>
              <a:pPr/>
              <a:t>‹#›</a:t>
            </a:fld>
            <a:endParaRPr lang="en-US"/>
          </a:p>
        </p:txBody>
      </p:sp>
    </p:spTree>
    <p:extLst>
      <p:ext uri="{BB962C8B-B14F-4D97-AF65-F5344CB8AC3E}">
        <p14:creationId xmlns:p14="http://schemas.microsoft.com/office/powerpoint/2010/main" val="205205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AEF17176-DE81-4087-A76C-5ED9B77054DD}" type="datetimeFigureOut">
              <a:rPr lang="en-US" smtClean="0"/>
              <a:pPr/>
              <a:t>12/13/2022</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1358A35B-523F-4C99-9FC7-5EE76E39E939}" type="slidenum">
              <a:rPr lang="en-US" smtClean="0"/>
              <a:pPr/>
              <a:t>‹#›</a:t>
            </a:fld>
            <a:endParaRPr lang="en-US"/>
          </a:p>
        </p:txBody>
      </p:sp>
    </p:spTree>
    <p:extLst>
      <p:ext uri="{BB962C8B-B14F-4D97-AF65-F5344CB8AC3E}">
        <p14:creationId xmlns:p14="http://schemas.microsoft.com/office/powerpoint/2010/main" val="4934439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HUKUM DAN HAM</a:t>
            </a:r>
            <a:endParaRPr lang="en-US" dirty="0"/>
          </a:p>
        </p:txBody>
      </p:sp>
      <p:sp>
        <p:nvSpPr>
          <p:cNvPr id="3" name="Content Placeholder 2"/>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3741548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Negara hukum</a:t>
            </a:r>
            <a:endParaRPr lang="en-US" dirty="0"/>
          </a:p>
        </p:txBody>
      </p:sp>
      <p:sp>
        <p:nvSpPr>
          <p:cNvPr id="3" name="Content Placeholder 2"/>
          <p:cNvSpPr>
            <a:spLocks noGrp="1"/>
          </p:cNvSpPr>
          <p:nvPr>
            <p:ph idx="1"/>
          </p:nvPr>
        </p:nvSpPr>
        <p:spPr/>
        <p:txBody>
          <a:bodyPr/>
          <a:lstStyle/>
          <a:p>
            <a:pPr marL="114300" indent="0">
              <a:buNone/>
            </a:pPr>
            <a:r>
              <a:rPr lang="id-ID" dirty="0"/>
              <a:t>Wignjosoebroto (2010):</a:t>
            </a:r>
          </a:p>
          <a:p>
            <a:pPr marL="114300" indent="0">
              <a:buNone/>
            </a:pPr>
            <a:r>
              <a:rPr lang="id-ID" dirty="0"/>
              <a:t>Negara hukum adalah konsep yang berparadigma bahwa negara dan alat kekuasaanya (yang disebut pemerintah) tak dibenarkan bertindak atas kekuasaan belaka, melaikan harus ditumpukan pada Undang-Undang Dasar.</a:t>
            </a:r>
            <a:endParaRPr lang="en-US" dirty="0"/>
          </a:p>
        </p:txBody>
      </p:sp>
    </p:spTree>
    <p:extLst>
      <p:ext uri="{BB962C8B-B14F-4D97-AF65-F5344CB8AC3E}">
        <p14:creationId xmlns:p14="http://schemas.microsoft.com/office/powerpoint/2010/main" val="2833888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Achmad Ali (2002)</a:t>
            </a:r>
            <a:endParaRPr lang="en-US" dirty="0"/>
          </a:p>
        </p:txBody>
      </p:sp>
      <p:sp>
        <p:nvSpPr>
          <p:cNvPr id="3" name="Content Placeholder 2"/>
          <p:cNvSpPr>
            <a:spLocks noGrp="1"/>
          </p:cNvSpPr>
          <p:nvPr>
            <p:ph idx="1"/>
          </p:nvPr>
        </p:nvSpPr>
        <p:spPr/>
        <p:txBody>
          <a:bodyPr>
            <a:normAutofit/>
          </a:bodyPr>
          <a:lstStyle/>
          <a:p>
            <a:pPr marL="114300" indent="0">
              <a:buNone/>
            </a:pPr>
            <a:endParaRPr lang="id-ID" dirty="0"/>
          </a:p>
          <a:p>
            <a:pPr marL="114300" indent="0">
              <a:buNone/>
            </a:pPr>
            <a:r>
              <a:rPr lang="id-ID" dirty="0"/>
              <a:t>Ide dasar hukum</a:t>
            </a:r>
          </a:p>
          <a:p>
            <a:pPr marL="114300" indent="0">
              <a:buNone/>
            </a:pPr>
            <a:r>
              <a:rPr lang="id-ID" sz="3200" b="1" dirty="0">
                <a:effectLst>
                  <a:outerShdw blurRad="38100" dist="38100" dir="2700000" algn="tl">
                    <a:srgbClr val="000000">
                      <a:alpha val="43137"/>
                    </a:srgbClr>
                  </a:outerShdw>
                </a:effectLst>
              </a:rPr>
              <a:t>Keadilan, kemanfaatan, dan kepastian</a:t>
            </a:r>
          </a:p>
          <a:p>
            <a:pPr marL="114300" indent="0">
              <a:buNone/>
            </a:pPr>
            <a:r>
              <a:rPr lang="id-ID" dirty="0"/>
              <a:t>Tujuan hukum</a:t>
            </a:r>
          </a:p>
          <a:p>
            <a:pPr marL="114300" indent="0">
              <a:buNone/>
            </a:pPr>
            <a:r>
              <a:rPr lang="id-ID" sz="3200" b="1" dirty="0">
                <a:effectLst>
                  <a:outerShdw blurRad="38100" dist="38100" dir="2700000" algn="tl">
                    <a:srgbClr val="000000">
                      <a:alpha val="43137"/>
                    </a:srgbClr>
                  </a:outerShdw>
                </a:effectLst>
              </a:rPr>
              <a:t>Keadilan, kepastian, dan kemanfaatan</a:t>
            </a: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85533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Unsur negara hukum</a:t>
            </a:r>
            <a:endParaRPr lang="en-US" dirty="0"/>
          </a:p>
        </p:txBody>
      </p:sp>
      <p:sp>
        <p:nvSpPr>
          <p:cNvPr id="3" name="Content Placeholder 2"/>
          <p:cNvSpPr>
            <a:spLocks noGrp="1"/>
          </p:cNvSpPr>
          <p:nvPr>
            <p:ph idx="1"/>
          </p:nvPr>
        </p:nvSpPr>
        <p:spPr/>
        <p:txBody>
          <a:bodyPr>
            <a:normAutofit lnSpcReduction="10000"/>
          </a:bodyPr>
          <a:lstStyle/>
          <a:p>
            <a:pPr marL="114300" indent="0" algn="r">
              <a:buNone/>
            </a:pPr>
            <a:r>
              <a:rPr lang="id-ID" b="1" i="1" dirty="0"/>
              <a:t>Pertama,</a:t>
            </a:r>
            <a:r>
              <a:rPr lang="id-ID" b="1" dirty="0"/>
              <a:t> hubungan antara yang memerintah dan yang diperintah tidak berdasarkan kekuasaan, melaikan berdasarkan norma objektif mengikat kedua belah pihak</a:t>
            </a:r>
          </a:p>
          <a:p>
            <a:pPr marL="114300" indent="0">
              <a:buNone/>
            </a:pPr>
            <a:endParaRPr lang="id-ID" sz="2800" b="1" i="1" dirty="0"/>
          </a:p>
          <a:p>
            <a:pPr marL="114300" indent="0">
              <a:buNone/>
            </a:pPr>
            <a:r>
              <a:rPr lang="id-ID" sz="2800" b="1" i="1" dirty="0"/>
              <a:t>Kedua,</a:t>
            </a:r>
            <a:r>
              <a:rPr lang="id-ID" sz="2800" b="1" dirty="0"/>
              <a:t> norma objektif tersebut harus memenuhi syarat tidak hanya secara formal, melainkan dapat dipertahankan berhadapan </a:t>
            </a:r>
            <a:r>
              <a:rPr lang="id-ID" sz="2800" b="1" dirty="0" err="1"/>
              <a:t>denga</a:t>
            </a:r>
            <a:r>
              <a:rPr lang="en-US" sz="2800" b="1" dirty="0"/>
              <a:t>n</a:t>
            </a:r>
            <a:r>
              <a:rPr lang="id-ID" sz="2800" b="1" dirty="0"/>
              <a:t> ide hukum.</a:t>
            </a:r>
            <a:endParaRPr lang="en-US" sz="2800" b="1" i="1" dirty="0"/>
          </a:p>
        </p:txBody>
      </p:sp>
    </p:spTree>
    <p:extLst>
      <p:ext uri="{BB962C8B-B14F-4D97-AF65-F5344CB8AC3E}">
        <p14:creationId xmlns:p14="http://schemas.microsoft.com/office/powerpoint/2010/main" val="613502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Montesquiue</a:t>
            </a:r>
            <a:endParaRPr lang="en-US" dirty="0"/>
          </a:p>
        </p:txBody>
      </p:sp>
      <p:sp>
        <p:nvSpPr>
          <p:cNvPr id="3" name="Content Placeholder 2"/>
          <p:cNvSpPr>
            <a:spLocks noGrp="1"/>
          </p:cNvSpPr>
          <p:nvPr>
            <p:ph idx="1"/>
          </p:nvPr>
        </p:nvSpPr>
        <p:spPr>
          <a:xfrm>
            <a:off x="1479442" y="1924731"/>
            <a:ext cx="6196405" cy="3603812"/>
          </a:xfrm>
        </p:spPr>
        <p:txBody>
          <a:bodyPr>
            <a:normAutofit/>
          </a:bodyPr>
          <a:lstStyle/>
          <a:p>
            <a:pPr marL="114300" indent="0">
              <a:buNone/>
            </a:pPr>
            <a:r>
              <a:rPr lang="id-ID" dirty="0"/>
              <a:t>Eksekutif, melaksanakan undang-undang</a:t>
            </a:r>
          </a:p>
          <a:p>
            <a:pPr marL="114300" indent="0">
              <a:buNone/>
            </a:pPr>
            <a:r>
              <a:rPr lang="id-ID" dirty="0"/>
              <a:t>Negara tidak campur tangan urusan warga negara kecuali urusan umum, seperti bencana alam, hubungan luar negri, dan </a:t>
            </a:r>
            <a:r>
              <a:rPr lang="id-ID" dirty="0" err="1"/>
              <a:t>pertahana</a:t>
            </a:r>
            <a:r>
              <a:rPr lang="en-US" dirty="0"/>
              <a:t>n</a:t>
            </a:r>
            <a:r>
              <a:rPr lang="id-ID" dirty="0"/>
              <a:t> negara.</a:t>
            </a:r>
          </a:p>
          <a:p>
            <a:pPr marL="114300" indent="0">
              <a:buNone/>
            </a:pPr>
            <a:endParaRPr lang="id-ID" sz="3200" b="1" dirty="0"/>
          </a:p>
          <a:p>
            <a:pPr marL="114300" indent="0">
              <a:buNone/>
            </a:pPr>
            <a:r>
              <a:rPr lang="id-ID" sz="3200" b="1" dirty="0"/>
              <a:t>Budiardjo</a:t>
            </a:r>
            <a:r>
              <a:rPr lang="id-ID" b="1" dirty="0"/>
              <a:t>, </a:t>
            </a:r>
            <a:r>
              <a:rPr lang="id-ID" dirty="0"/>
              <a:t>Aliran ini disebut </a:t>
            </a:r>
            <a:r>
              <a:rPr lang="id-ID" i="1" dirty="0"/>
              <a:t>liberalisme “The least government is the best government”</a:t>
            </a:r>
            <a:endParaRPr lang="en-US" b="1" dirty="0"/>
          </a:p>
        </p:txBody>
      </p:sp>
    </p:spTree>
    <p:extLst>
      <p:ext uri="{BB962C8B-B14F-4D97-AF65-F5344CB8AC3E}">
        <p14:creationId xmlns:p14="http://schemas.microsoft.com/office/powerpoint/2010/main" val="3388757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114300" indent="0" algn="ctr">
              <a:buNone/>
            </a:pPr>
            <a:r>
              <a:rPr lang="id-ID" sz="6600" i="1" dirty="0">
                <a:effectLst>
                  <a:outerShdw blurRad="38100" dist="38100" dir="2700000" algn="tl">
                    <a:srgbClr val="000000">
                      <a:alpha val="43137"/>
                    </a:srgbClr>
                  </a:outerShdw>
                </a:effectLst>
              </a:rPr>
              <a:t>Laissez faire, lasissez aller</a:t>
            </a:r>
            <a:endParaRPr lang="en-US"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78901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114300" indent="0">
              <a:buNone/>
            </a:pPr>
            <a:r>
              <a:rPr lang="id-ID" dirty="0"/>
              <a:t>Pemerintah bertanggung jawab atas kesejahteraan rakyat dan karenanya harus </a:t>
            </a:r>
            <a:r>
              <a:rPr lang="id-ID" dirty="0" err="1"/>
              <a:t>mengatu</a:t>
            </a:r>
            <a:r>
              <a:rPr lang="en-US" dirty="0"/>
              <a:t>r</a:t>
            </a:r>
            <a:r>
              <a:rPr lang="id-ID" dirty="0"/>
              <a:t> kehidupan ekonomi dan sosial.</a:t>
            </a:r>
          </a:p>
          <a:p>
            <a:pPr marL="114300" indent="0">
              <a:buNone/>
            </a:pPr>
            <a:endParaRPr lang="id-ID" b="1" dirty="0"/>
          </a:p>
          <a:p>
            <a:pPr marL="114300" indent="0">
              <a:buNone/>
            </a:pPr>
            <a:r>
              <a:rPr lang="id-ID" sz="3200" b="1" dirty="0">
                <a:effectLst>
                  <a:outerShdw blurRad="38100" dist="38100" dir="2700000" algn="tl">
                    <a:srgbClr val="000000">
                      <a:alpha val="43137"/>
                    </a:srgbClr>
                  </a:outerShdw>
                </a:effectLst>
              </a:rPr>
              <a:t>Budiardjo, </a:t>
            </a:r>
            <a:r>
              <a:rPr lang="id-ID" i="1" dirty="0"/>
              <a:t>Walfare State</a:t>
            </a:r>
            <a:endParaRPr lang="id-ID" sz="3200" b="1" dirty="0">
              <a:effectLst>
                <a:outerShdw blurRad="38100" dist="38100" dir="2700000" algn="tl">
                  <a:srgbClr val="000000">
                    <a:alpha val="43137"/>
                  </a:srgbClr>
                </a:outerShdw>
              </a:effectLst>
            </a:endParaRPr>
          </a:p>
          <a:p>
            <a:pPr marL="114300" indent="0">
              <a:buNone/>
            </a:pPr>
            <a:r>
              <a:rPr lang="id-ID" dirty="0"/>
              <a:t>Pemerintah diberi tugas membangun kesejahteraan umum di berbagai lapangan kehidupan </a:t>
            </a:r>
            <a:endParaRPr lang="en-US" dirty="0"/>
          </a:p>
        </p:txBody>
      </p:sp>
    </p:spTree>
    <p:extLst>
      <p:ext uri="{BB962C8B-B14F-4D97-AF65-F5344CB8AC3E}">
        <p14:creationId xmlns:p14="http://schemas.microsoft.com/office/powerpoint/2010/main" val="2484681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114300" indent="0">
              <a:buNone/>
            </a:pPr>
            <a:endParaRPr lang="id-ID" sz="3200" b="1" i="1" dirty="0">
              <a:effectLst>
                <a:outerShdw blurRad="38100" dist="38100" dir="2700000" algn="tl">
                  <a:srgbClr val="000000">
                    <a:alpha val="43137"/>
                  </a:srgbClr>
                </a:outerShdw>
              </a:effectLst>
            </a:endParaRPr>
          </a:p>
          <a:p>
            <a:pPr marL="114300" indent="0">
              <a:buNone/>
            </a:pPr>
            <a:r>
              <a:rPr lang="id-ID" sz="3200" b="1" i="1" dirty="0">
                <a:effectLst>
                  <a:outerShdw blurRad="38100" dist="38100" dir="2700000" algn="tl">
                    <a:srgbClr val="000000">
                      <a:alpha val="43137"/>
                    </a:srgbClr>
                  </a:outerShdw>
                </a:effectLst>
              </a:rPr>
              <a:t>Freises Ermessen</a:t>
            </a:r>
            <a:r>
              <a:rPr lang="id-ID" dirty="0"/>
              <a:t>, kemerdekaan yang dimiliki pemerintah untuk turut serta dalam kehidupan ekonomi sosial dan kelualasaan untuk tidak terikat pada produk legislasi parlemen</a:t>
            </a:r>
            <a:endParaRPr lang="en-US" i="1" dirty="0"/>
          </a:p>
        </p:txBody>
      </p:sp>
    </p:spTree>
    <p:extLst>
      <p:ext uri="{BB962C8B-B14F-4D97-AF65-F5344CB8AC3E}">
        <p14:creationId xmlns:p14="http://schemas.microsoft.com/office/powerpoint/2010/main" val="1797697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895600"/>
            <a:ext cx="6589199" cy="1280890"/>
          </a:xfrm>
        </p:spPr>
        <p:txBody>
          <a:bodyPr/>
          <a:lstStyle/>
          <a:p>
            <a:pPr algn="ctr"/>
            <a:r>
              <a:rPr lang="id-ID" b="1" dirty="0">
                <a:effectLst>
                  <a:outerShdw blurRad="38100" dist="38100" dir="2700000" algn="tl">
                    <a:srgbClr val="000000">
                      <a:alpha val="43137"/>
                    </a:srgbClr>
                  </a:outerShdw>
                </a:effectLst>
              </a:rPr>
              <a:t>Ciri Negara Hukum</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59444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Fredrich Julius Stahl</a:t>
            </a:r>
            <a:endParaRPr lang="en-US" dirty="0"/>
          </a:p>
        </p:txBody>
      </p:sp>
      <p:sp>
        <p:nvSpPr>
          <p:cNvPr id="3" name="Content Placeholder 2"/>
          <p:cNvSpPr>
            <a:spLocks noGrp="1"/>
          </p:cNvSpPr>
          <p:nvPr>
            <p:ph idx="1"/>
          </p:nvPr>
        </p:nvSpPr>
        <p:spPr/>
        <p:txBody>
          <a:bodyPr/>
          <a:lstStyle/>
          <a:p>
            <a:r>
              <a:rPr lang="id-ID" b="1" dirty="0"/>
              <a:t>Hak Asasi Manusia</a:t>
            </a:r>
          </a:p>
          <a:p>
            <a:r>
              <a:rPr lang="id-ID" b="1" dirty="0"/>
              <a:t>Pemisahan atau pembagian kekuasaan untuk menjamin Hak Asasi Manusia yang biasa dikenal dengan Trias Politika</a:t>
            </a:r>
          </a:p>
          <a:p>
            <a:r>
              <a:rPr lang="id-ID" b="1" dirty="0"/>
              <a:t>Pemerintahan berdasarkan peraturan-peraturan</a:t>
            </a:r>
          </a:p>
          <a:p>
            <a:r>
              <a:rPr lang="id-ID" b="1" dirty="0"/>
              <a:t>Peradilan administrasi dalam penyelisihan</a:t>
            </a:r>
            <a:endParaRPr lang="en-US" b="1" dirty="0"/>
          </a:p>
        </p:txBody>
      </p:sp>
    </p:spTree>
    <p:extLst>
      <p:ext uri="{BB962C8B-B14F-4D97-AF65-F5344CB8AC3E}">
        <p14:creationId xmlns:p14="http://schemas.microsoft.com/office/powerpoint/2010/main" val="873306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524000"/>
            <a:ext cx="8305800" cy="4648200"/>
          </a:xfrm>
        </p:spPr>
        <p:txBody>
          <a:bodyPr>
            <a:normAutofit/>
          </a:bodyPr>
          <a:lstStyle/>
          <a:p>
            <a:r>
              <a:rPr lang="en-US" sz="2800" b="1" dirty="0">
                <a:effectLst>
                  <a:outerShdw blurRad="38100" dist="38100" dir="2700000" algn="tl">
                    <a:srgbClr val="000000">
                      <a:alpha val="43137"/>
                    </a:srgbClr>
                  </a:outerShdw>
                </a:effectLst>
              </a:rPr>
              <a:t>Supremasi aturan-aturan hukum (</a:t>
            </a:r>
            <a:r>
              <a:rPr lang="en-US" sz="2800" b="1" i="1" dirty="0">
                <a:effectLst>
                  <a:outerShdw blurRad="38100" dist="38100" dir="2700000" algn="tl">
                    <a:srgbClr val="000000">
                      <a:alpha val="43137"/>
                    </a:srgbClr>
                  </a:outerShdw>
                </a:effectLst>
              </a:rPr>
              <a:t>Supremacy of the Law</a:t>
            </a:r>
            <a:r>
              <a:rPr lang="en-US" sz="2800" b="1" dirty="0">
                <a:effectLst>
                  <a:outerShdw blurRad="38100" dist="38100" dir="2700000" algn="tl">
                    <a:srgbClr val="000000">
                      <a:alpha val="43137"/>
                    </a:srgbClr>
                  </a:outerShdw>
                </a:effectLst>
              </a:rPr>
              <a:t>), tidak adanya kekuasaan sewenang-wenang (</a:t>
            </a:r>
            <a:r>
              <a:rPr lang="en-US" sz="2800" b="1" i="1" dirty="0">
                <a:effectLst>
                  <a:outerShdw blurRad="38100" dist="38100" dir="2700000" algn="tl">
                    <a:srgbClr val="000000">
                      <a:alpha val="43137"/>
                    </a:srgbClr>
                  </a:outerShdw>
                </a:effectLst>
              </a:rPr>
              <a:t>Absence of Arbitrary Power</a:t>
            </a:r>
            <a:r>
              <a:rPr lang="en-US" sz="2800" b="1" dirty="0">
                <a:effectLst>
                  <a:outerShdw blurRad="38100" dist="38100" dir="2700000" algn="tl">
                    <a:srgbClr val="000000">
                      <a:alpha val="43137"/>
                    </a:srgbClr>
                  </a:outerShdw>
                </a:effectLst>
              </a:rPr>
              <a:t>), dalam arti bahwa seseorang hanya boleh dihukum kalau melanggar hukum.</a:t>
            </a:r>
          </a:p>
          <a:p>
            <a:r>
              <a:rPr lang="en-US" sz="2800" b="1" dirty="0">
                <a:effectLst>
                  <a:outerShdw blurRad="38100" dist="38100" dir="2700000" algn="tl">
                    <a:srgbClr val="000000">
                      <a:alpha val="43137"/>
                    </a:srgbClr>
                  </a:outerShdw>
                </a:effectLst>
              </a:rPr>
              <a:t>Kedudukan yang sama didepan hukum (</a:t>
            </a:r>
            <a:r>
              <a:rPr lang="en-US" sz="2800" b="1" i="1" dirty="0">
                <a:effectLst>
                  <a:outerShdw blurRad="38100" dist="38100" dir="2700000" algn="tl">
                    <a:srgbClr val="000000">
                      <a:alpha val="43137"/>
                    </a:srgbClr>
                  </a:outerShdw>
                </a:effectLst>
              </a:rPr>
              <a:t>Equality before the Law</a:t>
            </a:r>
            <a:r>
              <a:rPr lang="en-US" sz="2800" b="1" dirty="0">
                <a:effectLst>
                  <a:outerShdw blurRad="38100" dist="38100" dir="2700000" algn="tl">
                    <a:srgbClr val="000000">
                      <a:alpha val="43137"/>
                    </a:srgbClr>
                  </a:outerShdw>
                </a:effectLst>
              </a:rPr>
              <a:t>) baik untuk pejabat maupun rakyat biasa.</a:t>
            </a:r>
          </a:p>
          <a:p>
            <a:r>
              <a:rPr lang="en-US" sz="2800" b="1" dirty="0">
                <a:effectLst>
                  <a:outerShdw blurRad="38100" dist="38100" dir="2700000" algn="tl">
                    <a:srgbClr val="000000">
                      <a:alpha val="43137"/>
                    </a:srgbClr>
                  </a:outerShdw>
                </a:effectLst>
              </a:rPr>
              <a:t>Terjaminnya hak-hak manusia oleh undang-undang.</a:t>
            </a:r>
          </a:p>
        </p:txBody>
      </p:sp>
      <p:sp>
        <p:nvSpPr>
          <p:cNvPr id="3" name="Title 2"/>
          <p:cNvSpPr>
            <a:spLocks noGrp="1"/>
          </p:cNvSpPr>
          <p:nvPr>
            <p:ph type="title"/>
          </p:nvPr>
        </p:nvSpPr>
        <p:spPr/>
        <p:txBody>
          <a:bodyPr/>
          <a:lstStyle/>
          <a:p>
            <a:r>
              <a:rPr lang="en-US" dirty="0"/>
              <a:t>Anglo Saxon, A.V.Dicey </a:t>
            </a:r>
          </a:p>
        </p:txBody>
      </p:sp>
    </p:spTree>
    <p:extLst>
      <p:ext uri="{BB962C8B-B14F-4D97-AF65-F5344CB8AC3E}">
        <p14:creationId xmlns:p14="http://schemas.microsoft.com/office/powerpoint/2010/main" val="4236141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0" y="762000"/>
            <a:ext cx="6591985" cy="3777622"/>
          </a:xfrm>
        </p:spPr>
        <p:txBody>
          <a:bodyPr>
            <a:noAutofit/>
          </a:bodyPr>
          <a:lstStyle/>
          <a:p>
            <a:pPr marL="0" indent="0">
              <a:buNone/>
            </a:pPr>
            <a:r>
              <a:rPr lang="en-US" sz="3200" b="1" dirty="0">
                <a:effectLst>
                  <a:outerShdw blurRad="38100" dist="38100" dir="2700000" algn="tl">
                    <a:srgbClr val="000000">
                      <a:alpha val="43137"/>
                    </a:srgbClr>
                  </a:outerShdw>
                </a:effectLst>
              </a:rPr>
              <a:t>1) perlindungan konstitusional </a:t>
            </a:r>
          </a:p>
          <a:p>
            <a:pPr marL="0" indent="0">
              <a:buNone/>
            </a:pPr>
            <a:r>
              <a:rPr lang="en-US" sz="3200" b="1" dirty="0">
                <a:effectLst>
                  <a:outerShdw blurRad="38100" dist="38100" dir="2700000" algn="tl">
                    <a:srgbClr val="000000">
                      <a:alpha val="43137"/>
                    </a:srgbClr>
                  </a:outerShdw>
                </a:effectLst>
              </a:rPr>
              <a:t>2) badan kehakiman yang bebas dan tidak memihak</a:t>
            </a:r>
          </a:p>
          <a:p>
            <a:pPr marL="0" indent="0">
              <a:buNone/>
            </a:pPr>
            <a:r>
              <a:rPr lang="en-US" sz="3200" b="1" dirty="0">
                <a:effectLst>
                  <a:outerShdw blurRad="38100" dist="38100" dir="2700000" algn="tl">
                    <a:srgbClr val="000000">
                      <a:alpha val="43137"/>
                    </a:srgbClr>
                  </a:outerShdw>
                </a:effectLst>
              </a:rPr>
              <a:t>3) pemilihan umum yang bebas</a:t>
            </a:r>
          </a:p>
          <a:p>
            <a:pPr marL="0" indent="0">
              <a:buNone/>
            </a:pPr>
            <a:r>
              <a:rPr lang="fi-FI" sz="3200" b="1" dirty="0">
                <a:effectLst>
                  <a:outerShdw blurRad="38100" dist="38100" dir="2700000" algn="tl">
                    <a:srgbClr val="000000">
                      <a:alpha val="43137"/>
                    </a:srgbClr>
                  </a:outerShdw>
                </a:effectLst>
              </a:rPr>
              <a:t>4) kebebasan untuk menyatakan pendapat</a:t>
            </a:r>
          </a:p>
          <a:p>
            <a:pPr marL="0" indent="0">
              <a:buNone/>
            </a:pPr>
            <a:r>
              <a:rPr lang="sv-SE" sz="3200" b="1" dirty="0">
                <a:effectLst>
                  <a:outerShdw blurRad="38100" dist="38100" dir="2700000" algn="tl">
                    <a:srgbClr val="000000">
                      <a:alpha val="43137"/>
                    </a:srgbClr>
                  </a:outerShdw>
                </a:effectLst>
              </a:rPr>
              <a:t>5) kebebasan untuk berserikat/berorganisasidan beroposisi</a:t>
            </a:r>
          </a:p>
          <a:p>
            <a:pPr marL="0" indent="0">
              <a:buNone/>
            </a:pPr>
            <a:r>
              <a:rPr lang="en-US" sz="3200" b="1" dirty="0">
                <a:effectLst>
                  <a:outerShdw blurRad="38100" dist="38100" dir="2700000" algn="tl">
                    <a:srgbClr val="000000">
                      <a:alpha val="43137"/>
                    </a:srgbClr>
                  </a:outerShdw>
                </a:effectLst>
              </a:rPr>
              <a:t>6) pendidikan kewarganegaraan</a:t>
            </a:r>
          </a:p>
        </p:txBody>
      </p:sp>
      <p:sp>
        <p:nvSpPr>
          <p:cNvPr id="3" name="Title 2"/>
          <p:cNvSpPr>
            <a:spLocks noGrp="1"/>
          </p:cNvSpPr>
          <p:nvPr>
            <p:ph type="title"/>
          </p:nvPr>
        </p:nvSpPr>
        <p:spPr>
          <a:xfrm>
            <a:off x="1676400" y="36394"/>
            <a:ext cx="6589199" cy="1280890"/>
          </a:xfrm>
        </p:spPr>
        <p:txBody>
          <a:bodyPr/>
          <a:lstStyle/>
          <a:p>
            <a:r>
              <a:rPr lang="en-US" dirty="0"/>
              <a:t>Budiardjo (1988) </a:t>
            </a:r>
          </a:p>
        </p:txBody>
      </p:sp>
    </p:spTree>
    <p:extLst>
      <p:ext uri="{BB962C8B-B14F-4D97-AF65-F5344CB8AC3E}">
        <p14:creationId xmlns:p14="http://schemas.microsoft.com/office/powerpoint/2010/main" val="2574683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124200"/>
            <a:ext cx="7274999" cy="914400"/>
          </a:xfrm>
        </p:spPr>
        <p:txBody>
          <a:bodyPr/>
          <a:lstStyle/>
          <a:p>
            <a:r>
              <a:rPr lang="id-ID" dirty="0"/>
              <a:t>Negara Hukum di Indonesia?</a:t>
            </a:r>
            <a:endParaRPr lang="en-US" dirty="0"/>
          </a:p>
        </p:txBody>
      </p:sp>
    </p:spTree>
    <p:extLst>
      <p:ext uri="{BB962C8B-B14F-4D97-AF65-F5344CB8AC3E}">
        <p14:creationId xmlns:p14="http://schemas.microsoft.com/office/powerpoint/2010/main" val="3681472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pPr marL="0" indent="0">
              <a:buNone/>
            </a:pPr>
            <a:r>
              <a:rPr lang="en-US" sz="4000" b="1" dirty="0">
                <a:effectLst>
                  <a:outerShdw blurRad="38100" dist="38100" dir="2700000" algn="tl">
                    <a:srgbClr val="000000">
                      <a:alpha val="43137"/>
                    </a:srgbClr>
                  </a:outerShdw>
                </a:effectLst>
              </a:rPr>
              <a:t>Ayat (2) yang menyatakan ”Kedaulatan berada di tangan rakyat dan dilaksanakan menurut Undang-Undang Dasar”; dan Ayat </a:t>
            </a:r>
          </a:p>
          <a:p>
            <a:pPr marL="0" indent="0">
              <a:buNone/>
            </a:pPr>
            <a:r>
              <a:rPr lang="en-US" sz="4000" b="1" dirty="0">
                <a:effectLst>
                  <a:outerShdw blurRad="38100" dist="38100" dir="2700000" algn="tl">
                    <a:srgbClr val="000000">
                      <a:alpha val="43137"/>
                    </a:srgbClr>
                  </a:outerShdw>
                </a:effectLst>
              </a:rPr>
              <a:t>(3) berbunyi ”Negara Indonesia adalah negara hukum”.</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666282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id-ID" sz="2400" dirty="0"/>
              <a:t>Pembukaan UUD 1945 Alinea keempat:</a:t>
            </a:r>
          </a:p>
          <a:p>
            <a:pPr marL="0" indent="0" algn="r">
              <a:buNone/>
            </a:pPr>
            <a:r>
              <a:rPr lang="id-ID" sz="2400" b="1" dirty="0">
                <a:effectLst>
                  <a:outerShdw blurRad="38100" dist="38100" dir="2700000" algn="tl">
                    <a:srgbClr val="000000">
                      <a:alpha val="43137"/>
                    </a:srgbClr>
                  </a:outerShdw>
                </a:effectLst>
              </a:rPr>
              <a:t>..., maka disusunlah Kemerdekaan Kebangsaan Indonesia itu dalam suatu Undang-Undang Dasar Negara Indonesia,...</a:t>
            </a: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98637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tretch>
            <a:fillRect/>
          </a:stretch>
        </p:blipFill>
        <p:spPr bwMode="auto">
          <a:xfrm>
            <a:off x="0" y="0"/>
            <a:ext cx="9144000" cy="6888480"/>
          </a:xfrm>
          <a:prstGeom prst="rect">
            <a:avLst/>
          </a:prstGeom>
          <a:noFill/>
          <a:ln>
            <a:noFill/>
          </a:ln>
        </p:spPr>
      </p:pic>
      <p:sp>
        <p:nvSpPr>
          <p:cNvPr id="10" name="Round Single Corner Rectangle 9"/>
          <p:cNvSpPr/>
          <p:nvPr/>
        </p:nvSpPr>
        <p:spPr>
          <a:xfrm>
            <a:off x="4572000" y="457200"/>
            <a:ext cx="4343400" cy="5867400"/>
          </a:xfrm>
          <a:prstGeom prst="round1Rect">
            <a:avLst>
              <a:gd name="adj" fmla="val 0"/>
            </a:avLst>
          </a:prstGeom>
          <a:solidFill>
            <a:srgbClr val="002060">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400" b="1" spc="50" dirty="0">
                <a:ln w="12700" cmpd="sng">
                  <a:solidFill>
                    <a:srgbClr val="F79646">
                      <a:satMod val="120000"/>
                      <a:shade val="80000"/>
                    </a:srgbClr>
                  </a:solidFill>
                  <a:prstDash val="solid"/>
                </a:ln>
                <a:solidFill>
                  <a:srgbClr val="F79646">
                    <a:tint val="1000"/>
                  </a:srgbClr>
                </a:solidFill>
                <a:effectLst>
                  <a:glow rad="53100">
                    <a:srgbClr val="F79646">
                      <a:satMod val="180000"/>
                      <a:alpha val="30000"/>
                    </a:srgbClr>
                  </a:glow>
                </a:effectLst>
                <a:latin typeface="Candara" pitchFamily="34" charset="0"/>
              </a:rPr>
              <a:t>HAK ASASI MANUSIA</a:t>
            </a:r>
          </a:p>
          <a:p>
            <a:pPr algn="ctr"/>
            <a:endParaRPr lang="en-US" sz="4400" b="1" spc="50" dirty="0">
              <a:ln w="12700" cmpd="sng">
                <a:solidFill>
                  <a:srgbClr val="F79646">
                    <a:satMod val="120000"/>
                    <a:shade val="80000"/>
                  </a:srgbClr>
                </a:solidFill>
                <a:prstDash val="solid"/>
              </a:ln>
              <a:solidFill>
                <a:srgbClr val="F79646">
                  <a:tint val="1000"/>
                </a:srgbClr>
              </a:solidFill>
              <a:effectLst>
                <a:glow rad="53100">
                  <a:srgbClr val="F79646">
                    <a:satMod val="180000"/>
                    <a:alpha val="30000"/>
                  </a:srgbClr>
                </a:glow>
              </a:effectLst>
              <a:latin typeface="Candara" pitchFamily="34" charset="0"/>
            </a:endParaRPr>
          </a:p>
          <a:p>
            <a:pPr algn="ctr"/>
            <a:endParaRPr lang="en-US" sz="4400" b="1" spc="50" dirty="0">
              <a:ln w="12700" cmpd="sng">
                <a:solidFill>
                  <a:srgbClr val="F79646">
                    <a:satMod val="120000"/>
                    <a:shade val="80000"/>
                  </a:srgbClr>
                </a:solidFill>
                <a:prstDash val="solid"/>
              </a:ln>
              <a:solidFill>
                <a:srgbClr val="F79646">
                  <a:tint val="1000"/>
                </a:srgbClr>
              </a:solidFill>
              <a:effectLst>
                <a:glow rad="53100">
                  <a:srgbClr val="F79646">
                    <a:satMod val="180000"/>
                    <a:alpha val="30000"/>
                  </a:srgbClr>
                </a:glow>
              </a:effectLst>
              <a:latin typeface="Candara" pitchFamily="34" charset="0"/>
            </a:endParaRPr>
          </a:p>
        </p:txBody>
      </p:sp>
    </p:spTree>
    <p:extLst>
      <p:ext uri="{BB962C8B-B14F-4D97-AF65-F5344CB8AC3E}">
        <p14:creationId xmlns:p14="http://schemas.microsoft.com/office/powerpoint/2010/main" val="849022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internet\antarafoto-1270008601-.jpg"/>
          <p:cNvPicPr>
            <a:picLocks noChangeAspect="1" noChangeArrowheads="1"/>
          </p:cNvPicPr>
          <p:nvPr/>
        </p:nvPicPr>
        <p:blipFill>
          <a:blip r:embed="rId2" cstate="print"/>
          <a:srcRect/>
          <a:stretch>
            <a:fillRect/>
          </a:stretch>
        </p:blipFill>
        <p:spPr bwMode="auto">
          <a:xfrm>
            <a:off x="3562344" y="1417436"/>
            <a:ext cx="5429256" cy="4297564"/>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p>
            <a:r>
              <a:rPr lang="en-US" dirty="0"/>
              <a:t>RUANG LINGKUP MATERI HAM</a:t>
            </a:r>
          </a:p>
        </p:txBody>
      </p:sp>
      <p:graphicFrame>
        <p:nvGraphicFramePr>
          <p:cNvPr id="5" name="Content Placeholder 4"/>
          <p:cNvGraphicFramePr>
            <a:graphicFrameLocks noGrp="1"/>
          </p:cNvGraphicFramePr>
          <p:nvPr>
            <p:ph idx="1"/>
          </p:nvPr>
        </p:nvGraphicFramePr>
        <p:xfrm>
          <a:off x="0" y="838200"/>
          <a:ext cx="4267200" cy="5287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2" name="Title 1"/>
          <p:cNvSpPr>
            <a:spLocks noGrp="1"/>
          </p:cNvSpPr>
          <p:nvPr>
            <p:ph type="title"/>
          </p:nvPr>
        </p:nvSpPr>
        <p:spPr/>
        <p:txBody>
          <a:bodyPr>
            <a:noAutofit/>
          </a:bodyPr>
          <a:lstStyle/>
          <a:p>
            <a:r>
              <a:rPr lang="en-US" dirty="0">
                <a:effectLst/>
              </a:rPr>
              <a:t>PENGERTIAN HAM</a:t>
            </a:r>
          </a:p>
        </p:txBody>
      </p:sp>
      <p:sp>
        <p:nvSpPr>
          <p:cNvPr id="3" name="Content Placeholder 2"/>
          <p:cNvSpPr>
            <a:spLocks noGrp="1"/>
          </p:cNvSpPr>
          <p:nvPr>
            <p:ph idx="1"/>
          </p:nvPr>
        </p:nvSpPr>
        <p:spPr>
          <a:noFill/>
          <a:ln>
            <a:noFill/>
          </a:ln>
          <a:effectLst/>
        </p:spPr>
        <p:style>
          <a:lnRef idx="1">
            <a:schemeClr val="accent6"/>
          </a:lnRef>
          <a:fillRef idx="2">
            <a:schemeClr val="accent6"/>
          </a:fillRef>
          <a:effectRef idx="1">
            <a:schemeClr val="accent6"/>
          </a:effectRef>
          <a:fontRef idx="minor">
            <a:schemeClr val="dk1"/>
          </a:fontRef>
        </p:style>
        <p:txBody>
          <a:bodyPr anchor="ctr">
            <a:normAutofit/>
          </a:bodyPr>
          <a:lstStyle/>
          <a:p>
            <a:pPr marL="0" indent="0" algn="ctr">
              <a:buNone/>
            </a:pPr>
            <a:r>
              <a:rPr lang="it-IT" dirty="0">
                <a:solidFill>
                  <a:schemeClr val="tx1"/>
                </a:solidFill>
              </a:rPr>
              <a:t>Seperangkat hak yang melekat pada hakikat keberadaan manusia sebagai makhluk Tuhan Yang Maha Esa dan merupakaan anugerah-Nya yang wajib dihormati, dijunjung tinggi dan dilindungi oleh negara, hukum, pemerintah, dan setiap orang demi kehormatan serta perlindungan harkat dan martabat manusia. </a:t>
            </a:r>
            <a:br>
              <a:rPr lang="it-IT" dirty="0">
                <a:solidFill>
                  <a:schemeClr val="tx1"/>
                </a:solidFill>
              </a:rPr>
            </a:br>
            <a:r>
              <a:rPr lang="it-IT" sz="2400" b="1" dirty="0">
                <a:solidFill>
                  <a:schemeClr val="tx1"/>
                </a:solidFill>
              </a:rPr>
              <a:t>(Pasal 1 UU No. 39 Tahun 1999 tentang Hak Asasi Manusia)</a:t>
            </a:r>
            <a:endParaRPr lang="en-US" b="1" dirty="0">
              <a:solidFill>
                <a:schemeClr val="tx1"/>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pic>
        <p:nvPicPr>
          <p:cNvPr id="1026"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 y="1981200"/>
            <a:ext cx="9144000" cy="2971800"/>
          </a:xfrm>
          <a:prstGeom prst="rect">
            <a:avLst/>
          </a:prstGeom>
          <a:noFill/>
          <a:ln w="9525">
            <a:noFill/>
            <a:miter lim="800000"/>
            <a:headEnd/>
            <a:tailEnd/>
          </a:ln>
        </p:spPr>
      </p:pic>
      <p:sp>
        <p:nvSpPr>
          <p:cNvPr id="2" name="Title 1"/>
          <p:cNvSpPr>
            <a:spLocks noGrp="1"/>
          </p:cNvSpPr>
          <p:nvPr>
            <p:ph type="title"/>
          </p:nvPr>
        </p:nvSpPr>
        <p:spPr/>
        <p:txBody>
          <a:bodyPr>
            <a:noAutofit/>
          </a:bodyPr>
          <a:lstStyle/>
          <a:p>
            <a:r>
              <a:rPr lang="en-US" dirty="0">
                <a:effectLst/>
              </a:rPr>
              <a:t>PENGERTIAN</a:t>
            </a:r>
            <a:r>
              <a:rPr lang="en-US" dirty="0"/>
              <a:t> HAM</a:t>
            </a:r>
          </a:p>
        </p:txBody>
      </p:sp>
      <p:sp>
        <p:nvSpPr>
          <p:cNvPr id="3" name="Content Placeholder 2"/>
          <p:cNvSpPr>
            <a:spLocks noGrp="1"/>
          </p:cNvSpPr>
          <p:nvPr>
            <p:ph idx="1"/>
          </p:nvPr>
        </p:nvSpPr>
        <p:spPr>
          <a:xfrm>
            <a:off x="457200" y="990600"/>
            <a:ext cx="5486400" cy="5135563"/>
          </a:xfrm>
        </p:spPr>
        <p:txBody>
          <a:bodyPr anchor="ctr">
            <a:normAutofit/>
          </a:bodyPr>
          <a:lstStyle/>
          <a:p>
            <a:pPr marL="0" indent="0" algn="r">
              <a:buNone/>
            </a:pPr>
            <a:r>
              <a:rPr lang="en-US" dirty="0"/>
              <a:t>HAM </a:t>
            </a:r>
            <a:r>
              <a:rPr lang="en-US" dirty="0" err="1"/>
              <a:t>adalah</a:t>
            </a:r>
            <a:r>
              <a:rPr lang="en-US" dirty="0"/>
              <a:t> </a:t>
            </a:r>
            <a:r>
              <a:rPr lang="en-US" dirty="0" err="1"/>
              <a:t>hak-hak</a:t>
            </a:r>
            <a:r>
              <a:rPr lang="en-US" dirty="0"/>
              <a:t> yang </a:t>
            </a:r>
            <a:r>
              <a:rPr lang="en-US" dirty="0" err="1"/>
              <a:t>secara</a:t>
            </a:r>
            <a:r>
              <a:rPr lang="en-US" dirty="0"/>
              <a:t> </a:t>
            </a:r>
            <a:r>
              <a:rPr lang="en-US" dirty="0" err="1"/>
              <a:t>inheren</a:t>
            </a:r>
            <a:r>
              <a:rPr lang="en-US" dirty="0"/>
              <a:t> </a:t>
            </a:r>
            <a:r>
              <a:rPr lang="en-US" dirty="0" err="1"/>
              <a:t>melekat</a:t>
            </a:r>
            <a:r>
              <a:rPr lang="en-US" dirty="0"/>
              <a:t> </a:t>
            </a:r>
            <a:r>
              <a:rPr lang="en-US" dirty="0" err="1"/>
              <a:t>dalam</a:t>
            </a:r>
            <a:r>
              <a:rPr lang="en-US" dirty="0"/>
              <a:t> </a:t>
            </a:r>
            <a:r>
              <a:rPr lang="en-US" dirty="0" err="1"/>
              <a:t>diri</a:t>
            </a:r>
            <a:r>
              <a:rPr lang="en-US" dirty="0"/>
              <a:t> </a:t>
            </a:r>
            <a:r>
              <a:rPr lang="en-US" dirty="0" err="1"/>
              <a:t>manusia</a:t>
            </a:r>
            <a:r>
              <a:rPr lang="en-US" dirty="0"/>
              <a:t>, </a:t>
            </a:r>
            <a:r>
              <a:rPr lang="en-US" dirty="0" err="1"/>
              <a:t>dan</a:t>
            </a:r>
            <a:r>
              <a:rPr lang="en-US" dirty="0"/>
              <a:t> </a:t>
            </a:r>
            <a:r>
              <a:rPr lang="en-US" dirty="0" err="1"/>
              <a:t>tanpa</a:t>
            </a:r>
            <a:r>
              <a:rPr lang="en-US" dirty="0"/>
              <a:t> </a:t>
            </a:r>
            <a:r>
              <a:rPr lang="en-US" dirty="0" err="1"/>
              <a:t>hak</a:t>
            </a:r>
            <a:r>
              <a:rPr lang="en-US" dirty="0"/>
              <a:t> </a:t>
            </a:r>
            <a:r>
              <a:rPr lang="en-US" dirty="0" err="1"/>
              <a:t>itu</a:t>
            </a:r>
            <a:r>
              <a:rPr lang="en-US" dirty="0"/>
              <a:t> </a:t>
            </a:r>
            <a:r>
              <a:rPr lang="en-US" dirty="0" err="1"/>
              <a:t>manusia</a:t>
            </a:r>
            <a:r>
              <a:rPr lang="en-US" dirty="0"/>
              <a:t> </a:t>
            </a:r>
            <a:r>
              <a:rPr lang="en-US" dirty="0" err="1"/>
              <a:t>tidak</a:t>
            </a:r>
            <a:r>
              <a:rPr lang="en-US" dirty="0"/>
              <a:t> </a:t>
            </a:r>
            <a:r>
              <a:rPr lang="en-US" dirty="0" err="1"/>
              <a:t>dapat</a:t>
            </a:r>
            <a:r>
              <a:rPr lang="en-US" dirty="0"/>
              <a:t> </a:t>
            </a:r>
            <a:r>
              <a:rPr lang="en-US" dirty="0" err="1"/>
              <a:t>hidup</a:t>
            </a:r>
            <a:r>
              <a:rPr lang="en-US" dirty="0"/>
              <a:t> </a:t>
            </a:r>
            <a:r>
              <a:rPr lang="en-US" dirty="0" err="1"/>
              <a:t>sebagai</a:t>
            </a:r>
            <a:r>
              <a:rPr lang="en-US" dirty="0"/>
              <a:t> </a:t>
            </a:r>
            <a:r>
              <a:rPr lang="en-US" dirty="0" err="1"/>
              <a:t>manusia</a:t>
            </a:r>
            <a:r>
              <a:rPr lang="en-US" dirty="0"/>
              <a:t> </a:t>
            </a:r>
          </a:p>
          <a:p>
            <a:pPr marL="0" indent="0" algn="r">
              <a:buNone/>
            </a:pPr>
            <a:r>
              <a:rPr lang="en-US" dirty="0"/>
              <a:t>(</a:t>
            </a:r>
            <a:r>
              <a:rPr lang="en-US" i="1" dirty="0"/>
              <a:t>Jan </a:t>
            </a:r>
            <a:r>
              <a:rPr lang="en-US" i="1" dirty="0" err="1"/>
              <a:t>Materson</a:t>
            </a:r>
            <a:r>
              <a:rPr lang="en-US" i="1" dirty="0"/>
              <a: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ACER\Pictures\acak corak\2011-06-30T112657Z_01_PEK08_RTRIDSP_3_CHINA.jpg"/>
          <p:cNvPicPr>
            <a:picLocks noChangeAspect="1" noChangeArrowheads="1"/>
          </p:cNvPicPr>
          <p:nvPr/>
        </p:nvPicPr>
        <p:blipFill>
          <a:blip r:embed="rId2" cstate="print">
            <a:duotone>
              <a:schemeClr val="accent1">
                <a:shade val="45000"/>
                <a:satMod val="135000"/>
              </a:schemeClr>
              <a:prstClr val="white"/>
            </a:duotone>
            <a:lum bright="30000"/>
          </a:blip>
          <a:srcRect/>
          <a:stretch>
            <a:fillRect/>
          </a:stretch>
        </p:blipFill>
        <p:spPr bwMode="auto">
          <a:xfrm>
            <a:off x="0" y="-1"/>
            <a:ext cx="9144000" cy="6858001"/>
          </a:xfrm>
          <a:prstGeom prst="rect">
            <a:avLst/>
          </a:prstGeom>
          <a:noFill/>
          <a:ln>
            <a:gradFill flip="none" rotWithShape="1">
              <a:gsLst>
                <a:gs pos="15000">
                  <a:srgbClr val="FF0000"/>
                </a:gs>
                <a:gs pos="50000">
                  <a:schemeClr val="accent1">
                    <a:tint val="44500"/>
                    <a:satMod val="160000"/>
                  </a:schemeClr>
                </a:gs>
                <a:gs pos="100000">
                  <a:schemeClr val="accent1">
                    <a:tint val="23500"/>
                    <a:satMod val="160000"/>
                  </a:schemeClr>
                </a:gs>
              </a:gsLst>
              <a:path path="circle">
                <a:fillToRect l="100000" t="100000"/>
              </a:path>
              <a:tileRect r="-100000" b="-100000"/>
            </a:gradFill>
          </a:ln>
        </p:spPr>
      </p:pic>
      <p:sp>
        <p:nvSpPr>
          <p:cNvPr id="2" name="Title 1"/>
          <p:cNvSpPr>
            <a:spLocks noGrp="1"/>
          </p:cNvSpPr>
          <p:nvPr>
            <p:ph type="title"/>
          </p:nvPr>
        </p:nvSpPr>
        <p:spPr/>
        <p:txBody>
          <a:bodyPr>
            <a:noAutofit/>
          </a:bodyPr>
          <a:lstStyle/>
          <a:p>
            <a:r>
              <a:rPr lang="en-US" dirty="0"/>
              <a:t>KARAKTERISTIK HAM</a:t>
            </a:r>
          </a:p>
        </p:txBody>
      </p:sp>
      <p:sp>
        <p:nvSpPr>
          <p:cNvPr id="3" name="Content Placeholder 2"/>
          <p:cNvSpPr>
            <a:spLocks noGrp="1"/>
          </p:cNvSpPr>
          <p:nvPr>
            <p:ph idx="1"/>
          </p:nvPr>
        </p:nvSpPr>
        <p:spPr/>
        <p:txBody>
          <a:bodyPr anchor="ctr">
            <a:normAutofit/>
          </a:bodyPr>
          <a:lstStyle/>
          <a:p>
            <a:r>
              <a:rPr lang="en-US" sz="2800" b="1" dirty="0">
                <a:effectLst>
                  <a:outerShdw blurRad="38100" dist="38100" dir="2700000" algn="tl">
                    <a:srgbClr val="000000">
                      <a:alpha val="43137"/>
                    </a:srgbClr>
                  </a:outerShdw>
                </a:effectLst>
              </a:rPr>
              <a:t>HAM </a:t>
            </a:r>
            <a:r>
              <a:rPr lang="en-US" sz="2800" b="1" dirty="0" err="1">
                <a:effectLst>
                  <a:outerShdw blurRad="38100" dist="38100" dir="2700000" algn="tl">
                    <a:srgbClr val="000000">
                      <a:alpha val="43137"/>
                    </a:srgbClr>
                  </a:outerShdw>
                </a:effectLst>
              </a:rPr>
              <a:t>merupakan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hak</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alamiah</a:t>
            </a:r>
            <a:r>
              <a:rPr lang="en-US" sz="2800" b="1" dirty="0">
                <a:effectLst>
                  <a:outerShdw blurRad="38100" dist="38100" dir="2700000" algn="tl">
                    <a:srgbClr val="000000">
                      <a:alpha val="43137"/>
                    </a:srgbClr>
                  </a:outerShdw>
                </a:effectLst>
              </a:rPr>
              <a:t> yang </a:t>
            </a:r>
            <a:r>
              <a:rPr lang="en-US" sz="2800" b="1" dirty="0" err="1">
                <a:effectLst>
                  <a:outerShdw blurRad="38100" dist="38100" dir="2700000" algn="tl">
                    <a:srgbClr val="000000">
                      <a:alpha val="43137"/>
                    </a:srgbClr>
                  </a:outerShdw>
                </a:effectLst>
              </a:rPr>
              <a:t>melekat</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dalam</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diri</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setiap</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manusia</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sejak</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ia</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dilahirkan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ke</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dunia</a:t>
            </a:r>
            <a:r>
              <a:rPr lang="en-US" sz="2800" b="1" dirty="0">
                <a:effectLst>
                  <a:outerShdw blurRad="38100" dist="38100" dir="2700000" algn="tl">
                    <a:srgbClr val="000000">
                      <a:alpha val="43137"/>
                    </a:srgbClr>
                  </a:outerShdw>
                </a:effectLst>
              </a:rPr>
              <a:t>. </a:t>
            </a:r>
          </a:p>
          <a:p>
            <a:r>
              <a:rPr lang="en-US" sz="2800" b="1" dirty="0">
                <a:effectLst>
                  <a:outerShdw blurRad="38100" dist="38100" dir="2700000" algn="tl">
                    <a:srgbClr val="000000">
                      <a:alpha val="43137"/>
                    </a:srgbClr>
                  </a:outerShdw>
                </a:effectLst>
              </a:rPr>
              <a:t>HAM </a:t>
            </a:r>
            <a:r>
              <a:rPr lang="en-US" sz="2800" b="1" dirty="0" err="1">
                <a:effectLst>
                  <a:outerShdw blurRad="38100" dist="38100" dir="2700000" algn="tl">
                    <a:srgbClr val="000000">
                      <a:alpha val="43137"/>
                    </a:srgbClr>
                  </a:outerShdw>
                </a:effectLst>
              </a:rPr>
              <a:t>merupakan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instrumen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untuk</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menjaga</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harkat</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martabat</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manusia</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sesuai</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dengan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kodrat</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kemanusiaannya</a:t>
            </a:r>
            <a:r>
              <a:rPr lang="en-US" sz="2800" b="1" dirty="0">
                <a:effectLst>
                  <a:outerShdw blurRad="38100" dist="38100" dir="2700000" algn="tl">
                    <a:srgbClr val="000000">
                      <a:alpha val="43137"/>
                    </a:srgbClr>
                  </a:outerShdw>
                </a:effectLst>
              </a:rPr>
              <a:t> yang </a:t>
            </a:r>
            <a:r>
              <a:rPr lang="en-US" sz="2800" b="1" dirty="0" err="1">
                <a:effectLst>
                  <a:outerShdw blurRad="38100" dist="38100" dir="2700000" algn="tl">
                    <a:srgbClr val="000000">
                      <a:alpha val="43137"/>
                    </a:srgbClr>
                  </a:outerShdw>
                </a:effectLst>
              </a:rPr>
              <a:t>luhur</a:t>
            </a:r>
            <a:r>
              <a:rPr lang="en-US" sz="2800" b="1" dirty="0">
                <a:effectLst>
                  <a:outerShdw blurRad="38100" dist="38100" dir="2700000" algn="tl">
                    <a:srgbClr val="000000">
                      <a:alpha val="43137"/>
                    </a:srgbClr>
                  </a:outerShdw>
                </a:effectLst>
              </a:rPr>
              <a:t>. </a:t>
            </a:r>
            <a:endParaRPr lang="en-US" sz="2800"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81361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5" name="Rectangle 4"/>
          <p:cNvSpPr/>
          <p:nvPr/>
        </p:nvSpPr>
        <p:spPr>
          <a:xfrm>
            <a:off x="1295400" y="-1"/>
            <a:ext cx="7848600" cy="6617196"/>
          </a:xfrm>
          <a:prstGeom prst="rect">
            <a:avLst/>
          </a:prstGeom>
        </p:spPr>
        <p:txBody>
          <a:bodyPr wrap="square">
            <a:spAutoFit/>
          </a:bodyPr>
          <a:lstStyle/>
          <a:p>
            <a:pPr algn="ctr"/>
            <a:endParaRPr lang="en-US" sz="3200" b="1" dirty="0">
              <a:effectLst>
                <a:outerShdw blurRad="38100" dist="38100" dir="2700000" algn="tl">
                  <a:srgbClr val="000000">
                    <a:alpha val="43137"/>
                  </a:srgbClr>
                </a:outerShdw>
              </a:effectLst>
            </a:endParaRPr>
          </a:p>
          <a:p>
            <a:pPr algn="ctr"/>
            <a:r>
              <a:rPr lang="id-ID" sz="4000" b="1" dirty="0">
                <a:effectLst>
                  <a:outerShdw blurRad="38100" dist="38100" dir="2700000" algn="tl">
                    <a:srgbClr val="000000">
                      <a:alpha val="43137"/>
                    </a:srgbClr>
                  </a:outerShdw>
                </a:effectLst>
                <a:latin typeface="Bodoni MT Black" panose="02070A03080606020203" pitchFamily="18" charset="0"/>
              </a:rPr>
              <a:t>Universalisme</a:t>
            </a:r>
            <a:endParaRPr lang="en-US" sz="4000" b="1" dirty="0">
              <a:effectLst>
                <a:outerShdw blurRad="38100" dist="38100" dir="2700000" algn="tl">
                  <a:srgbClr val="000000">
                    <a:alpha val="43137"/>
                  </a:srgbClr>
                </a:outerShdw>
              </a:effectLst>
              <a:latin typeface="Bodoni MT Black" panose="02070A03080606020203" pitchFamily="18" charset="0"/>
            </a:endParaRPr>
          </a:p>
          <a:p>
            <a:pPr algn="ctr"/>
            <a:endParaRPr lang="en-US" sz="3200" b="1" dirty="0">
              <a:effectLst>
                <a:outerShdw blurRad="38100" dist="38100" dir="2700000" algn="tl">
                  <a:srgbClr val="000000">
                    <a:alpha val="43137"/>
                  </a:srgbClr>
                </a:outerShdw>
              </a:effectLst>
            </a:endParaRPr>
          </a:p>
          <a:p>
            <a:pPr algn="ctr"/>
            <a:endParaRPr lang="en-US" sz="3200" b="1" dirty="0">
              <a:effectLst>
                <a:outerShdw blurRad="38100" dist="38100" dir="2700000" algn="tl">
                  <a:srgbClr val="000000">
                    <a:alpha val="43137"/>
                  </a:srgbClr>
                </a:outerShdw>
              </a:effectLst>
            </a:endParaRPr>
          </a:p>
          <a:p>
            <a:pPr algn="ctr"/>
            <a:r>
              <a:rPr lang="en-US" sz="3200" b="1" dirty="0">
                <a:effectLst>
                  <a:outerShdw blurRad="38100" dist="38100" dir="2700000" algn="tl">
                    <a:srgbClr val="000000">
                      <a:alpha val="43137"/>
                    </a:srgbClr>
                  </a:outerShdw>
                </a:effectLst>
              </a:rPr>
              <a:t>HAM berasal dari “konsep hukum alam yang bahwa manusia memiliki hak alamiah tertentu untuk hidup, bebas dan punya kepemilikan” </a:t>
            </a:r>
            <a:endParaRPr lang="id-ID" sz="3200" b="1" dirty="0">
              <a:effectLst>
                <a:outerShdw blurRad="38100" dist="38100" dir="2700000" algn="tl">
                  <a:srgbClr val="000000">
                    <a:alpha val="43137"/>
                  </a:srgbClr>
                </a:outerShdw>
              </a:effectLst>
            </a:endParaRPr>
          </a:p>
          <a:p>
            <a:pPr algn="ctr"/>
            <a:r>
              <a:rPr lang="en-US" sz="3200" b="1" dirty="0">
                <a:effectLst>
                  <a:outerShdw blurRad="38100" dist="38100" dir="2700000" algn="tl">
                    <a:srgbClr val="000000">
                      <a:alpha val="43137"/>
                    </a:srgbClr>
                  </a:outerShdw>
                </a:effectLst>
              </a:rPr>
              <a:t>(Hernandez)</a:t>
            </a:r>
          </a:p>
          <a:p>
            <a:pPr algn="ctr"/>
            <a:r>
              <a:rPr lang="en-US" sz="3200" b="1" dirty="0">
                <a:effectLst>
                  <a:outerShdw blurRad="38100" dist="38100" dir="2700000" algn="tl">
                    <a:srgbClr val="000000">
                      <a:alpha val="43137"/>
                    </a:srgbClr>
                  </a:outerShdw>
                </a:effectLst>
              </a:rPr>
              <a:t>“untuk memiliki HAM, seseorang harus dipandang sebagai manusia (</a:t>
            </a:r>
            <a:r>
              <a:rPr lang="en-US" sz="3200" b="1" i="1" dirty="0">
                <a:effectLst>
                  <a:outerShdw blurRad="38100" dist="38100" dir="2700000" algn="tl">
                    <a:srgbClr val="000000">
                      <a:alpha val="43137"/>
                    </a:srgbClr>
                  </a:outerShdw>
                </a:effectLst>
              </a:rPr>
              <a:t>human being</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Preis</a:t>
            </a:r>
            <a:r>
              <a:rPr lang="en-US" sz="3200" b="1" dirty="0">
                <a:effectLst>
                  <a:outerShdw blurRad="38100" dist="38100" dir="2700000" algn="tl">
                    <a:srgbClr val="000000">
                      <a:alpha val="43137"/>
                    </a:srgbClr>
                  </a:outerShdw>
                </a:effectLst>
              </a:rPr>
              <a:t>)</a:t>
            </a:r>
          </a:p>
          <a:p>
            <a:pPr algn="ct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4694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3" name="Content Placeholder 2"/>
          <p:cNvSpPr>
            <a:spLocks noGrp="1"/>
          </p:cNvSpPr>
          <p:nvPr>
            <p:ph idx="1"/>
          </p:nvPr>
        </p:nvSpPr>
        <p:spPr>
          <a:xfrm>
            <a:off x="1066800" y="228600"/>
            <a:ext cx="7239000" cy="6150936"/>
          </a:xfrm>
        </p:spPr>
        <p:txBody>
          <a:bodyPr anchor="ctr"/>
          <a:lstStyle/>
          <a:p>
            <a:pPr marL="0" indent="0" algn="ctr">
              <a:buNone/>
            </a:pPr>
            <a:r>
              <a:rPr lang="id-ID" sz="5400" b="1" dirty="0">
                <a:effectLst>
                  <a:outerShdw blurRad="38100" dist="38100" dir="2700000" algn="tl">
                    <a:srgbClr val="000000">
                      <a:alpha val="43137"/>
                    </a:srgbClr>
                  </a:outerShdw>
                </a:effectLst>
                <a:latin typeface="Bodoni MT Black" panose="02070A03080606020203" pitchFamily="18" charset="0"/>
              </a:rPr>
              <a:t>Partikularisme</a:t>
            </a:r>
          </a:p>
          <a:p>
            <a:pPr marL="0" indent="0" algn="ctr">
              <a:buNone/>
            </a:pPr>
            <a:r>
              <a:rPr lang="en-US" b="1" dirty="0">
                <a:effectLst>
                  <a:outerShdw blurRad="38100" dist="38100" dir="2700000" algn="tl">
                    <a:srgbClr val="000000">
                      <a:alpha val="43137"/>
                    </a:srgbClr>
                  </a:outerShdw>
                </a:effectLst>
              </a:rPr>
              <a:t>Karena setiap masyarakat memiliki kondisi sejarahnya tersendiri, hanya aspek-aspek HAM tertentu yang dapat diterapkan pada masyarakat tertentu dan akan berbeda dari suatu masyarakat ke masyarakat yang lain (Hernandez)</a:t>
            </a:r>
          </a:p>
          <a:p>
            <a:pPr marL="0" indent="0" algn="ctr">
              <a:buNone/>
            </a:pP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77052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3" name="Content Placeholder 2"/>
          <p:cNvSpPr>
            <a:spLocks noGrp="1"/>
          </p:cNvSpPr>
          <p:nvPr>
            <p:ph idx="1"/>
          </p:nvPr>
        </p:nvSpPr>
        <p:spPr>
          <a:xfrm>
            <a:off x="1295400" y="228600"/>
            <a:ext cx="7239000" cy="6227136"/>
          </a:xfrm>
        </p:spPr>
        <p:txBody>
          <a:bodyPr>
            <a:noAutofit/>
          </a:bodyPr>
          <a:lstStyle/>
          <a:p>
            <a:pPr marL="0" indent="0" algn="ctr">
              <a:buNone/>
            </a:pPr>
            <a:r>
              <a:rPr lang="en-US" sz="3200" b="1" dirty="0">
                <a:effectLst>
                  <a:outerShdw blurRad="38100" dist="38100" dir="2700000" algn="tl">
                    <a:srgbClr val="000000">
                      <a:alpha val="43137"/>
                    </a:srgbClr>
                  </a:outerShdw>
                </a:effectLst>
              </a:rPr>
              <a:t>HAM </a:t>
            </a:r>
            <a:r>
              <a:rPr lang="en-US" sz="3200" b="1" dirty="0" err="1">
                <a:effectLst>
                  <a:outerShdw blurRad="38100" dist="38100" dir="2700000" algn="tl">
                    <a:srgbClr val="000000">
                      <a:alpha val="43137"/>
                    </a:srgbClr>
                  </a:outerShdw>
                </a:effectLst>
              </a:rPr>
              <a:t>disusun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saat</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banyak</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negara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Dunia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Ketiga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masih</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berada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dalam</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penjajahan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dan</a:t>
            </a:r>
            <a:r>
              <a:rPr lang="en-US" sz="3200" b="1" dirty="0">
                <a:effectLst>
                  <a:outerShdw blurRad="38100" dist="38100" dir="2700000" algn="tl">
                    <a:srgbClr val="000000">
                      <a:alpha val="43137"/>
                    </a:srgbClr>
                  </a:outerShdw>
                </a:effectLst>
              </a:rPr>
              <a:t> HAM </a:t>
            </a:r>
            <a:r>
              <a:rPr lang="en-US" sz="3200" b="1" dirty="0" err="1">
                <a:effectLst>
                  <a:outerShdw blurRad="38100" dist="38100" dir="2700000" algn="tl">
                    <a:srgbClr val="000000">
                      <a:alpha val="43137"/>
                    </a:srgbClr>
                  </a:outerShdw>
                </a:effectLst>
              </a:rPr>
              <a:t>tidak</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diterapkan</a:t>
            </a:r>
            <a:r>
              <a:rPr lang="en-US" sz="3200" b="1" dirty="0">
                <a:effectLst>
                  <a:outerShdw blurRad="38100" dist="38100" dir="2700000" algn="tl">
                    <a:srgbClr val="000000">
                      <a:alpha val="43137"/>
                    </a:srgbClr>
                  </a:outerShdw>
                </a:effectLst>
              </a:rPr>
              <a:t> di </a:t>
            </a:r>
            <a:r>
              <a:rPr lang="en-US" sz="3200" b="1" dirty="0" err="1">
                <a:effectLst>
                  <a:outerShdw blurRad="38100" dist="38100" dir="2700000" algn="tl">
                    <a:srgbClr val="000000">
                      <a:alpha val="43137"/>
                    </a:srgbClr>
                  </a:outerShdw>
                </a:effectLst>
              </a:rPr>
              <a:t>negara-negara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jajahan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itu</a:t>
            </a:r>
            <a:endParaRPr lang="en-US" sz="3200" b="1" dirty="0">
              <a:effectLst>
                <a:outerShdw blurRad="38100" dist="38100" dir="2700000" algn="tl">
                  <a:srgbClr val="000000">
                    <a:alpha val="43137"/>
                  </a:srgbClr>
                </a:outerShdw>
              </a:effectLst>
            </a:endParaRPr>
          </a:p>
          <a:p>
            <a:pPr marL="0" indent="0" algn="ctr">
              <a:buNone/>
            </a:pPr>
            <a:r>
              <a:rPr lang="en-US" sz="3200" b="1" dirty="0">
                <a:effectLst>
                  <a:outerShdw blurRad="38100" dist="38100" dir="2700000" algn="tl">
                    <a:srgbClr val="000000">
                      <a:alpha val="43137"/>
                    </a:srgbClr>
                  </a:outerShdw>
                </a:effectLst>
              </a:rPr>
              <a:t>(Hernandez)</a:t>
            </a:r>
          </a:p>
          <a:p>
            <a:pPr marL="0" indent="0" algn="ctr">
              <a:buNone/>
            </a:pPr>
            <a:r>
              <a:rPr lang="en-US" sz="3200" b="1" dirty="0" err="1">
                <a:effectLst>
                  <a:outerShdw blurRad="38100" dist="38100" dir="2700000" algn="tl">
                    <a:srgbClr val="000000">
                      <a:alpha val="43137"/>
                    </a:srgbClr>
                  </a:outerShdw>
                </a:effectLst>
              </a:rPr>
              <a:t>Sebagai</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negara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baru</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negara-negara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Dunia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Ketiga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lebih</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memperhatikan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kedaulatan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nasionalnya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serta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tantangan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dalam</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negeri</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dibanding</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dengan</a:t>
            </a:r>
            <a:r>
              <a:rPr lang="en-US" sz="3200" b="1" dirty="0">
                <a:effectLst>
                  <a:outerShdw blurRad="38100" dist="38100" dir="2700000" algn="tl">
                    <a:srgbClr val="000000">
                      <a:alpha val="43137"/>
                    </a:srgbClr>
                  </a:outerShdw>
                </a:effectLst>
              </a:rPr>
              <a:t> agenda </a:t>
            </a:r>
            <a:r>
              <a:rPr lang="en-US" sz="3200" b="1" dirty="0" err="1">
                <a:effectLst>
                  <a:outerShdw blurRad="38100" dist="38100" dir="2700000" algn="tl">
                    <a:srgbClr val="000000">
                      <a:alpha val="43137"/>
                    </a:srgbClr>
                  </a:outerShdw>
                </a:effectLst>
              </a:rPr>
              <a:t>intenasional</a:t>
            </a:r>
            <a:endParaRPr lang="en-US" sz="3200" b="1" dirty="0">
              <a:effectLst>
                <a:outerShdw blurRad="38100" dist="38100" dir="2700000" algn="tl">
                  <a:srgbClr val="000000">
                    <a:alpha val="43137"/>
                  </a:srgbClr>
                </a:outerShdw>
              </a:effectLst>
            </a:endParaRPr>
          </a:p>
          <a:p>
            <a:pPr marL="0" indent="0" algn="ctr">
              <a:buNone/>
            </a:pPr>
            <a:r>
              <a:rPr lang="en-US" sz="3200" b="1" dirty="0">
                <a:effectLst>
                  <a:outerShdw blurRad="38100" dist="38100" dir="2700000" algn="tl">
                    <a:srgbClr val="000000">
                      <a:alpha val="43137"/>
                    </a:srgbClr>
                  </a:outerShdw>
                </a:effectLst>
              </a:rPr>
              <a:t>(</a:t>
            </a:r>
            <a:r>
              <a:rPr lang="en-US" sz="3200" b="1" dirty="0" err="1">
                <a:effectLst>
                  <a:outerShdw blurRad="38100" dist="38100" dir="2700000" algn="tl">
                    <a:srgbClr val="000000">
                      <a:alpha val="43137"/>
                    </a:srgbClr>
                  </a:outerShdw>
                </a:effectLst>
              </a:rPr>
              <a:t>Deklarasi</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Antra-Pemetintah</a:t>
            </a:r>
            <a:r>
              <a:rPr lang="en-US" sz="3200" b="1" dirty="0">
                <a:effectLst>
                  <a:outerShdw blurRad="38100" dist="38100" dir="2700000" algn="tl">
                    <a:srgbClr val="000000">
                      <a:alpha val="43137"/>
                    </a:srgbClr>
                  </a:outerShdw>
                </a:effectLst>
              </a:rPr>
              <a:t> Bangkok)</a:t>
            </a:r>
          </a:p>
        </p:txBody>
      </p:sp>
    </p:spTree>
    <p:extLst>
      <p:ext uri="{BB962C8B-B14F-4D97-AF65-F5344CB8AC3E}">
        <p14:creationId xmlns:p14="http://schemas.microsoft.com/office/powerpoint/2010/main" val="1629228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3" name="Content Placeholder 2"/>
          <p:cNvSpPr>
            <a:spLocks noGrp="1"/>
          </p:cNvSpPr>
          <p:nvPr>
            <p:ph idx="1"/>
          </p:nvPr>
        </p:nvSpPr>
        <p:spPr>
          <a:xfrm>
            <a:off x="1371600" y="228600"/>
            <a:ext cx="7239000" cy="6227136"/>
          </a:xfrm>
        </p:spPr>
        <p:txBody>
          <a:bodyPr>
            <a:noAutofit/>
          </a:bodyPr>
          <a:lstStyle/>
          <a:p>
            <a:pPr marL="0" indent="0" algn="ctr">
              <a:buNone/>
            </a:pPr>
            <a:r>
              <a:rPr lang="en-US" sz="4400" b="1" dirty="0">
                <a:effectLst>
                  <a:outerShdw blurRad="38100" dist="38100" dir="2700000" algn="tl">
                    <a:srgbClr val="000000">
                      <a:alpha val="43137"/>
                    </a:srgbClr>
                  </a:outerShdw>
                </a:effectLst>
              </a:rPr>
              <a:t>Negara-</a:t>
            </a:r>
            <a:r>
              <a:rPr lang="en-US" sz="4400" b="1" dirty="0" err="1">
                <a:effectLst>
                  <a:outerShdw blurRad="38100" dist="38100" dir="2700000" algn="tl">
                    <a:srgbClr val="000000">
                      <a:alpha val="43137"/>
                    </a:srgbClr>
                  </a:outerShdw>
                </a:effectLst>
              </a:rPr>
              <a:t>negara</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Dunia</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Ketiga</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tetap</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menempatkan</a:t>
            </a:r>
            <a:r>
              <a:rPr lang="en-US" sz="4400" b="1" dirty="0">
                <a:effectLst>
                  <a:outerShdw blurRad="38100" dist="38100" dir="2700000" algn="tl">
                    <a:srgbClr val="000000">
                      <a:alpha val="43137"/>
                    </a:srgbClr>
                  </a:outerShdw>
                </a:effectLst>
              </a:rPr>
              <a:t> HAM di </a:t>
            </a:r>
            <a:r>
              <a:rPr lang="en-US" sz="4400" b="1" dirty="0" err="1">
                <a:effectLst>
                  <a:outerShdw blurRad="38100" dist="38100" dir="2700000" algn="tl">
                    <a:srgbClr val="000000">
                      <a:alpha val="43137"/>
                    </a:srgbClr>
                  </a:outerShdw>
                </a:effectLst>
              </a:rPr>
              <a:t>bawah</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kepentingan</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nasional</a:t>
            </a:r>
            <a:r>
              <a:rPr lang="en-US" sz="4400" b="1" dirty="0">
                <a:effectLst>
                  <a:outerShdw blurRad="38100" dist="38100" dir="2700000" algn="tl">
                    <a:srgbClr val="000000">
                      <a:alpha val="43137"/>
                    </a:srgbClr>
                  </a:outerShdw>
                </a:effectLst>
              </a:rPr>
              <a:t> lain yang </a:t>
            </a:r>
            <a:r>
              <a:rPr lang="en-US" sz="4400" b="1" dirty="0" err="1">
                <a:effectLst>
                  <a:outerShdw blurRad="38100" dist="38100" dir="2700000" algn="tl">
                    <a:srgbClr val="000000">
                      <a:alpha val="43137"/>
                    </a:srgbClr>
                  </a:outerShdw>
                </a:effectLst>
              </a:rPr>
              <a:t>penting</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seperti</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integritas</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wilayah</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negara</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atau</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sistem</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politik</a:t>
            </a:r>
            <a:r>
              <a:rPr lang="en-US" sz="4400" b="1" dirty="0">
                <a:effectLst>
                  <a:outerShdw blurRad="38100" dist="38100" dir="2700000" algn="tl">
                    <a:srgbClr val="000000">
                      <a:alpha val="43137"/>
                    </a:srgbClr>
                  </a:outerShdw>
                </a:effectLst>
              </a:rPr>
              <a:t> </a:t>
            </a:r>
            <a:r>
              <a:rPr lang="en-US" sz="4400" b="1" dirty="0" err="1">
                <a:effectLst>
                  <a:outerShdw blurRad="38100" dist="38100" dir="2700000" algn="tl">
                    <a:srgbClr val="000000">
                      <a:alpha val="43137"/>
                    </a:srgbClr>
                  </a:outerShdw>
                </a:effectLst>
              </a:rPr>
              <a:t>mereka</a:t>
            </a:r>
            <a:endParaRPr lang="en-US" sz="4400" b="1" dirty="0">
              <a:effectLst>
                <a:outerShdw blurRad="38100" dist="38100" dir="2700000" algn="tl">
                  <a:srgbClr val="000000">
                    <a:alpha val="43137"/>
                  </a:srgbClr>
                </a:outerShdw>
              </a:effectLst>
            </a:endParaRPr>
          </a:p>
          <a:p>
            <a:pPr marL="0" indent="0" algn="ctr">
              <a:buNone/>
            </a:pPr>
            <a:r>
              <a:rPr lang="en-US" sz="4400" b="1" dirty="0">
                <a:effectLst>
                  <a:outerShdw blurRad="38100" dist="38100" dir="2700000" algn="tl">
                    <a:srgbClr val="000000">
                      <a:alpha val="43137"/>
                    </a:srgbClr>
                  </a:outerShdw>
                </a:effectLst>
              </a:rPr>
              <a:t>(</a:t>
            </a:r>
            <a:r>
              <a:rPr lang="en-US" sz="4400" b="1" dirty="0" err="1">
                <a:effectLst>
                  <a:outerShdw blurRad="38100" dist="38100" dir="2700000" algn="tl">
                    <a:srgbClr val="000000">
                      <a:alpha val="43137"/>
                    </a:srgbClr>
                  </a:outerShdw>
                </a:effectLst>
              </a:rPr>
              <a:t>Kausikan</a:t>
            </a:r>
            <a:r>
              <a:rPr lang="en-US" sz="44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2633955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3" name="Content Placeholder 2"/>
          <p:cNvSpPr>
            <a:spLocks noGrp="1"/>
          </p:cNvSpPr>
          <p:nvPr>
            <p:ph idx="1"/>
          </p:nvPr>
        </p:nvSpPr>
        <p:spPr>
          <a:xfrm>
            <a:off x="1447800" y="228600"/>
            <a:ext cx="7239000" cy="6227136"/>
          </a:xfrm>
        </p:spPr>
        <p:txBody>
          <a:bodyPr>
            <a:normAutofit/>
          </a:bodyPr>
          <a:lstStyle/>
          <a:p>
            <a:pPr marL="0" indent="0" algn="ctr">
              <a:buNone/>
            </a:pPr>
            <a:r>
              <a:rPr lang="en-US" sz="4800" b="1" dirty="0" err="1">
                <a:effectLst>
                  <a:outerShdw blurRad="38100" dist="38100" dir="2700000" algn="tl">
                    <a:srgbClr val="000000">
                      <a:alpha val="43137"/>
                    </a:srgbClr>
                  </a:outerShdw>
                </a:effectLst>
              </a:rPr>
              <a:t>Kaum</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universalitas</a:t>
            </a:r>
            <a:r>
              <a:rPr lang="en-US" sz="4800" b="1" dirty="0">
                <a:effectLst>
                  <a:outerShdw blurRad="38100" dist="38100" dir="2700000" algn="tl">
                    <a:srgbClr val="000000">
                      <a:alpha val="43137"/>
                    </a:srgbClr>
                  </a:outerShdw>
                </a:effectLst>
              </a:rPr>
              <a:t> (Barat) </a:t>
            </a:r>
            <a:r>
              <a:rPr lang="en-US" sz="4800" b="1" dirty="0" err="1">
                <a:effectLst>
                  <a:outerShdw blurRad="38100" dist="38100" dir="2700000" algn="tl">
                    <a:srgbClr val="000000">
                      <a:alpha val="43137"/>
                    </a:srgbClr>
                  </a:outerShdw>
                </a:effectLst>
              </a:rPr>
              <a:t>lebih</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menekankan</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pada</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hak</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individu</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sedang</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kaum</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partikular</a:t>
            </a:r>
            <a:r>
              <a:rPr lang="en-US" sz="4800" b="1" dirty="0">
                <a:effectLst>
                  <a:outerShdw blurRad="38100" dist="38100" dir="2700000" algn="tl">
                    <a:srgbClr val="000000">
                      <a:alpha val="43137"/>
                    </a:srgbClr>
                  </a:outerShdw>
                </a:effectLst>
              </a:rPr>
              <a:t> (Negara </a:t>
            </a:r>
            <a:r>
              <a:rPr lang="en-US" sz="4800" b="1" dirty="0" err="1">
                <a:effectLst>
                  <a:outerShdw blurRad="38100" dist="38100" dir="2700000" algn="tl">
                    <a:srgbClr val="000000">
                      <a:alpha val="43137"/>
                    </a:srgbClr>
                  </a:outerShdw>
                </a:effectLst>
              </a:rPr>
              <a:t>Dunia</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Ketiga</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lebih</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menekankan</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pada</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hak</a:t>
            </a:r>
            <a:r>
              <a:rPr lang="en-US" sz="4800" b="1" dirty="0">
                <a:effectLst>
                  <a:outerShdw blurRad="38100" dist="38100" dir="2700000" algn="tl">
                    <a:srgbClr val="000000">
                      <a:alpha val="43137"/>
                    </a:srgbClr>
                  </a:outerShdw>
                </a:effectLst>
              </a:rPr>
              <a:t> </a:t>
            </a:r>
            <a:r>
              <a:rPr lang="en-US" sz="4800" b="1" dirty="0" err="1">
                <a:effectLst>
                  <a:outerShdw blurRad="38100" dist="38100" dir="2700000" algn="tl">
                    <a:srgbClr val="000000">
                      <a:alpha val="43137"/>
                    </a:srgbClr>
                  </a:outerShdw>
                </a:effectLst>
              </a:rPr>
              <a:t>kolektif</a:t>
            </a:r>
            <a:endParaRPr lang="en-US" sz="4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93148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1" y="0"/>
            <a:ext cx="5678379" cy="6857999"/>
          </a:xfrm>
          <a:prstGeom prst="rect">
            <a:avLst/>
          </a:prstGeom>
          <a:noFill/>
          <a:ln w="9525">
            <a:solidFill>
              <a:schemeClr val="bg1"/>
            </a:solidFill>
            <a:miter lim="800000"/>
            <a:headEnd/>
            <a:tailEnd/>
          </a:ln>
          <a:effectLst/>
        </p:spPr>
      </p:pic>
      <p:sp>
        <p:nvSpPr>
          <p:cNvPr id="3" name="Content Placeholder 2"/>
          <p:cNvSpPr>
            <a:spLocks noGrp="1"/>
          </p:cNvSpPr>
          <p:nvPr>
            <p:ph idx="1"/>
          </p:nvPr>
        </p:nvSpPr>
        <p:spPr>
          <a:xfrm>
            <a:off x="1371600" y="249864"/>
            <a:ext cx="7239000" cy="6150936"/>
          </a:xfrm>
        </p:spPr>
        <p:txBody>
          <a:bodyPr>
            <a:normAutofit lnSpcReduction="10000"/>
          </a:bodyPr>
          <a:lstStyle/>
          <a:p>
            <a:pPr marL="0" indent="0" algn="ctr">
              <a:buNone/>
            </a:pPr>
            <a:r>
              <a:rPr lang="en-US" sz="2800" b="1" dirty="0">
                <a:effectLst>
                  <a:outerShdw blurRad="38100" dist="38100" dir="2700000" algn="tl">
                    <a:srgbClr val="000000">
                      <a:alpha val="43137"/>
                    </a:srgbClr>
                  </a:outerShdw>
                </a:effectLst>
              </a:rPr>
              <a:t>HAM </a:t>
            </a:r>
            <a:r>
              <a:rPr lang="en-US" sz="2800" b="1" dirty="0" err="1">
                <a:effectLst>
                  <a:outerShdw blurRad="38100" dist="38100" dir="2700000" algn="tl">
                    <a:srgbClr val="000000">
                      <a:alpha val="43137"/>
                    </a:srgbClr>
                  </a:outerShdw>
                </a:effectLst>
              </a:rPr>
              <a:t>dan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kebebasan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fudamental</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adalah</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hak</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manusia</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sejak</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lahir</a:t>
            </a:r>
            <a:r>
              <a:rPr lang="en-US" sz="2800" b="1" dirty="0">
                <a:effectLst>
                  <a:outerShdw blurRad="38100" dist="38100" dir="2700000" algn="tl">
                    <a:srgbClr val="000000">
                      <a:alpha val="43137"/>
                    </a:srgbClr>
                  </a:outerShdw>
                </a:effectLst>
              </a:rPr>
              <a:t> yang </a:t>
            </a:r>
            <a:r>
              <a:rPr lang="en-US" sz="2800" b="1" dirty="0" err="1">
                <a:effectLst>
                  <a:outerShdw blurRad="38100" dist="38100" dir="2700000" algn="tl">
                    <a:srgbClr val="000000">
                      <a:alpha val="43137"/>
                    </a:srgbClr>
                  </a:outerShdw>
                </a:effectLst>
              </a:rPr>
              <a:t>tidak</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dapat</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diabaikan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dan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dijamin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oleh</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hukum</a:t>
            </a:r>
            <a:endParaRPr lang="en-US" sz="2800" b="1" dirty="0">
              <a:effectLst>
                <a:outerShdw blurRad="38100" dist="38100" dir="2700000" algn="tl">
                  <a:srgbClr val="000000">
                    <a:alpha val="43137"/>
                  </a:srgbClr>
                </a:outerShdw>
              </a:effectLst>
            </a:endParaRPr>
          </a:p>
          <a:p>
            <a:pPr marL="0" indent="0" algn="ctr">
              <a:buNone/>
            </a:pPr>
            <a:r>
              <a:rPr lang="en-US" sz="2800" b="1" dirty="0">
                <a:effectLst>
                  <a:outerShdw blurRad="38100" dist="38100" dir="2700000" algn="tl">
                    <a:srgbClr val="000000">
                      <a:alpha val="43137"/>
                    </a:srgbClr>
                  </a:outerShdw>
                </a:effectLst>
              </a:rPr>
              <a:t>(</a:t>
            </a:r>
            <a:r>
              <a:rPr lang="en-US" sz="2800" b="1" dirty="0" err="1">
                <a:effectLst>
                  <a:outerShdw blurRad="38100" dist="38100" dir="2700000" algn="tl">
                    <a:srgbClr val="000000">
                      <a:alpha val="43137"/>
                    </a:srgbClr>
                  </a:outerShdw>
                </a:effectLst>
              </a:rPr>
              <a:t>Wayarabi</a:t>
            </a:r>
            <a:r>
              <a:rPr lang="en-US" sz="2800" b="1" dirty="0">
                <a:effectLst>
                  <a:outerShdw blurRad="38100" dist="38100" dir="2700000" algn="tl">
                    <a:srgbClr val="000000">
                      <a:alpha val="43137"/>
                    </a:srgbClr>
                  </a:outerShdw>
                </a:effectLst>
              </a:rPr>
              <a:t>)</a:t>
            </a:r>
          </a:p>
          <a:p>
            <a:pPr marL="0" indent="0" algn="ctr">
              <a:buNone/>
            </a:pPr>
            <a:endParaRPr lang="en-US" sz="2800" b="1" dirty="0">
              <a:effectLst>
                <a:outerShdw blurRad="38100" dist="38100" dir="2700000" algn="tl">
                  <a:srgbClr val="000000">
                    <a:alpha val="43137"/>
                  </a:srgbClr>
                </a:outerShdw>
              </a:effectLst>
            </a:endParaRPr>
          </a:p>
          <a:p>
            <a:pPr marL="0" indent="0" algn="ctr">
              <a:buNone/>
            </a:pPr>
            <a:r>
              <a:rPr lang="en-US" sz="4400" b="1" dirty="0">
                <a:effectLst>
                  <a:outerShdw blurRad="38100" dist="38100" dir="2700000" algn="tl">
                    <a:srgbClr val="000000">
                      <a:alpha val="43137"/>
                    </a:srgbClr>
                  </a:outerShdw>
                </a:effectLst>
              </a:rPr>
              <a:t>Demi HAM </a:t>
            </a:r>
            <a:r>
              <a:rPr lang="en-US" sz="4400" b="1" dirty="0" err="1">
                <a:effectLst>
                  <a:outerShdw blurRad="38100" dist="38100" dir="2700000" algn="tl">
                    <a:srgbClr val="000000">
                      <a:alpha val="43137"/>
                    </a:srgbClr>
                  </a:outerShdw>
                </a:effectLst>
              </a:rPr>
              <a:t>idividual</a:t>
            </a:r>
            <a:r>
              <a:rPr lang="en-US" sz="4400" b="1" dirty="0">
                <a:effectLst>
                  <a:outerShdw blurRad="38100" dist="38100" dir="2700000" algn="tl">
                    <a:srgbClr val="000000">
                      <a:alpha val="43137"/>
                    </a:srgbClr>
                  </a:outerShdw>
                </a:effectLst>
              </a:rPr>
              <a:t> akan melahirkan konflik dan membahayakan semangat </a:t>
            </a:r>
            <a:r>
              <a:rPr lang="en-US" sz="4400" b="1" dirty="0" err="1">
                <a:effectLst>
                  <a:outerShdw blurRad="38100" dist="38100" dir="2700000" algn="tl">
                    <a:srgbClr val="000000">
                      <a:alpha val="43137"/>
                    </a:srgbClr>
                  </a:outerShdw>
                </a:effectLst>
              </a:rPr>
              <a:t>komunitarian</a:t>
            </a:r>
            <a:endParaRPr lang="en-US" sz="4400" b="1" dirty="0">
              <a:effectLst>
                <a:outerShdw blurRad="38100" dist="38100" dir="2700000" algn="tl">
                  <a:srgbClr val="000000">
                    <a:alpha val="43137"/>
                  </a:srgbClr>
                </a:outerShdw>
              </a:effectLst>
            </a:endParaRPr>
          </a:p>
          <a:p>
            <a:pPr marL="0" indent="0" algn="ctr">
              <a:buNone/>
            </a:pPr>
            <a:r>
              <a:rPr lang="en-US" sz="4400" b="1" dirty="0">
                <a:effectLst>
                  <a:outerShdw blurRad="38100" dist="38100" dir="2700000" algn="tl">
                    <a:srgbClr val="000000">
                      <a:alpha val="43137"/>
                    </a:srgbClr>
                  </a:outerShdw>
                </a:effectLst>
              </a:rPr>
              <a:t>(Hernandez)</a:t>
            </a:r>
          </a:p>
        </p:txBody>
      </p:sp>
    </p:spTree>
    <p:extLst>
      <p:ext uri="{BB962C8B-B14F-4D97-AF65-F5344CB8AC3E}">
        <p14:creationId xmlns:p14="http://schemas.microsoft.com/office/powerpoint/2010/main" val="3749379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0" y="0"/>
            <a:ext cx="1752600" cy="6850101"/>
          </a:xfrm>
          <a:prstGeom prst="rect">
            <a:avLst/>
          </a:prstGeom>
          <a:noFill/>
          <a:ln w="9525">
            <a:noFill/>
            <a:miter lim="800000"/>
            <a:headEnd/>
            <a:tailEnd/>
          </a:ln>
          <a:effectLst/>
        </p:spPr>
      </p:pic>
      <p:sp>
        <p:nvSpPr>
          <p:cNvPr id="2" name="Title 1"/>
          <p:cNvSpPr>
            <a:spLocks noGrp="1"/>
          </p:cNvSpPr>
          <p:nvPr>
            <p:ph type="title"/>
          </p:nvPr>
        </p:nvSpPr>
        <p:spPr>
          <a:xfrm>
            <a:off x="1770797" y="76996"/>
            <a:ext cx="6589199" cy="1280890"/>
          </a:xfrm>
        </p:spPr>
        <p:txBody>
          <a:bodyPr>
            <a:noAutofit/>
          </a:bodyPr>
          <a:lstStyle/>
          <a:p>
            <a:r>
              <a:rPr lang="en-US" dirty="0"/>
              <a:t>KATEGORI HAM</a:t>
            </a:r>
          </a:p>
        </p:txBody>
      </p:sp>
      <p:graphicFrame>
        <p:nvGraphicFramePr>
          <p:cNvPr id="4" name="Content Placeholder 3"/>
          <p:cNvGraphicFramePr>
            <a:graphicFrameLocks noGrp="1"/>
          </p:cNvGraphicFramePr>
          <p:nvPr>
            <p:ph idx="1"/>
          </p:nvPr>
        </p:nvGraphicFramePr>
        <p:xfrm>
          <a:off x="2590800" y="838200"/>
          <a:ext cx="3986376" cy="3840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76200" y="1765518"/>
            <a:ext cx="2743200" cy="181588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lgn="ctr"/>
            <a:r>
              <a:rPr lang="id-ID" sz="1600" dirty="0"/>
              <a:t>“</a:t>
            </a:r>
            <a:r>
              <a:rPr lang="id-ID" sz="1600" i="1" dirty="0"/>
              <a:t>first generation of rights</a:t>
            </a:r>
            <a:r>
              <a:rPr lang="id-ID" sz="1600" dirty="0"/>
              <a:t>”, diatur dalam beberapa pasal Deklarasi Universal Hak-Hak Asasi Manusia, dan dalam Kovenan Internasional mengenai Hak-hak Sipil dan Politik. </a:t>
            </a:r>
            <a:endParaRPr lang="en-US" sz="1600" dirty="0"/>
          </a:p>
        </p:txBody>
      </p:sp>
      <p:sp>
        <p:nvSpPr>
          <p:cNvPr id="6" name="Rectangle 5"/>
          <p:cNvSpPr/>
          <p:nvPr/>
        </p:nvSpPr>
        <p:spPr>
          <a:xfrm>
            <a:off x="6553200" y="1600200"/>
            <a:ext cx="2438400" cy="206210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ctr"/>
            <a:r>
              <a:rPr lang="id-ID" sz="1600" dirty="0"/>
              <a:t>“</a:t>
            </a:r>
            <a:r>
              <a:rPr lang="id-ID" sz="1600" i="1" dirty="0"/>
              <a:t>second generation of rights</a:t>
            </a:r>
            <a:r>
              <a:rPr lang="en-US" sz="1600" dirty="0"/>
              <a:t>”</a:t>
            </a:r>
            <a:r>
              <a:rPr lang="id-ID" sz="1600" dirty="0"/>
              <a:t>,</a:t>
            </a:r>
            <a:r>
              <a:rPr lang="en-US" sz="1600" dirty="0"/>
              <a:t> </a:t>
            </a:r>
            <a:r>
              <a:rPr lang="id-ID" sz="1600" dirty="0"/>
              <a:t>diatur dalam beberapa pasal DUHAM, dan secara khusus dalam Kovenan Internasional mengenai Hak-hak Ekonomi, Sosial dan Budaya). </a:t>
            </a:r>
            <a:endParaRPr lang="en-US" sz="1600" dirty="0"/>
          </a:p>
        </p:txBody>
      </p:sp>
      <p:sp>
        <p:nvSpPr>
          <p:cNvPr id="7" name="Rectangle 6"/>
          <p:cNvSpPr/>
          <p:nvPr/>
        </p:nvSpPr>
        <p:spPr>
          <a:xfrm>
            <a:off x="2286000" y="4648200"/>
            <a:ext cx="4572000" cy="175432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id-ID" dirty="0"/>
              <a:t>“</a:t>
            </a:r>
            <a:r>
              <a:rPr lang="id-ID" i="1" dirty="0"/>
              <a:t>the third generation of  rights</a:t>
            </a:r>
            <a:r>
              <a:rPr lang="id-ID" dirty="0"/>
              <a:t>”. </a:t>
            </a:r>
            <a:r>
              <a:rPr lang="en-US" dirty="0"/>
              <a:t> </a:t>
            </a:r>
          </a:p>
          <a:p>
            <a:pPr lvl="0" algn="ctr"/>
            <a:r>
              <a:rPr lang="en-US" dirty="0" err="1"/>
              <a:t>Hak</a:t>
            </a:r>
            <a:r>
              <a:rPr lang="en-US" dirty="0"/>
              <a:t> </a:t>
            </a:r>
            <a:r>
              <a:rPr lang="en-US" dirty="0" err="1"/>
              <a:t>atas</a:t>
            </a:r>
            <a:r>
              <a:rPr lang="en-US" dirty="0"/>
              <a:t> </a:t>
            </a:r>
            <a:r>
              <a:rPr lang="en-US" dirty="0" err="1"/>
              <a:t>perdamaian</a:t>
            </a:r>
            <a:r>
              <a:rPr lang="en-US" dirty="0"/>
              <a:t>, </a:t>
            </a:r>
            <a:r>
              <a:rPr lang="en-US" dirty="0" err="1"/>
              <a:t>lingkungan</a:t>
            </a:r>
            <a:r>
              <a:rPr lang="en-US" dirty="0"/>
              <a:t>, </a:t>
            </a:r>
            <a:r>
              <a:rPr lang="en-US" dirty="0" err="1"/>
              <a:t>dan</a:t>
            </a:r>
            <a:r>
              <a:rPr lang="en-US" dirty="0"/>
              <a:t> </a:t>
            </a:r>
            <a:r>
              <a:rPr lang="id-ID" dirty="0"/>
              <a:t>pembangunan, </a:t>
            </a:r>
            <a:endParaRPr lang="en-US" dirty="0"/>
          </a:p>
          <a:p>
            <a:pPr lvl="0" algn="ctr"/>
            <a:r>
              <a:rPr lang="id-ID" dirty="0"/>
              <a:t>tercantum dalam Resolusi Majelis Umum PBB, tahun 1986, dan Deklarasi HAM Dunia di Wina, tahun 1993.</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0" y="0"/>
            <a:ext cx="1752600" cy="6850101"/>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pPr algn="ctr"/>
            <a:r>
              <a:rPr lang="en-US" dirty="0" err="1"/>
              <a:t>Tiga</a:t>
            </a:r>
            <a:r>
              <a:rPr lang="en-US" dirty="0"/>
              <a:t> </a:t>
            </a:r>
            <a:r>
              <a:rPr lang="en-US" dirty="0" err="1"/>
              <a:t>generasi</a:t>
            </a:r>
            <a:r>
              <a:rPr lang="en-US" dirty="0"/>
              <a:t> </a:t>
            </a:r>
            <a:r>
              <a:rPr lang="en-US" dirty="0" err="1"/>
              <a:t>hak</a:t>
            </a:r>
            <a:r>
              <a:rPr lang="en-US" dirty="0"/>
              <a:t> </a:t>
            </a:r>
            <a:r>
              <a:rPr lang="en-US" dirty="0" err="1"/>
              <a:t>asasi</a:t>
            </a:r>
            <a:r>
              <a:rPr lang="en-US" dirty="0"/>
              <a:t> </a:t>
            </a:r>
            <a:r>
              <a:rPr lang="en-US" dirty="0" err="1"/>
              <a:t>manusia</a:t>
            </a:r>
            <a:endParaRPr lang="en-US" dirty="0"/>
          </a:p>
        </p:txBody>
      </p:sp>
      <p:sp>
        <p:nvSpPr>
          <p:cNvPr id="3" name="Content Placeholder 2"/>
          <p:cNvSpPr>
            <a:spLocks noGrp="1"/>
          </p:cNvSpPr>
          <p:nvPr>
            <p:ph idx="1"/>
          </p:nvPr>
        </p:nvSpPr>
        <p:spPr>
          <a:xfrm>
            <a:off x="762000" y="1722437"/>
            <a:ext cx="8229600" cy="5135563"/>
          </a:xfrm>
        </p:spPr>
        <p:txBody>
          <a:bodyPr>
            <a:noAutofit/>
          </a:bodyPr>
          <a:lstStyle/>
          <a:p>
            <a:r>
              <a:rPr lang="en-US" sz="3600" b="1" dirty="0" err="1">
                <a:effectLst>
                  <a:outerShdw blurRad="38100" dist="38100" dir="2700000" algn="tl">
                    <a:srgbClr val="000000">
                      <a:alpha val="43137"/>
                    </a:srgbClr>
                  </a:outerShdw>
                </a:effectLst>
                <a:latin typeface="Beautiful Every Time" pitchFamily="2" charset="0"/>
              </a:rPr>
              <a:t>Generasi</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pertama</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Hak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hidup</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hak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kebebasan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beragama</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dan</a:t>
            </a:r>
            <a:r>
              <a:rPr lang="en-US" sz="3600" b="1" dirty="0">
                <a:effectLst>
                  <a:outerShdw blurRad="38100" dist="38100" dir="2700000" algn="tl">
                    <a:srgbClr val="000000">
                      <a:alpha val="43137"/>
                    </a:srgbClr>
                  </a:outerShdw>
                </a:effectLst>
                <a:latin typeface="Beautiful Every Time" pitchFamily="2" charset="0"/>
              </a:rPr>
              <a:t>/</a:t>
            </a:r>
            <a:r>
              <a:rPr lang="en-US" sz="3600" b="1" dirty="0" err="1">
                <a:effectLst>
                  <a:outerShdw blurRad="38100" dist="38100" dir="2700000" algn="tl">
                    <a:srgbClr val="000000">
                      <a:alpha val="43137"/>
                    </a:srgbClr>
                  </a:outerShdw>
                </a:effectLst>
                <a:latin typeface="Beautiful Every Time" pitchFamily="2" charset="0"/>
              </a:rPr>
              <a:t>atau</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kepercayaan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hak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untuk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diperoses</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secara</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hukum</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dengan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seadil-adilnya</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hak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untuk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mengemukakan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pendapat</a:t>
            </a:r>
            <a:r>
              <a:rPr lang="en-US" sz="3600" b="1" dirty="0">
                <a:effectLst>
                  <a:outerShdw blurRad="38100" dist="38100" dir="2700000" algn="tl">
                    <a:srgbClr val="000000">
                      <a:alpha val="43137"/>
                    </a:srgbClr>
                  </a:outerShdw>
                </a:effectLst>
                <a:latin typeface="Beautiful Every Time" pitchFamily="2" charset="0"/>
              </a:rPr>
              <a:t> (</a:t>
            </a:r>
            <a:r>
              <a:rPr lang="en-US" sz="3600" b="1" i="1" dirty="0">
                <a:effectLst>
                  <a:outerShdw blurRad="38100" dist="38100" dir="2700000" algn="tl">
                    <a:srgbClr val="000000">
                      <a:alpha val="43137"/>
                    </a:srgbClr>
                  </a:outerShdw>
                </a:effectLst>
                <a:latin typeface="Beautiful Every Time" pitchFamily="2" charset="0"/>
              </a:rPr>
              <a:t>freedom of speech</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dan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hak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untuk</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turut</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serta</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dalam</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pengambilan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keputusan</a:t>
            </a:r>
            <a:r>
              <a:rPr lang="en-US" sz="3600" b="1" dirty="0">
                <a:effectLst>
                  <a:outerShdw blurRad="38100" dist="38100" dir="2700000" algn="tl">
                    <a:srgbClr val="000000">
                      <a:alpha val="43137"/>
                    </a:srgbClr>
                  </a:outerShdw>
                </a:effectLst>
                <a:latin typeface="Beautiful Every Time" pitchFamily="2" charset="0"/>
              </a:rPr>
              <a:t> </a:t>
            </a:r>
            <a:r>
              <a:rPr lang="en-US" sz="3600" b="1" dirty="0" err="1">
                <a:effectLst>
                  <a:outerShdw blurRad="38100" dist="38100" dir="2700000" algn="tl">
                    <a:srgbClr val="000000">
                      <a:alpha val="43137"/>
                    </a:srgbClr>
                  </a:outerShdw>
                </a:effectLst>
                <a:latin typeface="Beautiful Every Time" pitchFamily="2" charset="0"/>
              </a:rPr>
              <a:t>bersama</a:t>
            </a:r>
            <a:r>
              <a:rPr lang="en-US" sz="3600" b="1" dirty="0">
                <a:effectLst>
                  <a:outerShdw blurRad="38100" dist="38100" dir="2700000" algn="tl">
                    <a:srgbClr val="000000">
                      <a:alpha val="43137"/>
                    </a:srgbClr>
                  </a:outerShdw>
                </a:effectLst>
                <a:latin typeface="Beautiful Every Time" pitchFamily="2" charset="0"/>
              </a:rPr>
              <a:t> (</a:t>
            </a:r>
            <a:r>
              <a:rPr lang="en-US" sz="3600" b="1" i="1" dirty="0">
                <a:effectLst>
                  <a:outerShdw blurRad="38100" dist="38100" dir="2700000" algn="tl">
                    <a:srgbClr val="000000">
                      <a:alpha val="43137"/>
                    </a:srgbClr>
                  </a:outerShdw>
                </a:effectLst>
                <a:latin typeface="Beautiful Every Time" pitchFamily="2" charset="0"/>
              </a:rPr>
              <a:t>voting rights</a:t>
            </a:r>
            <a:r>
              <a:rPr lang="en-US" sz="3600" b="1" dirty="0">
                <a:effectLst>
                  <a:outerShdw blurRad="38100" dist="38100" dir="2700000" algn="tl">
                    <a:srgbClr val="000000">
                      <a:alpha val="43137"/>
                    </a:srgbClr>
                  </a:outerShdw>
                </a:effectLst>
                <a:latin typeface="Beautiful Every Time" pitchFamily="2" charset="0"/>
              </a:rPr>
              <a:t>)</a:t>
            </a:r>
          </a:p>
        </p:txBody>
      </p:sp>
    </p:spTree>
    <p:extLst>
      <p:ext uri="{BB962C8B-B14F-4D97-AF65-F5344CB8AC3E}">
        <p14:creationId xmlns:p14="http://schemas.microsoft.com/office/powerpoint/2010/main" val="1100762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0" y="0"/>
            <a:ext cx="1752600" cy="6850101"/>
          </a:xfrm>
          <a:prstGeom prst="rect">
            <a:avLst/>
          </a:prstGeom>
          <a:noFill/>
          <a:ln w="9525">
            <a:noFill/>
            <a:miter lim="800000"/>
            <a:headEnd/>
            <a:tailEnd/>
          </a:ln>
          <a:effectLst/>
        </p:spPr>
      </p:pic>
      <p:sp>
        <p:nvSpPr>
          <p:cNvPr id="3" name="Content Placeholder 2"/>
          <p:cNvSpPr>
            <a:spLocks noGrp="1"/>
          </p:cNvSpPr>
          <p:nvPr>
            <p:ph idx="1"/>
          </p:nvPr>
        </p:nvSpPr>
        <p:spPr>
          <a:xfrm>
            <a:off x="1752600" y="685800"/>
            <a:ext cx="5943600" cy="4191000"/>
          </a:xfrm>
        </p:spPr>
        <p:txBody>
          <a:bodyPr>
            <a:noAutofit/>
          </a:bodyPr>
          <a:lstStyle/>
          <a:p>
            <a:r>
              <a:rPr lang="en-US" sz="3200" b="1" dirty="0" err="1">
                <a:effectLst>
                  <a:outerShdw blurRad="38100" dist="38100" dir="2700000" algn="tl">
                    <a:srgbClr val="000000">
                      <a:alpha val="43137"/>
                    </a:srgbClr>
                  </a:outerShdw>
                </a:effectLst>
                <a:latin typeface="Beautiful Every Time" pitchFamily="2" charset="0"/>
              </a:rPr>
              <a:t>Generasi</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kedua</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hak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demokrasi</a:t>
            </a:r>
            <a:r>
              <a:rPr lang="en-US" sz="3200" b="1" dirty="0">
                <a:effectLst>
                  <a:outerShdw blurRad="38100" dist="38100" dir="2700000" algn="tl">
                    <a:srgbClr val="000000">
                      <a:alpha val="43137"/>
                    </a:srgbClr>
                  </a:outerShdw>
                </a:effectLst>
                <a:latin typeface="Beautiful Every Time" pitchFamily="2" charset="0"/>
              </a:rPr>
              <a:t>, proses </a:t>
            </a:r>
            <a:r>
              <a:rPr lang="en-US" sz="3200" b="1" dirty="0" err="1">
                <a:effectLst>
                  <a:outerShdw blurRad="38100" dist="38100" dir="2700000" algn="tl">
                    <a:srgbClr val="000000">
                      <a:alpha val="43137"/>
                    </a:srgbClr>
                  </a:outerShdw>
                </a:effectLst>
                <a:latin typeface="Beautiful Every Time" pitchFamily="2" charset="0"/>
              </a:rPr>
              <a:t>sebuah</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negara</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membuahkan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kebijakan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dan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kondisi</a:t>
            </a:r>
            <a:r>
              <a:rPr lang="en-US" sz="3200" b="1" dirty="0">
                <a:effectLst>
                  <a:outerShdw blurRad="38100" dist="38100" dir="2700000" algn="tl">
                    <a:srgbClr val="000000">
                      <a:alpha val="43137"/>
                    </a:srgbClr>
                  </a:outerShdw>
                </a:effectLst>
                <a:latin typeface="Beautiful Every Time" pitchFamily="2" charset="0"/>
              </a:rPr>
              <a:t> yang </a:t>
            </a:r>
            <a:r>
              <a:rPr lang="en-US" sz="3200" b="1" dirty="0" err="1">
                <a:effectLst>
                  <a:outerShdw blurRad="38100" dist="38100" dir="2700000" algn="tl">
                    <a:srgbClr val="000000">
                      <a:alpha val="43137"/>
                    </a:srgbClr>
                  </a:outerShdw>
                </a:effectLst>
                <a:latin typeface="Beautiful Every Time" pitchFamily="2" charset="0"/>
              </a:rPr>
              <a:t>memungkinkan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suatu</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kehidupan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semakin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manusiawi</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Termasuk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dalam</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hak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ini</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adalah</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hak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atas</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layanan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kesehatan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hak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atas</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pekerjaan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hak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atas</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pendidikan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hak</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atas</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jaminan</a:t>
            </a:r>
            <a:r>
              <a:rPr lang="en-US" sz="3200" b="1" dirty="0">
                <a:effectLst>
                  <a:outerShdw blurRad="38100" dist="38100" dir="2700000" algn="tl">
                    <a:srgbClr val="000000">
                      <a:alpha val="43137"/>
                    </a:srgbClr>
                  </a:outerShdw>
                </a:effectLst>
                <a:latin typeface="Beautiful Every Time" pitchFamily="2" charset="0"/>
              </a:rPr>
              <a:t> </a:t>
            </a:r>
            <a:r>
              <a:rPr lang="en-US" sz="3200" b="1" dirty="0" err="1">
                <a:effectLst>
                  <a:outerShdw blurRad="38100" dist="38100" dir="2700000" algn="tl">
                    <a:srgbClr val="000000">
                      <a:alpha val="43137"/>
                    </a:srgbClr>
                  </a:outerShdw>
                </a:effectLst>
                <a:latin typeface="Beautiful Every Time" pitchFamily="2" charset="0"/>
              </a:rPr>
              <a:t>sosial</a:t>
            </a:r>
            <a:endParaRPr lang="en-US" sz="3200" b="1" dirty="0">
              <a:effectLst>
                <a:outerShdw blurRad="38100" dist="38100" dir="2700000" algn="tl">
                  <a:srgbClr val="000000">
                    <a:alpha val="43137"/>
                  </a:srgbClr>
                </a:outerShdw>
              </a:effectLst>
              <a:latin typeface="Beautiful Every Time" pitchFamily="2" charset="0"/>
            </a:endParaRPr>
          </a:p>
        </p:txBody>
      </p:sp>
    </p:spTree>
    <p:extLst>
      <p:ext uri="{BB962C8B-B14F-4D97-AF65-F5344CB8AC3E}">
        <p14:creationId xmlns:p14="http://schemas.microsoft.com/office/powerpoint/2010/main" val="231859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0" y="0"/>
            <a:ext cx="1752600" cy="6850101"/>
          </a:xfrm>
          <a:prstGeom prst="rect">
            <a:avLst/>
          </a:prstGeom>
          <a:noFill/>
          <a:ln w="9525">
            <a:noFill/>
            <a:miter lim="800000"/>
            <a:headEnd/>
            <a:tailEnd/>
          </a:ln>
          <a:effectLst/>
        </p:spPr>
      </p:pic>
      <p:sp>
        <p:nvSpPr>
          <p:cNvPr id="3" name="Content Placeholder 2"/>
          <p:cNvSpPr>
            <a:spLocks noGrp="1"/>
          </p:cNvSpPr>
          <p:nvPr>
            <p:ph idx="1"/>
          </p:nvPr>
        </p:nvSpPr>
        <p:spPr>
          <a:xfrm>
            <a:off x="1597925" y="0"/>
            <a:ext cx="7543800" cy="6553200"/>
          </a:xfrm>
        </p:spPr>
        <p:txBody>
          <a:bodyPr>
            <a:noAutofit/>
          </a:bodyPr>
          <a:lstStyle/>
          <a:p>
            <a:r>
              <a:rPr lang="en-US" sz="2800" b="1" dirty="0" err="1">
                <a:effectLst>
                  <a:outerShdw blurRad="38100" dist="38100" dir="2700000" algn="tl">
                    <a:srgbClr val="000000">
                      <a:alpha val="43137"/>
                    </a:srgbClr>
                  </a:outerShdw>
                </a:effectLst>
                <a:latin typeface="Beautiful Every Time" pitchFamily="2" charset="0"/>
              </a:rPr>
              <a:t>Generasi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ketiga</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hak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ekonomi</a:t>
            </a:r>
            <a:r>
              <a:rPr lang="en-US" sz="2800" b="1" dirty="0">
                <a:effectLst>
                  <a:outerShdw blurRad="38100" dist="38100" dir="2700000" algn="tl">
                    <a:srgbClr val="000000">
                      <a:alpha val="43137"/>
                    </a:srgbClr>
                  </a:outerShdw>
                </a:effectLst>
                <a:latin typeface="Beautiful Every Time" pitchFamily="2" charset="0"/>
              </a:rPr>
              <a:t> – </a:t>
            </a:r>
            <a:r>
              <a:rPr lang="en-US" sz="2800" b="1" dirty="0" err="1">
                <a:effectLst>
                  <a:outerShdw blurRad="38100" dist="38100" dir="2700000" algn="tl">
                    <a:srgbClr val="000000">
                      <a:alpha val="43137"/>
                    </a:srgbClr>
                  </a:outerShdw>
                </a:effectLst>
                <a:latin typeface="Beautiful Every Time" pitchFamily="2" charset="0"/>
              </a:rPr>
              <a:t>sosial</a:t>
            </a:r>
            <a:r>
              <a:rPr lang="en-US" sz="2800" b="1" dirty="0">
                <a:effectLst>
                  <a:outerShdw blurRad="38100" dist="38100" dir="2700000" algn="tl">
                    <a:srgbClr val="000000">
                      <a:alpha val="43137"/>
                    </a:srgbClr>
                  </a:outerShdw>
                </a:effectLst>
                <a:latin typeface="Beautiful Every Time" pitchFamily="2" charset="0"/>
              </a:rPr>
              <a:t> – </a:t>
            </a:r>
            <a:r>
              <a:rPr lang="en-US" sz="2800" b="1" dirty="0" err="1">
                <a:effectLst>
                  <a:outerShdw blurRad="38100" dist="38100" dir="2700000" algn="tl">
                    <a:srgbClr val="000000">
                      <a:alpha val="43137"/>
                    </a:srgbClr>
                  </a:outerShdw>
                </a:effectLst>
                <a:latin typeface="Beautiful Every Time" pitchFamily="2" charset="0"/>
              </a:rPr>
              <a:t>kultural</a:t>
            </a:r>
            <a:r>
              <a:rPr lang="en-US" sz="2800" b="1" dirty="0">
                <a:effectLst>
                  <a:outerShdw blurRad="38100" dist="38100" dir="2700000" algn="tl">
                    <a:srgbClr val="000000">
                      <a:alpha val="43137"/>
                    </a:srgbClr>
                  </a:outerShdw>
                </a:effectLst>
                <a:latin typeface="Beautiful Every Time" pitchFamily="2" charset="0"/>
              </a:rPr>
              <a:t> – </a:t>
            </a:r>
            <a:r>
              <a:rPr lang="en-US" sz="2800" b="1" dirty="0" err="1">
                <a:effectLst>
                  <a:outerShdw blurRad="38100" dist="38100" dir="2700000" algn="tl">
                    <a:srgbClr val="000000">
                      <a:alpha val="43137"/>
                    </a:srgbClr>
                  </a:outerShdw>
                </a:effectLst>
                <a:latin typeface="Beautiful Every Time" pitchFamily="2" charset="0"/>
              </a:rPr>
              <a:t>kolektif</a:t>
            </a:r>
            <a:endParaRPr lang="en-US" sz="2800" b="1" dirty="0">
              <a:effectLst>
                <a:outerShdw blurRad="38100" dist="38100" dir="2700000" algn="tl">
                  <a:srgbClr val="000000">
                    <a:alpha val="43137"/>
                  </a:srgbClr>
                </a:outerShdw>
              </a:effectLst>
              <a:latin typeface="Beautiful Every Time" pitchFamily="2" charset="0"/>
            </a:endParaRPr>
          </a:p>
          <a:p>
            <a:pPr marL="0" indent="0">
              <a:buNone/>
            </a:pPr>
            <a:r>
              <a:rPr lang="en-US" sz="2800" b="1" dirty="0" err="1">
                <a:effectLst>
                  <a:outerShdw blurRad="38100" dist="38100" dir="2700000" algn="tl">
                    <a:srgbClr val="000000">
                      <a:alpha val="43137"/>
                    </a:srgbClr>
                  </a:outerShdw>
                </a:effectLst>
                <a:latin typeface="Beautiful Every Time" pitchFamily="2" charset="0"/>
              </a:rPr>
              <a:t>Merupakan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bagian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dari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pengakuan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akan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perlindungan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keseluruhan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kehidupan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manusia</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baik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sekarang</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maupun</a:t>
            </a:r>
            <a:r>
              <a:rPr lang="en-US" sz="2800" b="1" dirty="0">
                <a:effectLst>
                  <a:outerShdw blurRad="38100" dist="38100" dir="2700000" algn="tl">
                    <a:srgbClr val="000000">
                      <a:alpha val="43137"/>
                    </a:srgbClr>
                  </a:outerShdw>
                </a:effectLst>
                <a:latin typeface="Beautiful Every Time" pitchFamily="2" charset="0"/>
              </a:rPr>
              <a:t> yang </a:t>
            </a:r>
            <a:r>
              <a:rPr lang="en-US" sz="2800" b="1" dirty="0" err="1">
                <a:effectLst>
                  <a:outerShdw blurRad="38100" dist="38100" dir="2700000" algn="tl">
                    <a:srgbClr val="000000">
                      <a:alpha val="43137"/>
                    </a:srgbClr>
                  </a:outerShdw>
                </a:effectLst>
                <a:latin typeface="Beautiful Every Time" pitchFamily="2" charset="0"/>
              </a:rPr>
              <a:t>akan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datang</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baik</a:t>
            </a:r>
            <a:r>
              <a:rPr lang="en-US" sz="2800" b="1" dirty="0">
                <a:effectLst>
                  <a:outerShdw blurRad="38100" dist="38100" dir="2700000" algn="tl">
                    <a:srgbClr val="000000">
                      <a:alpha val="43137"/>
                    </a:srgbClr>
                  </a:outerShdw>
                </a:effectLst>
                <a:latin typeface="Beautiful Every Time" pitchFamily="2" charset="0"/>
              </a:rPr>
              <a:t> di </a:t>
            </a:r>
            <a:r>
              <a:rPr lang="en-US" sz="2800" b="1" dirty="0" err="1">
                <a:effectLst>
                  <a:outerShdw blurRad="38100" dist="38100" dir="2700000" algn="tl">
                    <a:srgbClr val="000000">
                      <a:alpha val="43137"/>
                    </a:srgbClr>
                  </a:outerShdw>
                </a:effectLst>
                <a:latin typeface="Beautiful Every Time" pitchFamily="2" charset="0"/>
              </a:rPr>
              <a:t>satu</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kumunitas</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maupun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antar</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komunitas</a:t>
            </a:r>
            <a:r>
              <a:rPr lang="en-US" sz="2800" b="1" dirty="0">
                <a:effectLst>
                  <a:outerShdw blurRad="38100" dist="38100" dir="2700000" algn="tl">
                    <a:srgbClr val="000000">
                      <a:alpha val="43137"/>
                    </a:srgbClr>
                  </a:outerShdw>
                </a:effectLst>
                <a:latin typeface="Beautiful Every Time" pitchFamily="2" charset="0"/>
              </a:rPr>
              <a:t>. Ada </a:t>
            </a:r>
            <a:r>
              <a:rPr lang="en-US" sz="2800" b="1" dirty="0" err="1">
                <a:effectLst>
                  <a:outerShdw blurRad="38100" dist="38100" dir="2700000" algn="tl">
                    <a:srgbClr val="000000">
                      <a:alpha val="43137"/>
                    </a:srgbClr>
                  </a:outerShdw>
                </a:effectLst>
                <a:latin typeface="Beautiful Every Time" pitchFamily="2" charset="0"/>
              </a:rPr>
              <a:t>suatu</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pemahaman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bahwa</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kehidupan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dipengaruhi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oleh</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dimensi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masa</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lalu</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masa</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sekarang</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dan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masa</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mendatang</a:t>
            </a:r>
            <a:r>
              <a:rPr lang="en-US" sz="2800" b="1" dirty="0">
                <a:effectLst>
                  <a:outerShdw blurRad="38100" dist="38100" dir="2700000" algn="tl">
                    <a:srgbClr val="000000">
                      <a:alpha val="43137"/>
                    </a:srgbClr>
                  </a:outerShdw>
                </a:effectLst>
                <a:latin typeface="Beautiful Every Time" pitchFamily="2" charset="0"/>
              </a:rPr>
              <a:t>.</a:t>
            </a:r>
          </a:p>
          <a:p>
            <a:pPr marL="0" indent="0">
              <a:buNone/>
            </a:pPr>
            <a:r>
              <a:rPr lang="en-US" sz="2800" b="1" dirty="0" err="1">
                <a:effectLst>
                  <a:outerShdw blurRad="38100" dist="38100" dir="2700000" algn="tl">
                    <a:srgbClr val="000000">
                      <a:alpha val="43137"/>
                    </a:srgbClr>
                  </a:outerShdw>
                </a:effectLst>
                <a:latin typeface="Beautiful Every Time" pitchFamily="2" charset="0"/>
              </a:rPr>
              <a:t>Generasi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hak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ini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adalah</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termasuk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hak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atas</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perlindungan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lingkungan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hak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masyarakat</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adat</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hak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ekonomi</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dan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pembangunan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hak</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menentukan</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nasib</a:t>
            </a:r>
            <a:r>
              <a:rPr lang="en-US" sz="2800" b="1" dirty="0">
                <a:effectLst>
                  <a:outerShdw blurRad="38100" dist="38100" dir="2700000" algn="tl">
                    <a:srgbClr val="000000">
                      <a:alpha val="43137"/>
                    </a:srgbClr>
                  </a:outerShdw>
                </a:effectLst>
                <a:latin typeface="Beautiful Every Time" pitchFamily="2" charset="0"/>
              </a:rPr>
              <a:t> </a:t>
            </a:r>
            <a:r>
              <a:rPr lang="en-US" sz="2800" b="1" dirty="0" err="1">
                <a:effectLst>
                  <a:outerShdw blurRad="38100" dist="38100" dir="2700000" algn="tl">
                    <a:srgbClr val="000000">
                      <a:alpha val="43137"/>
                    </a:srgbClr>
                  </a:outerShdw>
                </a:effectLst>
                <a:latin typeface="Beautiful Every Time" pitchFamily="2" charset="0"/>
              </a:rPr>
              <a:t>sendiri</a:t>
            </a:r>
            <a:r>
              <a:rPr lang="en-US" sz="2800" b="1" dirty="0">
                <a:effectLst>
                  <a:outerShdw blurRad="38100" dist="38100" dir="2700000" algn="tl">
                    <a:srgbClr val="000000">
                      <a:alpha val="43137"/>
                    </a:srgbClr>
                  </a:outerShdw>
                </a:effectLst>
                <a:latin typeface="Beautiful Every Time" pitchFamily="2" charset="0"/>
              </a:rPr>
              <a:t>.</a:t>
            </a:r>
          </a:p>
        </p:txBody>
      </p:sp>
    </p:spTree>
    <p:extLst>
      <p:ext uri="{BB962C8B-B14F-4D97-AF65-F5344CB8AC3E}">
        <p14:creationId xmlns:p14="http://schemas.microsoft.com/office/powerpoint/2010/main" val="120037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3" name="Title 2"/>
          <p:cNvSpPr>
            <a:spLocks noGrp="1"/>
          </p:cNvSpPr>
          <p:nvPr>
            <p:ph type="title"/>
          </p:nvPr>
        </p:nvSpPr>
        <p:spPr/>
        <p:txBody>
          <a:bodyPr>
            <a:noAutofit/>
          </a:bodyPr>
          <a:lstStyle/>
          <a:p>
            <a:r>
              <a:rPr lang="id-ID" dirty="0">
                <a:effectLst/>
              </a:rPr>
              <a:t>PRINSIP-PRINSIP POKOK </a:t>
            </a:r>
            <a:r>
              <a:rPr lang="en-US" dirty="0">
                <a:effectLst/>
              </a:rPr>
              <a:t>HAM</a:t>
            </a:r>
          </a:p>
        </p:txBody>
      </p:sp>
      <p:graphicFrame>
        <p:nvGraphicFramePr>
          <p:cNvPr id="4" name="Diagram 3"/>
          <p:cNvGraphicFramePr/>
          <p:nvPr/>
        </p:nvGraphicFramePr>
        <p:xfrm>
          <a:off x="838200" y="1143000"/>
          <a:ext cx="76200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143000" y="-18197"/>
            <a:ext cx="6589199" cy="1280890"/>
          </a:xfrm>
        </p:spPr>
        <p:txBody>
          <a:bodyPr>
            <a:noAutofit/>
          </a:bodyPr>
          <a:lstStyle/>
          <a:p>
            <a:pPr lvl="0"/>
            <a:r>
              <a:rPr lang="en-US" kern="0" dirty="0"/>
              <a:t>SEJARAH PERKEMBANGAN HAM</a:t>
            </a:r>
            <a:endParaRPr lang="en-US" dirty="0"/>
          </a:p>
        </p:txBody>
      </p:sp>
      <p:pic>
        <p:nvPicPr>
          <p:cNvPr id="5122" name="Picture 2" descr="http://t1.gstatic.com/images?q=tbn:ANd9GcSsmyMPNwgYNQo2kdYCmfGSb2bFQEQ_HykHn6oLBiuq1UGQvcae"/>
          <p:cNvPicPr>
            <a:picLocks noChangeAspect="1" noChangeArrowheads="1"/>
          </p:cNvPicPr>
          <p:nvPr/>
        </p:nvPicPr>
        <p:blipFill>
          <a:blip r:embed="rId2" cstate="print"/>
          <a:srcRect/>
          <a:stretch>
            <a:fillRect/>
          </a:stretch>
        </p:blipFill>
        <p:spPr bwMode="auto">
          <a:xfrm>
            <a:off x="152400" y="1447800"/>
            <a:ext cx="3521501" cy="3505200"/>
          </a:xfrm>
          <a:prstGeom prst="rect">
            <a:avLst/>
          </a:prstGeom>
          <a:ln>
            <a:noFill/>
          </a:ln>
          <a:effectLst>
            <a:outerShdw blurRad="292100" dist="139700" dir="2700000" algn="tl" rotWithShape="0">
              <a:srgbClr val="333333">
                <a:alpha val="65000"/>
              </a:srgbClr>
            </a:outerShdw>
          </a:effectLst>
        </p:spPr>
      </p:pic>
      <p:sp>
        <p:nvSpPr>
          <p:cNvPr id="5123" name="Rectangle 3"/>
          <p:cNvSpPr>
            <a:spLocks noChangeArrowheads="1"/>
          </p:cNvSpPr>
          <p:nvPr/>
        </p:nvSpPr>
        <p:spPr bwMode="auto">
          <a:xfrm>
            <a:off x="3810000" y="1138922"/>
            <a:ext cx="5105400" cy="5570756"/>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lvl="1" fontAlgn="base">
              <a:spcBef>
                <a:spcPct val="0"/>
              </a:spcBef>
              <a:spcAft>
                <a:spcPct val="0"/>
              </a:spcAft>
            </a:pPr>
            <a:r>
              <a:rPr kumimoji="0" lang="sv-SE" sz="3200" b="1" i="0" u="none" strike="noStrike" cap="none" normalizeH="0" baseline="0" dirty="0">
                <a:ln>
                  <a:noFill/>
                </a:ln>
                <a:solidFill>
                  <a:schemeClr val="tx1"/>
                </a:solidFill>
                <a:effectLst/>
                <a:ea typeface="Calibri" pitchFamily="34" charset="0"/>
              </a:rPr>
              <a:t>Piagam Madinah (</a:t>
            </a:r>
            <a:r>
              <a:rPr kumimoji="0" lang="en-US" sz="3200" b="1" i="1" u="none" strike="noStrike" cap="none" normalizeH="0" baseline="0" dirty="0">
                <a:ln>
                  <a:noFill/>
                </a:ln>
                <a:solidFill>
                  <a:schemeClr val="tx1"/>
                </a:solidFill>
                <a:effectLst/>
                <a:ea typeface="Times New Roman" pitchFamily="18" charset="0"/>
              </a:rPr>
              <a:t>S</a:t>
            </a:r>
            <a:r>
              <a:rPr kumimoji="0" lang="id-ID" sz="3200" b="1" i="1" u="none" strike="noStrike" cap="none" normalizeH="0" baseline="0" dirty="0">
                <a:ln>
                  <a:noFill/>
                </a:ln>
                <a:solidFill>
                  <a:schemeClr val="tx1"/>
                </a:solidFill>
                <a:effectLst/>
                <a:ea typeface="Times New Roman" pitchFamily="18" charset="0"/>
              </a:rPr>
              <a:t>hahifatul </a:t>
            </a:r>
            <a:r>
              <a:rPr kumimoji="0" lang="en-US" sz="3200" b="1" i="1" u="none" strike="noStrike" cap="none" normalizeH="0" baseline="0" dirty="0">
                <a:ln>
                  <a:noFill/>
                </a:ln>
                <a:solidFill>
                  <a:schemeClr val="tx1"/>
                </a:solidFill>
                <a:effectLst/>
                <a:ea typeface="Times New Roman" pitchFamily="18" charset="0"/>
              </a:rPr>
              <a:t>M</a:t>
            </a:r>
            <a:r>
              <a:rPr kumimoji="0" lang="id-ID" sz="3200" b="1" i="1" u="none" strike="noStrike" cap="none" normalizeH="0" baseline="0" dirty="0">
                <a:ln>
                  <a:noFill/>
                </a:ln>
                <a:solidFill>
                  <a:schemeClr val="tx1"/>
                </a:solidFill>
                <a:effectLst/>
                <a:ea typeface="Times New Roman" pitchFamily="18" charset="0"/>
              </a:rPr>
              <a:t>adinah</a:t>
            </a:r>
            <a:r>
              <a:rPr kumimoji="0" lang="id-ID" sz="3200" b="1" i="0" u="none" strike="noStrike" cap="none" normalizeH="0" baseline="0" dirty="0">
                <a:ln>
                  <a:noFill/>
                </a:ln>
                <a:solidFill>
                  <a:schemeClr val="tx1"/>
                </a:solidFill>
                <a:effectLst/>
                <a:ea typeface="Times New Roman" pitchFamily="18" charset="0"/>
              </a:rPr>
              <a:t>) </a:t>
            </a:r>
            <a:r>
              <a:rPr kumimoji="0" lang="en-US" sz="3200" b="1" i="0" u="none" strike="noStrike" cap="none" normalizeH="0" baseline="0" dirty="0">
                <a:ln>
                  <a:noFill/>
                </a:ln>
                <a:solidFill>
                  <a:schemeClr val="tx1"/>
                </a:solidFill>
                <a:effectLst/>
                <a:ea typeface="Times New Roman" pitchFamily="18" charset="0"/>
              </a:rPr>
              <a:t>(</a:t>
            </a:r>
            <a:r>
              <a:rPr lang="id-ID" sz="3200" b="1" dirty="0">
                <a:ea typeface="Times New Roman" pitchFamily="18" charset="0"/>
              </a:rPr>
              <a:t>622</a:t>
            </a:r>
            <a:r>
              <a:rPr lang="en-US" sz="3200" b="1" dirty="0">
                <a:ea typeface="Times New Roman" pitchFamily="18" charset="0"/>
              </a:rPr>
              <a:t>)</a:t>
            </a:r>
            <a:endParaRPr kumimoji="0" lang="en-US" sz="3200" b="1" i="0" u="none" strike="noStrike" cap="none" normalizeH="0" baseline="0" dirty="0">
              <a:ln>
                <a:noFill/>
              </a:ln>
              <a:solidFill>
                <a:schemeClr val="tx1"/>
              </a:solidFill>
              <a:effectLst/>
              <a:ea typeface="Times New Roman" pitchFamily="18" charset="0"/>
            </a:endParaRPr>
          </a:p>
          <a:p>
            <a:pPr marL="285750" marR="0" lvl="1" indent="-285750" defTabSz="914400" rtl="0" eaLnBrk="1" fontAlgn="base" latinLnBrk="0" hangingPunct="1">
              <a:lnSpc>
                <a:spcPct val="100000"/>
              </a:lnSpc>
              <a:spcBef>
                <a:spcPct val="0"/>
              </a:spcBef>
              <a:spcAft>
                <a:spcPct val="0"/>
              </a:spcAft>
              <a:buClrTx/>
              <a:buSzTx/>
              <a:buFont typeface="Wingdings" pitchFamily="2" charset="2"/>
              <a:buChar char="q"/>
            </a:pPr>
            <a:r>
              <a:rPr kumimoji="0" lang="en-US" sz="2000" b="0" i="0" u="none" strike="noStrike" cap="none" normalizeH="0" baseline="0" dirty="0">
                <a:ln>
                  <a:noFill/>
                </a:ln>
                <a:solidFill>
                  <a:schemeClr val="tx1"/>
                </a:solidFill>
                <a:effectLst/>
                <a:ea typeface="Times New Roman" pitchFamily="18" charset="0"/>
              </a:rPr>
              <a:t>D</a:t>
            </a:r>
            <a:r>
              <a:rPr kumimoji="0" lang="id-ID" sz="2000" b="0" i="0" u="none" strike="noStrike" cap="none" normalizeH="0" baseline="0" dirty="0">
                <a:ln>
                  <a:noFill/>
                </a:ln>
                <a:solidFill>
                  <a:schemeClr val="tx1"/>
                </a:solidFill>
                <a:effectLst/>
                <a:ea typeface="Times New Roman" pitchFamily="18" charset="0"/>
              </a:rPr>
              <a:t>isusun oleh Nabi Muhammad SAW, merupakan suatu perjanjian formal antara dirinya dengan semua suku-suku dan kaum-kaum penting di Yat</a:t>
            </a:r>
            <a:r>
              <a:rPr kumimoji="0" lang="en-US" sz="2000" b="0" i="0" u="none" strike="noStrike" cap="none" normalizeH="0" baseline="0" dirty="0">
                <a:ln>
                  <a:noFill/>
                </a:ln>
                <a:solidFill>
                  <a:schemeClr val="tx1"/>
                </a:solidFill>
                <a:effectLst/>
                <a:ea typeface="Times New Roman" pitchFamily="18" charset="0"/>
              </a:rPr>
              <a:t>s</a:t>
            </a:r>
            <a:r>
              <a:rPr kumimoji="0" lang="id-ID" sz="2000" b="0" i="0" u="none" strike="noStrike" cap="none" normalizeH="0" baseline="0" dirty="0">
                <a:ln>
                  <a:noFill/>
                </a:ln>
                <a:solidFill>
                  <a:schemeClr val="tx1"/>
                </a:solidFill>
                <a:effectLst/>
                <a:ea typeface="Times New Roman" pitchFamily="18" charset="0"/>
              </a:rPr>
              <a:t>rib</a:t>
            </a:r>
            <a:r>
              <a:rPr kumimoji="0" lang="en-US" sz="2000" b="0" i="0" u="none" strike="noStrike" cap="none" normalizeH="0" baseline="0" dirty="0">
                <a:ln>
                  <a:noFill/>
                </a:ln>
                <a:solidFill>
                  <a:schemeClr val="tx1"/>
                </a:solidFill>
                <a:effectLst/>
                <a:ea typeface="Times New Roman" pitchFamily="18" charset="0"/>
              </a:rPr>
              <a:t>.</a:t>
            </a:r>
          </a:p>
          <a:p>
            <a:pPr marL="285750" marR="0" lvl="1" indent="-285750" defTabSz="914400" rtl="0" eaLnBrk="1" fontAlgn="base" latinLnBrk="0" hangingPunct="1">
              <a:lnSpc>
                <a:spcPct val="100000"/>
              </a:lnSpc>
              <a:spcBef>
                <a:spcPct val="0"/>
              </a:spcBef>
              <a:spcAft>
                <a:spcPct val="0"/>
              </a:spcAft>
              <a:buClrTx/>
              <a:buSzTx/>
              <a:buFont typeface="Wingdings" pitchFamily="2" charset="2"/>
              <a:buChar char="q"/>
            </a:pPr>
            <a:r>
              <a:rPr kumimoji="0" lang="en-US" sz="2000" b="0" i="0" u="none" strike="noStrike" cap="none" normalizeH="0" baseline="0" dirty="0">
                <a:ln>
                  <a:noFill/>
                </a:ln>
                <a:solidFill>
                  <a:schemeClr val="tx1"/>
                </a:solidFill>
                <a:effectLst/>
                <a:ea typeface="Times New Roman" pitchFamily="18" charset="0"/>
              </a:rPr>
              <a:t>D</a:t>
            </a:r>
            <a:r>
              <a:rPr kumimoji="0" lang="id-ID" sz="2000" b="0" i="0" u="none" strike="noStrike" cap="none" normalizeH="0" baseline="0" dirty="0">
                <a:ln>
                  <a:noFill/>
                </a:ln>
                <a:solidFill>
                  <a:schemeClr val="tx1"/>
                </a:solidFill>
                <a:effectLst/>
                <a:ea typeface="Times New Roman" pitchFamily="18" charset="0"/>
              </a:rPr>
              <a:t>okumen tersebut menetapkan sejumlah hak-hak dan kewajiban-kewajiban bagi kaum Muslim, kaum Yahudi, dan komunitas-komunitas pagan Madinah; sehingga membuat mereka menjadi suatu kesatuan komunitas, yang dalam bahasa Arab disebut </a:t>
            </a:r>
            <a:r>
              <a:rPr kumimoji="0" lang="id-ID" sz="2000" b="0" i="1" u="none" strike="noStrike" cap="none" normalizeH="0" baseline="0" dirty="0">
                <a:ln>
                  <a:noFill/>
                </a:ln>
                <a:solidFill>
                  <a:schemeClr val="tx1"/>
                </a:solidFill>
                <a:effectLst/>
                <a:ea typeface="Times New Roman" pitchFamily="18" charset="0"/>
              </a:rPr>
              <a:t>ummah</a:t>
            </a:r>
            <a:r>
              <a:rPr kumimoji="0" lang="id-ID" sz="2000" b="0" i="0" u="none" strike="noStrike" cap="none" normalizeH="0" baseline="0" dirty="0">
                <a:ln>
                  <a:noFill/>
                </a:ln>
                <a:solidFill>
                  <a:schemeClr val="tx1"/>
                </a:solidFill>
                <a:effectLst/>
                <a:ea typeface="Times New Roman" pitchFamily="18" charset="0"/>
              </a:rPr>
              <a:t>.</a:t>
            </a:r>
            <a:endParaRPr kumimoji="0" lang="id-ID" sz="3200" b="0" i="0" u="none" strike="noStrike" cap="none" normalizeH="0" baseline="0" dirty="0">
              <a:ln>
                <a:noFill/>
              </a:ln>
              <a:solidFill>
                <a:schemeClr val="tx1"/>
              </a:solidFill>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http://www.traveltextonline.com/sites/default/files/styles/large/public/field/image/inggris-paling-banyak-berinvestasi-di-indonesia.jpg"/>
          <p:cNvPicPr>
            <a:picLocks noChangeAspect="1" noChangeArrowheads="1"/>
          </p:cNvPicPr>
          <p:nvPr/>
        </p:nvPicPr>
        <p:blipFill>
          <a:blip r:embed="rId2" cstate="print">
            <a:lum bright="70000" contrast="-70000"/>
          </a:blip>
          <a:srcRect/>
          <a:stretch>
            <a:fillRect/>
          </a:stretch>
        </p:blipFill>
        <p:spPr bwMode="auto">
          <a:xfrm>
            <a:off x="-15497" y="0"/>
            <a:ext cx="9159497" cy="6858000"/>
          </a:xfrm>
          <a:prstGeom prst="rect">
            <a:avLst/>
          </a:prstGeom>
          <a:noFill/>
        </p:spPr>
      </p:pic>
      <p:sp>
        <p:nvSpPr>
          <p:cNvPr id="2" name="Title 1"/>
          <p:cNvSpPr>
            <a:spLocks noGrp="1"/>
          </p:cNvSpPr>
          <p:nvPr>
            <p:ph type="title"/>
          </p:nvPr>
        </p:nvSpPr>
        <p:spPr>
          <a:xfrm>
            <a:off x="1066801" y="135595"/>
            <a:ext cx="7399504" cy="1280890"/>
          </a:xfrm>
        </p:spPr>
        <p:txBody>
          <a:bodyPr>
            <a:noAutofit/>
          </a:bodyPr>
          <a:lstStyle/>
          <a:p>
            <a:r>
              <a:rPr lang="en-US" kern="0" dirty="0"/>
              <a:t>SEJARAH PERKEMBANGAN HAM</a:t>
            </a:r>
            <a:endParaRPr lang="en-US" dirty="0"/>
          </a:p>
        </p:txBody>
      </p:sp>
      <p:sp>
        <p:nvSpPr>
          <p:cNvPr id="5" name="Rectangle 4"/>
          <p:cNvSpPr/>
          <p:nvPr/>
        </p:nvSpPr>
        <p:spPr>
          <a:xfrm>
            <a:off x="4343400" y="1111508"/>
            <a:ext cx="4343400" cy="4555093"/>
          </a:xfrm>
          <a:prstGeom prst="rect">
            <a:avLst/>
          </a:prstGeom>
        </p:spPr>
        <p:txBody>
          <a:bodyPr wrap="square">
            <a:spAutoFit/>
          </a:bodyPr>
          <a:lstStyle/>
          <a:p>
            <a:pPr marL="514350" lvl="1" indent="-514350"/>
            <a:r>
              <a:rPr lang="en-US" sz="2800" b="1" dirty="0"/>
              <a:t>Magna Charta(1215)</a:t>
            </a:r>
          </a:p>
          <a:p>
            <a:pPr marL="228600" lvl="1"/>
            <a:r>
              <a:rPr lang="en-US" dirty="0" err="1"/>
              <a:t>Piagam</a:t>
            </a:r>
            <a:r>
              <a:rPr lang="en-US" dirty="0"/>
              <a:t> </a:t>
            </a:r>
            <a:r>
              <a:rPr lang="en-US" dirty="0" err="1"/>
              <a:t>ini</a:t>
            </a:r>
            <a:r>
              <a:rPr lang="en-US" dirty="0"/>
              <a:t> </a:t>
            </a:r>
            <a:r>
              <a:rPr lang="en-US" dirty="0" err="1"/>
              <a:t>membatasi</a:t>
            </a:r>
            <a:r>
              <a:rPr lang="en-US" dirty="0"/>
              <a:t> </a:t>
            </a:r>
            <a:r>
              <a:rPr lang="en-US" dirty="0" err="1"/>
              <a:t>kekuasaan</a:t>
            </a:r>
            <a:r>
              <a:rPr lang="en-US" dirty="0"/>
              <a:t> Raja John yang </a:t>
            </a:r>
            <a:r>
              <a:rPr lang="en-US" dirty="0" err="1"/>
              <a:t>absolut</a:t>
            </a:r>
            <a:r>
              <a:rPr lang="en-US" dirty="0"/>
              <a:t>. </a:t>
            </a:r>
            <a:r>
              <a:rPr lang="en-US" dirty="0" err="1"/>
              <a:t>Dengan</a:t>
            </a:r>
            <a:r>
              <a:rPr lang="en-US" dirty="0"/>
              <a:t> </a:t>
            </a:r>
            <a:r>
              <a:rPr lang="en-US" dirty="0" err="1"/>
              <a:t>piagam</a:t>
            </a:r>
            <a:r>
              <a:rPr lang="en-US" dirty="0"/>
              <a:t> </a:t>
            </a:r>
            <a:r>
              <a:rPr lang="en-US" dirty="0" err="1"/>
              <a:t>ini</a:t>
            </a:r>
            <a:r>
              <a:rPr lang="en-US" dirty="0"/>
              <a:t>, raja </a:t>
            </a:r>
            <a:r>
              <a:rPr lang="en-US" dirty="0" err="1"/>
              <a:t>bisa</a:t>
            </a:r>
            <a:r>
              <a:rPr lang="en-US" dirty="0"/>
              <a:t> </a:t>
            </a:r>
            <a:r>
              <a:rPr lang="en-US" dirty="0" err="1"/>
              <a:t>dimintai</a:t>
            </a:r>
            <a:r>
              <a:rPr lang="en-US" dirty="0"/>
              <a:t> </a:t>
            </a:r>
            <a:r>
              <a:rPr lang="en-US" dirty="0" err="1"/>
              <a:t>pertanggungjawabannya</a:t>
            </a:r>
            <a:r>
              <a:rPr lang="en-US" dirty="0"/>
              <a:t> </a:t>
            </a:r>
            <a:r>
              <a:rPr lang="en-US" dirty="0" err="1"/>
              <a:t>di</a:t>
            </a:r>
            <a:r>
              <a:rPr lang="en-US" dirty="0"/>
              <a:t> </a:t>
            </a:r>
            <a:r>
              <a:rPr lang="en-US" dirty="0" err="1"/>
              <a:t>muka</a:t>
            </a:r>
            <a:r>
              <a:rPr lang="en-US" dirty="0"/>
              <a:t> </a:t>
            </a:r>
            <a:r>
              <a:rPr lang="en-US" dirty="0" err="1"/>
              <a:t>hukum</a:t>
            </a:r>
            <a:r>
              <a:rPr lang="en-US" dirty="0"/>
              <a:t> </a:t>
            </a:r>
            <a:r>
              <a:rPr lang="en-US" dirty="0" err="1"/>
              <a:t>dan</a:t>
            </a:r>
            <a:r>
              <a:rPr lang="en-US" dirty="0"/>
              <a:t> raja </a:t>
            </a:r>
            <a:r>
              <a:rPr lang="en-US" dirty="0" err="1"/>
              <a:t>harus</a:t>
            </a:r>
            <a:r>
              <a:rPr lang="en-US" dirty="0"/>
              <a:t> </a:t>
            </a:r>
            <a:r>
              <a:rPr lang="en-US" dirty="0" err="1"/>
              <a:t>bertanggung</a:t>
            </a:r>
            <a:r>
              <a:rPr lang="en-US" dirty="0"/>
              <a:t> </a:t>
            </a:r>
            <a:r>
              <a:rPr lang="en-US" dirty="0" err="1"/>
              <a:t>jawab</a:t>
            </a:r>
            <a:r>
              <a:rPr lang="en-US" dirty="0"/>
              <a:t> </a:t>
            </a:r>
            <a:r>
              <a:rPr lang="en-US" dirty="0" err="1"/>
              <a:t>kepada</a:t>
            </a:r>
            <a:r>
              <a:rPr lang="en-US" dirty="0"/>
              <a:t> </a:t>
            </a:r>
            <a:r>
              <a:rPr lang="en-US" dirty="0" err="1"/>
              <a:t>parlemen</a:t>
            </a:r>
            <a:r>
              <a:rPr lang="en-US" dirty="0"/>
              <a:t>. </a:t>
            </a:r>
            <a:r>
              <a:rPr lang="id-ID" dirty="0"/>
              <a:t>Walaupun demikian, raja tetap berwenang membuat Undang-Undang.</a:t>
            </a:r>
            <a:endParaRPr lang="en-US" dirty="0"/>
          </a:p>
          <a:p>
            <a:pPr marL="0" lvl="1"/>
            <a:r>
              <a:rPr lang="en-US" sz="2800" b="1" dirty="0"/>
              <a:t>Bill of Rights(1689)</a:t>
            </a:r>
            <a:r>
              <a:rPr lang="id-ID" b="1" dirty="0"/>
              <a:t> </a:t>
            </a:r>
            <a:endParaRPr lang="en-US" b="1" dirty="0"/>
          </a:p>
          <a:p>
            <a:pPr marL="228600" lvl="1"/>
            <a:r>
              <a:rPr lang="en-US" dirty="0"/>
              <a:t>D</a:t>
            </a:r>
            <a:r>
              <a:rPr lang="id-ID" dirty="0"/>
              <a:t>itandatangani Raja William III. Inti piagam ini menyatakan bahwa “manusia sama di muka hukum” (</a:t>
            </a:r>
            <a:r>
              <a:rPr lang="id-ID" i="1" dirty="0"/>
              <a:t>equality before the law</a:t>
            </a:r>
            <a:r>
              <a:rPr lang="id-ID" dirty="0"/>
              <a:t>). </a:t>
            </a:r>
            <a:r>
              <a:rPr lang="en-US" dirty="0" err="1"/>
              <a:t>Paham</a:t>
            </a:r>
            <a:r>
              <a:rPr lang="en-US" dirty="0"/>
              <a:t> </a:t>
            </a:r>
            <a:r>
              <a:rPr lang="en-US" dirty="0" err="1"/>
              <a:t>inilah</a:t>
            </a:r>
            <a:r>
              <a:rPr lang="en-US" dirty="0"/>
              <a:t> yang </a:t>
            </a:r>
            <a:r>
              <a:rPr lang="en-US" dirty="0" err="1"/>
              <a:t>menjadi</a:t>
            </a:r>
            <a:r>
              <a:rPr lang="en-US" dirty="0"/>
              <a:t> </a:t>
            </a:r>
            <a:r>
              <a:rPr lang="en-US" dirty="0" err="1"/>
              <a:t>embrio</a:t>
            </a:r>
            <a:r>
              <a:rPr lang="en-US" dirty="0"/>
              <a:t> Negara </a:t>
            </a:r>
            <a:r>
              <a:rPr lang="en-US" dirty="0" err="1"/>
              <a:t>hukum</a:t>
            </a:r>
            <a:r>
              <a:rPr lang="en-US" dirty="0"/>
              <a:t>, </a:t>
            </a:r>
            <a:r>
              <a:rPr lang="en-US" dirty="0" err="1"/>
              <a:t>demokrasi</a:t>
            </a:r>
            <a:r>
              <a:rPr lang="en-US" dirty="0"/>
              <a:t>, </a:t>
            </a:r>
            <a:r>
              <a:rPr lang="en-US" dirty="0" err="1"/>
              <a:t>dan</a:t>
            </a:r>
            <a:r>
              <a:rPr lang="en-US" dirty="0"/>
              <a:t> </a:t>
            </a:r>
            <a:r>
              <a:rPr lang="en-US" dirty="0" err="1"/>
              <a:t>persamaan</a:t>
            </a:r>
            <a:r>
              <a:rPr lang="en-US" dirty="0"/>
              <a:t>.</a:t>
            </a:r>
            <a:endParaRPr lang="en-US" sz="2800" dirty="0"/>
          </a:p>
        </p:txBody>
      </p:sp>
      <p:pic>
        <p:nvPicPr>
          <p:cNvPr id="31748" name="Picture 4" descr="http://img.carapedia.com/images/article/inggris(1).JPG"/>
          <p:cNvPicPr>
            <a:picLocks noChangeAspect="1" noChangeArrowheads="1"/>
          </p:cNvPicPr>
          <p:nvPr/>
        </p:nvPicPr>
        <p:blipFill>
          <a:blip r:embed="rId3" cstate="print"/>
          <a:srcRect l="13176" t="3819" r="13412" b="4535"/>
          <a:stretch>
            <a:fillRect/>
          </a:stretch>
        </p:blipFill>
        <p:spPr bwMode="auto">
          <a:xfrm>
            <a:off x="609600" y="1295400"/>
            <a:ext cx="3467100" cy="42672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World Trade Center Memorial"/>
          <p:cNvPicPr>
            <a:picLocks noChangeAspect="1" noChangeArrowheads="1"/>
          </p:cNvPicPr>
          <p:nvPr/>
        </p:nvPicPr>
        <p:blipFill>
          <a:blip r:embed="rId2" cstate="print">
            <a:lum bright="70000" contrast="-70000"/>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p:txBody>
          <a:bodyPr>
            <a:noAutofit/>
          </a:bodyPr>
          <a:lstStyle/>
          <a:p>
            <a:r>
              <a:rPr lang="en-US" kern="0" dirty="0"/>
              <a:t>SEJARAH PERKEMBANGAN HAM</a:t>
            </a:r>
            <a:endParaRPr lang="en-US" dirty="0"/>
          </a:p>
        </p:txBody>
      </p:sp>
      <p:sp>
        <p:nvSpPr>
          <p:cNvPr id="5" name="Rectangle 4"/>
          <p:cNvSpPr/>
          <p:nvPr/>
        </p:nvSpPr>
        <p:spPr>
          <a:xfrm>
            <a:off x="4191000" y="1905000"/>
            <a:ext cx="4572000" cy="3231654"/>
          </a:xfrm>
          <a:prstGeom prst="rect">
            <a:avLst/>
          </a:prstGeom>
        </p:spPr>
        <p:txBody>
          <a:bodyPr wrap="square">
            <a:spAutoFit/>
          </a:bodyPr>
          <a:lstStyle/>
          <a:p>
            <a:pPr marL="0" lvl="1"/>
            <a:r>
              <a:rPr lang="en-US" sz="3200" b="1" dirty="0" err="1"/>
              <a:t>Delaration</a:t>
            </a:r>
            <a:r>
              <a:rPr lang="en-US" sz="3200" b="1" dirty="0"/>
              <a:t> of Independence(1776)</a:t>
            </a:r>
          </a:p>
          <a:p>
            <a:pPr marL="0" lvl="1"/>
            <a:r>
              <a:rPr lang="en-US" sz="2000" dirty="0" err="1"/>
              <a:t>Deklarasi</a:t>
            </a:r>
            <a:r>
              <a:rPr lang="en-US" sz="2000" dirty="0"/>
              <a:t> </a:t>
            </a:r>
            <a:r>
              <a:rPr lang="en-US" sz="2000" dirty="0" err="1"/>
              <a:t>kemerdekaan</a:t>
            </a:r>
            <a:r>
              <a:rPr lang="en-US" sz="2000" dirty="0"/>
              <a:t> </a:t>
            </a:r>
            <a:r>
              <a:rPr lang="en-US" sz="2000" dirty="0" err="1"/>
              <a:t>Amerika</a:t>
            </a:r>
            <a:r>
              <a:rPr lang="en-US" sz="2000" dirty="0"/>
              <a:t> </a:t>
            </a:r>
            <a:r>
              <a:rPr lang="en-US" sz="2000" dirty="0" err="1"/>
              <a:t>dari</a:t>
            </a:r>
            <a:r>
              <a:rPr lang="en-US" sz="2000" dirty="0"/>
              <a:t> </a:t>
            </a:r>
            <a:r>
              <a:rPr lang="en-US" sz="2000" dirty="0" err="1"/>
              <a:t>tangan</a:t>
            </a:r>
            <a:r>
              <a:rPr lang="en-US" sz="2000" dirty="0"/>
              <a:t> </a:t>
            </a:r>
            <a:r>
              <a:rPr lang="en-US" sz="2000" dirty="0" err="1"/>
              <a:t>Inggris</a:t>
            </a:r>
            <a:r>
              <a:rPr lang="en-US" sz="2000" dirty="0"/>
              <a:t> </a:t>
            </a:r>
            <a:r>
              <a:rPr lang="en-US" sz="2000" dirty="0" err="1"/>
              <a:t>tahun</a:t>
            </a:r>
            <a:r>
              <a:rPr lang="en-US" sz="2000" dirty="0"/>
              <a:t> 1776. </a:t>
            </a:r>
            <a:r>
              <a:rPr lang="en-US" sz="2000" dirty="0" err="1"/>
              <a:t>Piagam</a:t>
            </a:r>
            <a:r>
              <a:rPr lang="en-US" sz="2000" dirty="0"/>
              <a:t> </a:t>
            </a:r>
            <a:r>
              <a:rPr lang="en-US" sz="2000" dirty="0" err="1"/>
              <a:t>ini</a:t>
            </a:r>
            <a:r>
              <a:rPr lang="en-US" sz="2000" dirty="0"/>
              <a:t> </a:t>
            </a:r>
            <a:r>
              <a:rPr lang="en-US" sz="2000" dirty="0" err="1"/>
              <a:t>disusun</a:t>
            </a:r>
            <a:r>
              <a:rPr lang="en-US" sz="2000" dirty="0"/>
              <a:t> </a:t>
            </a:r>
            <a:r>
              <a:rPr lang="en-US" sz="2000" dirty="0" err="1"/>
              <a:t>oleh</a:t>
            </a:r>
            <a:r>
              <a:rPr lang="en-US" sz="2000" dirty="0"/>
              <a:t> Thomas Jefferson yang </a:t>
            </a:r>
            <a:r>
              <a:rPr lang="en-US" sz="2000" dirty="0" err="1"/>
              <a:t>bersumber</a:t>
            </a:r>
            <a:r>
              <a:rPr lang="en-US" sz="2000" dirty="0"/>
              <a:t> </a:t>
            </a:r>
            <a:r>
              <a:rPr lang="en-US" sz="2000" dirty="0" err="1"/>
              <a:t>dari</a:t>
            </a:r>
            <a:r>
              <a:rPr lang="en-US" sz="2000" dirty="0"/>
              <a:t> </a:t>
            </a:r>
            <a:r>
              <a:rPr lang="en-US" sz="2000" dirty="0" err="1"/>
              <a:t>ajaran</a:t>
            </a:r>
            <a:r>
              <a:rPr lang="en-US" sz="2000" dirty="0"/>
              <a:t> Montesquieu. </a:t>
            </a:r>
            <a:r>
              <a:rPr lang="en-US" sz="2000" dirty="0" err="1"/>
              <a:t>Deklarasi</a:t>
            </a:r>
            <a:r>
              <a:rPr lang="en-US" sz="2000" dirty="0"/>
              <a:t> </a:t>
            </a:r>
            <a:r>
              <a:rPr lang="en-US" sz="2000" dirty="0" err="1"/>
              <a:t>ini</a:t>
            </a:r>
            <a:r>
              <a:rPr lang="en-US" sz="2000" dirty="0"/>
              <a:t> </a:t>
            </a:r>
            <a:r>
              <a:rPr lang="en-US" sz="2000" dirty="0" err="1"/>
              <a:t>menekankan</a:t>
            </a:r>
            <a:r>
              <a:rPr lang="en-US" sz="2000" dirty="0"/>
              <a:t> </a:t>
            </a:r>
            <a:r>
              <a:rPr lang="en-US" sz="2000" dirty="0" err="1"/>
              <a:t>pentingnya</a:t>
            </a:r>
            <a:r>
              <a:rPr lang="en-US" sz="2000" dirty="0"/>
              <a:t> </a:t>
            </a:r>
            <a:r>
              <a:rPr lang="en-US" sz="2000" i="1" dirty="0" err="1"/>
              <a:t>kemerdekaan</a:t>
            </a:r>
            <a:r>
              <a:rPr lang="en-US" sz="2000" i="1" dirty="0"/>
              <a:t>, </a:t>
            </a:r>
            <a:r>
              <a:rPr lang="en-US" sz="2000" i="1" dirty="0" err="1"/>
              <a:t>persamaan</a:t>
            </a:r>
            <a:r>
              <a:rPr lang="en-US" sz="2000" i="1" dirty="0"/>
              <a:t>, </a:t>
            </a:r>
            <a:r>
              <a:rPr lang="en-US" sz="2000" dirty="0" err="1"/>
              <a:t>dan</a:t>
            </a:r>
            <a:r>
              <a:rPr lang="en-US" sz="2000" dirty="0"/>
              <a:t> </a:t>
            </a:r>
            <a:r>
              <a:rPr lang="en-US" sz="2000" i="1" dirty="0" err="1"/>
              <a:t>persaudaraan</a:t>
            </a:r>
            <a:r>
              <a:rPr lang="en-US" sz="2000" i="1" dirty="0"/>
              <a:t>. </a:t>
            </a:r>
            <a:endParaRPr lang="en-US" sz="2000" dirty="0"/>
          </a:p>
        </p:txBody>
      </p:sp>
      <p:pic>
        <p:nvPicPr>
          <p:cNvPr id="34820" name="Picture 4" descr="http://0.tqn.com/d/architecture/1/0/_/i/Statue_of_Liberty_FREE_l.jpg"/>
          <p:cNvPicPr>
            <a:picLocks noChangeAspect="1" noChangeArrowheads="1"/>
          </p:cNvPicPr>
          <p:nvPr/>
        </p:nvPicPr>
        <p:blipFill>
          <a:blip r:embed="rId3" cstate="print"/>
          <a:srcRect/>
          <a:stretch>
            <a:fillRect/>
          </a:stretch>
        </p:blipFill>
        <p:spPr bwMode="auto">
          <a:xfrm>
            <a:off x="762000" y="1295400"/>
            <a:ext cx="3292476" cy="438996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6589199" cy="1280890"/>
          </a:xfrm>
        </p:spPr>
        <p:txBody>
          <a:bodyPr>
            <a:noAutofit/>
          </a:bodyPr>
          <a:lstStyle/>
          <a:p>
            <a:r>
              <a:rPr lang="en-US" kern="0" dirty="0"/>
              <a:t>SEJARAH PERKEMBANGAN HAM</a:t>
            </a:r>
            <a:endParaRPr lang="en-US" dirty="0"/>
          </a:p>
        </p:txBody>
      </p:sp>
      <p:pic>
        <p:nvPicPr>
          <p:cNvPr id="35846" name="Picture 6" descr="http://t3.gstatic.com/images?q=tbn:ANd9GcQwEmAaNpI4nJT1WLUrMEeWX354DEPHor81j2wPP5CnMpV0FzIWELTcZBd4"/>
          <p:cNvPicPr>
            <a:picLocks noChangeAspect="1" noChangeArrowheads="1"/>
          </p:cNvPicPr>
          <p:nvPr/>
        </p:nvPicPr>
        <p:blipFill>
          <a:blip r:embed="rId2" cstate="print"/>
          <a:srcRect/>
          <a:stretch>
            <a:fillRect/>
          </a:stretch>
        </p:blipFill>
        <p:spPr bwMode="auto">
          <a:xfrm>
            <a:off x="533400" y="1274066"/>
            <a:ext cx="3657600" cy="4866727"/>
          </a:xfrm>
          <a:prstGeom prst="rect">
            <a:avLst/>
          </a:prstGeom>
          <a:ln>
            <a:noFill/>
          </a:ln>
          <a:effectLst>
            <a:outerShdw blurRad="292100" dist="139700" dir="2700000" algn="tl" rotWithShape="0">
              <a:srgbClr val="333333">
                <a:alpha val="65000"/>
              </a:srgbClr>
            </a:outerShdw>
          </a:effectLst>
        </p:spPr>
      </p:pic>
      <p:sp>
        <p:nvSpPr>
          <p:cNvPr id="35847" name="Rectangle 7"/>
          <p:cNvSpPr>
            <a:spLocks noChangeArrowheads="1"/>
          </p:cNvSpPr>
          <p:nvPr/>
        </p:nvSpPr>
        <p:spPr bwMode="auto">
          <a:xfrm>
            <a:off x="4343400" y="550858"/>
            <a:ext cx="4800600" cy="65556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lvl="1" fontAlgn="base">
              <a:spcBef>
                <a:spcPct val="0"/>
              </a:spcBef>
              <a:spcAft>
                <a:spcPct val="0"/>
              </a:spcAft>
            </a:pPr>
            <a:r>
              <a:rPr lang="en-US" sz="2800" b="1" dirty="0"/>
              <a:t>Declaration des </a:t>
            </a:r>
            <a:r>
              <a:rPr lang="en-US" sz="2800" b="1" dirty="0" err="1"/>
              <a:t>Droits</a:t>
            </a:r>
            <a:r>
              <a:rPr lang="en-US" sz="2800" b="1" dirty="0"/>
              <a:t> de </a:t>
            </a:r>
            <a:r>
              <a:rPr lang="en-US" sz="2800" b="1" dirty="0" err="1"/>
              <a:t>L’homme</a:t>
            </a:r>
            <a:r>
              <a:rPr lang="en-US" sz="2800" b="1" dirty="0"/>
              <a:t> et Du </a:t>
            </a:r>
            <a:r>
              <a:rPr lang="en-US" sz="2800" b="1" dirty="0" err="1"/>
              <a:t>Citoyen</a:t>
            </a:r>
            <a:r>
              <a:rPr lang="en-US" sz="2800" b="1" dirty="0"/>
              <a:t> (1789)</a:t>
            </a:r>
          </a:p>
          <a:p>
            <a:pPr marL="0" lvl="1" algn="just" fontAlgn="base">
              <a:spcBef>
                <a:spcPct val="0"/>
              </a:spcBef>
              <a:spcAft>
                <a:spcPct val="0"/>
              </a:spcAft>
            </a:pPr>
            <a:endParaRPr kumimoji="0" lang="sv-SE" sz="1600" b="0" i="0" u="none" strike="noStrike" cap="none" normalizeH="0" baseline="0" dirty="0">
              <a:ln>
                <a:noFill/>
              </a:ln>
              <a:solidFill>
                <a:schemeClr val="tx1"/>
              </a:solidFill>
              <a:effectLst/>
              <a:ea typeface="Calibri" pitchFamily="34" charset="0"/>
            </a:endParaRPr>
          </a:p>
          <a:p>
            <a:pPr marL="285750" lvl="1" indent="-285750" fontAlgn="base">
              <a:spcBef>
                <a:spcPct val="0"/>
              </a:spcBef>
              <a:spcAft>
                <a:spcPct val="0"/>
              </a:spcAft>
              <a:buFont typeface="Wingdings" pitchFamily="2" charset="2"/>
              <a:buChar char="q"/>
            </a:pPr>
            <a:r>
              <a:rPr kumimoji="0" lang="sv-SE" sz="2000" b="0" i="0" u="none" strike="noStrike" cap="none" normalizeH="0" baseline="0" dirty="0">
                <a:ln>
                  <a:noFill/>
                </a:ln>
                <a:solidFill>
                  <a:schemeClr val="tx1"/>
                </a:solidFill>
                <a:effectLst/>
                <a:ea typeface="Calibri" pitchFamily="34" charset="0"/>
              </a:rPr>
              <a:t>Piagam ini banyak dipengaruhi oleh </a:t>
            </a:r>
            <a:r>
              <a:rPr kumimoji="0" lang="sv-SE" sz="2000" b="0" i="1" u="none" strike="noStrike" cap="none" normalizeH="0" baseline="0" dirty="0">
                <a:ln>
                  <a:noFill/>
                </a:ln>
                <a:solidFill>
                  <a:schemeClr val="tx1"/>
                </a:solidFill>
                <a:effectLst/>
                <a:ea typeface="Calibri" pitchFamily="34" charset="0"/>
              </a:rPr>
              <a:t>Declaration of Independence</a:t>
            </a:r>
            <a:r>
              <a:rPr kumimoji="0" lang="sv-SE" sz="2000" b="0" i="0" u="none" strike="noStrike" cap="none" normalizeH="0" baseline="0" dirty="0">
                <a:ln>
                  <a:noFill/>
                </a:ln>
                <a:solidFill>
                  <a:schemeClr val="tx1"/>
                </a:solidFill>
                <a:effectLst/>
                <a:ea typeface="Calibri" pitchFamily="34" charset="0"/>
              </a:rPr>
              <a:t>,</a:t>
            </a:r>
            <a:r>
              <a:rPr kumimoji="0" lang="sv-SE" sz="2000" b="0" i="0" u="none" strike="noStrike" cap="none" normalizeH="0" dirty="0">
                <a:ln>
                  <a:noFill/>
                </a:ln>
                <a:solidFill>
                  <a:schemeClr val="tx1"/>
                </a:solidFill>
                <a:effectLst/>
                <a:ea typeface="Calibri" pitchFamily="34" charset="0"/>
              </a:rPr>
              <a:t> </a:t>
            </a:r>
            <a:r>
              <a:rPr kumimoji="0" lang="sv-SE" sz="2000" b="0" i="0" u="none" strike="noStrike" cap="none" normalizeH="0" baseline="0" dirty="0">
                <a:ln>
                  <a:noFill/>
                </a:ln>
                <a:solidFill>
                  <a:schemeClr val="tx1"/>
                </a:solidFill>
                <a:effectLst/>
                <a:ea typeface="Calibri" pitchFamily="34" charset="0"/>
              </a:rPr>
              <a:t>merupakan dasar dari </a:t>
            </a:r>
            <a:r>
              <a:rPr kumimoji="0" lang="sv-SE" sz="2000" b="0" i="1" u="none" strike="noStrike" cap="none" normalizeH="0" baseline="0" dirty="0">
                <a:ln>
                  <a:noFill/>
                </a:ln>
                <a:solidFill>
                  <a:schemeClr val="tx1"/>
                </a:solidFill>
                <a:effectLst/>
                <a:ea typeface="Calibri" pitchFamily="34" charset="0"/>
              </a:rPr>
              <a:t>rule of law </a:t>
            </a:r>
            <a:r>
              <a:rPr kumimoji="0" lang="sv-SE" sz="2000" b="0" i="0" u="none" strike="noStrike" cap="none" normalizeH="0" baseline="0" dirty="0">
                <a:ln>
                  <a:noFill/>
                </a:ln>
                <a:solidFill>
                  <a:schemeClr val="tx1"/>
                </a:solidFill>
                <a:effectLst/>
                <a:ea typeface="Calibri" pitchFamily="34" charset="0"/>
              </a:rPr>
              <a:t>yang melarang penangkapan secara sewenang-wenang. </a:t>
            </a:r>
          </a:p>
          <a:p>
            <a:pPr marL="285750" lvl="1" indent="-285750" fontAlgn="base">
              <a:spcBef>
                <a:spcPct val="0"/>
              </a:spcBef>
              <a:spcAft>
                <a:spcPct val="0"/>
              </a:spcAft>
              <a:buFont typeface="Wingdings" pitchFamily="2" charset="2"/>
              <a:buChar char="q"/>
            </a:pPr>
            <a:r>
              <a:rPr lang="sv-SE" sz="2000" dirty="0">
                <a:ea typeface="Calibri" pitchFamily="34" charset="0"/>
              </a:rPr>
              <a:t>P</a:t>
            </a:r>
            <a:r>
              <a:rPr kumimoji="0" lang="sv-SE" sz="2000" b="0" i="0" u="none" strike="noStrike" cap="none" normalizeH="0" baseline="0" dirty="0">
                <a:ln>
                  <a:noFill/>
                </a:ln>
                <a:solidFill>
                  <a:schemeClr val="tx1"/>
                </a:solidFill>
                <a:effectLst/>
                <a:ea typeface="Calibri" pitchFamily="34" charset="0"/>
              </a:rPr>
              <a:t>iagam ini menekankan pentingnya asas praduga tak bersalah (</a:t>
            </a:r>
            <a:r>
              <a:rPr kumimoji="0" lang="sv-SE" sz="2000" b="0" i="1" u="none" strike="noStrike" cap="none" normalizeH="0" baseline="0" dirty="0">
                <a:ln>
                  <a:noFill/>
                </a:ln>
                <a:solidFill>
                  <a:schemeClr val="tx1"/>
                </a:solidFill>
                <a:effectLst/>
                <a:ea typeface="Calibri" pitchFamily="34" charset="0"/>
              </a:rPr>
              <a:t>presumption of innocence</a:t>
            </a:r>
            <a:r>
              <a:rPr kumimoji="0" lang="sv-SE" sz="2000" b="0" i="0" u="none" strike="noStrike" cap="none" normalizeH="0" baseline="0" dirty="0">
                <a:ln>
                  <a:noFill/>
                </a:ln>
                <a:solidFill>
                  <a:schemeClr val="tx1"/>
                </a:solidFill>
                <a:effectLst/>
                <a:ea typeface="Calibri" pitchFamily="34" charset="0"/>
              </a:rPr>
              <a:t>), kebebasan berekspresi (</a:t>
            </a:r>
            <a:r>
              <a:rPr kumimoji="0" lang="sv-SE" sz="2000" b="0" i="1" u="none" strike="noStrike" cap="none" normalizeH="0" baseline="0" dirty="0">
                <a:ln>
                  <a:noFill/>
                </a:ln>
                <a:solidFill>
                  <a:schemeClr val="tx1"/>
                </a:solidFill>
                <a:effectLst/>
                <a:ea typeface="Calibri" pitchFamily="34" charset="0"/>
              </a:rPr>
              <a:t>freedom of expression</a:t>
            </a:r>
            <a:r>
              <a:rPr kumimoji="0" lang="sv-SE" sz="2000" b="0" i="0" u="none" strike="noStrike" cap="none" normalizeH="0" baseline="0" dirty="0">
                <a:ln>
                  <a:noFill/>
                </a:ln>
                <a:solidFill>
                  <a:schemeClr val="tx1"/>
                </a:solidFill>
                <a:effectLst/>
                <a:ea typeface="Calibri" pitchFamily="34" charset="0"/>
              </a:rPr>
              <a:t>), dan kebebasan beragama (</a:t>
            </a:r>
            <a:r>
              <a:rPr kumimoji="0" lang="sv-SE" sz="2000" b="0" i="1" u="none" strike="noStrike" cap="none" normalizeH="0" baseline="0" dirty="0">
                <a:ln>
                  <a:noFill/>
                </a:ln>
                <a:solidFill>
                  <a:schemeClr val="tx1"/>
                </a:solidFill>
                <a:effectLst/>
                <a:ea typeface="Calibri" pitchFamily="34" charset="0"/>
              </a:rPr>
              <a:t>freedom of religion</a:t>
            </a:r>
            <a:r>
              <a:rPr kumimoji="0" lang="sv-SE" sz="2000" b="0" i="0" u="none" strike="noStrike" cap="none" normalizeH="0" baseline="0" dirty="0">
                <a:ln>
                  <a:noFill/>
                </a:ln>
                <a:solidFill>
                  <a:schemeClr val="tx1"/>
                </a:solidFill>
                <a:effectLst/>
                <a:ea typeface="Calibri" pitchFamily="34" charset="0"/>
              </a:rPr>
              <a:t>), serta adanya perlindungan terhadap hak milik (</a:t>
            </a:r>
            <a:r>
              <a:rPr kumimoji="0" lang="sv-SE" sz="2000" b="0" i="1" u="none" strike="noStrike" cap="none" normalizeH="0" baseline="0" dirty="0">
                <a:ln>
                  <a:noFill/>
                </a:ln>
                <a:solidFill>
                  <a:schemeClr val="tx1"/>
                </a:solidFill>
                <a:effectLst/>
                <a:ea typeface="Calibri" pitchFamily="34" charset="0"/>
              </a:rPr>
              <a:t>the right of property</a:t>
            </a:r>
            <a:r>
              <a:rPr kumimoji="0" lang="sv-SE" sz="2000" b="0" i="0" u="none" strike="noStrike" cap="none" normalizeH="0" baseline="0" dirty="0">
                <a:ln>
                  <a:noFill/>
                </a:ln>
                <a:solidFill>
                  <a:schemeClr val="tx1"/>
                </a:solidFill>
                <a:effectLst/>
                <a:ea typeface="Calibri" pitchFamily="34" charset="0"/>
              </a:rPr>
              <a:t>).</a:t>
            </a:r>
            <a:endParaRPr kumimoji="0" lang="sv-SE" sz="3200" b="0" i="0" u="none" strike="noStrike" cap="none" normalizeH="0" baseline="0" dirty="0">
              <a:ln>
                <a:noFill/>
              </a:ln>
              <a:solidFill>
                <a:schemeClr val="tx1"/>
              </a:solidFill>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t1.gstatic.com/images?q=tbn:ANd9GcS8PaFZSzJTkl5FbJrvn0b3f2KVN_LBC98y3KpgSsWCzXX8hsqrSw5xyldK"/>
          <p:cNvPicPr>
            <a:picLocks noChangeAspect="1" noChangeArrowheads="1"/>
          </p:cNvPicPr>
          <p:nvPr/>
        </p:nvPicPr>
        <p:blipFill>
          <a:blip r:embed="rId2" cstate="print">
            <a:lum bright="70000" contrast="-70000"/>
          </a:blip>
          <a:srcRect/>
          <a:stretch>
            <a:fillRect/>
          </a:stretch>
        </p:blipFill>
        <p:spPr bwMode="auto">
          <a:xfrm>
            <a:off x="0" y="35166"/>
            <a:ext cx="9144000" cy="6822834"/>
          </a:xfrm>
          <a:prstGeom prst="rect">
            <a:avLst/>
          </a:prstGeom>
          <a:noFill/>
        </p:spPr>
      </p:pic>
      <p:sp>
        <p:nvSpPr>
          <p:cNvPr id="4" name="Title 3"/>
          <p:cNvSpPr>
            <a:spLocks noGrp="1"/>
          </p:cNvSpPr>
          <p:nvPr>
            <p:ph type="title"/>
          </p:nvPr>
        </p:nvSpPr>
        <p:spPr/>
        <p:txBody>
          <a:bodyPr>
            <a:noAutofit/>
          </a:bodyPr>
          <a:lstStyle/>
          <a:p>
            <a:r>
              <a:rPr lang="en-US" kern="0" dirty="0"/>
              <a:t>SEJARAH PERKEMBANGAN HAM</a:t>
            </a:r>
            <a:endParaRPr lang="en-US" dirty="0"/>
          </a:p>
        </p:txBody>
      </p:sp>
      <p:sp>
        <p:nvSpPr>
          <p:cNvPr id="36865" name="Rectangle 1"/>
          <p:cNvSpPr>
            <a:spLocks noChangeArrowheads="1"/>
          </p:cNvSpPr>
          <p:nvPr/>
        </p:nvSpPr>
        <p:spPr bwMode="auto">
          <a:xfrm>
            <a:off x="4419600" y="1844457"/>
            <a:ext cx="42672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1" defTabSz="914400" rtl="0" eaLnBrk="1" fontAlgn="base" latinLnBrk="0" hangingPunct="1">
              <a:lnSpc>
                <a:spcPct val="100000"/>
              </a:lnSpc>
              <a:spcBef>
                <a:spcPct val="0"/>
              </a:spcBef>
              <a:spcAft>
                <a:spcPct val="0"/>
              </a:spcAft>
              <a:buClrTx/>
              <a:buSzTx/>
            </a:pPr>
            <a:r>
              <a:rPr kumimoji="0" lang="id-ID" sz="3200" b="1" u="none" strike="noStrike" cap="none" normalizeH="0" baseline="0" dirty="0">
                <a:ln>
                  <a:noFill/>
                </a:ln>
                <a:solidFill>
                  <a:schemeClr val="tx1"/>
                </a:solidFill>
                <a:effectLst/>
                <a:ea typeface="Calibri" pitchFamily="34" charset="0"/>
              </a:rPr>
              <a:t>The Universal Declaration of Human Rights</a:t>
            </a:r>
            <a:endParaRPr kumimoji="0" lang="en-US" sz="2000" b="1" u="none" strike="noStrike" cap="none" normalizeH="0" baseline="0" dirty="0">
              <a:ln>
                <a:noFill/>
              </a:ln>
              <a:solidFill>
                <a:schemeClr val="tx1"/>
              </a:solidFill>
              <a:effectLst/>
              <a:ea typeface="Calibri" pitchFamily="34" charset="0"/>
            </a:endParaRPr>
          </a:p>
          <a:p>
            <a:pPr marL="0" marR="0" lvl="1" defTabSz="914400" rtl="0" eaLnBrk="1" fontAlgn="base" latinLnBrk="0" hangingPunct="1">
              <a:lnSpc>
                <a:spcPct val="100000"/>
              </a:lnSpc>
              <a:spcBef>
                <a:spcPct val="0"/>
              </a:spcBef>
              <a:spcAft>
                <a:spcPct val="0"/>
              </a:spcAft>
              <a:buClrTx/>
              <a:buSzTx/>
            </a:pPr>
            <a:r>
              <a:rPr kumimoji="0" lang="id-ID" sz="2000" b="0" i="0" u="none" strike="noStrike" cap="none" normalizeH="0" baseline="0" dirty="0">
                <a:ln>
                  <a:noFill/>
                </a:ln>
                <a:solidFill>
                  <a:schemeClr val="tx1"/>
                </a:solidFill>
                <a:effectLst/>
                <a:ea typeface="Calibri" pitchFamily="34" charset="0"/>
              </a:rPr>
              <a:t>Piagam tersebut dihasilkan oleh Komisi Hak Asasi Manusia PBB pada sidangnya tanggal 10 Desember 1948. Deklarasi tersebut akhirnya diterima secara resmi dalam Sidang Umum PBB.</a:t>
            </a:r>
            <a:endParaRPr kumimoji="0" lang="id-ID" sz="3200" b="0" i="0" u="none" strike="noStrike" cap="none" normalizeH="0" baseline="0" dirty="0">
              <a:ln>
                <a:noFill/>
              </a:ln>
              <a:solidFill>
                <a:schemeClr val="tx1"/>
              </a:solidFill>
              <a:effectLst/>
            </a:endParaRPr>
          </a:p>
        </p:txBody>
      </p:sp>
      <p:pic>
        <p:nvPicPr>
          <p:cNvPr id="6" name="Picture 2" descr="http://t1.gstatic.com/images?q=tbn:ANd9GcS8PaFZSzJTkl5FbJrvn0b3f2KVN_LBC98y3KpgSsWCzXX8hsqrSw5xyldK"/>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a:off x="457200" y="1981200"/>
            <a:ext cx="3676452" cy="27432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dirty="0"/>
              <a:t>Universal Declaration of Human Rights </a:t>
            </a:r>
            <a:endParaRPr lang="en-US" dirty="0"/>
          </a:p>
        </p:txBody>
      </p:sp>
      <p:sp>
        <p:nvSpPr>
          <p:cNvPr id="3" name="Content Placeholder 2"/>
          <p:cNvSpPr>
            <a:spLocks noGrp="1"/>
          </p:cNvSpPr>
          <p:nvPr>
            <p:ph idx="1"/>
          </p:nvPr>
        </p:nvSpPr>
        <p:spPr>
          <a:xfrm>
            <a:off x="4916" y="3124200"/>
            <a:ext cx="9139084" cy="1676400"/>
          </a:xfrm>
          <a:solidFill>
            <a:schemeClr val="bg2">
              <a:lumMod val="50000"/>
            </a:schemeClr>
          </a:solidFill>
        </p:spPr>
        <p:txBody>
          <a:bodyPr>
            <a:normAutofit/>
          </a:bodyPr>
          <a:lstStyle/>
          <a:p>
            <a:pPr marL="114300" indent="0" algn="ctr">
              <a:buNone/>
            </a:pPr>
            <a:r>
              <a:rPr lang="en-US" sz="9600" b="1" dirty="0">
                <a:effectLst>
                  <a:outerShdw blurRad="38100" dist="38100" dir="2700000" algn="tl">
                    <a:srgbClr val="000000">
                      <a:alpha val="43137"/>
                    </a:srgbClr>
                  </a:outerShdw>
                </a:effectLst>
              </a:rPr>
              <a:t>Hak Hidup</a:t>
            </a:r>
          </a:p>
        </p:txBody>
      </p:sp>
    </p:spTree>
    <p:extLst>
      <p:ext uri="{BB962C8B-B14F-4D97-AF65-F5344CB8AC3E}">
        <p14:creationId xmlns:p14="http://schemas.microsoft.com/office/powerpoint/2010/main" val="4274912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114300" indent="0">
              <a:buNone/>
            </a:pPr>
            <a:r>
              <a:rPr lang="en-US" b="1" dirty="0">
                <a:effectLst>
                  <a:outerShdw blurRad="38100" dist="38100" dir="2700000" algn="tl">
                    <a:srgbClr val="000000">
                      <a:alpha val="43137"/>
                    </a:srgbClr>
                  </a:outerShdw>
                </a:effectLst>
              </a:rPr>
              <a:t>1. All human beings are born free and equal in dignity and rights. They are endowed with reason and conscience and should act towards one another in a spirit of brotherhood.</a:t>
            </a:r>
          </a:p>
          <a:p>
            <a:pPr marL="114300" indent="0">
              <a:buNone/>
            </a:pPr>
            <a:r>
              <a:rPr lang="en-US" b="1" dirty="0">
                <a:effectLst>
                  <a:outerShdw blurRad="38100" dist="38100" dir="2700000" algn="tl">
                    <a:srgbClr val="000000">
                      <a:alpha val="43137"/>
                    </a:srgbClr>
                  </a:outerShdw>
                </a:effectLst>
              </a:rPr>
              <a:t>3. Everyone has the right to life, liberty and security of person.</a:t>
            </a:r>
          </a:p>
          <a:p>
            <a:pPr marL="114300" indent="0">
              <a:buNone/>
            </a:pPr>
            <a:r>
              <a:rPr lang="en-US" b="1" dirty="0">
                <a:effectLst>
                  <a:outerShdw blurRad="38100" dist="38100" dir="2700000" algn="tl">
                    <a:srgbClr val="000000">
                      <a:alpha val="43137"/>
                    </a:srgbClr>
                  </a:outerShdw>
                </a:effectLst>
              </a:rPr>
              <a:t>4. No one shall be held in slavery or servitude; slavery and the slave trade shall be prohibited in all their forms.</a:t>
            </a:r>
          </a:p>
          <a:p>
            <a:pPr marL="114300" indent="0">
              <a:buNone/>
            </a:pPr>
            <a:r>
              <a:rPr lang="en-US" b="1" dirty="0">
                <a:effectLst>
                  <a:outerShdw blurRad="38100" dist="38100" dir="2700000" algn="tl">
                    <a:srgbClr val="000000">
                      <a:alpha val="43137"/>
                    </a:srgbClr>
                  </a:outerShdw>
                </a:effectLst>
              </a:rPr>
              <a:t>5. No one shall be subjected to torture or to cruel, inhuman or degrading treatment or punishment.</a:t>
            </a:r>
          </a:p>
          <a:p>
            <a:pPr marL="114300" indent="0">
              <a:buNone/>
            </a:pP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15100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2"/>
          <p:cNvSpPr>
            <a:spLocks noGrp="1"/>
          </p:cNvSpPr>
          <p:nvPr>
            <p:ph idx="1"/>
          </p:nvPr>
        </p:nvSpPr>
        <p:spPr>
          <a:xfrm>
            <a:off x="4916" y="3124200"/>
            <a:ext cx="9139084" cy="1676400"/>
          </a:xfrm>
          <a:solidFill>
            <a:schemeClr val="bg2">
              <a:lumMod val="50000"/>
            </a:schemeClr>
          </a:solidFill>
        </p:spPr>
        <p:txBody>
          <a:bodyPr>
            <a:noAutofit/>
          </a:bodyPr>
          <a:lstStyle/>
          <a:p>
            <a:pPr marL="114300" indent="0" algn="ctr">
              <a:buNone/>
            </a:pPr>
            <a:r>
              <a:rPr lang="en-US" sz="4400" b="1" dirty="0">
                <a:effectLst>
                  <a:outerShdw blurRad="38100" dist="38100" dir="2700000" algn="tl">
                    <a:srgbClr val="000000">
                      <a:alpha val="43137"/>
                    </a:srgbClr>
                  </a:outerShdw>
                </a:effectLst>
              </a:rPr>
              <a:t>Berbicara dan Mengeluarkan Pendapat</a:t>
            </a:r>
          </a:p>
        </p:txBody>
      </p:sp>
    </p:spTree>
    <p:extLst>
      <p:ext uri="{BB962C8B-B14F-4D97-AF65-F5344CB8AC3E}">
        <p14:creationId xmlns:p14="http://schemas.microsoft.com/office/powerpoint/2010/main" val="36447926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114300" indent="0">
              <a:buNone/>
            </a:pPr>
            <a:r>
              <a:rPr lang="en-US" sz="3200" b="1" dirty="0">
                <a:effectLst>
                  <a:outerShdw blurRad="38100" dist="38100" dir="2700000" algn="tl">
                    <a:srgbClr val="000000">
                      <a:alpha val="43137"/>
                    </a:srgbClr>
                  </a:outerShdw>
                </a:effectLst>
              </a:rPr>
              <a:t>10. Everyone is entitled in full equality to a fair and public hearing by an independent and impartial tribunal, in the determination of his rights and obligations and of any criminal charge against him.</a:t>
            </a:r>
          </a:p>
          <a:p>
            <a:pPr marL="114300" indent="0">
              <a:buNone/>
            </a:pP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24617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114300" indent="0">
              <a:buNone/>
            </a:pPr>
            <a:r>
              <a:rPr lang="en-US" sz="3200" b="1" i="1" dirty="0">
                <a:effectLst>
                  <a:outerShdw blurRad="38100" dist="38100" dir="2700000" algn="tl">
                    <a:srgbClr val="000000">
                      <a:alpha val="43137"/>
                    </a:srgbClr>
                  </a:outerShdw>
                </a:effectLst>
              </a:rPr>
              <a:t>19. Everyone has the right to freedom of opinion and expression; this right includes freedom to hold opinions without interference and to seek, receive and impart information and ideas through any media and regardless of frontiers.</a:t>
            </a:r>
          </a:p>
        </p:txBody>
      </p:sp>
    </p:spTree>
    <p:extLst>
      <p:ext uri="{BB962C8B-B14F-4D97-AF65-F5344CB8AC3E}">
        <p14:creationId xmlns:p14="http://schemas.microsoft.com/office/powerpoint/2010/main" val="3698936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916" y="3124200"/>
            <a:ext cx="9139084" cy="838200"/>
          </a:xfrm>
          <a:solidFill>
            <a:schemeClr val="bg2">
              <a:lumMod val="50000"/>
            </a:schemeClr>
          </a:solidFill>
        </p:spPr>
        <p:txBody>
          <a:bodyPr>
            <a:noAutofit/>
          </a:bodyPr>
          <a:lstStyle/>
          <a:p>
            <a:pPr marL="114300" indent="0" algn="ctr">
              <a:buNone/>
            </a:pPr>
            <a:r>
              <a:rPr lang="en-US" sz="4400" b="1" dirty="0">
                <a:effectLst>
                  <a:outerShdw blurRad="38100" dist="38100" dir="2700000" algn="tl">
                    <a:srgbClr val="000000">
                      <a:alpha val="43137"/>
                    </a:srgbClr>
                  </a:outerShdw>
                </a:effectLst>
              </a:rPr>
              <a:t>Perlindungan Hukum</a:t>
            </a:r>
          </a:p>
        </p:txBody>
      </p:sp>
    </p:spTree>
    <p:extLst>
      <p:ext uri="{BB962C8B-B14F-4D97-AF65-F5344CB8AC3E}">
        <p14:creationId xmlns:p14="http://schemas.microsoft.com/office/powerpoint/2010/main" val="3860358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676400" y="457200"/>
            <a:ext cx="6591985" cy="3777622"/>
          </a:xfrm>
        </p:spPr>
        <p:txBody>
          <a:bodyPr>
            <a:noAutofit/>
          </a:bodyPr>
          <a:lstStyle/>
          <a:p>
            <a:pPr marL="114300" indent="0">
              <a:buNone/>
            </a:pPr>
            <a:r>
              <a:rPr lang="en-US" sz="2800" b="1" dirty="0">
                <a:effectLst>
                  <a:outerShdw blurRad="38100" dist="38100" dir="2700000" algn="tl">
                    <a:srgbClr val="000000">
                      <a:alpha val="43137"/>
                    </a:srgbClr>
                  </a:outerShdw>
                </a:effectLst>
              </a:rPr>
              <a:t>7. All are equal before the law and are entitled without any discrimination to equal protection of the law. All are entitled to equal protection against any discrimination in violation of this Declaration and against any incitement to such discrimination.</a:t>
            </a:r>
          </a:p>
          <a:p>
            <a:pPr marL="114300" indent="0">
              <a:buNone/>
            </a:pPr>
            <a:r>
              <a:rPr lang="en-US" sz="2800" b="1" dirty="0">
                <a:effectLst>
                  <a:outerShdw blurRad="38100" dist="38100" dir="2700000" algn="tl">
                    <a:srgbClr val="000000">
                      <a:alpha val="43137"/>
                    </a:srgbClr>
                  </a:outerShdw>
                </a:effectLst>
              </a:rPr>
              <a:t>8. Everyone has the right to an effective remedy by the competent national tribunals for acts violating the fundamental rights granted him by the constitution or by law.</a:t>
            </a:r>
          </a:p>
          <a:p>
            <a:pPr marL="114300" indent="0">
              <a:buNone/>
            </a:pPr>
            <a:endParaRPr lang="en-US" sz="2800" b="1" dirty="0">
              <a:effectLst>
                <a:outerShdw blurRad="38100" dist="38100" dir="2700000" algn="tl">
                  <a:srgbClr val="000000">
                    <a:alpha val="43137"/>
                  </a:srgbClr>
                </a:outerShdw>
              </a:effectLst>
            </a:endParaRPr>
          </a:p>
          <a:p>
            <a:pPr marL="114300" indent="0">
              <a:buNone/>
            </a:pPr>
            <a:endParaRPr lang="en-US"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86705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114300" indent="0">
              <a:buNone/>
            </a:pPr>
            <a:r>
              <a:rPr lang="en-US" sz="5400" b="1" dirty="0">
                <a:effectLst>
                  <a:outerShdw blurRad="38100" dist="38100" dir="2700000" algn="tl">
                    <a:srgbClr val="000000">
                      <a:alpha val="43137"/>
                    </a:srgbClr>
                  </a:outerShdw>
                </a:effectLst>
              </a:rPr>
              <a:t>9. No one shall be subjected to arbitrary arrest, detention or exile.</a:t>
            </a:r>
          </a:p>
        </p:txBody>
      </p:sp>
    </p:spTree>
    <p:extLst>
      <p:ext uri="{BB962C8B-B14F-4D97-AF65-F5344CB8AC3E}">
        <p14:creationId xmlns:p14="http://schemas.microsoft.com/office/powerpoint/2010/main" val="40810816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2"/>
          <p:cNvSpPr>
            <a:spLocks noGrp="1"/>
          </p:cNvSpPr>
          <p:nvPr>
            <p:ph idx="1"/>
          </p:nvPr>
        </p:nvSpPr>
        <p:spPr>
          <a:xfrm>
            <a:off x="4916" y="3124200"/>
            <a:ext cx="9139084" cy="838200"/>
          </a:xfrm>
          <a:solidFill>
            <a:schemeClr val="bg2">
              <a:lumMod val="50000"/>
            </a:schemeClr>
          </a:solidFill>
        </p:spPr>
        <p:txBody>
          <a:bodyPr>
            <a:noAutofit/>
          </a:bodyPr>
          <a:lstStyle/>
          <a:p>
            <a:pPr marL="114300" indent="0" algn="ctr">
              <a:buNone/>
            </a:pPr>
            <a:r>
              <a:rPr lang="en-US" sz="4400" b="1" dirty="0">
                <a:effectLst>
                  <a:outerShdw blurRad="38100" dist="38100" dir="2700000" algn="tl">
                    <a:srgbClr val="000000">
                      <a:alpha val="43137"/>
                    </a:srgbClr>
                  </a:outerShdw>
                </a:effectLst>
              </a:rPr>
              <a:t>Kebebasan Beragama</a:t>
            </a:r>
          </a:p>
        </p:txBody>
      </p:sp>
    </p:spTree>
    <p:extLst>
      <p:ext uri="{BB962C8B-B14F-4D97-AF65-F5344CB8AC3E}">
        <p14:creationId xmlns:p14="http://schemas.microsoft.com/office/powerpoint/2010/main" val="3661678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grayscl/>
          </a:blip>
          <a:srcRect l="3922" t="3333"/>
          <a:stretch>
            <a:fillRect/>
          </a:stretch>
        </p:blipFill>
        <p:spPr bwMode="auto">
          <a:xfrm>
            <a:off x="0" y="0"/>
            <a:ext cx="5793828" cy="6858000"/>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114300" indent="0">
              <a:buNone/>
            </a:pPr>
            <a:r>
              <a:rPr lang="en-US" sz="3200" b="1" dirty="0">
                <a:effectLst>
                  <a:outerShdw blurRad="38100" dist="38100" dir="2700000" algn="tl">
                    <a:srgbClr val="000000">
                      <a:alpha val="43137"/>
                    </a:srgbClr>
                  </a:outerShdw>
                </a:effectLst>
              </a:rPr>
              <a:t>18. Everyone has the right to freedom of thought, conscience and religion; this right includes freedom to change his religion or belief, and freedom, either alone or in community with others and in public or private, to manifest his religion or belief in teaching, practice, worship and observance.</a:t>
            </a:r>
          </a:p>
          <a:p>
            <a:pPr marL="114300" indent="0">
              <a:buNone/>
            </a:pP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905330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ACER\Pictures\acak corak\Picture1.jpg"/>
          <p:cNvPicPr>
            <a:picLocks noChangeAspect="1" noChangeArrowheads="1"/>
          </p:cNvPicPr>
          <p:nvPr/>
        </p:nvPicPr>
        <p:blipFill>
          <a:blip r:embed="rId2" cstate="print">
            <a:lum bright="70000" contrast="-70000"/>
          </a:blip>
          <a:srcRect/>
          <a:stretch>
            <a:fillRect/>
          </a:stretch>
        </p:blipFill>
        <p:spPr bwMode="auto">
          <a:xfrm>
            <a:off x="0" y="-26158"/>
            <a:ext cx="9144000" cy="6858000"/>
          </a:xfrm>
          <a:prstGeom prst="rect">
            <a:avLst/>
          </a:prstGeom>
          <a:noFill/>
        </p:spPr>
      </p:pic>
      <p:sp>
        <p:nvSpPr>
          <p:cNvPr id="2" name="Title 1"/>
          <p:cNvSpPr>
            <a:spLocks noGrp="1"/>
          </p:cNvSpPr>
          <p:nvPr>
            <p:ph type="title"/>
          </p:nvPr>
        </p:nvSpPr>
        <p:spPr>
          <a:xfrm>
            <a:off x="1676400" y="-4549"/>
            <a:ext cx="6589199" cy="1280890"/>
          </a:xfrm>
        </p:spPr>
        <p:txBody>
          <a:bodyPr>
            <a:noAutofit/>
          </a:bodyPr>
          <a:lstStyle/>
          <a:p>
            <a:pPr lvl="0"/>
            <a:r>
              <a:rPr lang="en-US" dirty="0">
                <a:effectLst/>
              </a:rPr>
              <a:t>PERJUANGAN HAM DI INDONESIA </a:t>
            </a:r>
          </a:p>
        </p:txBody>
      </p:sp>
      <p:sp>
        <p:nvSpPr>
          <p:cNvPr id="3" name="Content Placeholder 2"/>
          <p:cNvSpPr>
            <a:spLocks noGrp="1"/>
          </p:cNvSpPr>
          <p:nvPr>
            <p:ph idx="1"/>
          </p:nvPr>
        </p:nvSpPr>
        <p:spPr>
          <a:xfrm>
            <a:off x="381000" y="1280318"/>
            <a:ext cx="8229600" cy="5135563"/>
          </a:xfrm>
        </p:spPr>
        <p:txBody>
          <a:bodyPr anchor="ctr">
            <a:noAutofit/>
          </a:bodyPr>
          <a:lstStyle/>
          <a:p>
            <a:pPr marL="0" indent="0" algn="ctr">
              <a:buNone/>
            </a:pPr>
            <a:r>
              <a:rPr lang="en-US" sz="2800" b="1" dirty="0">
                <a:effectLst>
                  <a:outerShdw blurRad="38100" dist="38100" dir="2700000" algn="tl">
                    <a:srgbClr val="000000">
                      <a:alpha val="43137"/>
                    </a:srgbClr>
                  </a:outerShdw>
                </a:effectLst>
                <a:latin typeface="Beautiful Every Time" pitchFamily="2" charset="0"/>
              </a:rPr>
              <a:t>Kebangsaan yang kita ajukan bukan kebangsaan yang menyendiri, sebagai mana dikobarkan orang-orang di Eropa, yang mengatakan tidak ada yang setinggi </a:t>
            </a:r>
            <a:r>
              <a:rPr lang="en-US" sz="2800" b="1" dirty="0" err="1">
                <a:effectLst>
                  <a:outerShdw blurRad="38100" dist="38100" dir="2700000" algn="tl">
                    <a:srgbClr val="000000">
                      <a:alpha val="43137"/>
                    </a:srgbClr>
                  </a:outerShdw>
                </a:effectLst>
                <a:latin typeface="Beautiful Every Time" pitchFamily="2" charset="0"/>
              </a:rPr>
              <a:t>Jermania</a:t>
            </a:r>
            <a:r>
              <a:rPr lang="en-US" sz="2800" b="1" dirty="0">
                <a:effectLst>
                  <a:outerShdw blurRad="38100" dist="38100" dir="2700000" algn="tl">
                    <a:srgbClr val="000000">
                      <a:alpha val="43137"/>
                    </a:srgbClr>
                  </a:outerShdw>
                </a:effectLst>
                <a:latin typeface="Beautiful Every Time" pitchFamily="2" charset="0"/>
              </a:rPr>
              <a:t>, yang katanya bangsanya mulia, berambut jagung dan bermata biru. “bangsa Aria” yang dianggap tertinggi di atas dunia, sedangkan Bangsa-Bangsa lain tidak ada harganya. Janganlah kita berdiri di asas demikian, jangan berkata bahwa bangsa Indonesia adalah yang terbagus dan termulia, serta meremehkan bangsa lain. Kita harus menuju persatuan dunia, persaudaraan dunia. Kita bukan saja harus mendirikan negara Indonesia Merdeka, tetapi kita harus menuju pula kepada kekeluargaan Bangsa-Bangsa</a:t>
            </a:r>
          </a:p>
          <a:p>
            <a:pPr marL="0" indent="0" algn="r">
              <a:buNone/>
            </a:pPr>
            <a:r>
              <a:rPr lang="en-US" sz="2800" b="1" dirty="0">
                <a:effectLst>
                  <a:outerShdw blurRad="38100" dist="38100" dir="2700000" algn="tl">
                    <a:srgbClr val="000000">
                      <a:alpha val="43137"/>
                    </a:srgbClr>
                  </a:outerShdw>
                </a:effectLst>
                <a:latin typeface="Beautiful Every Time" pitchFamily="2" charset="0"/>
              </a:rPr>
              <a:t>Soekarno</a:t>
            </a:r>
          </a:p>
        </p:txBody>
      </p:sp>
    </p:spTree>
    <p:extLst>
      <p:ext uri="{BB962C8B-B14F-4D97-AF65-F5344CB8AC3E}">
        <p14:creationId xmlns:p14="http://schemas.microsoft.com/office/powerpoint/2010/main" val="692546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C:\Users\ACER\Pictures\acak corak\Picture1.jpg"/>
          <p:cNvPicPr>
            <a:picLocks noChangeAspect="1" noChangeArrowheads="1"/>
          </p:cNvPicPr>
          <p:nvPr/>
        </p:nvPicPr>
        <p:blipFill>
          <a:blip r:embed="rId2" cstate="print">
            <a:lum bright="70000" contrast="-70000"/>
          </a:blip>
          <a:srcRect/>
          <a:stretch>
            <a:fillRect/>
          </a:stretch>
        </p:blipFill>
        <p:spPr bwMode="auto">
          <a:xfrm>
            <a:off x="0" y="0"/>
            <a:ext cx="9144000" cy="6858000"/>
          </a:xfrm>
          <a:prstGeom prst="rect">
            <a:avLst/>
          </a:prstGeom>
          <a:noFill/>
        </p:spPr>
      </p:pic>
      <p:sp>
        <p:nvSpPr>
          <p:cNvPr id="5" name="Rectangle 4"/>
          <p:cNvSpPr/>
          <p:nvPr/>
        </p:nvSpPr>
        <p:spPr>
          <a:xfrm>
            <a:off x="0" y="1"/>
            <a:ext cx="9144000" cy="5509200"/>
          </a:xfrm>
          <a:prstGeom prst="rect">
            <a:avLst/>
          </a:prstGeom>
        </p:spPr>
        <p:txBody>
          <a:bodyPr wrap="square">
            <a:spAutoFit/>
          </a:bodyPr>
          <a:lstStyle/>
          <a:p>
            <a:r>
              <a:rPr lang="en-US" sz="3200" b="1" i="1" dirty="0">
                <a:effectLst>
                  <a:outerShdw blurRad="38100" dist="38100" dir="2700000" algn="tl">
                    <a:srgbClr val="000000">
                      <a:alpha val="43137"/>
                    </a:srgbClr>
                  </a:outerShdw>
                </a:effectLst>
              </a:rPr>
              <a:t>Have than Indonesian people fighting for their freedom no other course of action open to them than to choose between being pro-</a:t>
            </a:r>
            <a:r>
              <a:rPr lang="en-US" sz="3200" b="1" i="1" dirty="0" err="1">
                <a:effectLst>
                  <a:outerShdw blurRad="38100" dist="38100" dir="2700000" algn="tl">
                    <a:srgbClr val="000000">
                      <a:alpha val="43137"/>
                    </a:srgbClr>
                  </a:outerShdw>
                </a:effectLst>
              </a:rPr>
              <a:t>Rusian</a:t>
            </a:r>
            <a:r>
              <a:rPr lang="en-US" sz="3200" b="1" i="1" dirty="0">
                <a:effectLst>
                  <a:outerShdw blurRad="38100" dist="38100" dir="2700000" algn="tl">
                    <a:srgbClr val="000000">
                      <a:alpha val="43137"/>
                    </a:srgbClr>
                  </a:outerShdw>
                </a:effectLst>
              </a:rPr>
              <a:t> or pro-American? The government is of the opinion that position to be taken is that Indonesia should not be passive party in the arena of International politics but that it should be an active agent entitle to determine its own standpoint. The policy of the republic of Indonesia must be resolved in the light of its own interests and should be executed in consonance with situation and facts it has to face  </a:t>
            </a:r>
          </a:p>
        </p:txBody>
      </p:sp>
      <p:sp>
        <p:nvSpPr>
          <p:cNvPr id="7" name="Rectangle 6"/>
          <p:cNvSpPr/>
          <p:nvPr/>
        </p:nvSpPr>
        <p:spPr>
          <a:xfrm>
            <a:off x="6248400" y="5998934"/>
            <a:ext cx="2854382" cy="769441"/>
          </a:xfrm>
          <a:prstGeom prst="rect">
            <a:avLst/>
          </a:prstGeom>
        </p:spPr>
        <p:txBody>
          <a:bodyPr wrap="square">
            <a:spAutoFit/>
          </a:bodyPr>
          <a:lstStyle/>
          <a:p>
            <a:r>
              <a:rPr lang="en-US" sz="4400" b="1" dirty="0">
                <a:solidFill>
                  <a:schemeClr val="tx2"/>
                </a:solidFill>
                <a:effectLst>
                  <a:outerShdw blurRad="38100" dist="38100" dir="2700000" algn="tl">
                    <a:srgbClr val="000000">
                      <a:alpha val="43137"/>
                    </a:srgbClr>
                  </a:outerShdw>
                </a:effectLst>
              </a:rPr>
              <a:t>M. Hatta</a:t>
            </a:r>
          </a:p>
        </p:txBody>
      </p:sp>
    </p:spTree>
    <p:extLst>
      <p:ext uri="{BB962C8B-B14F-4D97-AF65-F5344CB8AC3E}">
        <p14:creationId xmlns:p14="http://schemas.microsoft.com/office/powerpoint/2010/main" val="2472938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ACER\Pictures\acak corak\Picture1.jpg"/>
          <p:cNvPicPr>
            <a:picLocks noChangeAspect="1" noChangeArrowheads="1"/>
          </p:cNvPicPr>
          <p:nvPr/>
        </p:nvPicPr>
        <p:blipFill>
          <a:blip r:embed="rId2" cstate="print">
            <a:lum bright="70000" contrast="-70000"/>
          </a:blip>
          <a:srcRect/>
          <a:stretch>
            <a:fillRect/>
          </a:stretch>
        </p:blipFill>
        <p:spPr bwMode="auto">
          <a:xfrm>
            <a:off x="0" y="0"/>
            <a:ext cx="9144000" cy="6858000"/>
          </a:xfrm>
          <a:prstGeom prst="rect">
            <a:avLst/>
          </a:prstGeom>
          <a:noFill/>
        </p:spPr>
      </p:pic>
      <p:sp>
        <p:nvSpPr>
          <p:cNvPr id="2" name="Title 1"/>
          <p:cNvSpPr>
            <a:spLocks noGrp="1"/>
          </p:cNvSpPr>
          <p:nvPr>
            <p:ph type="title"/>
          </p:nvPr>
        </p:nvSpPr>
        <p:spPr/>
        <p:txBody>
          <a:bodyPr>
            <a:noAutofit/>
          </a:bodyPr>
          <a:lstStyle/>
          <a:p>
            <a:pPr lvl="0"/>
            <a:r>
              <a:rPr lang="en-US" dirty="0">
                <a:effectLst/>
              </a:rPr>
              <a:t>PERJUANGAN HAM DI INDONESIA </a:t>
            </a:r>
          </a:p>
        </p:txBody>
      </p:sp>
      <p:sp>
        <p:nvSpPr>
          <p:cNvPr id="3" name="Content Placeholder 2"/>
          <p:cNvSpPr>
            <a:spLocks noGrp="1"/>
          </p:cNvSpPr>
          <p:nvPr>
            <p:ph idx="1"/>
          </p:nvPr>
        </p:nvSpPr>
        <p:spPr>
          <a:xfrm>
            <a:off x="1945201" y="2286000"/>
            <a:ext cx="6591985" cy="3777622"/>
          </a:xfrm>
        </p:spPr>
        <p:txBody>
          <a:bodyPr anchor="ctr">
            <a:noAutofit/>
          </a:bodyPr>
          <a:lstStyle/>
          <a:p>
            <a:pPr lvl="0">
              <a:buFont typeface="Wingdings" pitchFamily="2" charset="2"/>
              <a:buChar char="q"/>
            </a:pPr>
            <a:r>
              <a:rPr lang="en-US" b="1" dirty="0" err="1">
                <a:effectLst>
                  <a:outerShdw blurRad="38100" dist="38100" dir="2700000" algn="tl">
                    <a:srgbClr val="000000">
                      <a:alpha val="43137"/>
                    </a:srgbClr>
                  </a:outerShdw>
                </a:effectLst>
              </a:rPr>
              <a:t>Kebangkitan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Nasional</a:t>
            </a:r>
            <a:r>
              <a:rPr lang="en-US" b="1" dirty="0">
                <a:effectLst>
                  <a:outerShdw blurRad="38100" dist="38100" dir="2700000" algn="tl">
                    <a:srgbClr val="000000">
                      <a:alpha val="43137"/>
                    </a:srgbClr>
                  </a:outerShdw>
                </a:effectLst>
              </a:rPr>
              <a:t>, 20 Mei 1908</a:t>
            </a:r>
          </a:p>
          <a:p>
            <a:pPr lvl="0">
              <a:buFont typeface="Wingdings" pitchFamily="2" charset="2"/>
              <a:buChar char="q"/>
            </a:pPr>
            <a:r>
              <a:rPr lang="en-US" b="1" dirty="0" err="1">
                <a:effectLst>
                  <a:outerShdw blurRad="38100" dist="38100" dir="2700000" algn="tl">
                    <a:srgbClr val="000000">
                      <a:alpha val="43137"/>
                    </a:srgbClr>
                  </a:outerShdw>
                </a:effectLst>
              </a:rPr>
              <a:t>Sumpah</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Pemuda</a:t>
            </a:r>
            <a:r>
              <a:rPr lang="en-US" b="1" dirty="0">
                <a:effectLst>
                  <a:outerShdw blurRad="38100" dist="38100" dir="2700000" algn="tl">
                    <a:srgbClr val="000000">
                      <a:alpha val="43137"/>
                    </a:srgbClr>
                  </a:outerShdw>
                </a:effectLst>
              </a:rPr>
              <a:t>, 28 </a:t>
            </a:r>
            <a:r>
              <a:rPr lang="en-US" b="1" dirty="0" err="1">
                <a:effectLst>
                  <a:outerShdw blurRad="38100" dist="38100" dir="2700000" algn="tl">
                    <a:srgbClr val="000000">
                      <a:alpha val="43137"/>
                    </a:srgbClr>
                  </a:outerShdw>
                </a:effectLst>
              </a:rPr>
              <a:t>Oktober</a:t>
            </a:r>
            <a:r>
              <a:rPr lang="en-US" b="1" dirty="0">
                <a:effectLst>
                  <a:outerShdw blurRad="38100" dist="38100" dir="2700000" algn="tl">
                    <a:srgbClr val="000000">
                      <a:alpha val="43137"/>
                    </a:srgbClr>
                  </a:outerShdw>
                </a:effectLst>
              </a:rPr>
              <a:t> 1928</a:t>
            </a:r>
          </a:p>
          <a:p>
            <a:pPr lvl="0">
              <a:buFont typeface="Wingdings" pitchFamily="2" charset="2"/>
              <a:buChar char="q"/>
            </a:pPr>
            <a:r>
              <a:rPr lang="en-US" b="1" dirty="0" err="1">
                <a:effectLst>
                  <a:outerShdw blurRad="38100" dist="38100" dir="2700000" algn="tl">
                    <a:srgbClr val="000000">
                      <a:alpha val="43137"/>
                    </a:srgbClr>
                  </a:outerShdw>
                </a:effectLst>
              </a:rPr>
              <a:t>Proklamasi</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Kemerdekaan</a:t>
            </a:r>
            <a:r>
              <a:rPr lang="en-US" b="1" dirty="0">
                <a:effectLst>
                  <a:outerShdw blurRad="38100" dist="38100" dir="2700000" algn="tl">
                    <a:srgbClr val="000000">
                      <a:alpha val="43137"/>
                    </a:srgbClr>
                  </a:outerShdw>
                </a:effectLst>
              </a:rPr>
              <a:t> Indonesia, 17 </a:t>
            </a:r>
            <a:r>
              <a:rPr lang="en-US" b="1" dirty="0" err="1">
                <a:effectLst>
                  <a:outerShdw blurRad="38100" dist="38100" dir="2700000" algn="tl">
                    <a:srgbClr val="000000">
                      <a:alpha val="43137"/>
                    </a:srgbClr>
                  </a:outerShdw>
                </a:effectLst>
              </a:rPr>
              <a:t>Agustus</a:t>
            </a:r>
            <a:r>
              <a:rPr lang="en-US" b="1" dirty="0">
                <a:effectLst>
                  <a:outerShdw blurRad="38100" dist="38100" dir="2700000" algn="tl">
                    <a:srgbClr val="000000">
                      <a:alpha val="43137"/>
                    </a:srgbClr>
                  </a:outerShdw>
                </a:effectLst>
              </a:rPr>
              <a:t> 1945</a:t>
            </a:r>
          </a:p>
          <a:p>
            <a:pPr lvl="0">
              <a:buFont typeface="Wingdings" pitchFamily="2" charset="2"/>
              <a:buChar char="q"/>
            </a:pPr>
            <a:r>
              <a:rPr lang="en-US" b="1" dirty="0" err="1">
                <a:effectLst>
                  <a:outerShdw blurRad="38100" dist="38100" dir="2700000" algn="tl">
                    <a:srgbClr val="000000">
                      <a:alpha val="43137"/>
                    </a:srgbClr>
                  </a:outerShdw>
                </a:effectLst>
              </a:rPr>
              <a:t>Rumusan</a:t>
            </a:r>
            <a:r>
              <a:rPr lang="en-US" b="1" dirty="0">
                <a:effectLst>
                  <a:outerShdw blurRad="38100" dist="38100" dir="2700000" algn="tl">
                    <a:srgbClr val="000000">
                      <a:alpha val="43137"/>
                    </a:srgbClr>
                  </a:outerShdw>
                </a:effectLst>
              </a:rPr>
              <a:t> HAM </a:t>
            </a:r>
            <a:r>
              <a:rPr lang="en-US" b="1" dirty="0" err="1">
                <a:effectLst>
                  <a:outerShdw blurRad="38100" dist="38100" dir="2700000" algn="tl">
                    <a:srgbClr val="000000">
                      <a:alpha val="43137"/>
                    </a:srgbClr>
                  </a:outerShdw>
                </a:effectLst>
              </a:rPr>
              <a:t>secara</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eksplisit</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telah</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dicantumkan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dalam</a:t>
            </a:r>
            <a:r>
              <a:rPr lang="en-US" b="1" dirty="0">
                <a:effectLst>
                  <a:outerShdw blurRad="38100" dist="38100" dir="2700000" algn="tl">
                    <a:srgbClr val="000000">
                      <a:alpha val="43137"/>
                    </a:srgbClr>
                  </a:outerShdw>
                </a:effectLst>
              </a:rPr>
              <a:t> UUD RIS </a:t>
            </a:r>
            <a:r>
              <a:rPr lang="en-US" b="1" dirty="0" err="1">
                <a:effectLst>
                  <a:outerShdw blurRad="38100" dist="38100" dir="2700000" algn="tl">
                    <a:srgbClr val="000000">
                      <a:alpha val="43137"/>
                    </a:srgbClr>
                  </a:outerShdw>
                </a:effectLst>
              </a:rPr>
              <a:t>dan</a:t>
            </a:r>
            <a:r>
              <a:rPr lang="en-US" b="1" dirty="0">
                <a:effectLst>
                  <a:outerShdw blurRad="38100" dist="38100" dir="2700000" algn="tl">
                    <a:srgbClr val="000000">
                      <a:alpha val="43137"/>
                    </a:srgbClr>
                  </a:outerShdw>
                </a:effectLst>
              </a:rPr>
              <a:t> UUDS 1950.   </a:t>
            </a:r>
          </a:p>
          <a:p>
            <a:pPr lvl="0">
              <a:buFont typeface="Wingdings" pitchFamily="2" charset="2"/>
              <a:buChar char="q"/>
            </a:pPr>
            <a:r>
              <a:rPr lang="en-US" b="1" dirty="0" err="1">
                <a:effectLst>
                  <a:outerShdw blurRad="38100" dist="38100" dir="2700000" algn="tl">
                    <a:srgbClr val="000000">
                      <a:alpha val="43137"/>
                    </a:srgbClr>
                  </a:outerShdw>
                </a:effectLst>
              </a:rPr>
              <a:t>Sidang</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Umum</a:t>
            </a:r>
            <a:r>
              <a:rPr lang="en-US" b="1" dirty="0">
                <a:effectLst>
                  <a:outerShdw blurRad="38100" dist="38100" dir="2700000" algn="tl">
                    <a:srgbClr val="000000">
                      <a:alpha val="43137"/>
                    </a:srgbClr>
                  </a:outerShdw>
                </a:effectLst>
              </a:rPr>
              <a:t> MPRS </a:t>
            </a:r>
            <a:r>
              <a:rPr lang="en-US" b="1" dirty="0" err="1">
                <a:effectLst>
                  <a:outerShdw blurRad="38100" dist="38100" dir="2700000" algn="tl">
                    <a:srgbClr val="000000">
                      <a:alpha val="43137"/>
                    </a:srgbClr>
                  </a:outerShdw>
                </a:effectLst>
              </a:rPr>
              <a:t>tahun</a:t>
            </a:r>
            <a:r>
              <a:rPr lang="en-US" b="1" dirty="0">
                <a:effectLst>
                  <a:outerShdw blurRad="38100" dist="38100" dir="2700000" algn="tl">
                    <a:srgbClr val="000000">
                      <a:alpha val="43137"/>
                    </a:srgbClr>
                  </a:outerShdw>
                </a:effectLst>
              </a:rPr>
              <a:t> 1966 </a:t>
            </a:r>
            <a:r>
              <a:rPr lang="en-US" b="1" dirty="0" err="1">
                <a:effectLst>
                  <a:outerShdw blurRad="38100" dist="38100" dir="2700000" algn="tl">
                    <a:srgbClr val="000000">
                      <a:alpha val="43137"/>
                    </a:srgbClr>
                  </a:outerShdw>
                </a:effectLst>
              </a:rPr>
              <a:t>telah</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ditetapkan</a:t>
            </a:r>
            <a:r>
              <a:rPr lang="en-US" b="1" dirty="0">
                <a:effectLst>
                  <a:outerShdw blurRad="38100" dist="38100" dir="2700000" algn="tl">
                    <a:srgbClr val="000000">
                      <a:alpha val="43137"/>
                    </a:srgbClr>
                  </a:outerShdw>
                </a:effectLst>
              </a:rPr>
              <a:t> Tap MPRS No. XIV/MPRS/1966 </a:t>
            </a:r>
            <a:r>
              <a:rPr lang="en-US" b="1" dirty="0" err="1">
                <a:effectLst>
                  <a:outerShdw blurRad="38100" dist="38100" dir="2700000" algn="tl">
                    <a:srgbClr val="000000">
                      <a:alpha val="43137"/>
                    </a:srgbClr>
                  </a:outerShdw>
                </a:effectLst>
              </a:rPr>
              <a:t>tentang</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Pembentukan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Panitia</a:t>
            </a:r>
            <a:r>
              <a:rPr lang="en-US" b="1" dirty="0">
                <a:effectLst>
                  <a:outerShdw blurRad="38100" dist="38100" dir="2700000" algn="tl">
                    <a:srgbClr val="000000">
                      <a:alpha val="43137"/>
                    </a:srgbClr>
                  </a:outerShdw>
                </a:effectLst>
              </a:rPr>
              <a:t> Ad Hoc </a:t>
            </a:r>
            <a:r>
              <a:rPr lang="en-US" b="1" dirty="0" err="1">
                <a:effectLst>
                  <a:outerShdw blurRad="38100" dist="38100" dir="2700000" algn="tl">
                    <a:srgbClr val="000000">
                      <a:alpha val="43137"/>
                    </a:srgbClr>
                  </a:outerShdw>
                </a:effectLst>
              </a:rPr>
              <a:t>untuk</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menyiapkan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Dokumen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Rancangan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Piagam</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Hak</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Asasi</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Manusia</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dan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Hak-hak</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serta</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Kewajiban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Warga</a:t>
            </a:r>
            <a:r>
              <a:rPr lang="en-US" b="1" dirty="0">
                <a:effectLst>
                  <a:outerShdw blurRad="38100" dist="38100" dir="2700000" algn="tl">
                    <a:srgbClr val="000000">
                      <a:alpha val="43137"/>
                    </a:srgbClr>
                  </a:outerShdw>
                </a:effectLst>
              </a:rPr>
              <a:t> Negara. </a:t>
            </a:r>
          </a:p>
          <a:p>
            <a:pPr lvl="0">
              <a:buFont typeface="Wingdings" pitchFamily="2" charset="2"/>
              <a:buChar char="q"/>
            </a:pPr>
            <a:r>
              <a:rPr lang="en-US" b="1" dirty="0" err="1">
                <a:effectLst>
                  <a:outerShdw blurRad="38100" dist="38100" dir="2700000" algn="tl">
                    <a:srgbClr val="000000">
                      <a:alpha val="43137"/>
                    </a:srgbClr>
                  </a:outerShdw>
                </a:effectLst>
              </a:rPr>
              <a:t>Terbentuknya</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Komisi</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Nasional</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Hak</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Asasi</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Manusia</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berdasarkan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Keputusan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Presiden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Nomor</a:t>
            </a:r>
            <a:r>
              <a:rPr lang="en-US" b="1" dirty="0">
                <a:effectLst>
                  <a:outerShdw blurRad="38100" dist="38100" dir="2700000" algn="tl">
                    <a:srgbClr val="000000">
                      <a:alpha val="43137"/>
                    </a:srgbClr>
                  </a:outerShdw>
                </a:effectLst>
              </a:rPr>
              <a:t> 50 </a:t>
            </a:r>
            <a:r>
              <a:rPr lang="en-US" b="1" dirty="0" err="1">
                <a:effectLst>
                  <a:outerShdw blurRad="38100" dist="38100" dir="2700000" algn="tl">
                    <a:srgbClr val="000000">
                      <a:alpha val="43137"/>
                    </a:srgbClr>
                  </a:outerShdw>
                </a:effectLst>
              </a:rPr>
              <a:t>Tahun</a:t>
            </a:r>
            <a:r>
              <a:rPr lang="en-US" b="1" dirty="0">
                <a:effectLst>
                  <a:outerShdw blurRad="38100" dist="38100" dir="2700000" algn="tl">
                    <a:srgbClr val="000000">
                      <a:alpha val="43137"/>
                    </a:srgbClr>
                  </a:outerShdw>
                </a:effectLst>
              </a:rPr>
              <a:t> 1993  </a:t>
            </a:r>
          </a:p>
          <a:p>
            <a:pPr lvl="0">
              <a:buFont typeface="Wingdings" pitchFamily="2" charset="2"/>
              <a:buChar char="q"/>
            </a:pPr>
            <a:r>
              <a:rPr lang="en-US" b="1" dirty="0" err="1">
                <a:effectLst>
                  <a:outerShdw blurRad="38100" dist="38100" dir="2700000" algn="tl">
                    <a:srgbClr val="000000">
                      <a:alpha val="43137"/>
                    </a:srgbClr>
                  </a:outerShdw>
                </a:effectLst>
              </a:rPr>
              <a:t>dst</a:t>
            </a:r>
            <a:endParaRPr lang="en-US" b="1" dirty="0">
              <a:effectLst>
                <a:outerShdw blurRad="38100" dist="38100" dir="2700000" algn="tl">
                  <a:srgbClr val="000000">
                    <a:alpha val="43137"/>
                  </a:srgbClr>
                </a:outerShdw>
              </a:effectLs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reeform 23"/>
          <p:cNvSpPr>
            <a:spLocks/>
          </p:cNvSpPr>
          <p:nvPr/>
        </p:nvSpPr>
        <p:spPr bwMode="auto">
          <a:xfrm>
            <a:off x="3376613" y="1828800"/>
            <a:ext cx="2643187" cy="3505200"/>
          </a:xfrm>
          <a:custGeom>
            <a:avLst/>
            <a:gdLst>
              <a:gd name="T0" fmla="*/ 1665 w 1665"/>
              <a:gd name="T1" fmla="*/ 2208 h 2208"/>
              <a:gd name="T2" fmla="*/ 116 w 1665"/>
              <a:gd name="T3" fmla="*/ 0 h 2208"/>
              <a:gd name="T4" fmla="*/ 0 w 1665"/>
              <a:gd name="T5" fmla="*/ 0 h 2208"/>
              <a:gd name="T6" fmla="*/ 0 60000 65536"/>
              <a:gd name="T7" fmla="*/ 0 60000 65536"/>
              <a:gd name="T8" fmla="*/ 0 60000 65536"/>
              <a:gd name="T9" fmla="*/ 0 w 1665"/>
              <a:gd name="T10" fmla="*/ 0 h 2208"/>
              <a:gd name="T11" fmla="*/ 1665 w 1665"/>
              <a:gd name="T12" fmla="*/ 2208 h 2208"/>
            </a:gdLst>
            <a:ahLst/>
            <a:cxnLst>
              <a:cxn ang="T6">
                <a:pos x="T0" y="T1"/>
              </a:cxn>
              <a:cxn ang="T7">
                <a:pos x="T2" y="T3"/>
              </a:cxn>
              <a:cxn ang="T8">
                <a:pos x="T4" y="T5"/>
              </a:cxn>
            </a:cxnLst>
            <a:rect l="T9" t="T10" r="T11" b="T12"/>
            <a:pathLst>
              <a:path w="1665" h="2208">
                <a:moveTo>
                  <a:pt x="1665" y="2208"/>
                </a:moveTo>
                <a:lnTo>
                  <a:pt x="116" y="0"/>
                </a:lnTo>
                <a:lnTo>
                  <a:pt x="0" y="0"/>
                </a:lnTo>
              </a:path>
            </a:pathLst>
          </a:custGeom>
          <a:noFill/>
          <a:ln w="28575">
            <a:solidFill>
              <a:schemeClr val="tx1"/>
            </a:solidFill>
            <a:round/>
            <a:headEnd/>
            <a:tailEnd/>
          </a:ln>
        </p:spPr>
        <p:txBody>
          <a:bodyPr/>
          <a:lstStyle/>
          <a:p>
            <a:endParaRPr lang="en-US"/>
          </a:p>
        </p:txBody>
      </p:sp>
      <p:sp>
        <p:nvSpPr>
          <p:cNvPr id="5" name="Line 8"/>
          <p:cNvSpPr>
            <a:spLocks noChangeShapeType="1"/>
          </p:cNvSpPr>
          <p:nvPr/>
        </p:nvSpPr>
        <p:spPr bwMode="auto">
          <a:xfrm>
            <a:off x="4556125" y="1690688"/>
            <a:ext cx="0" cy="3567112"/>
          </a:xfrm>
          <a:prstGeom prst="line">
            <a:avLst/>
          </a:prstGeom>
          <a:noFill/>
          <a:ln w="28575">
            <a:solidFill>
              <a:schemeClr val="tx1"/>
            </a:solidFill>
            <a:round/>
            <a:headEnd/>
            <a:tailEnd/>
          </a:ln>
        </p:spPr>
        <p:txBody>
          <a:bodyPr/>
          <a:lstStyle/>
          <a:p>
            <a:endParaRPr lang="en-US"/>
          </a:p>
        </p:txBody>
      </p:sp>
      <p:sp>
        <p:nvSpPr>
          <p:cNvPr id="6" name="Line 6"/>
          <p:cNvSpPr>
            <a:spLocks noChangeShapeType="1"/>
          </p:cNvSpPr>
          <p:nvPr/>
        </p:nvSpPr>
        <p:spPr bwMode="auto">
          <a:xfrm>
            <a:off x="3124200" y="2997200"/>
            <a:ext cx="2895600" cy="906463"/>
          </a:xfrm>
          <a:prstGeom prst="line">
            <a:avLst/>
          </a:prstGeom>
          <a:noFill/>
          <a:ln w="28575">
            <a:solidFill>
              <a:schemeClr val="tx1"/>
            </a:solidFill>
            <a:round/>
            <a:headEnd/>
            <a:tailEnd/>
          </a:ln>
        </p:spPr>
        <p:txBody>
          <a:bodyPr/>
          <a:lstStyle/>
          <a:p>
            <a:endParaRPr lang="en-US"/>
          </a:p>
        </p:txBody>
      </p:sp>
      <p:sp>
        <p:nvSpPr>
          <p:cNvPr id="7" name="Line 9"/>
          <p:cNvSpPr>
            <a:spLocks noChangeShapeType="1"/>
          </p:cNvSpPr>
          <p:nvPr/>
        </p:nvSpPr>
        <p:spPr bwMode="auto">
          <a:xfrm flipV="1">
            <a:off x="3124200" y="3019425"/>
            <a:ext cx="2895600" cy="887413"/>
          </a:xfrm>
          <a:prstGeom prst="line">
            <a:avLst/>
          </a:prstGeom>
          <a:noFill/>
          <a:ln w="28575">
            <a:solidFill>
              <a:schemeClr val="tx1"/>
            </a:solidFill>
            <a:round/>
            <a:headEnd/>
            <a:tailEnd/>
          </a:ln>
        </p:spPr>
        <p:txBody>
          <a:bodyPr/>
          <a:lstStyle/>
          <a:p>
            <a:endParaRPr lang="en-US"/>
          </a:p>
        </p:txBody>
      </p:sp>
      <p:sp>
        <p:nvSpPr>
          <p:cNvPr id="8" name="Freeform 10"/>
          <p:cNvSpPr>
            <a:spLocks/>
          </p:cNvSpPr>
          <p:nvPr/>
        </p:nvSpPr>
        <p:spPr bwMode="auto">
          <a:xfrm>
            <a:off x="3133725" y="1819275"/>
            <a:ext cx="2662238" cy="3681413"/>
          </a:xfrm>
          <a:custGeom>
            <a:avLst/>
            <a:gdLst>
              <a:gd name="T0" fmla="*/ 0 w 1677"/>
              <a:gd name="T1" fmla="*/ 2319 h 2319"/>
              <a:gd name="T2" fmla="*/ 1573 w 1677"/>
              <a:gd name="T3" fmla="*/ 6 h 2319"/>
              <a:gd name="T4" fmla="*/ 1677 w 1677"/>
              <a:gd name="T5" fmla="*/ 0 h 2319"/>
              <a:gd name="T6" fmla="*/ 0 60000 65536"/>
              <a:gd name="T7" fmla="*/ 0 60000 65536"/>
              <a:gd name="T8" fmla="*/ 0 60000 65536"/>
              <a:gd name="T9" fmla="*/ 0 w 1677"/>
              <a:gd name="T10" fmla="*/ 0 h 2319"/>
              <a:gd name="T11" fmla="*/ 1677 w 1677"/>
              <a:gd name="T12" fmla="*/ 2319 h 2319"/>
            </a:gdLst>
            <a:ahLst/>
            <a:cxnLst>
              <a:cxn ang="T6">
                <a:pos x="T0" y="T1"/>
              </a:cxn>
              <a:cxn ang="T7">
                <a:pos x="T2" y="T3"/>
              </a:cxn>
              <a:cxn ang="T8">
                <a:pos x="T4" y="T5"/>
              </a:cxn>
            </a:cxnLst>
            <a:rect l="T9" t="T10" r="T11" b="T12"/>
            <a:pathLst>
              <a:path w="1677" h="2319">
                <a:moveTo>
                  <a:pt x="0" y="2319"/>
                </a:moveTo>
                <a:lnTo>
                  <a:pt x="1573" y="6"/>
                </a:lnTo>
                <a:lnTo>
                  <a:pt x="1677" y="0"/>
                </a:lnTo>
              </a:path>
            </a:pathLst>
          </a:custGeom>
          <a:noFill/>
          <a:ln w="28575">
            <a:solidFill>
              <a:schemeClr val="tx1"/>
            </a:solidFill>
            <a:round/>
            <a:headEnd/>
            <a:tailEnd/>
          </a:ln>
        </p:spPr>
        <p:txBody>
          <a:bodyPr/>
          <a:lstStyle/>
          <a:p>
            <a:endParaRPr lang="en-US"/>
          </a:p>
        </p:txBody>
      </p:sp>
      <p:sp>
        <p:nvSpPr>
          <p:cNvPr id="9" name="Oval 11"/>
          <p:cNvSpPr>
            <a:spLocks noChangeArrowheads="1"/>
          </p:cNvSpPr>
          <p:nvPr/>
        </p:nvSpPr>
        <p:spPr bwMode="auto">
          <a:xfrm>
            <a:off x="3581400" y="2514600"/>
            <a:ext cx="1919288" cy="1905000"/>
          </a:xfrm>
          <a:prstGeom prst="ellipse">
            <a:avLst/>
          </a:prstGeom>
          <a:gradFill rotWithShape="1">
            <a:gsLst>
              <a:gs pos="0">
                <a:srgbClr val="FFFF00"/>
              </a:gs>
              <a:gs pos="100000">
                <a:srgbClr val="AAAA00"/>
              </a:gs>
            </a:gsLst>
            <a:path path="shape">
              <a:fillToRect l="50000" t="50000" r="50000" b="50000"/>
            </a:path>
          </a:gradFill>
          <a:ln w="57150">
            <a:noFill/>
            <a:round/>
            <a:headEnd/>
            <a:tailEnd/>
          </a:ln>
        </p:spPr>
        <p:txBody>
          <a:bodyPr lIns="0" rIns="0"/>
          <a:lstStyle/>
          <a:p>
            <a:pPr algn="ctr"/>
            <a:r>
              <a:rPr lang="id-ID" b="1" dirty="0">
                <a:solidFill>
                  <a:schemeClr val="tx1"/>
                </a:solidFill>
              </a:rPr>
              <a:t>HAK ASASI MANUSIA</a:t>
            </a:r>
            <a:r>
              <a:rPr lang="en-US" b="1" dirty="0">
                <a:solidFill>
                  <a:schemeClr val="tx1"/>
                </a:solidFill>
              </a:rPr>
              <a:t> </a:t>
            </a:r>
            <a:r>
              <a:rPr lang="en-US" b="1" dirty="0" err="1">
                <a:solidFill>
                  <a:schemeClr val="tx1"/>
                </a:solidFill>
              </a:rPr>
              <a:t>dalam</a:t>
            </a:r>
            <a:r>
              <a:rPr lang="en-US" b="1">
                <a:solidFill>
                  <a:schemeClr val="tx1"/>
                </a:solidFill>
              </a:rPr>
              <a:t> </a:t>
            </a:r>
          </a:p>
          <a:p>
            <a:pPr algn="ctr"/>
            <a:r>
              <a:rPr lang="en-US" b="1">
                <a:solidFill>
                  <a:schemeClr val="tx1"/>
                </a:solidFill>
              </a:rPr>
              <a:t>UUD </a:t>
            </a:r>
            <a:r>
              <a:rPr lang="en-US" b="1" dirty="0">
                <a:solidFill>
                  <a:schemeClr val="tx1"/>
                </a:solidFill>
              </a:rPr>
              <a:t>1945</a:t>
            </a:r>
            <a:endParaRPr lang="id-ID" dirty="0">
              <a:solidFill>
                <a:schemeClr val="tx1"/>
              </a:solidFill>
            </a:endParaRPr>
          </a:p>
        </p:txBody>
      </p:sp>
      <p:sp>
        <p:nvSpPr>
          <p:cNvPr id="10" name="Text Box 12"/>
          <p:cNvSpPr txBox="1">
            <a:spLocks noChangeArrowheads="1"/>
          </p:cNvSpPr>
          <p:nvPr/>
        </p:nvSpPr>
        <p:spPr bwMode="auto">
          <a:xfrm>
            <a:off x="5791200" y="762000"/>
            <a:ext cx="3124200" cy="136683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m</a:t>
            </a:r>
            <a:r>
              <a:rPr lang="id-ID" sz="1200" b="1" dirty="0">
                <a:solidFill>
                  <a:schemeClr val="tx1"/>
                </a:solidFill>
              </a:rPr>
              <a:t>embentuk keluarga</a:t>
            </a:r>
            <a:r>
              <a:rPr lang="id-ID" sz="1200" dirty="0">
                <a:solidFill>
                  <a:schemeClr val="tx1"/>
                </a:solidFill>
              </a:rPr>
              <a:t> dan melanjutkan keturunan, hak anak atas kelangsungan hidup, tumbuh, dan berkembang serta perlindungan dari kekerasan dan diskriminasi</a:t>
            </a:r>
          </a:p>
          <a:p>
            <a:r>
              <a:rPr lang="id-ID" sz="1200" dirty="0">
                <a:solidFill>
                  <a:schemeClr val="tx1"/>
                </a:solidFill>
              </a:rPr>
              <a:t>(Pasal 28B) **</a:t>
            </a:r>
            <a:endParaRPr lang="id-ID" sz="1600" dirty="0">
              <a:solidFill>
                <a:schemeClr val="tx1"/>
              </a:solidFill>
            </a:endParaRPr>
          </a:p>
        </p:txBody>
      </p:sp>
      <p:sp>
        <p:nvSpPr>
          <p:cNvPr id="11" name="Text Box 13"/>
          <p:cNvSpPr txBox="1">
            <a:spLocks noChangeArrowheads="1"/>
          </p:cNvSpPr>
          <p:nvPr/>
        </p:nvSpPr>
        <p:spPr bwMode="auto">
          <a:xfrm>
            <a:off x="6019800" y="2266950"/>
            <a:ext cx="2895600" cy="116205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m</a:t>
            </a:r>
            <a:r>
              <a:rPr lang="id-ID" sz="1200" b="1" dirty="0">
                <a:solidFill>
                  <a:schemeClr val="tx1"/>
                </a:solidFill>
              </a:rPr>
              <a:t>engembangkan diri</a:t>
            </a:r>
            <a:r>
              <a:rPr lang="id-ID" sz="1200" dirty="0">
                <a:solidFill>
                  <a:schemeClr val="tx1"/>
                </a:solidFill>
              </a:rPr>
              <a:t>, mendapat pendidikan, memperoleh manfaat dari IPTEK, seni dan budaya, memajukan diri secara kolektif</a:t>
            </a:r>
          </a:p>
          <a:p>
            <a:r>
              <a:rPr lang="id-ID" sz="1200" dirty="0">
                <a:solidFill>
                  <a:schemeClr val="tx1"/>
                </a:solidFill>
              </a:rPr>
              <a:t>(Pasal 28C) **</a:t>
            </a:r>
          </a:p>
        </p:txBody>
      </p:sp>
      <p:sp>
        <p:nvSpPr>
          <p:cNvPr id="12" name="Text Box 14"/>
          <p:cNvSpPr txBox="1">
            <a:spLocks noChangeArrowheads="1"/>
          </p:cNvSpPr>
          <p:nvPr/>
        </p:nvSpPr>
        <p:spPr bwMode="auto">
          <a:xfrm>
            <a:off x="6019800" y="5029200"/>
            <a:ext cx="2895600" cy="16002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k</a:t>
            </a:r>
            <a:r>
              <a:rPr lang="id-ID" sz="1200" b="1" dirty="0">
                <a:solidFill>
                  <a:schemeClr val="tx1"/>
                </a:solidFill>
              </a:rPr>
              <a:t>ebebasan memeluk agama</a:t>
            </a:r>
            <a:r>
              <a:rPr lang="id-ID" sz="1200" dirty="0">
                <a:solidFill>
                  <a:schemeClr val="tx1"/>
                </a:solidFill>
              </a:rPr>
              <a:t>, meyakini kepercayaan, memilih kewarganegaraan, memilih tempat tinggal, kebebasan berserikat, berkumpul dan berpendapat </a:t>
            </a:r>
            <a:endParaRPr lang="en-US" sz="1200" dirty="0">
              <a:solidFill>
                <a:schemeClr val="tx1"/>
              </a:solidFill>
            </a:endParaRPr>
          </a:p>
          <a:p>
            <a:r>
              <a:rPr lang="id-ID" sz="1200" dirty="0">
                <a:solidFill>
                  <a:schemeClr val="tx1"/>
                </a:solidFill>
              </a:rPr>
              <a:t>(Pasal 28E) **</a:t>
            </a:r>
            <a:endParaRPr lang="id-ID" sz="1600" dirty="0">
              <a:solidFill>
                <a:schemeClr val="tx1"/>
              </a:solidFill>
            </a:endParaRPr>
          </a:p>
        </p:txBody>
      </p:sp>
      <p:sp>
        <p:nvSpPr>
          <p:cNvPr id="13" name="Text Box 15"/>
          <p:cNvSpPr txBox="1">
            <a:spLocks noChangeArrowheads="1"/>
          </p:cNvSpPr>
          <p:nvPr/>
        </p:nvSpPr>
        <p:spPr bwMode="auto">
          <a:xfrm>
            <a:off x="3352800" y="5257800"/>
            <a:ext cx="2438400" cy="13716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b</a:t>
            </a:r>
            <a:r>
              <a:rPr lang="id-ID" sz="1200" b="1" dirty="0">
                <a:solidFill>
                  <a:schemeClr val="tx1"/>
                </a:solidFill>
              </a:rPr>
              <a:t>erkomunikasi</a:t>
            </a:r>
            <a:r>
              <a:rPr lang="id-ID" sz="1200" dirty="0">
                <a:solidFill>
                  <a:schemeClr val="tx1"/>
                </a:solidFill>
              </a:rPr>
              <a:t>, memperoleh, mencari, memiliki, menyimpan, mengolah dan menyampaikan  informasi, </a:t>
            </a:r>
          </a:p>
          <a:p>
            <a:r>
              <a:rPr lang="id-ID" sz="1200" dirty="0">
                <a:solidFill>
                  <a:schemeClr val="tx1"/>
                </a:solidFill>
                <a:latin typeface="Trebuchet MS" pitchFamily="34" charset="0"/>
              </a:rPr>
              <a:t>(Pasal 28F) **</a:t>
            </a:r>
            <a:endParaRPr lang="id-ID" sz="1600" dirty="0">
              <a:solidFill>
                <a:schemeClr val="tx1"/>
              </a:solidFill>
            </a:endParaRPr>
          </a:p>
        </p:txBody>
      </p:sp>
      <p:sp>
        <p:nvSpPr>
          <p:cNvPr id="14" name="Text Box 16"/>
          <p:cNvSpPr txBox="1">
            <a:spLocks noChangeArrowheads="1"/>
          </p:cNvSpPr>
          <p:nvPr/>
        </p:nvSpPr>
        <p:spPr bwMode="auto">
          <a:xfrm>
            <a:off x="6019800" y="3551238"/>
            <a:ext cx="2895600" cy="132556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p</a:t>
            </a:r>
            <a:r>
              <a:rPr lang="id-ID" sz="1200" b="1" dirty="0">
                <a:solidFill>
                  <a:schemeClr val="tx1"/>
                </a:solidFill>
              </a:rPr>
              <a:t>engakuan yang sama di hadapan hukum</a:t>
            </a:r>
            <a:r>
              <a:rPr lang="id-ID" sz="1200" dirty="0">
                <a:solidFill>
                  <a:schemeClr val="tx1"/>
                </a:solidFill>
              </a:rPr>
              <a:t>, hak untuk bekerja dan kesempatan yg sama dalam pemerintahan, berhak atas status kewarganegaraan </a:t>
            </a:r>
          </a:p>
          <a:p>
            <a:r>
              <a:rPr lang="id-ID" sz="1200" dirty="0">
                <a:solidFill>
                  <a:schemeClr val="tx1"/>
                </a:solidFill>
                <a:latin typeface="Trebuchet MS" pitchFamily="34" charset="0"/>
              </a:rPr>
              <a:t>(Pasal 28D) **</a:t>
            </a:r>
            <a:endParaRPr lang="id-ID" sz="1600" dirty="0">
              <a:solidFill>
                <a:schemeClr val="tx1"/>
              </a:solidFill>
            </a:endParaRPr>
          </a:p>
        </p:txBody>
      </p:sp>
      <p:sp>
        <p:nvSpPr>
          <p:cNvPr id="15" name="Text Box 17"/>
          <p:cNvSpPr txBox="1">
            <a:spLocks noChangeArrowheads="1"/>
          </p:cNvSpPr>
          <p:nvPr/>
        </p:nvSpPr>
        <p:spPr bwMode="auto">
          <a:xfrm>
            <a:off x="228600" y="3505200"/>
            <a:ext cx="2895600" cy="18288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h</a:t>
            </a:r>
            <a:r>
              <a:rPr lang="id-ID" sz="1200" b="1" dirty="0">
                <a:solidFill>
                  <a:schemeClr val="tx1"/>
                </a:solidFill>
              </a:rPr>
              <a:t>idup sejahtera lahir dan batin</a:t>
            </a:r>
            <a:r>
              <a:rPr lang="id-ID" sz="1200" dirty="0">
                <a:solidFill>
                  <a:schemeClr val="tx1"/>
                </a:solidFill>
              </a:rPr>
              <a:t>, memperoleh pelayanan kesehatan,  mendapat kemudahan dan perlakuan khusus untuk memperoleh kesempatan dan manfaat guna mencapai persamaan dan keadilan </a:t>
            </a:r>
          </a:p>
          <a:p>
            <a:r>
              <a:rPr lang="id-ID" sz="1200" dirty="0">
                <a:solidFill>
                  <a:schemeClr val="tx1"/>
                </a:solidFill>
                <a:latin typeface="Trebuchet MS" pitchFamily="34" charset="0"/>
              </a:rPr>
              <a:t>(Pasal 28H) **</a:t>
            </a:r>
            <a:endParaRPr lang="id-ID" sz="1600" dirty="0">
              <a:solidFill>
                <a:schemeClr val="tx1"/>
              </a:solidFill>
            </a:endParaRPr>
          </a:p>
        </p:txBody>
      </p:sp>
      <p:sp>
        <p:nvSpPr>
          <p:cNvPr id="16" name="Text Box 18"/>
          <p:cNvSpPr txBox="1">
            <a:spLocks noChangeArrowheads="1"/>
          </p:cNvSpPr>
          <p:nvPr/>
        </p:nvSpPr>
        <p:spPr bwMode="auto">
          <a:xfrm>
            <a:off x="228600" y="2209800"/>
            <a:ext cx="2895600" cy="116522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p</a:t>
            </a:r>
            <a:r>
              <a:rPr lang="id-ID" sz="1200" b="1" dirty="0">
                <a:solidFill>
                  <a:schemeClr val="tx1"/>
                </a:solidFill>
              </a:rPr>
              <a:t>erlindungan, pemajuan, penegakan, dan pemenuhan HAM adalah tanggung jawab negara, terutama pemerintah</a:t>
            </a:r>
          </a:p>
          <a:p>
            <a:r>
              <a:rPr lang="id-ID" sz="1200" dirty="0">
                <a:solidFill>
                  <a:schemeClr val="tx1"/>
                </a:solidFill>
              </a:rPr>
              <a:t>(Pasal 28I) **</a:t>
            </a:r>
            <a:endParaRPr lang="id-ID" sz="1600" dirty="0">
              <a:solidFill>
                <a:schemeClr val="tx1"/>
              </a:solidFill>
            </a:endParaRPr>
          </a:p>
        </p:txBody>
      </p:sp>
      <p:sp>
        <p:nvSpPr>
          <p:cNvPr id="17" name="Text Box 19"/>
          <p:cNvSpPr txBox="1">
            <a:spLocks noChangeArrowheads="1"/>
          </p:cNvSpPr>
          <p:nvPr/>
        </p:nvSpPr>
        <p:spPr bwMode="auto">
          <a:xfrm>
            <a:off x="228600" y="762000"/>
            <a:ext cx="3149600" cy="12954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b</a:t>
            </a:r>
            <a:r>
              <a:rPr lang="id-ID" sz="1200" b="1" dirty="0">
                <a:solidFill>
                  <a:schemeClr val="tx1"/>
                </a:solidFill>
              </a:rPr>
              <a:t>erkewajiban menghargai hak orang dan pihak lain serta tunduk kepada pembatasan yang ditetapkan UU</a:t>
            </a:r>
          </a:p>
          <a:p>
            <a:r>
              <a:rPr lang="id-ID" sz="1200" dirty="0">
                <a:solidFill>
                  <a:schemeClr val="tx1"/>
                </a:solidFill>
                <a:latin typeface="Trebuchet MS" pitchFamily="34" charset="0"/>
              </a:rPr>
              <a:t>(Pasal 28J) **</a:t>
            </a:r>
            <a:endParaRPr lang="id-ID" sz="1600" dirty="0">
              <a:solidFill>
                <a:schemeClr val="tx1"/>
              </a:solidFill>
            </a:endParaRPr>
          </a:p>
        </p:txBody>
      </p:sp>
      <p:sp>
        <p:nvSpPr>
          <p:cNvPr id="18" name="Text Box 20"/>
          <p:cNvSpPr txBox="1">
            <a:spLocks noChangeArrowheads="1"/>
          </p:cNvSpPr>
          <p:nvPr/>
        </p:nvSpPr>
        <p:spPr bwMode="auto">
          <a:xfrm>
            <a:off x="3586163" y="762000"/>
            <a:ext cx="1952625" cy="94297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400" b="1" dirty="0">
                <a:solidFill>
                  <a:schemeClr val="tx1"/>
                </a:solidFill>
              </a:rPr>
              <a:t>u</a:t>
            </a:r>
            <a:r>
              <a:rPr lang="id-ID" sz="1400" b="1" dirty="0">
                <a:solidFill>
                  <a:schemeClr val="tx1"/>
                </a:solidFill>
              </a:rPr>
              <a:t>ntuk hidup</a:t>
            </a:r>
            <a:r>
              <a:rPr lang="id-ID" sz="1400" dirty="0">
                <a:solidFill>
                  <a:schemeClr val="tx1"/>
                </a:solidFill>
              </a:rPr>
              <a:t> serta mempertahankan hidup dan kehidupan</a:t>
            </a:r>
          </a:p>
          <a:p>
            <a:r>
              <a:rPr lang="id-ID" sz="1400" dirty="0">
                <a:solidFill>
                  <a:schemeClr val="tx1"/>
                </a:solidFill>
              </a:rPr>
              <a:t>(Pasal 28A) **</a:t>
            </a:r>
            <a:endParaRPr lang="id-ID" sz="1800" dirty="0">
              <a:solidFill>
                <a:schemeClr val="tx1"/>
              </a:solidFill>
            </a:endParaRPr>
          </a:p>
        </p:txBody>
      </p:sp>
      <p:sp>
        <p:nvSpPr>
          <p:cNvPr id="19" name="Text Box 7"/>
          <p:cNvSpPr txBox="1">
            <a:spLocks noChangeArrowheads="1"/>
          </p:cNvSpPr>
          <p:nvPr/>
        </p:nvSpPr>
        <p:spPr bwMode="auto">
          <a:xfrm>
            <a:off x="228600" y="5486400"/>
            <a:ext cx="2895600" cy="11430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36000" tIns="36000" rIns="36000" bIns="36000" anchor="ctr" anchorCtr="1"/>
          <a:lstStyle/>
          <a:p>
            <a:r>
              <a:rPr lang="en-US" sz="1200" b="1" dirty="0">
                <a:solidFill>
                  <a:schemeClr val="tx1"/>
                </a:solidFill>
              </a:rPr>
              <a:t>p</a:t>
            </a:r>
            <a:r>
              <a:rPr lang="id-ID" sz="1200" b="1" dirty="0">
                <a:solidFill>
                  <a:schemeClr val="tx1"/>
                </a:solidFill>
              </a:rPr>
              <a:t>erlindungan diri pribadi</a:t>
            </a:r>
            <a:r>
              <a:rPr lang="id-ID" sz="1200" dirty="0">
                <a:solidFill>
                  <a:schemeClr val="tx1"/>
                </a:solidFill>
              </a:rPr>
              <a:t>, keluarga, kehormatan, martabat, harta benda, dan rasa aman serta untuk bebas dari penyiksaan</a:t>
            </a:r>
          </a:p>
          <a:p>
            <a:r>
              <a:rPr lang="id-ID" sz="1200" dirty="0">
                <a:solidFill>
                  <a:schemeClr val="tx1"/>
                </a:solidFill>
                <a:latin typeface="Trebuchet MS" pitchFamily="34" charset="0"/>
              </a:rPr>
              <a:t>(Pasal 28G) **</a:t>
            </a:r>
            <a:endParaRPr lang="id-ID" sz="1600" dirty="0">
              <a:solidFill>
                <a:schemeClr val="tx1"/>
              </a:solidFill>
            </a:endParaRPr>
          </a:p>
        </p:txBody>
      </p:sp>
      <p:sp>
        <p:nvSpPr>
          <p:cNvPr id="20" name="Title 19"/>
          <p:cNvSpPr>
            <a:spLocks noGrp="1"/>
          </p:cNvSpPr>
          <p:nvPr>
            <p:ph type="title"/>
          </p:nvPr>
        </p:nvSpPr>
        <p:spPr>
          <a:xfrm>
            <a:off x="214282" y="76200"/>
            <a:ext cx="8715436" cy="571480"/>
          </a:xfrm>
        </p:spPr>
        <p:txBody>
          <a:bodyPr>
            <a:noAutofit/>
          </a:bodyPr>
          <a:lstStyle/>
          <a:p>
            <a:r>
              <a:rPr lang="en-US" dirty="0"/>
              <a:t>HAM DALAM UUD 1945</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par>
                          <p:cTn id="21" fill="hold">
                            <p:stCondLst>
                              <p:cond delay="2000"/>
                            </p:stCondLst>
                            <p:childTnLst>
                              <p:par>
                                <p:cTn id="22" presetID="23" presetClass="entr" presetSubtype="16"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2000" fill="hold"/>
                                        <p:tgtEl>
                                          <p:spTgt spid="4"/>
                                        </p:tgtEl>
                                        <p:attrNameLst>
                                          <p:attrName>ppt_w</p:attrName>
                                        </p:attrNameLst>
                                      </p:cBhvr>
                                      <p:tavLst>
                                        <p:tav tm="0">
                                          <p:val>
                                            <p:fltVal val="0"/>
                                          </p:val>
                                        </p:tav>
                                        <p:tav tm="100000">
                                          <p:val>
                                            <p:strVal val="#ppt_w"/>
                                          </p:val>
                                        </p:tav>
                                      </p:tavLst>
                                    </p:anim>
                                    <p:anim calcmode="lin" valueType="num">
                                      <p:cBhvr>
                                        <p:cTn id="25" dur="2000" fill="hold"/>
                                        <p:tgtEl>
                                          <p:spTgt spid="4"/>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2000" fill="hold"/>
                                        <p:tgtEl>
                                          <p:spTgt spid="5"/>
                                        </p:tgtEl>
                                        <p:attrNameLst>
                                          <p:attrName>ppt_w</p:attrName>
                                        </p:attrNameLst>
                                      </p:cBhvr>
                                      <p:tavLst>
                                        <p:tav tm="0">
                                          <p:val>
                                            <p:fltVal val="0"/>
                                          </p:val>
                                        </p:tav>
                                        <p:tav tm="100000">
                                          <p:val>
                                            <p:strVal val="#ppt_w"/>
                                          </p:val>
                                        </p:tav>
                                      </p:tavLst>
                                    </p:anim>
                                    <p:anim calcmode="lin" valueType="num">
                                      <p:cBhvr>
                                        <p:cTn id="29" dur="2000" fill="hold"/>
                                        <p:tgtEl>
                                          <p:spTgt spid="5"/>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2000" fill="hold"/>
                                        <p:tgtEl>
                                          <p:spTgt spid="6"/>
                                        </p:tgtEl>
                                        <p:attrNameLst>
                                          <p:attrName>ppt_w</p:attrName>
                                        </p:attrNameLst>
                                      </p:cBhvr>
                                      <p:tavLst>
                                        <p:tav tm="0">
                                          <p:val>
                                            <p:fltVal val="0"/>
                                          </p:val>
                                        </p:tav>
                                        <p:tav tm="100000">
                                          <p:val>
                                            <p:strVal val="#ppt_w"/>
                                          </p:val>
                                        </p:tav>
                                      </p:tavLst>
                                    </p:anim>
                                    <p:anim calcmode="lin" valueType="num">
                                      <p:cBhvr>
                                        <p:cTn id="33" dur="2000" fill="hold"/>
                                        <p:tgtEl>
                                          <p:spTgt spid="6"/>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2000" fill="hold"/>
                                        <p:tgtEl>
                                          <p:spTgt spid="7"/>
                                        </p:tgtEl>
                                        <p:attrNameLst>
                                          <p:attrName>ppt_w</p:attrName>
                                        </p:attrNameLst>
                                      </p:cBhvr>
                                      <p:tavLst>
                                        <p:tav tm="0">
                                          <p:val>
                                            <p:fltVal val="0"/>
                                          </p:val>
                                        </p:tav>
                                        <p:tav tm="100000">
                                          <p:val>
                                            <p:strVal val="#ppt_w"/>
                                          </p:val>
                                        </p:tav>
                                      </p:tavLst>
                                    </p:anim>
                                    <p:anim calcmode="lin" valueType="num">
                                      <p:cBhvr>
                                        <p:cTn id="37" dur="2000" fill="hold"/>
                                        <p:tgtEl>
                                          <p:spTgt spid="7"/>
                                        </p:tgtEl>
                                        <p:attrNameLst>
                                          <p:attrName>ppt_h</p:attrName>
                                        </p:attrNameLst>
                                      </p:cBhvr>
                                      <p:tavLst>
                                        <p:tav tm="0">
                                          <p:val>
                                            <p:fltVal val="0"/>
                                          </p:val>
                                        </p:tav>
                                        <p:tav tm="100000">
                                          <p:val>
                                            <p:strVal val="#ppt_h"/>
                                          </p:val>
                                        </p:tav>
                                      </p:tavLst>
                                    </p:anim>
                                  </p:childTnLst>
                                </p:cTn>
                              </p:par>
                              <p:par>
                                <p:cTn id="38" presetID="23" presetClass="entr" presetSubtype="16"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p:cTn id="40" dur="2000" fill="hold"/>
                                        <p:tgtEl>
                                          <p:spTgt spid="8"/>
                                        </p:tgtEl>
                                        <p:attrNameLst>
                                          <p:attrName>ppt_w</p:attrName>
                                        </p:attrNameLst>
                                      </p:cBhvr>
                                      <p:tavLst>
                                        <p:tav tm="0">
                                          <p:val>
                                            <p:fltVal val="0"/>
                                          </p:val>
                                        </p:tav>
                                        <p:tav tm="100000">
                                          <p:val>
                                            <p:strVal val="#ppt_w"/>
                                          </p:val>
                                        </p:tav>
                                      </p:tavLst>
                                    </p:anim>
                                    <p:anim calcmode="lin" valueType="num">
                                      <p:cBhvr>
                                        <p:cTn id="41" dur="2000" fill="hold"/>
                                        <p:tgtEl>
                                          <p:spTgt spid="8"/>
                                        </p:tgtEl>
                                        <p:attrNameLst>
                                          <p:attrName>ppt_h</p:attrName>
                                        </p:attrNameLst>
                                      </p:cBhvr>
                                      <p:tavLst>
                                        <p:tav tm="0">
                                          <p:val>
                                            <p:fltVal val="0"/>
                                          </p:val>
                                        </p:tav>
                                        <p:tav tm="100000">
                                          <p:val>
                                            <p:strVal val="#ppt_h"/>
                                          </p:val>
                                        </p:tav>
                                      </p:tavLst>
                                    </p:anim>
                                  </p:childTnLst>
                                </p:cTn>
                              </p:par>
                            </p:childTnLst>
                          </p:cTn>
                        </p:par>
                        <p:par>
                          <p:cTn id="42" fill="hold">
                            <p:stCondLst>
                              <p:cond delay="400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1000"/>
                                        <p:tgtEl>
                                          <p:spTgt spid="18"/>
                                        </p:tgtEl>
                                      </p:cBhvr>
                                    </p:animEffect>
                                  </p:childTnLst>
                                </p:cTn>
                              </p:par>
                              <p:par>
                                <p:cTn id="46" presetID="10" presetClass="entr" presetSubtype="0" fill="hold" grpId="0" nodeType="withEffect">
                                  <p:stCondLst>
                                    <p:cond delay="30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childTnLst>
                                </p:cTn>
                              </p:par>
                              <p:par>
                                <p:cTn id="49" presetID="10" presetClass="entr" presetSubtype="0" fill="hold" grpId="0" nodeType="withEffect">
                                  <p:stCondLst>
                                    <p:cond delay="60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1000"/>
                                        <p:tgtEl>
                                          <p:spTgt spid="11"/>
                                        </p:tgtEl>
                                      </p:cBhvr>
                                    </p:animEffect>
                                  </p:childTnLst>
                                </p:cTn>
                              </p:par>
                              <p:par>
                                <p:cTn id="52" presetID="10" presetClass="entr" presetSubtype="0" fill="hold" grpId="0" nodeType="withEffect">
                                  <p:stCondLst>
                                    <p:cond delay="9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childTnLst>
                                </p:cTn>
                              </p:par>
                              <p:par>
                                <p:cTn id="55" presetID="10" presetClass="entr" presetSubtype="0" fill="hold" grpId="0" nodeType="withEffect">
                                  <p:stCondLst>
                                    <p:cond delay="120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childTnLst>
                                </p:cTn>
                              </p:par>
                              <p:par>
                                <p:cTn id="58" presetID="10" presetClass="entr" presetSubtype="0" fill="hold" grpId="0" nodeType="withEffect">
                                  <p:stCondLst>
                                    <p:cond delay="15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1000"/>
                                        <p:tgtEl>
                                          <p:spTgt spid="13"/>
                                        </p:tgtEl>
                                      </p:cBhvr>
                                    </p:animEffect>
                                  </p:childTnLst>
                                </p:cTn>
                              </p:par>
                              <p:par>
                                <p:cTn id="61" presetID="10" presetClass="entr" presetSubtype="0" fill="hold" grpId="0" nodeType="withEffect">
                                  <p:stCondLst>
                                    <p:cond delay="180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1000"/>
                                        <p:tgtEl>
                                          <p:spTgt spid="19"/>
                                        </p:tgtEl>
                                      </p:cBhvr>
                                    </p:animEffect>
                                  </p:childTnLst>
                                </p:cTn>
                              </p:par>
                              <p:par>
                                <p:cTn id="64" presetID="10" presetClass="entr" presetSubtype="0" fill="hold" grpId="0" nodeType="withEffect">
                                  <p:stCondLst>
                                    <p:cond delay="21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childTnLst>
                                </p:cTn>
                              </p:par>
                              <p:par>
                                <p:cTn id="67" presetID="10" presetClass="entr" presetSubtype="0" fill="hold" grpId="0" nodeType="withEffect">
                                  <p:stCondLst>
                                    <p:cond delay="24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1000"/>
                                        <p:tgtEl>
                                          <p:spTgt spid="16"/>
                                        </p:tgtEl>
                                      </p:cBhvr>
                                    </p:animEffect>
                                  </p:childTnLst>
                                </p:cTn>
                              </p:par>
                              <p:par>
                                <p:cTn id="70" presetID="10" presetClass="entr" presetSubtype="0" fill="hold" grpId="0" nodeType="withEffect">
                                  <p:stCondLst>
                                    <p:cond delay="27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3" restart="whenNotActive" fill="hold" evtFilter="cancelBubble" nodeType="interactiveSeq">
                <p:stCondLst>
                  <p:cond evt="onClick" delay="0">
                    <p:tgtEl>
                      <p:spTgt spid="18"/>
                    </p:tgtEl>
                  </p:cond>
                </p:stCondLst>
                <p:endSync evt="end" delay="0">
                  <p:rtn val="all"/>
                </p:endSync>
                <p:childTnLst>
                  <p:par>
                    <p:cTn id="74" fill="hold">
                      <p:stCondLst>
                        <p:cond delay="0"/>
                      </p:stCondLst>
                      <p:childTnLst>
                        <p:par>
                          <p:cTn id="75" fill="hold">
                            <p:stCondLst>
                              <p:cond delay="0"/>
                            </p:stCondLst>
                            <p:childTnLst>
                              <p:par>
                                <p:cTn id="76" presetID="6" presetClass="emph" presetSubtype="0" fill="hold" grpId="19" nodeType="clickEffect">
                                  <p:stCondLst>
                                    <p:cond delay="0"/>
                                  </p:stCondLst>
                                  <p:childTnLst>
                                    <p:animScale>
                                      <p:cBhvr>
                                        <p:cTn id="77" dur="500" fill="hold"/>
                                        <p:tgtEl>
                                          <p:spTgt spid="18"/>
                                        </p:tgtEl>
                                      </p:cBhvr>
                                      <p:by x="200000" y="200000"/>
                                    </p:animScale>
                                  </p:childTnLst>
                                </p:cTn>
                              </p:par>
                              <p:par>
                                <p:cTn id="78" presetID="42" presetClass="path" presetSubtype="0" accel="50000" decel="50000" fill="hold" grpId="20" nodeType="withEffect">
                                  <p:stCondLst>
                                    <p:cond delay="0"/>
                                  </p:stCondLst>
                                  <p:childTnLst>
                                    <p:animMotion origin="layout" path="M 0.0 0.0  L 0.0 0.33372  E" pathEditMode="relative" ptsTypes="">
                                      <p:cBhvr>
                                        <p:cTn id="79" dur="500" fill="hold"/>
                                        <p:tgtEl>
                                          <p:spTgt spid="18"/>
                                        </p:tgtEl>
                                        <p:attrNameLst>
                                          <p:attrName>ppt_x</p:attrName>
                                          <p:attrName>ppt_y</p:attrName>
                                        </p:attrNameLst>
                                      </p:cBhvr>
                                    </p:animMotion>
                                  </p:childTnLst>
                                </p:cTn>
                              </p:par>
                              <p:par>
                                <p:cTn id="80" presetID="10" presetClass="exit" presetSubtype="0" fill="hold" grpId="1" nodeType="withEffect">
                                  <p:stCondLst>
                                    <p:cond delay="0"/>
                                  </p:stCondLst>
                                  <p:childTnLst>
                                    <p:animEffect transition="out" filter="fade">
                                      <p:cBhvr>
                                        <p:cTn id="81" dur="500"/>
                                        <p:tgtEl>
                                          <p:spTgt spid="4"/>
                                        </p:tgtEl>
                                      </p:cBhvr>
                                    </p:animEffect>
                                    <p:set>
                                      <p:cBhvr>
                                        <p:cTn id="82" dur="1" fill="hold">
                                          <p:stCondLst>
                                            <p:cond delay="499"/>
                                          </p:stCondLst>
                                        </p:cTn>
                                        <p:tgtEl>
                                          <p:spTgt spid="4"/>
                                        </p:tgtEl>
                                        <p:attrNameLst>
                                          <p:attrName>style.visibility</p:attrName>
                                        </p:attrNameLst>
                                      </p:cBhvr>
                                      <p:to>
                                        <p:strVal val="hidden"/>
                                      </p:to>
                                    </p:set>
                                  </p:childTnLst>
                                </p:cTn>
                              </p:par>
                              <p:par>
                                <p:cTn id="83" presetID="10" presetClass="exit" presetSubtype="0" fill="hold" grpId="1" nodeType="withEffect">
                                  <p:stCondLst>
                                    <p:cond delay="0"/>
                                  </p:stCondLst>
                                  <p:childTnLst>
                                    <p:animEffect transition="out" filter="fade">
                                      <p:cBhvr>
                                        <p:cTn id="84" dur="500"/>
                                        <p:tgtEl>
                                          <p:spTgt spid="5"/>
                                        </p:tgtEl>
                                      </p:cBhvr>
                                    </p:animEffect>
                                    <p:set>
                                      <p:cBhvr>
                                        <p:cTn id="85" dur="1" fill="hold">
                                          <p:stCondLst>
                                            <p:cond delay="499"/>
                                          </p:stCondLst>
                                        </p:cTn>
                                        <p:tgtEl>
                                          <p:spTgt spid="5"/>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6"/>
                                        </p:tgtEl>
                                      </p:cBhvr>
                                    </p:animEffect>
                                    <p:set>
                                      <p:cBhvr>
                                        <p:cTn id="88" dur="1" fill="hold">
                                          <p:stCondLst>
                                            <p:cond delay="499"/>
                                          </p:stCondLst>
                                        </p:cTn>
                                        <p:tgtEl>
                                          <p:spTgt spid="6"/>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500"/>
                                        <p:tgtEl>
                                          <p:spTgt spid="7"/>
                                        </p:tgtEl>
                                      </p:cBhvr>
                                    </p:animEffect>
                                    <p:set>
                                      <p:cBhvr>
                                        <p:cTn id="91" dur="1" fill="hold">
                                          <p:stCondLst>
                                            <p:cond delay="499"/>
                                          </p:stCondLst>
                                        </p:cTn>
                                        <p:tgtEl>
                                          <p:spTgt spid="7"/>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500"/>
                                        <p:tgtEl>
                                          <p:spTgt spid="8"/>
                                        </p:tgtEl>
                                      </p:cBhvr>
                                    </p:animEffect>
                                    <p:set>
                                      <p:cBhvr>
                                        <p:cTn id="94" dur="1" fill="hold">
                                          <p:stCondLst>
                                            <p:cond delay="499"/>
                                          </p:stCondLst>
                                        </p:cTn>
                                        <p:tgtEl>
                                          <p:spTgt spid="8"/>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9"/>
                                        </p:tgtEl>
                                      </p:cBhvr>
                                    </p:animEffect>
                                    <p:set>
                                      <p:cBhvr>
                                        <p:cTn id="97" dur="1" fill="hold">
                                          <p:stCondLst>
                                            <p:cond delay="499"/>
                                          </p:stCondLst>
                                        </p:cTn>
                                        <p:tgtEl>
                                          <p:spTgt spid="9"/>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10"/>
                                        </p:tgtEl>
                                      </p:cBhvr>
                                    </p:animEffect>
                                    <p:set>
                                      <p:cBhvr>
                                        <p:cTn id="100" dur="1" fill="hold">
                                          <p:stCondLst>
                                            <p:cond delay="499"/>
                                          </p:stCondLst>
                                        </p:cTn>
                                        <p:tgtEl>
                                          <p:spTgt spid="10"/>
                                        </p:tgtEl>
                                        <p:attrNameLst>
                                          <p:attrName>style.visibility</p:attrName>
                                        </p:attrNameLst>
                                      </p:cBhvr>
                                      <p:to>
                                        <p:strVal val="hidden"/>
                                      </p:to>
                                    </p:set>
                                  </p:childTnLst>
                                </p:cTn>
                              </p:par>
                              <p:par>
                                <p:cTn id="101" presetID="10" presetClass="exit" presetSubtype="0" fill="hold" grpId="1" nodeType="withEffect">
                                  <p:stCondLst>
                                    <p:cond delay="0"/>
                                  </p:stCondLst>
                                  <p:childTnLst>
                                    <p:animEffect transition="out" filter="fade">
                                      <p:cBhvr>
                                        <p:cTn id="102" dur="500"/>
                                        <p:tgtEl>
                                          <p:spTgt spid="11"/>
                                        </p:tgtEl>
                                      </p:cBhvr>
                                    </p:animEffect>
                                    <p:set>
                                      <p:cBhvr>
                                        <p:cTn id="103" dur="1" fill="hold">
                                          <p:stCondLst>
                                            <p:cond delay="499"/>
                                          </p:stCondLst>
                                        </p:cTn>
                                        <p:tgtEl>
                                          <p:spTgt spid="11"/>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500"/>
                                        <p:tgtEl>
                                          <p:spTgt spid="12"/>
                                        </p:tgtEl>
                                      </p:cBhvr>
                                    </p:animEffect>
                                    <p:set>
                                      <p:cBhvr>
                                        <p:cTn id="106" dur="1" fill="hold">
                                          <p:stCondLst>
                                            <p:cond delay="499"/>
                                          </p:stCondLst>
                                        </p:cTn>
                                        <p:tgtEl>
                                          <p:spTgt spid="12"/>
                                        </p:tgtEl>
                                        <p:attrNameLst>
                                          <p:attrName>style.visibility</p:attrName>
                                        </p:attrNameLst>
                                      </p:cBhvr>
                                      <p:to>
                                        <p:strVal val="hidden"/>
                                      </p:to>
                                    </p:set>
                                  </p:childTnLst>
                                </p:cTn>
                              </p:par>
                              <p:par>
                                <p:cTn id="107" presetID="10" presetClass="exit" presetSubtype="0" fill="hold" grpId="1" nodeType="withEffect">
                                  <p:stCondLst>
                                    <p:cond delay="0"/>
                                  </p:stCondLst>
                                  <p:childTnLst>
                                    <p:animEffect transition="out" filter="fade">
                                      <p:cBhvr>
                                        <p:cTn id="108" dur="500"/>
                                        <p:tgtEl>
                                          <p:spTgt spid="13"/>
                                        </p:tgtEl>
                                      </p:cBhvr>
                                    </p:animEffect>
                                    <p:set>
                                      <p:cBhvr>
                                        <p:cTn id="109" dur="1" fill="hold">
                                          <p:stCondLst>
                                            <p:cond delay="499"/>
                                          </p:stCondLst>
                                        </p:cTn>
                                        <p:tgtEl>
                                          <p:spTgt spid="13"/>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500"/>
                                        <p:tgtEl>
                                          <p:spTgt spid="14"/>
                                        </p:tgtEl>
                                      </p:cBhvr>
                                    </p:animEffect>
                                    <p:set>
                                      <p:cBhvr>
                                        <p:cTn id="112" dur="1" fill="hold">
                                          <p:stCondLst>
                                            <p:cond delay="499"/>
                                          </p:stCondLst>
                                        </p:cTn>
                                        <p:tgtEl>
                                          <p:spTgt spid="14"/>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500"/>
                                        <p:tgtEl>
                                          <p:spTgt spid="15"/>
                                        </p:tgtEl>
                                      </p:cBhvr>
                                    </p:animEffect>
                                    <p:set>
                                      <p:cBhvr>
                                        <p:cTn id="115" dur="1" fill="hold">
                                          <p:stCondLst>
                                            <p:cond delay="499"/>
                                          </p:stCondLst>
                                        </p:cTn>
                                        <p:tgtEl>
                                          <p:spTgt spid="15"/>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16"/>
                                        </p:tgtEl>
                                      </p:cBhvr>
                                    </p:animEffect>
                                    <p:set>
                                      <p:cBhvr>
                                        <p:cTn id="118" dur="1" fill="hold">
                                          <p:stCondLst>
                                            <p:cond delay="499"/>
                                          </p:stCondLst>
                                        </p:cTn>
                                        <p:tgtEl>
                                          <p:spTgt spid="16"/>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17"/>
                                        </p:tgtEl>
                                      </p:cBhvr>
                                    </p:animEffect>
                                    <p:set>
                                      <p:cBhvr>
                                        <p:cTn id="121" dur="1" fill="hold">
                                          <p:stCondLst>
                                            <p:cond delay="499"/>
                                          </p:stCondLst>
                                        </p:cTn>
                                        <p:tgtEl>
                                          <p:spTgt spid="17"/>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19"/>
                                        </p:tgtEl>
                                      </p:cBhvr>
                                    </p:animEffect>
                                    <p:set>
                                      <p:cBhvr>
                                        <p:cTn id="124" dur="1" fill="hold">
                                          <p:stCondLst>
                                            <p:cond delay="499"/>
                                          </p:stCondLst>
                                        </p:cTn>
                                        <p:tgtEl>
                                          <p:spTgt spid="19"/>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6" presetClass="emph" presetSubtype="0" fill="hold" grpId="21" nodeType="clickEffect">
                                  <p:stCondLst>
                                    <p:cond delay="0"/>
                                  </p:stCondLst>
                                  <p:childTnLst>
                                    <p:animScale>
                                      <p:cBhvr>
                                        <p:cTn id="128" dur="500" fill="hold"/>
                                        <p:tgtEl>
                                          <p:spTgt spid="18"/>
                                        </p:tgtEl>
                                      </p:cBhvr>
                                      <p:by x="50000" y="50000"/>
                                    </p:animScale>
                                  </p:childTnLst>
                                </p:cTn>
                              </p:par>
                              <p:par>
                                <p:cTn id="129" presetID="42" presetClass="path" presetSubtype="0" accel="50000" decel="50000" fill="hold" grpId="22" nodeType="withEffect">
                                  <p:stCondLst>
                                    <p:cond delay="0"/>
                                  </p:stCondLst>
                                  <p:childTnLst>
                                    <p:animMotion origin="layout" path="M 0.0 0.0  L 0.0 0.33372  E" pathEditMode="relative" ptsTypes="">
                                      <p:cBhvr>
                                        <p:cTn id="130" dur="500" spd="-100000" fill="hold"/>
                                        <p:tgtEl>
                                          <p:spTgt spid="18"/>
                                        </p:tgtEl>
                                        <p:attrNameLst>
                                          <p:attrName>ppt_x</p:attrName>
                                          <p:attrName>ppt_y</p:attrName>
                                        </p:attrNameLst>
                                      </p:cBhvr>
                                    </p:animMotion>
                                  </p:childTnLst>
                                </p:cTn>
                              </p:par>
                              <p:par>
                                <p:cTn id="131" presetID="10" presetClass="entr" presetSubtype="0" fill="hold" grpId="2" nodeType="withEffect">
                                  <p:stCondLst>
                                    <p:cond delay="0"/>
                                  </p:stCondLst>
                                  <p:childTnLst>
                                    <p:set>
                                      <p:cBhvr>
                                        <p:cTn id="132" dur="1" fill="hold">
                                          <p:stCondLst>
                                            <p:cond delay="0"/>
                                          </p:stCondLst>
                                        </p:cTn>
                                        <p:tgtEl>
                                          <p:spTgt spid="4"/>
                                        </p:tgtEl>
                                        <p:attrNameLst>
                                          <p:attrName>style.visibility</p:attrName>
                                        </p:attrNameLst>
                                      </p:cBhvr>
                                      <p:to>
                                        <p:strVal val="visible"/>
                                      </p:to>
                                    </p:set>
                                    <p:animEffect transition="in" filter="fade">
                                      <p:cBhvr>
                                        <p:cTn id="133" dur="500"/>
                                        <p:tgtEl>
                                          <p:spTgt spid="4"/>
                                        </p:tgtEl>
                                      </p:cBhvr>
                                    </p:animEffect>
                                  </p:childTnLst>
                                </p:cTn>
                              </p:par>
                              <p:par>
                                <p:cTn id="134" presetID="10" presetClass="entr" presetSubtype="0" fill="hold" grpId="2" nodeType="with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fade">
                                      <p:cBhvr>
                                        <p:cTn id="136" dur="500"/>
                                        <p:tgtEl>
                                          <p:spTgt spid="5"/>
                                        </p:tgtEl>
                                      </p:cBhvr>
                                    </p:animEffect>
                                  </p:childTnLst>
                                </p:cTn>
                              </p:par>
                              <p:par>
                                <p:cTn id="137" presetID="10" presetClass="entr" presetSubtype="0" fill="hold" grpId="2" nodeType="withEffect">
                                  <p:stCondLst>
                                    <p:cond delay="0"/>
                                  </p:stCondLst>
                                  <p:childTnLst>
                                    <p:set>
                                      <p:cBhvr>
                                        <p:cTn id="138" dur="1" fill="hold">
                                          <p:stCondLst>
                                            <p:cond delay="0"/>
                                          </p:stCondLst>
                                        </p:cTn>
                                        <p:tgtEl>
                                          <p:spTgt spid="6"/>
                                        </p:tgtEl>
                                        <p:attrNameLst>
                                          <p:attrName>style.visibility</p:attrName>
                                        </p:attrNameLst>
                                      </p:cBhvr>
                                      <p:to>
                                        <p:strVal val="visible"/>
                                      </p:to>
                                    </p:set>
                                    <p:animEffect transition="in" filter="fade">
                                      <p:cBhvr>
                                        <p:cTn id="139" dur="500"/>
                                        <p:tgtEl>
                                          <p:spTgt spid="6"/>
                                        </p:tgtEl>
                                      </p:cBhvr>
                                    </p:animEffect>
                                  </p:childTnLst>
                                </p:cTn>
                              </p:par>
                              <p:par>
                                <p:cTn id="140" presetID="10" presetClass="entr" presetSubtype="0" fill="hold" grpId="2" nodeType="withEffect">
                                  <p:stCondLst>
                                    <p:cond delay="0"/>
                                  </p:stCondLst>
                                  <p:childTnLst>
                                    <p:set>
                                      <p:cBhvr>
                                        <p:cTn id="141" dur="1" fill="hold">
                                          <p:stCondLst>
                                            <p:cond delay="0"/>
                                          </p:stCondLst>
                                        </p:cTn>
                                        <p:tgtEl>
                                          <p:spTgt spid="7"/>
                                        </p:tgtEl>
                                        <p:attrNameLst>
                                          <p:attrName>style.visibility</p:attrName>
                                        </p:attrNameLst>
                                      </p:cBhvr>
                                      <p:to>
                                        <p:strVal val="visible"/>
                                      </p:to>
                                    </p:set>
                                    <p:animEffect transition="in" filter="fade">
                                      <p:cBhvr>
                                        <p:cTn id="142" dur="500"/>
                                        <p:tgtEl>
                                          <p:spTgt spid="7"/>
                                        </p:tgtEl>
                                      </p:cBhvr>
                                    </p:animEffect>
                                  </p:childTnLst>
                                </p:cTn>
                              </p:par>
                              <p:par>
                                <p:cTn id="143" presetID="10" presetClass="entr" presetSubtype="0" fill="hold" grpId="2" nodeType="withEffect">
                                  <p:stCondLst>
                                    <p:cond delay="0"/>
                                  </p:stCondLst>
                                  <p:childTnLst>
                                    <p:set>
                                      <p:cBhvr>
                                        <p:cTn id="144" dur="1" fill="hold">
                                          <p:stCondLst>
                                            <p:cond delay="0"/>
                                          </p:stCondLst>
                                        </p:cTn>
                                        <p:tgtEl>
                                          <p:spTgt spid="8"/>
                                        </p:tgtEl>
                                        <p:attrNameLst>
                                          <p:attrName>style.visibility</p:attrName>
                                        </p:attrNameLst>
                                      </p:cBhvr>
                                      <p:to>
                                        <p:strVal val="visible"/>
                                      </p:to>
                                    </p:set>
                                    <p:animEffect transition="in" filter="fade">
                                      <p:cBhvr>
                                        <p:cTn id="145" dur="500"/>
                                        <p:tgtEl>
                                          <p:spTgt spid="8"/>
                                        </p:tgtEl>
                                      </p:cBhvr>
                                    </p:animEffect>
                                  </p:childTnLst>
                                </p:cTn>
                              </p:par>
                              <p:par>
                                <p:cTn id="146" presetID="10" presetClass="entr" presetSubtype="0" fill="hold" grpId="2" nodeType="withEffect">
                                  <p:stCondLst>
                                    <p:cond delay="0"/>
                                  </p:stCondLst>
                                  <p:childTnLst>
                                    <p:set>
                                      <p:cBhvr>
                                        <p:cTn id="147" dur="1" fill="hold">
                                          <p:stCondLst>
                                            <p:cond delay="0"/>
                                          </p:stCondLst>
                                        </p:cTn>
                                        <p:tgtEl>
                                          <p:spTgt spid="9"/>
                                        </p:tgtEl>
                                        <p:attrNameLst>
                                          <p:attrName>style.visibility</p:attrName>
                                        </p:attrNameLst>
                                      </p:cBhvr>
                                      <p:to>
                                        <p:strVal val="visible"/>
                                      </p:to>
                                    </p:set>
                                    <p:animEffect transition="in" filter="fade">
                                      <p:cBhvr>
                                        <p:cTn id="148" dur="500"/>
                                        <p:tgtEl>
                                          <p:spTgt spid="9"/>
                                        </p:tgtEl>
                                      </p:cBhvr>
                                    </p:animEffect>
                                  </p:childTnLst>
                                </p:cTn>
                              </p:par>
                              <p:par>
                                <p:cTn id="149" presetID="10" presetClass="entr" presetSubtype="0" fill="hold" grpId="2" nodeType="withEffect">
                                  <p:stCondLst>
                                    <p:cond delay="0"/>
                                  </p:stCondLst>
                                  <p:childTnLst>
                                    <p:set>
                                      <p:cBhvr>
                                        <p:cTn id="150" dur="1" fill="hold">
                                          <p:stCondLst>
                                            <p:cond delay="0"/>
                                          </p:stCondLst>
                                        </p:cTn>
                                        <p:tgtEl>
                                          <p:spTgt spid="10"/>
                                        </p:tgtEl>
                                        <p:attrNameLst>
                                          <p:attrName>style.visibility</p:attrName>
                                        </p:attrNameLst>
                                      </p:cBhvr>
                                      <p:to>
                                        <p:strVal val="visible"/>
                                      </p:to>
                                    </p:set>
                                    <p:animEffect transition="in" filter="fade">
                                      <p:cBhvr>
                                        <p:cTn id="151" dur="500"/>
                                        <p:tgtEl>
                                          <p:spTgt spid="10"/>
                                        </p:tgtEl>
                                      </p:cBhvr>
                                    </p:animEffect>
                                  </p:childTnLst>
                                </p:cTn>
                              </p:par>
                              <p:par>
                                <p:cTn id="152" presetID="10" presetClass="entr" presetSubtype="0" fill="hold" grpId="2" nodeType="withEffect">
                                  <p:stCondLst>
                                    <p:cond delay="0"/>
                                  </p:stCondLst>
                                  <p:childTnLst>
                                    <p:set>
                                      <p:cBhvr>
                                        <p:cTn id="153" dur="1" fill="hold">
                                          <p:stCondLst>
                                            <p:cond delay="0"/>
                                          </p:stCondLst>
                                        </p:cTn>
                                        <p:tgtEl>
                                          <p:spTgt spid="11"/>
                                        </p:tgtEl>
                                        <p:attrNameLst>
                                          <p:attrName>style.visibility</p:attrName>
                                        </p:attrNameLst>
                                      </p:cBhvr>
                                      <p:to>
                                        <p:strVal val="visible"/>
                                      </p:to>
                                    </p:set>
                                    <p:animEffect transition="in" filter="fade">
                                      <p:cBhvr>
                                        <p:cTn id="154" dur="500"/>
                                        <p:tgtEl>
                                          <p:spTgt spid="11"/>
                                        </p:tgtEl>
                                      </p:cBhvr>
                                    </p:animEffect>
                                  </p:childTnLst>
                                </p:cTn>
                              </p:par>
                              <p:par>
                                <p:cTn id="155" presetID="10" presetClass="entr" presetSubtype="0" fill="hold" grpId="2" nodeType="withEffect">
                                  <p:stCondLst>
                                    <p:cond delay="0"/>
                                  </p:stCondLst>
                                  <p:childTnLst>
                                    <p:set>
                                      <p:cBhvr>
                                        <p:cTn id="156" dur="1" fill="hold">
                                          <p:stCondLst>
                                            <p:cond delay="0"/>
                                          </p:stCondLst>
                                        </p:cTn>
                                        <p:tgtEl>
                                          <p:spTgt spid="12"/>
                                        </p:tgtEl>
                                        <p:attrNameLst>
                                          <p:attrName>style.visibility</p:attrName>
                                        </p:attrNameLst>
                                      </p:cBhvr>
                                      <p:to>
                                        <p:strVal val="visible"/>
                                      </p:to>
                                    </p:set>
                                    <p:animEffect transition="in" filter="fade">
                                      <p:cBhvr>
                                        <p:cTn id="157" dur="500"/>
                                        <p:tgtEl>
                                          <p:spTgt spid="12"/>
                                        </p:tgtEl>
                                      </p:cBhvr>
                                    </p:animEffect>
                                  </p:childTnLst>
                                </p:cTn>
                              </p:par>
                              <p:par>
                                <p:cTn id="158" presetID="10" presetClass="entr" presetSubtype="0" fill="hold" grpId="2" nodeType="withEffect">
                                  <p:stCondLst>
                                    <p:cond delay="0"/>
                                  </p:stCondLst>
                                  <p:childTnLst>
                                    <p:set>
                                      <p:cBhvr>
                                        <p:cTn id="159" dur="1" fill="hold">
                                          <p:stCondLst>
                                            <p:cond delay="0"/>
                                          </p:stCondLst>
                                        </p:cTn>
                                        <p:tgtEl>
                                          <p:spTgt spid="13"/>
                                        </p:tgtEl>
                                        <p:attrNameLst>
                                          <p:attrName>style.visibility</p:attrName>
                                        </p:attrNameLst>
                                      </p:cBhvr>
                                      <p:to>
                                        <p:strVal val="visible"/>
                                      </p:to>
                                    </p:set>
                                    <p:animEffect transition="in" filter="fade">
                                      <p:cBhvr>
                                        <p:cTn id="160" dur="500"/>
                                        <p:tgtEl>
                                          <p:spTgt spid="13"/>
                                        </p:tgtEl>
                                      </p:cBhvr>
                                    </p:animEffect>
                                  </p:childTnLst>
                                </p:cTn>
                              </p:par>
                              <p:par>
                                <p:cTn id="161" presetID="10" presetClass="entr" presetSubtype="0" fill="hold" grpId="2" nodeType="withEffect">
                                  <p:stCondLst>
                                    <p:cond delay="0"/>
                                  </p:stCondLst>
                                  <p:childTnLst>
                                    <p:set>
                                      <p:cBhvr>
                                        <p:cTn id="162" dur="1" fill="hold">
                                          <p:stCondLst>
                                            <p:cond delay="0"/>
                                          </p:stCondLst>
                                        </p:cTn>
                                        <p:tgtEl>
                                          <p:spTgt spid="14"/>
                                        </p:tgtEl>
                                        <p:attrNameLst>
                                          <p:attrName>style.visibility</p:attrName>
                                        </p:attrNameLst>
                                      </p:cBhvr>
                                      <p:to>
                                        <p:strVal val="visible"/>
                                      </p:to>
                                    </p:set>
                                    <p:animEffect transition="in" filter="fade">
                                      <p:cBhvr>
                                        <p:cTn id="163" dur="500"/>
                                        <p:tgtEl>
                                          <p:spTgt spid="14"/>
                                        </p:tgtEl>
                                      </p:cBhvr>
                                    </p:animEffect>
                                  </p:childTnLst>
                                </p:cTn>
                              </p:par>
                              <p:par>
                                <p:cTn id="164" presetID="10" presetClass="entr" presetSubtype="0" fill="hold" grpId="2" nodeType="withEffect">
                                  <p:stCondLst>
                                    <p:cond delay="0"/>
                                  </p:stCondLst>
                                  <p:childTnLst>
                                    <p:set>
                                      <p:cBhvr>
                                        <p:cTn id="165" dur="1" fill="hold">
                                          <p:stCondLst>
                                            <p:cond delay="0"/>
                                          </p:stCondLst>
                                        </p:cTn>
                                        <p:tgtEl>
                                          <p:spTgt spid="15"/>
                                        </p:tgtEl>
                                        <p:attrNameLst>
                                          <p:attrName>style.visibility</p:attrName>
                                        </p:attrNameLst>
                                      </p:cBhvr>
                                      <p:to>
                                        <p:strVal val="visible"/>
                                      </p:to>
                                    </p:set>
                                    <p:animEffect transition="in" filter="fade">
                                      <p:cBhvr>
                                        <p:cTn id="166" dur="500"/>
                                        <p:tgtEl>
                                          <p:spTgt spid="15"/>
                                        </p:tgtEl>
                                      </p:cBhvr>
                                    </p:animEffect>
                                  </p:childTnLst>
                                </p:cTn>
                              </p:par>
                              <p:par>
                                <p:cTn id="167" presetID="10" presetClass="entr" presetSubtype="0" fill="hold" grpId="2" nodeType="withEffect">
                                  <p:stCondLst>
                                    <p:cond delay="0"/>
                                  </p:stCondLst>
                                  <p:childTnLst>
                                    <p:set>
                                      <p:cBhvr>
                                        <p:cTn id="168" dur="1" fill="hold">
                                          <p:stCondLst>
                                            <p:cond delay="0"/>
                                          </p:stCondLst>
                                        </p:cTn>
                                        <p:tgtEl>
                                          <p:spTgt spid="16"/>
                                        </p:tgtEl>
                                        <p:attrNameLst>
                                          <p:attrName>style.visibility</p:attrName>
                                        </p:attrNameLst>
                                      </p:cBhvr>
                                      <p:to>
                                        <p:strVal val="visible"/>
                                      </p:to>
                                    </p:set>
                                    <p:animEffect transition="in" filter="fade">
                                      <p:cBhvr>
                                        <p:cTn id="169" dur="500"/>
                                        <p:tgtEl>
                                          <p:spTgt spid="16"/>
                                        </p:tgtEl>
                                      </p:cBhvr>
                                    </p:animEffect>
                                  </p:childTnLst>
                                </p:cTn>
                              </p:par>
                              <p:par>
                                <p:cTn id="170" presetID="10" presetClass="entr" presetSubtype="0" fill="hold" grpId="2" nodeType="withEffect">
                                  <p:stCondLst>
                                    <p:cond delay="0"/>
                                  </p:stCondLst>
                                  <p:childTnLst>
                                    <p:set>
                                      <p:cBhvr>
                                        <p:cTn id="171" dur="1" fill="hold">
                                          <p:stCondLst>
                                            <p:cond delay="0"/>
                                          </p:stCondLst>
                                        </p:cTn>
                                        <p:tgtEl>
                                          <p:spTgt spid="17"/>
                                        </p:tgtEl>
                                        <p:attrNameLst>
                                          <p:attrName>style.visibility</p:attrName>
                                        </p:attrNameLst>
                                      </p:cBhvr>
                                      <p:to>
                                        <p:strVal val="visible"/>
                                      </p:to>
                                    </p:set>
                                    <p:animEffect transition="in" filter="fade">
                                      <p:cBhvr>
                                        <p:cTn id="172" dur="500"/>
                                        <p:tgtEl>
                                          <p:spTgt spid="17"/>
                                        </p:tgtEl>
                                      </p:cBhvr>
                                    </p:animEffect>
                                  </p:childTnLst>
                                </p:cTn>
                              </p:par>
                              <p:par>
                                <p:cTn id="173" presetID="10" presetClass="entr" presetSubtype="0" fill="hold" grpId="2" nodeType="withEffect">
                                  <p:stCondLst>
                                    <p:cond delay="0"/>
                                  </p:stCondLst>
                                  <p:childTnLst>
                                    <p:set>
                                      <p:cBhvr>
                                        <p:cTn id="174" dur="1" fill="hold">
                                          <p:stCondLst>
                                            <p:cond delay="0"/>
                                          </p:stCondLst>
                                        </p:cTn>
                                        <p:tgtEl>
                                          <p:spTgt spid="19"/>
                                        </p:tgtEl>
                                        <p:attrNameLst>
                                          <p:attrName>style.visibility</p:attrName>
                                        </p:attrNameLst>
                                      </p:cBhvr>
                                      <p:to>
                                        <p:strVal val="visible"/>
                                      </p:to>
                                    </p:set>
                                    <p:animEffect transition="in" filter="fade">
                                      <p:cBhvr>
                                        <p:cTn id="175" dur="500"/>
                                        <p:tgtEl>
                                          <p:spTgt spid="19"/>
                                        </p:tgtEl>
                                      </p:cBhvr>
                                    </p:animEffect>
                                  </p:childTnLst>
                                </p:cTn>
                              </p:par>
                            </p:childTnLst>
                          </p:cTn>
                        </p:par>
                      </p:childTnLst>
                    </p:cTn>
                  </p:par>
                </p:childTnLst>
              </p:cTn>
              <p:nextCondLst>
                <p:cond evt="onClick" delay="0">
                  <p:tgtEl>
                    <p:spTgt spid="18"/>
                  </p:tgtEl>
                </p:cond>
              </p:nextCondLst>
            </p:seq>
            <p:seq concurrent="1" nextAc="seek">
              <p:cTn id="176" restart="whenNotActive" fill="hold" evtFilter="cancelBubble" nodeType="interactiveSeq">
                <p:stCondLst>
                  <p:cond evt="onClick" delay="0">
                    <p:tgtEl>
                      <p:spTgt spid="10"/>
                    </p:tgtEl>
                  </p:cond>
                </p:stCondLst>
                <p:endSync evt="end" delay="0">
                  <p:rtn val="all"/>
                </p:endSync>
                <p:childTnLst>
                  <p:par>
                    <p:cTn id="177" fill="hold">
                      <p:stCondLst>
                        <p:cond delay="0"/>
                      </p:stCondLst>
                      <p:childTnLst>
                        <p:par>
                          <p:cTn id="178" fill="hold">
                            <p:stCondLst>
                              <p:cond delay="0"/>
                            </p:stCondLst>
                            <p:childTnLst>
                              <p:par>
                                <p:cTn id="179" presetID="9" presetClass="exit" presetSubtype="0" fill="hold" grpId="3" nodeType="clickEffect">
                                  <p:stCondLst>
                                    <p:cond delay="0"/>
                                  </p:stCondLst>
                                  <p:childTnLst>
                                    <p:animEffect transition="out" filter="dissolve">
                                      <p:cBhvr>
                                        <p:cTn id="180" dur="500"/>
                                        <p:tgtEl>
                                          <p:spTgt spid="4"/>
                                        </p:tgtEl>
                                      </p:cBhvr>
                                    </p:animEffect>
                                    <p:set>
                                      <p:cBhvr>
                                        <p:cTn id="181" dur="1" fill="hold">
                                          <p:stCondLst>
                                            <p:cond delay="499"/>
                                          </p:stCondLst>
                                        </p:cTn>
                                        <p:tgtEl>
                                          <p:spTgt spid="4"/>
                                        </p:tgtEl>
                                        <p:attrNameLst>
                                          <p:attrName>style.visibility</p:attrName>
                                        </p:attrNameLst>
                                      </p:cBhvr>
                                      <p:to>
                                        <p:strVal val="hidden"/>
                                      </p:to>
                                    </p:set>
                                  </p:childTnLst>
                                </p:cTn>
                              </p:par>
                              <p:par>
                                <p:cTn id="182" presetID="9" presetClass="exit" presetSubtype="0" fill="hold" grpId="3" nodeType="withEffect">
                                  <p:stCondLst>
                                    <p:cond delay="0"/>
                                  </p:stCondLst>
                                  <p:childTnLst>
                                    <p:animEffect transition="out" filter="dissolve">
                                      <p:cBhvr>
                                        <p:cTn id="183" dur="500"/>
                                        <p:tgtEl>
                                          <p:spTgt spid="5"/>
                                        </p:tgtEl>
                                      </p:cBhvr>
                                    </p:animEffect>
                                    <p:set>
                                      <p:cBhvr>
                                        <p:cTn id="184" dur="1" fill="hold">
                                          <p:stCondLst>
                                            <p:cond delay="499"/>
                                          </p:stCondLst>
                                        </p:cTn>
                                        <p:tgtEl>
                                          <p:spTgt spid="5"/>
                                        </p:tgtEl>
                                        <p:attrNameLst>
                                          <p:attrName>style.visibility</p:attrName>
                                        </p:attrNameLst>
                                      </p:cBhvr>
                                      <p:to>
                                        <p:strVal val="hidden"/>
                                      </p:to>
                                    </p:set>
                                  </p:childTnLst>
                                </p:cTn>
                              </p:par>
                              <p:par>
                                <p:cTn id="185" presetID="9" presetClass="exit" presetSubtype="0" fill="hold" grpId="3" nodeType="withEffect">
                                  <p:stCondLst>
                                    <p:cond delay="0"/>
                                  </p:stCondLst>
                                  <p:childTnLst>
                                    <p:animEffect transition="out" filter="dissolve">
                                      <p:cBhvr>
                                        <p:cTn id="186" dur="500"/>
                                        <p:tgtEl>
                                          <p:spTgt spid="6"/>
                                        </p:tgtEl>
                                      </p:cBhvr>
                                    </p:animEffect>
                                    <p:set>
                                      <p:cBhvr>
                                        <p:cTn id="187" dur="1" fill="hold">
                                          <p:stCondLst>
                                            <p:cond delay="499"/>
                                          </p:stCondLst>
                                        </p:cTn>
                                        <p:tgtEl>
                                          <p:spTgt spid="6"/>
                                        </p:tgtEl>
                                        <p:attrNameLst>
                                          <p:attrName>style.visibility</p:attrName>
                                        </p:attrNameLst>
                                      </p:cBhvr>
                                      <p:to>
                                        <p:strVal val="hidden"/>
                                      </p:to>
                                    </p:set>
                                  </p:childTnLst>
                                </p:cTn>
                              </p:par>
                              <p:par>
                                <p:cTn id="188" presetID="9" presetClass="exit" presetSubtype="0" fill="hold" grpId="3" nodeType="withEffect">
                                  <p:stCondLst>
                                    <p:cond delay="0"/>
                                  </p:stCondLst>
                                  <p:childTnLst>
                                    <p:animEffect transition="out" filter="dissolve">
                                      <p:cBhvr>
                                        <p:cTn id="189" dur="500"/>
                                        <p:tgtEl>
                                          <p:spTgt spid="7"/>
                                        </p:tgtEl>
                                      </p:cBhvr>
                                    </p:animEffect>
                                    <p:set>
                                      <p:cBhvr>
                                        <p:cTn id="190" dur="1" fill="hold">
                                          <p:stCondLst>
                                            <p:cond delay="499"/>
                                          </p:stCondLst>
                                        </p:cTn>
                                        <p:tgtEl>
                                          <p:spTgt spid="7"/>
                                        </p:tgtEl>
                                        <p:attrNameLst>
                                          <p:attrName>style.visibility</p:attrName>
                                        </p:attrNameLst>
                                      </p:cBhvr>
                                      <p:to>
                                        <p:strVal val="hidden"/>
                                      </p:to>
                                    </p:set>
                                  </p:childTnLst>
                                </p:cTn>
                              </p:par>
                              <p:par>
                                <p:cTn id="191" presetID="9" presetClass="exit" presetSubtype="0" fill="hold" grpId="3" nodeType="withEffect">
                                  <p:stCondLst>
                                    <p:cond delay="0"/>
                                  </p:stCondLst>
                                  <p:childTnLst>
                                    <p:animEffect transition="out" filter="dissolve">
                                      <p:cBhvr>
                                        <p:cTn id="192" dur="500"/>
                                        <p:tgtEl>
                                          <p:spTgt spid="8"/>
                                        </p:tgtEl>
                                      </p:cBhvr>
                                    </p:animEffect>
                                    <p:set>
                                      <p:cBhvr>
                                        <p:cTn id="193" dur="1" fill="hold">
                                          <p:stCondLst>
                                            <p:cond delay="499"/>
                                          </p:stCondLst>
                                        </p:cTn>
                                        <p:tgtEl>
                                          <p:spTgt spid="8"/>
                                        </p:tgtEl>
                                        <p:attrNameLst>
                                          <p:attrName>style.visibility</p:attrName>
                                        </p:attrNameLst>
                                      </p:cBhvr>
                                      <p:to>
                                        <p:strVal val="hidden"/>
                                      </p:to>
                                    </p:set>
                                  </p:childTnLst>
                                </p:cTn>
                              </p:par>
                              <p:par>
                                <p:cTn id="194" presetID="9" presetClass="exit" presetSubtype="0" fill="hold" grpId="3" nodeType="withEffect">
                                  <p:stCondLst>
                                    <p:cond delay="0"/>
                                  </p:stCondLst>
                                  <p:childTnLst>
                                    <p:animEffect transition="out" filter="dissolve">
                                      <p:cBhvr>
                                        <p:cTn id="195" dur="500"/>
                                        <p:tgtEl>
                                          <p:spTgt spid="9"/>
                                        </p:tgtEl>
                                      </p:cBhvr>
                                    </p:animEffect>
                                    <p:set>
                                      <p:cBhvr>
                                        <p:cTn id="196" dur="1" fill="hold">
                                          <p:stCondLst>
                                            <p:cond delay="499"/>
                                          </p:stCondLst>
                                        </p:cTn>
                                        <p:tgtEl>
                                          <p:spTgt spid="9"/>
                                        </p:tgtEl>
                                        <p:attrNameLst>
                                          <p:attrName>style.visibility</p:attrName>
                                        </p:attrNameLst>
                                      </p:cBhvr>
                                      <p:to>
                                        <p:strVal val="hidden"/>
                                      </p:to>
                                    </p:set>
                                  </p:childTnLst>
                                </p:cTn>
                              </p:par>
                              <p:par>
                                <p:cTn id="197" presetID="9" presetClass="exit" presetSubtype="0" fill="hold" grpId="3" nodeType="withEffect">
                                  <p:stCondLst>
                                    <p:cond delay="0"/>
                                  </p:stCondLst>
                                  <p:childTnLst>
                                    <p:animEffect transition="out" filter="dissolve">
                                      <p:cBhvr>
                                        <p:cTn id="198" dur="500"/>
                                        <p:tgtEl>
                                          <p:spTgt spid="11"/>
                                        </p:tgtEl>
                                      </p:cBhvr>
                                    </p:animEffect>
                                    <p:set>
                                      <p:cBhvr>
                                        <p:cTn id="199" dur="1" fill="hold">
                                          <p:stCondLst>
                                            <p:cond delay="499"/>
                                          </p:stCondLst>
                                        </p:cTn>
                                        <p:tgtEl>
                                          <p:spTgt spid="11"/>
                                        </p:tgtEl>
                                        <p:attrNameLst>
                                          <p:attrName>style.visibility</p:attrName>
                                        </p:attrNameLst>
                                      </p:cBhvr>
                                      <p:to>
                                        <p:strVal val="hidden"/>
                                      </p:to>
                                    </p:set>
                                  </p:childTnLst>
                                </p:cTn>
                              </p:par>
                              <p:par>
                                <p:cTn id="200" presetID="9" presetClass="exit" presetSubtype="0" fill="hold" grpId="3" nodeType="withEffect">
                                  <p:stCondLst>
                                    <p:cond delay="0"/>
                                  </p:stCondLst>
                                  <p:childTnLst>
                                    <p:animEffect transition="out" filter="dissolve">
                                      <p:cBhvr>
                                        <p:cTn id="201" dur="500"/>
                                        <p:tgtEl>
                                          <p:spTgt spid="12"/>
                                        </p:tgtEl>
                                      </p:cBhvr>
                                    </p:animEffect>
                                    <p:set>
                                      <p:cBhvr>
                                        <p:cTn id="202" dur="1" fill="hold">
                                          <p:stCondLst>
                                            <p:cond delay="499"/>
                                          </p:stCondLst>
                                        </p:cTn>
                                        <p:tgtEl>
                                          <p:spTgt spid="12"/>
                                        </p:tgtEl>
                                        <p:attrNameLst>
                                          <p:attrName>style.visibility</p:attrName>
                                        </p:attrNameLst>
                                      </p:cBhvr>
                                      <p:to>
                                        <p:strVal val="hidden"/>
                                      </p:to>
                                    </p:set>
                                  </p:childTnLst>
                                </p:cTn>
                              </p:par>
                              <p:par>
                                <p:cTn id="203" presetID="9" presetClass="exit" presetSubtype="0" fill="hold" grpId="3" nodeType="withEffect">
                                  <p:stCondLst>
                                    <p:cond delay="0"/>
                                  </p:stCondLst>
                                  <p:childTnLst>
                                    <p:animEffect transition="out" filter="dissolve">
                                      <p:cBhvr>
                                        <p:cTn id="204" dur="500"/>
                                        <p:tgtEl>
                                          <p:spTgt spid="13"/>
                                        </p:tgtEl>
                                      </p:cBhvr>
                                    </p:animEffect>
                                    <p:set>
                                      <p:cBhvr>
                                        <p:cTn id="205" dur="1" fill="hold">
                                          <p:stCondLst>
                                            <p:cond delay="499"/>
                                          </p:stCondLst>
                                        </p:cTn>
                                        <p:tgtEl>
                                          <p:spTgt spid="13"/>
                                        </p:tgtEl>
                                        <p:attrNameLst>
                                          <p:attrName>style.visibility</p:attrName>
                                        </p:attrNameLst>
                                      </p:cBhvr>
                                      <p:to>
                                        <p:strVal val="hidden"/>
                                      </p:to>
                                    </p:set>
                                  </p:childTnLst>
                                </p:cTn>
                              </p:par>
                              <p:par>
                                <p:cTn id="206" presetID="9" presetClass="exit" presetSubtype="0" fill="hold" grpId="3" nodeType="withEffect">
                                  <p:stCondLst>
                                    <p:cond delay="0"/>
                                  </p:stCondLst>
                                  <p:childTnLst>
                                    <p:animEffect transition="out" filter="dissolve">
                                      <p:cBhvr>
                                        <p:cTn id="207" dur="500"/>
                                        <p:tgtEl>
                                          <p:spTgt spid="14"/>
                                        </p:tgtEl>
                                      </p:cBhvr>
                                    </p:animEffect>
                                    <p:set>
                                      <p:cBhvr>
                                        <p:cTn id="208" dur="1" fill="hold">
                                          <p:stCondLst>
                                            <p:cond delay="499"/>
                                          </p:stCondLst>
                                        </p:cTn>
                                        <p:tgtEl>
                                          <p:spTgt spid="14"/>
                                        </p:tgtEl>
                                        <p:attrNameLst>
                                          <p:attrName>style.visibility</p:attrName>
                                        </p:attrNameLst>
                                      </p:cBhvr>
                                      <p:to>
                                        <p:strVal val="hidden"/>
                                      </p:to>
                                    </p:set>
                                  </p:childTnLst>
                                </p:cTn>
                              </p:par>
                              <p:par>
                                <p:cTn id="209" presetID="9" presetClass="exit" presetSubtype="0" fill="hold" grpId="3" nodeType="withEffect">
                                  <p:stCondLst>
                                    <p:cond delay="0"/>
                                  </p:stCondLst>
                                  <p:childTnLst>
                                    <p:animEffect transition="out" filter="dissolve">
                                      <p:cBhvr>
                                        <p:cTn id="210" dur="500"/>
                                        <p:tgtEl>
                                          <p:spTgt spid="15"/>
                                        </p:tgtEl>
                                      </p:cBhvr>
                                    </p:animEffect>
                                    <p:set>
                                      <p:cBhvr>
                                        <p:cTn id="211" dur="1" fill="hold">
                                          <p:stCondLst>
                                            <p:cond delay="499"/>
                                          </p:stCondLst>
                                        </p:cTn>
                                        <p:tgtEl>
                                          <p:spTgt spid="15"/>
                                        </p:tgtEl>
                                        <p:attrNameLst>
                                          <p:attrName>style.visibility</p:attrName>
                                        </p:attrNameLst>
                                      </p:cBhvr>
                                      <p:to>
                                        <p:strVal val="hidden"/>
                                      </p:to>
                                    </p:set>
                                  </p:childTnLst>
                                </p:cTn>
                              </p:par>
                              <p:par>
                                <p:cTn id="212" presetID="9" presetClass="exit" presetSubtype="0" fill="hold" grpId="3" nodeType="withEffect">
                                  <p:stCondLst>
                                    <p:cond delay="0"/>
                                  </p:stCondLst>
                                  <p:childTnLst>
                                    <p:animEffect transition="out" filter="dissolve">
                                      <p:cBhvr>
                                        <p:cTn id="213" dur="500"/>
                                        <p:tgtEl>
                                          <p:spTgt spid="16"/>
                                        </p:tgtEl>
                                      </p:cBhvr>
                                    </p:animEffect>
                                    <p:set>
                                      <p:cBhvr>
                                        <p:cTn id="214" dur="1" fill="hold">
                                          <p:stCondLst>
                                            <p:cond delay="499"/>
                                          </p:stCondLst>
                                        </p:cTn>
                                        <p:tgtEl>
                                          <p:spTgt spid="16"/>
                                        </p:tgtEl>
                                        <p:attrNameLst>
                                          <p:attrName>style.visibility</p:attrName>
                                        </p:attrNameLst>
                                      </p:cBhvr>
                                      <p:to>
                                        <p:strVal val="hidden"/>
                                      </p:to>
                                    </p:set>
                                  </p:childTnLst>
                                </p:cTn>
                              </p:par>
                              <p:par>
                                <p:cTn id="215" presetID="9" presetClass="exit" presetSubtype="0" fill="hold" grpId="3" nodeType="withEffect">
                                  <p:stCondLst>
                                    <p:cond delay="0"/>
                                  </p:stCondLst>
                                  <p:childTnLst>
                                    <p:animEffect transition="out" filter="dissolve">
                                      <p:cBhvr>
                                        <p:cTn id="216" dur="500"/>
                                        <p:tgtEl>
                                          <p:spTgt spid="17"/>
                                        </p:tgtEl>
                                      </p:cBhvr>
                                    </p:animEffect>
                                    <p:set>
                                      <p:cBhvr>
                                        <p:cTn id="217" dur="1" fill="hold">
                                          <p:stCondLst>
                                            <p:cond delay="499"/>
                                          </p:stCondLst>
                                        </p:cTn>
                                        <p:tgtEl>
                                          <p:spTgt spid="17"/>
                                        </p:tgtEl>
                                        <p:attrNameLst>
                                          <p:attrName>style.visibility</p:attrName>
                                        </p:attrNameLst>
                                      </p:cBhvr>
                                      <p:to>
                                        <p:strVal val="hidden"/>
                                      </p:to>
                                    </p:set>
                                  </p:childTnLst>
                                </p:cTn>
                              </p:par>
                              <p:par>
                                <p:cTn id="218" presetID="9" presetClass="exit" presetSubtype="0" fill="hold" grpId="1" nodeType="withEffect">
                                  <p:stCondLst>
                                    <p:cond delay="0"/>
                                  </p:stCondLst>
                                  <p:childTnLst>
                                    <p:animEffect transition="out" filter="dissolve">
                                      <p:cBhvr>
                                        <p:cTn id="219" dur="500"/>
                                        <p:tgtEl>
                                          <p:spTgt spid="18"/>
                                        </p:tgtEl>
                                      </p:cBhvr>
                                    </p:animEffect>
                                    <p:set>
                                      <p:cBhvr>
                                        <p:cTn id="220" dur="1" fill="hold">
                                          <p:stCondLst>
                                            <p:cond delay="499"/>
                                          </p:stCondLst>
                                        </p:cTn>
                                        <p:tgtEl>
                                          <p:spTgt spid="18"/>
                                        </p:tgtEl>
                                        <p:attrNameLst>
                                          <p:attrName>style.visibility</p:attrName>
                                        </p:attrNameLst>
                                      </p:cBhvr>
                                      <p:to>
                                        <p:strVal val="hidden"/>
                                      </p:to>
                                    </p:set>
                                  </p:childTnLst>
                                </p:cTn>
                              </p:par>
                              <p:par>
                                <p:cTn id="221" presetID="9" presetClass="exit" presetSubtype="0" fill="hold" grpId="3" nodeType="withEffect">
                                  <p:stCondLst>
                                    <p:cond delay="0"/>
                                  </p:stCondLst>
                                  <p:childTnLst>
                                    <p:animEffect transition="out" filter="dissolve">
                                      <p:cBhvr>
                                        <p:cTn id="222" dur="500"/>
                                        <p:tgtEl>
                                          <p:spTgt spid="19"/>
                                        </p:tgtEl>
                                      </p:cBhvr>
                                    </p:animEffect>
                                    <p:set>
                                      <p:cBhvr>
                                        <p:cTn id="223" dur="1" fill="hold">
                                          <p:stCondLst>
                                            <p:cond delay="499"/>
                                          </p:stCondLst>
                                        </p:cTn>
                                        <p:tgtEl>
                                          <p:spTgt spid="19"/>
                                        </p:tgtEl>
                                        <p:attrNameLst>
                                          <p:attrName>style.visibility</p:attrName>
                                        </p:attrNameLst>
                                      </p:cBhvr>
                                      <p:to>
                                        <p:strVal val="hidden"/>
                                      </p:to>
                                    </p:set>
                                  </p:childTnLst>
                                </p:cTn>
                              </p:par>
                              <p:par>
                                <p:cTn id="224" presetID="6" presetClass="emph" presetSubtype="0" fill="hold" grpId="19" nodeType="withEffect">
                                  <p:stCondLst>
                                    <p:cond delay="0"/>
                                  </p:stCondLst>
                                  <p:childTnLst>
                                    <p:animScale>
                                      <p:cBhvr>
                                        <p:cTn id="225" dur="500" fill="hold"/>
                                        <p:tgtEl>
                                          <p:spTgt spid="10"/>
                                        </p:tgtEl>
                                      </p:cBhvr>
                                      <p:by x="200000" y="200000"/>
                                    </p:animScale>
                                  </p:childTnLst>
                                </p:cTn>
                              </p:par>
                              <p:par>
                                <p:cTn id="226" presetID="42" presetClass="path" presetSubtype="0" accel="50000" decel="50000" fill="hold" grpId="20" nodeType="withEffect">
                                  <p:stCondLst>
                                    <p:cond delay="0"/>
                                  </p:stCondLst>
                                  <p:childTnLst>
                                    <p:animMotion origin="layout" path="M 3.33333E-6 -2.23638E-6 L -0.30417 0.28969 " pathEditMode="relative" rAng="0" ptsTypes="AA">
                                      <p:cBhvr>
                                        <p:cTn id="227" dur="500" fill="hold"/>
                                        <p:tgtEl>
                                          <p:spTgt spid="10"/>
                                        </p:tgtEl>
                                        <p:attrNameLst>
                                          <p:attrName>ppt_x</p:attrName>
                                          <p:attrName>ppt_y</p:attrName>
                                        </p:attrNameLst>
                                      </p:cBhvr>
                                      <p:rCtr x="-152" y="145"/>
                                    </p:animMotion>
                                  </p:childTnLst>
                                </p:cTn>
                              </p:par>
                            </p:childTnLst>
                          </p:cTn>
                        </p:par>
                      </p:childTnLst>
                    </p:cTn>
                  </p:par>
                  <p:par>
                    <p:cTn id="228" fill="hold">
                      <p:stCondLst>
                        <p:cond delay="indefinite"/>
                      </p:stCondLst>
                      <p:childTnLst>
                        <p:par>
                          <p:cTn id="229" fill="hold">
                            <p:stCondLst>
                              <p:cond delay="0"/>
                            </p:stCondLst>
                            <p:childTnLst>
                              <p:par>
                                <p:cTn id="230" presetID="30" presetClass="entr" presetSubtype="0" fill="hold" grpId="4" nodeType="clickEffect">
                                  <p:stCondLst>
                                    <p:cond delay="0"/>
                                  </p:stCondLst>
                                  <p:childTnLst>
                                    <p:set>
                                      <p:cBhvr>
                                        <p:cTn id="231" dur="1" fill="hold">
                                          <p:stCondLst>
                                            <p:cond delay="0"/>
                                          </p:stCondLst>
                                        </p:cTn>
                                        <p:tgtEl>
                                          <p:spTgt spid="4"/>
                                        </p:tgtEl>
                                        <p:attrNameLst>
                                          <p:attrName>style.visibility</p:attrName>
                                        </p:attrNameLst>
                                      </p:cBhvr>
                                      <p:to>
                                        <p:strVal val="visible"/>
                                      </p:to>
                                    </p:set>
                                    <p:animEffect transition="in" filter="fade">
                                      <p:cBhvr>
                                        <p:cTn id="232" dur="400" decel="100000"/>
                                        <p:tgtEl>
                                          <p:spTgt spid="4"/>
                                        </p:tgtEl>
                                      </p:cBhvr>
                                    </p:animEffect>
                                    <p:anim calcmode="lin" valueType="num">
                                      <p:cBhvr>
                                        <p:cTn id="233" dur="400" decel="100000" fill="hold"/>
                                        <p:tgtEl>
                                          <p:spTgt spid="4"/>
                                        </p:tgtEl>
                                        <p:attrNameLst>
                                          <p:attrName>style.rotation</p:attrName>
                                        </p:attrNameLst>
                                      </p:cBhvr>
                                      <p:tavLst>
                                        <p:tav tm="0">
                                          <p:val>
                                            <p:fltVal val="-90"/>
                                          </p:val>
                                        </p:tav>
                                        <p:tav tm="100000">
                                          <p:val>
                                            <p:fltVal val="0"/>
                                          </p:val>
                                        </p:tav>
                                      </p:tavLst>
                                    </p:anim>
                                    <p:anim calcmode="lin" valueType="num">
                                      <p:cBhvr>
                                        <p:cTn id="234" dur="400" decel="100000" fill="hold"/>
                                        <p:tgtEl>
                                          <p:spTgt spid="4"/>
                                        </p:tgtEl>
                                        <p:attrNameLst>
                                          <p:attrName>ppt_x</p:attrName>
                                        </p:attrNameLst>
                                      </p:cBhvr>
                                      <p:tavLst>
                                        <p:tav tm="0">
                                          <p:val>
                                            <p:strVal val="#ppt_x+0.4"/>
                                          </p:val>
                                        </p:tav>
                                        <p:tav tm="100000">
                                          <p:val>
                                            <p:strVal val="#ppt_x-0.05"/>
                                          </p:val>
                                        </p:tav>
                                      </p:tavLst>
                                    </p:anim>
                                    <p:anim calcmode="lin" valueType="num">
                                      <p:cBhvr>
                                        <p:cTn id="235" dur="400" decel="100000" fill="hold"/>
                                        <p:tgtEl>
                                          <p:spTgt spid="4"/>
                                        </p:tgtEl>
                                        <p:attrNameLst>
                                          <p:attrName>ppt_y</p:attrName>
                                        </p:attrNameLst>
                                      </p:cBhvr>
                                      <p:tavLst>
                                        <p:tav tm="0">
                                          <p:val>
                                            <p:strVal val="#ppt_y-0.4"/>
                                          </p:val>
                                        </p:tav>
                                        <p:tav tm="100000">
                                          <p:val>
                                            <p:strVal val="#ppt_y+0.1"/>
                                          </p:val>
                                        </p:tav>
                                      </p:tavLst>
                                    </p:anim>
                                    <p:anim calcmode="lin" valueType="num">
                                      <p:cBhvr>
                                        <p:cTn id="236" dur="100" accel="100000" fill="hold">
                                          <p:stCondLst>
                                            <p:cond delay="400"/>
                                          </p:stCondLst>
                                        </p:cTn>
                                        <p:tgtEl>
                                          <p:spTgt spid="4"/>
                                        </p:tgtEl>
                                        <p:attrNameLst>
                                          <p:attrName>ppt_x</p:attrName>
                                        </p:attrNameLst>
                                      </p:cBhvr>
                                      <p:tavLst>
                                        <p:tav tm="0">
                                          <p:val>
                                            <p:strVal val="#ppt_x-0.05"/>
                                          </p:val>
                                        </p:tav>
                                        <p:tav tm="100000">
                                          <p:val>
                                            <p:strVal val="#ppt_x"/>
                                          </p:val>
                                        </p:tav>
                                      </p:tavLst>
                                    </p:anim>
                                    <p:anim calcmode="lin" valueType="num">
                                      <p:cBhvr>
                                        <p:cTn id="237" dur="100" accel="100000" fill="hold">
                                          <p:stCondLst>
                                            <p:cond delay="400"/>
                                          </p:stCondLst>
                                        </p:cTn>
                                        <p:tgtEl>
                                          <p:spTgt spid="4"/>
                                        </p:tgtEl>
                                        <p:attrNameLst>
                                          <p:attrName>ppt_y</p:attrName>
                                        </p:attrNameLst>
                                      </p:cBhvr>
                                      <p:tavLst>
                                        <p:tav tm="0">
                                          <p:val>
                                            <p:strVal val="#ppt_y+0.1"/>
                                          </p:val>
                                        </p:tav>
                                        <p:tav tm="100000">
                                          <p:val>
                                            <p:strVal val="#ppt_y"/>
                                          </p:val>
                                        </p:tav>
                                      </p:tavLst>
                                    </p:anim>
                                  </p:childTnLst>
                                </p:cTn>
                              </p:par>
                              <p:par>
                                <p:cTn id="238" presetID="30" presetClass="entr" presetSubtype="0" fill="hold" grpId="4" nodeType="withEffect">
                                  <p:stCondLst>
                                    <p:cond delay="0"/>
                                  </p:stCondLst>
                                  <p:childTnLst>
                                    <p:set>
                                      <p:cBhvr>
                                        <p:cTn id="239" dur="1" fill="hold">
                                          <p:stCondLst>
                                            <p:cond delay="0"/>
                                          </p:stCondLst>
                                        </p:cTn>
                                        <p:tgtEl>
                                          <p:spTgt spid="5"/>
                                        </p:tgtEl>
                                        <p:attrNameLst>
                                          <p:attrName>style.visibility</p:attrName>
                                        </p:attrNameLst>
                                      </p:cBhvr>
                                      <p:to>
                                        <p:strVal val="visible"/>
                                      </p:to>
                                    </p:set>
                                    <p:animEffect transition="in" filter="fade">
                                      <p:cBhvr>
                                        <p:cTn id="240" dur="400" decel="100000"/>
                                        <p:tgtEl>
                                          <p:spTgt spid="5"/>
                                        </p:tgtEl>
                                      </p:cBhvr>
                                    </p:animEffect>
                                    <p:anim calcmode="lin" valueType="num">
                                      <p:cBhvr>
                                        <p:cTn id="241" dur="400" decel="100000" fill="hold"/>
                                        <p:tgtEl>
                                          <p:spTgt spid="5"/>
                                        </p:tgtEl>
                                        <p:attrNameLst>
                                          <p:attrName>style.rotation</p:attrName>
                                        </p:attrNameLst>
                                      </p:cBhvr>
                                      <p:tavLst>
                                        <p:tav tm="0">
                                          <p:val>
                                            <p:fltVal val="-90"/>
                                          </p:val>
                                        </p:tav>
                                        <p:tav tm="100000">
                                          <p:val>
                                            <p:fltVal val="0"/>
                                          </p:val>
                                        </p:tav>
                                      </p:tavLst>
                                    </p:anim>
                                    <p:anim calcmode="lin" valueType="num">
                                      <p:cBhvr>
                                        <p:cTn id="242" dur="400" decel="100000" fill="hold"/>
                                        <p:tgtEl>
                                          <p:spTgt spid="5"/>
                                        </p:tgtEl>
                                        <p:attrNameLst>
                                          <p:attrName>ppt_x</p:attrName>
                                        </p:attrNameLst>
                                      </p:cBhvr>
                                      <p:tavLst>
                                        <p:tav tm="0">
                                          <p:val>
                                            <p:strVal val="#ppt_x+0.4"/>
                                          </p:val>
                                        </p:tav>
                                        <p:tav tm="100000">
                                          <p:val>
                                            <p:strVal val="#ppt_x-0.05"/>
                                          </p:val>
                                        </p:tav>
                                      </p:tavLst>
                                    </p:anim>
                                    <p:anim calcmode="lin" valueType="num">
                                      <p:cBhvr>
                                        <p:cTn id="243" dur="400" decel="100000" fill="hold"/>
                                        <p:tgtEl>
                                          <p:spTgt spid="5"/>
                                        </p:tgtEl>
                                        <p:attrNameLst>
                                          <p:attrName>ppt_y</p:attrName>
                                        </p:attrNameLst>
                                      </p:cBhvr>
                                      <p:tavLst>
                                        <p:tav tm="0">
                                          <p:val>
                                            <p:strVal val="#ppt_y-0.4"/>
                                          </p:val>
                                        </p:tav>
                                        <p:tav tm="100000">
                                          <p:val>
                                            <p:strVal val="#ppt_y+0.1"/>
                                          </p:val>
                                        </p:tav>
                                      </p:tavLst>
                                    </p:anim>
                                    <p:anim calcmode="lin" valueType="num">
                                      <p:cBhvr>
                                        <p:cTn id="244" dur="100" accel="100000" fill="hold">
                                          <p:stCondLst>
                                            <p:cond delay="400"/>
                                          </p:stCondLst>
                                        </p:cTn>
                                        <p:tgtEl>
                                          <p:spTgt spid="5"/>
                                        </p:tgtEl>
                                        <p:attrNameLst>
                                          <p:attrName>ppt_x</p:attrName>
                                        </p:attrNameLst>
                                      </p:cBhvr>
                                      <p:tavLst>
                                        <p:tav tm="0">
                                          <p:val>
                                            <p:strVal val="#ppt_x-0.05"/>
                                          </p:val>
                                        </p:tav>
                                        <p:tav tm="100000">
                                          <p:val>
                                            <p:strVal val="#ppt_x"/>
                                          </p:val>
                                        </p:tav>
                                      </p:tavLst>
                                    </p:anim>
                                    <p:anim calcmode="lin" valueType="num">
                                      <p:cBhvr>
                                        <p:cTn id="245" dur="100" accel="100000" fill="hold">
                                          <p:stCondLst>
                                            <p:cond delay="400"/>
                                          </p:stCondLst>
                                        </p:cTn>
                                        <p:tgtEl>
                                          <p:spTgt spid="5"/>
                                        </p:tgtEl>
                                        <p:attrNameLst>
                                          <p:attrName>ppt_y</p:attrName>
                                        </p:attrNameLst>
                                      </p:cBhvr>
                                      <p:tavLst>
                                        <p:tav tm="0">
                                          <p:val>
                                            <p:strVal val="#ppt_y+0.1"/>
                                          </p:val>
                                        </p:tav>
                                        <p:tav tm="100000">
                                          <p:val>
                                            <p:strVal val="#ppt_y"/>
                                          </p:val>
                                        </p:tav>
                                      </p:tavLst>
                                    </p:anim>
                                  </p:childTnLst>
                                </p:cTn>
                              </p:par>
                              <p:par>
                                <p:cTn id="246" presetID="30" presetClass="entr" presetSubtype="0" fill="hold" grpId="4" nodeType="withEffect">
                                  <p:stCondLst>
                                    <p:cond delay="0"/>
                                  </p:stCondLst>
                                  <p:childTnLst>
                                    <p:set>
                                      <p:cBhvr>
                                        <p:cTn id="247" dur="1" fill="hold">
                                          <p:stCondLst>
                                            <p:cond delay="0"/>
                                          </p:stCondLst>
                                        </p:cTn>
                                        <p:tgtEl>
                                          <p:spTgt spid="6"/>
                                        </p:tgtEl>
                                        <p:attrNameLst>
                                          <p:attrName>style.visibility</p:attrName>
                                        </p:attrNameLst>
                                      </p:cBhvr>
                                      <p:to>
                                        <p:strVal val="visible"/>
                                      </p:to>
                                    </p:set>
                                    <p:animEffect transition="in" filter="fade">
                                      <p:cBhvr>
                                        <p:cTn id="248" dur="400" decel="100000"/>
                                        <p:tgtEl>
                                          <p:spTgt spid="6"/>
                                        </p:tgtEl>
                                      </p:cBhvr>
                                    </p:animEffect>
                                    <p:anim calcmode="lin" valueType="num">
                                      <p:cBhvr>
                                        <p:cTn id="249" dur="400" decel="100000" fill="hold"/>
                                        <p:tgtEl>
                                          <p:spTgt spid="6"/>
                                        </p:tgtEl>
                                        <p:attrNameLst>
                                          <p:attrName>style.rotation</p:attrName>
                                        </p:attrNameLst>
                                      </p:cBhvr>
                                      <p:tavLst>
                                        <p:tav tm="0">
                                          <p:val>
                                            <p:fltVal val="-90"/>
                                          </p:val>
                                        </p:tav>
                                        <p:tav tm="100000">
                                          <p:val>
                                            <p:fltVal val="0"/>
                                          </p:val>
                                        </p:tav>
                                      </p:tavLst>
                                    </p:anim>
                                    <p:anim calcmode="lin" valueType="num">
                                      <p:cBhvr>
                                        <p:cTn id="250" dur="400" decel="100000" fill="hold"/>
                                        <p:tgtEl>
                                          <p:spTgt spid="6"/>
                                        </p:tgtEl>
                                        <p:attrNameLst>
                                          <p:attrName>ppt_x</p:attrName>
                                        </p:attrNameLst>
                                      </p:cBhvr>
                                      <p:tavLst>
                                        <p:tav tm="0">
                                          <p:val>
                                            <p:strVal val="#ppt_x+0.4"/>
                                          </p:val>
                                        </p:tav>
                                        <p:tav tm="100000">
                                          <p:val>
                                            <p:strVal val="#ppt_x-0.05"/>
                                          </p:val>
                                        </p:tav>
                                      </p:tavLst>
                                    </p:anim>
                                    <p:anim calcmode="lin" valueType="num">
                                      <p:cBhvr>
                                        <p:cTn id="251" dur="400" decel="100000" fill="hold"/>
                                        <p:tgtEl>
                                          <p:spTgt spid="6"/>
                                        </p:tgtEl>
                                        <p:attrNameLst>
                                          <p:attrName>ppt_y</p:attrName>
                                        </p:attrNameLst>
                                      </p:cBhvr>
                                      <p:tavLst>
                                        <p:tav tm="0">
                                          <p:val>
                                            <p:strVal val="#ppt_y-0.4"/>
                                          </p:val>
                                        </p:tav>
                                        <p:tav tm="100000">
                                          <p:val>
                                            <p:strVal val="#ppt_y+0.1"/>
                                          </p:val>
                                        </p:tav>
                                      </p:tavLst>
                                    </p:anim>
                                    <p:anim calcmode="lin" valueType="num">
                                      <p:cBhvr>
                                        <p:cTn id="252" dur="100" accel="100000" fill="hold">
                                          <p:stCondLst>
                                            <p:cond delay="400"/>
                                          </p:stCondLst>
                                        </p:cTn>
                                        <p:tgtEl>
                                          <p:spTgt spid="6"/>
                                        </p:tgtEl>
                                        <p:attrNameLst>
                                          <p:attrName>ppt_x</p:attrName>
                                        </p:attrNameLst>
                                      </p:cBhvr>
                                      <p:tavLst>
                                        <p:tav tm="0">
                                          <p:val>
                                            <p:strVal val="#ppt_x-0.05"/>
                                          </p:val>
                                        </p:tav>
                                        <p:tav tm="100000">
                                          <p:val>
                                            <p:strVal val="#ppt_x"/>
                                          </p:val>
                                        </p:tav>
                                      </p:tavLst>
                                    </p:anim>
                                    <p:anim calcmode="lin" valueType="num">
                                      <p:cBhvr>
                                        <p:cTn id="253" dur="100" accel="100000" fill="hold">
                                          <p:stCondLst>
                                            <p:cond delay="400"/>
                                          </p:stCondLst>
                                        </p:cTn>
                                        <p:tgtEl>
                                          <p:spTgt spid="6"/>
                                        </p:tgtEl>
                                        <p:attrNameLst>
                                          <p:attrName>ppt_y</p:attrName>
                                        </p:attrNameLst>
                                      </p:cBhvr>
                                      <p:tavLst>
                                        <p:tav tm="0">
                                          <p:val>
                                            <p:strVal val="#ppt_y+0.1"/>
                                          </p:val>
                                        </p:tav>
                                        <p:tav tm="100000">
                                          <p:val>
                                            <p:strVal val="#ppt_y"/>
                                          </p:val>
                                        </p:tav>
                                      </p:tavLst>
                                    </p:anim>
                                  </p:childTnLst>
                                </p:cTn>
                              </p:par>
                              <p:par>
                                <p:cTn id="254" presetID="30" presetClass="entr" presetSubtype="0" fill="hold" grpId="4" nodeType="withEffect">
                                  <p:stCondLst>
                                    <p:cond delay="0"/>
                                  </p:stCondLst>
                                  <p:childTnLst>
                                    <p:set>
                                      <p:cBhvr>
                                        <p:cTn id="255" dur="1" fill="hold">
                                          <p:stCondLst>
                                            <p:cond delay="0"/>
                                          </p:stCondLst>
                                        </p:cTn>
                                        <p:tgtEl>
                                          <p:spTgt spid="7"/>
                                        </p:tgtEl>
                                        <p:attrNameLst>
                                          <p:attrName>style.visibility</p:attrName>
                                        </p:attrNameLst>
                                      </p:cBhvr>
                                      <p:to>
                                        <p:strVal val="visible"/>
                                      </p:to>
                                    </p:set>
                                    <p:animEffect transition="in" filter="fade">
                                      <p:cBhvr>
                                        <p:cTn id="256" dur="400" decel="100000"/>
                                        <p:tgtEl>
                                          <p:spTgt spid="7"/>
                                        </p:tgtEl>
                                      </p:cBhvr>
                                    </p:animEffect>
                                    <p:anim calcmode="lin" valueType="num">
                                      <p:cBhvr>
                                        <p:cTn id="257" dur="400" decel="100000" fill="hold"/>
                                        <p:tgtEl>
                                          <p:spTgt spid="7"/>
                                        </p:tgtEl>
                                        <p:attrNameLst>
                                          <p:attrName>style.rotation</p:attrName>
                                        </p:attrNameLst>
                                      </p:cBhvr>
                                      <p:tavLst>
                                        <p:tav tm="0">
                                          <p:val>
                                            <p:fltVal val="-90"/>
                                          </p:val>
                                        </p:tav>
                                        <p:tav tm="100000">
                                          <p:val>
                                            <p:fltVal val="0"/>
                                          </p:val>
                                        </p:tav>
                                      </p:tavLst>
                                    </p:anim>
                                    <p:anim calcmode="lin" valueType="num">
                                      <p:cBhvr>
                                        <p:cTn id="258" dur="400" decel="100000" fill="hold"/>
                                        <p:tgtEl>
                                          <p:spTgt spid="7"/>
                                        </p:tgtEl>
                                        <p:attrNameLst>
                                          <p:attrName>ppt_x</p:attrName>
                                        </p:attrNameLst>
                                      </p:cBhvr>
                                      <p:tavLst>
                                        <p:tav tm="0">
                                          <p:val>
                                            <p:strVal val="#ppt_x+0.4"/>
                                          </p:val>
                                        </p:tav>
                                        <p:tav tm="100000">
                                          <p:val>
                                            <p:strVal val="#ppt_x-0.05"/>
                                          </p:val>
                                        </p:tav>
                                      </p:tavLst>
                                    </p:anim>
                                    <p:anim calcmode="lin" valueType="num">
                                      <p:cBhvr>
                                        <p:cTn id="259" dur="400" decel="100000" fill="hold"/>
                                        <p:tgtEl>
                                          <p:spTgt spid="7"/>
                                        </p:tgtEl>
                                        <p:attrNameLst>
                                          <p:attrName>ppt_y</p:attrName>
                                        </p:attrNameLst>
                                      </p:cBhvr>
                                      <p:tavLst>
                                        <p:tav tm="0">
                                          <p:val>
                                            <p:strVal val="#ppt_y-0.4"/>
                                          </p:val>
                                        </p:tav>
                                        <p:tav tm="100000">
                                          <p:val>
                                            <p:strVal val="#ppt_y+0.1"/>
                                          </p:val>
                                        </p:tav>
                                      </p:tavLst>
                                    </p:anim>
                                    <p:anim calcmode="lin" valueType="num">
                                      <p:cBhvr>
                                        <p:cTn id="260" dur="100" accel="100000" fill="hold">
                                          <p:stCondLst>
                                            <p:cond delay="400"/>
                                          </p:stCondLst>
                                        </p:cTn>
                                        <p:tgtEl>
                                          <p:spTgt spid="7"/>
                                        </p:tgtEl>
                                        <p:attrNameLst>
                                          <p:attrName>ppt_x</p:attrName>
                                        </p:attrNameLst>
                                      </p:cBhvr>
                                      <p:tavLst>
                                        <p:tav tm="0">
                                          <p:val>
                                            <p:strVal val="#ppt_x-0.05"/>
                                          </p:val>
                                        </p:tav>
                                        <p:tav tm="100000">
                                          <p:val>
                                            <p:strVal val="#ppt_x"/>
                                          </p:val>
                                        </p:tav>
                                      </p:tavLst>
                                    </p:anim>
                                    <p:anim calcmode="lin" valueType="num">
                                      <p:cBhvr>
                                        <p:cTn id="261" dur="100" accel="100000" fill="hold">
                                          <p:stCondLst>
                                            <p:cond delay="400"/>
                                          </p:stCondLst>
                                        </p:cTn>
                                        <p:tgtEl>
                                          <p:spTgt spid="7"/>
                                        </p:tgtEl>
                                        <p:attrNameLst>
                                          <p:attrName>ppt_y</p:attrName>
                                        </p:attrNameLst>
                                      </p:cBhvr>
                                      <p:tavLst>
                                        <p:tav tm="0">
                                          <p:val>
                                            <p:strVal val="#ppt_y+0.1"/>
                                          </p:val>
                                        </p:tav>
                                        <p:tav tm="100000">
                                          <p:val>
                                            <p:strVal val="#ppt_y"/>
                                          </p:val>
                                        </p:tav>
                                      </p:tavLst>
                                    </p:anim>
                                  </p:childTnLst>
                                </p:cTn>
                              </p:par>
                              <p:par>
                                <p:cTn id="262" presetID="30" presetClass="entr" presetSubtype="0" fill="hold" grpId="4" nodeType="withEffect">
                                  <p:stCondLst>
                                    <p:cond delay="0"/>
                                  </p:stCondLst>
                                  <p:childTnLst>
                                    <p:set>
                                      <p:cBhvr>
                                        <p:cTn id="263" dur="1" fill="hold">
                                          <p:stCondLst>
                                            <p:cond delay="0"/>
                                          </p:stCondLst>
                                        </p:cTn>
                                        <p:tgtEl>
                                          <p:spTgt spid="8"/>
                                        </p:tgtEl>
                                        <p:attrNameLst>
                                          <p:attrName>style.visibility</p:attrName>
                                        </p:attrNameLst>
                                      </p:cBhvr>
                                      <p:to>
                                        <p:strVal val="visible"/>
                                      </p:to>
                                    </p:set>
                                    <p:animEffect transition="in" filter="fade">
                                      <p:cBhvr>
                                        <p:cTn id="264" dur="400" decel="100000"/>
                                        <p:tgtEl>
                                          <p:spTgt spid="8"/>
                                        </p:tgtEl>
                                      </p:cBhvr>
                                    </p:animEffect>
                                    <p:anim calcmode="lin" valueType="num">
                                      <p:cBhvr>
                                        <p:cTn id="265" dur="400" decel="100000" fill="hold"/>
                                        <p:tgtEl>
                                          <p:spTgt spid="8"/>
                                        </p:tgtEl>
                                        <p:attrNameLst>
                                          <p:attrName>style.rotation</p:attrName>
                                        </p:attrNameLst>
                                      </p:cBhvr>
                                      <p:tavLst>
                                        <p:tav tm="0">
                                          <p:val>
                                            <p:fltVal val="-90"/>
                                          </p:val>
                                        </p:tav>
                                        <p:tav tm="100000">
                                          <p:val>
                                            <p:fltVal val="0"/>
                                          </p:val>
                                        </p:tav>
                                      </p:tavLst>
                                    </p:anim>
                                    <p:anim calcmode="lin" valueType="num">
                                      <p:cBhvr>
                                        <p:cTn id="266" dur="400" decel="100000" fill="hold"/>
                                        <p:tgtEl>
                                          <p:spTgt spid="8"/>
                                        </p:tgtEl>
                                        <p:attrNameLst>
                                          <p:attrName>ppt_x</p:attrName>
                                        </p:attrNameLst>
                                      </p:cBhvr>
                                      <p:tavLst>
                                        <p:tav tm="0">
                                          <p:val>
                                            <p:strVal val="#ppt_x+0.4"/>
                                          </p:val>
                                        </p:tav>
                                        <p:tav tm="100000">
                                          <p:val>
                                            <p:strVal val="#ppt_x-0.05"/>
                                          </p:val>
                                        </p:tav>
                                      </p:tavLst>
                                    </p:anim>
                                    <p:anim calcmode="lin" valueType="num">
                                      <p:cBhvr>
                                        <p:cTn id="267" dur="400" decel="100000" fill="hold"/>
                                        <p:tgtEl>
                                          <p:spTgt spid="8"/>
                                        </p:tgtEl>
                                        <p:attrNameLst>
                                          <p:attrName>ppt_y</p:attrName>
                                        </p:attrNameLst>
                                      </p:cBhvr>
                                      <p:tavLst>
                                        <p:tav tm="0">
                                          <p:val>
                                            <p:strVal val="#ppt_y-0.4"/>
                                          </p:val>
                                        </p:tav>
                                        <p:tav tm="100000">
                                          <p:val>
                                            <p:strVal val="#ppt_y+0.1"/>
                                          </p:val>
                                        </p:tav>
                                      </p:tavLst>
                                    </p:anim>
                                    <p:anim calcmode="lin" valueType="num">
                                      <p:cBhvr>
                                        <p:cTn id="268" dur="100" accel="100000" fill="hold">
                                          <p:stCondLst>
                                            <p:cond delay="400"/>
                                          </p:stCondLst>
                                        </p:cTn>
                                        <p:tgtEl>
                                          <p:spTgt spid="8"/>
                                        </p:tgtEl>
                                        <p:attrNameLst>
                                          <p:attrName>ppt_x</p:attrName>
                                        </p:attrNameLst>
                                      </p:cBhvr>
                                      <p:tavLst>
                                        <p:tav tm="0">
                                          <p:val>
                                            <p:strVal val="#ppt_x-0.05"/>
                                          </p:val>
                                        </p:tav>
                                        <p:tav tm="100000">
                                          <p:val>
                                            <p:strVal val="#ppt_x"/>
                                          </p:val>
                                        </p:tav>
                                      </p:tavLst>
                                    </p:anim>
                                    <p:anim calcmode="lin" valueType="num">
                                      <p:cBhvr>
                                        <p:cTn id="269" dur="100" accel="100000" fill="hold">
                                          <p:stCondLst>
                                            <p:cond delay="400"/>
                                          </p:stCondLst>
                                        </p:cTn>
                                        <p:tgtEl>
                                          <p:spTgt spid="8"/>
                                        </p:tgtEl>
                                        <p:attrNameLst>
                                          <p:attrName>ppt_y</p:attrName>
                                        </p:attrNameLst>
                                      </p:cBhvr>
                                      <p:tavLst>
                                        <p:tav tm="0">
                                          <p:val>
                                            <p:strVal val="#ppt_y+0.1"/>
                                          </p:val>
                                        </p:tav>
                                        <p:tav tm="100000">
                                          <p:val>
                                            <p:strVal val="#ppt_y"/>
                                          </p:val>
                                        </p:tav>
                                      </p:tavLst>
                                    </p:anim>
                                  </p:childTnLst>
                                </p:cTn>
                              </p:par>
                              <p:par>
                                <p:cTn id="270" presetID="30" presetClass="entr" presetSubtype="0" fill="hold" grpId="4" nodeType="withEffect">
                                  <p:stCondLst>
                                    <p:cond delay="0"/>
                                  </p:stCondLst>
                                  <p:childTnLst>
                                    <p:set>
                                      <p:cBhvr>
                                        <p:cTn id="271" dur="1" fill="hold">
                                          <p:stCondLst>
                                            <p:cond delay="0"/>
                                          </p:stCondLst>
                                        </p:cTn>
                                        <p:tgtEl>
                                          <p:spTgt spid="9"/>
                                        </p:tgtEl>
                                        <p:attrNameLst>
                                          <p:attrName>style.visibility</p:attrName>
                                        </p:attrNameLst>
                                      </p:cBhvr>
                                      <p:to>
                                        <p:strVal val="visible"/>
                                      </p:to>
                                    </p:set>
                                    <p:animEffect transition="in" filter="fade">
                                      <p:cBhvr>
                                        <p:cTn id="272" dur="400" decel="100000"/>
                                        <p:tgtEl>
                                          <p:spTgt spid="9"/>
                                        </p:tgtEl>
                                      </p:cBhvr>
                                    </p:animEffect>
                                    <p:anim calcmode="lin" valueType="num">
                                      <p:cBhvr>
                                        <p:cTn id="273" dur="400" decel="100000" fill="hold"/>
                                        <p:tgtEl>
                                          <p:spTgt spid="9"/>
                                        </p:tgtEl>
                                        <p:attrNameLst>
                                          <p:attrName>style.rotation</p:attrName>
                                        </p:attrNameLst>
                                      </p:cBhvr>
                                      <p:tavLst>
                                        <p:tav tm="0">
                                          <p:val>
                                            <p:fltVal val="-90"/>
                                          </p:val>
                                        </p:tav>
                                        <p:tav tm="100000">
                                          <p:val>
                                            <p:fltVal val="0"/>
                                          </p:val>
                                        </p:tav>
                                      </p:tavLst>
                                    </p:anim>
                                    <p:anim calcmode="lin" valueType="num">
                                      <p:cBhvr>
                                        <p:cTn id="274" dur="400" decel="100000" fill="hold"/>
                                        <p:tgtEl>
                                          <p:spTgt spid="9"/>
                                        </p:tgtEl>
                                        <p:attrNameLst>
                                          <p:attrName>ppt_x</p:attrName>
                                        </p:attrNameLst>
                                      </p:cBhvr>
                                      <p:tavLst>
                                        <p:tav tm="0">
                                          <p:val>
                                            <p:strVal val="#ppt_x+0.4"/>
                                          </p:val>
                                        </p:tav>
                                        <p:tav tm="100000">
                                          <p:val>
                                            <p:strVal val="#ppt_x-0.05"/>
                                          </p:val>
                                        </p:tav>
                                      </p:tavLst>
                                    </p:anim>
                                    <p:anim calcmode="lin" valueType="num">
                                      <p:cBhvr>
                                        <p:cTn id="275" dur="400" decel="100000" fill="hold"/>
                                        <p:tgtEl>
                                          <p:spTgt spid="9"/>
                                        </p:tgtEl>
                                        <p:attrNameLst>
                                          <p:attrName>ppt_y</p:attrName>
                                        </p:attrNameLst>
                                      </p:cBhvr>
                                      <p:tavLst>
                                        <p:tav tm="0">
                                          <p:val>
                                            <p:strVal val="#ppt_y-0.4"/>
                                          </p:val>
                                        </p:tav>
                                        <p:tav tm="100000">
                                          <p:val>
                                            <p:strVal val="#ppt_y+0.1"/>
                                          </p:val>
                                        </p:tav>
                                      </p:tavLst>
                                    </p:anim>
                                    <p:anim calcmode="lin" valueType="num">
                                      <p:cBhvr>
                                        <p:cTn id="276" dur="100" accel="100000" fill="hold">
                                          <p:stCondLst>
                                            <p:cond delay="400"/>
                                          </p:stCondLst>
                                        </p:cTn>
                                        <p:tgtEl>
                                          <p:spTgt spid="9"/>
                                        </p:tgtEl>
                                        <p:attrNameLst>
                                          <p:attrName>ppt_x</p:attrName>
                                        </p:attrNameLst>
                                      </p:cBhvr>
                                      <p:tavLst>
                                        <p:tav tm="0">
                                          <p:val>
                                            <p:strVal val="#ppt_x-0.05"/>
                                          </p:val>
                                        </p:tav>
                                        <p:tav tm="100000">
                                          <p:val>
                                            <p:strVal val="#ppt_x"/>
                                          </p:val>
                                        </p:tav>
                                      </p:tavLst>
                                    </p:anim>
                                    <p:anim calcmode="lin" valueType="num">
                                      <p:cBhvr>
                                        <p:cTn id="277" dur="100" accel="100000" fill="hold">
                                          <p:stCondLst>
                                            <p:cond delay="400"/>
                                          </p:stCondLst>
                                        </p:cTn>
                                        <p:tgtEl>
                                          <p:spTgt spid="9"/>
                                        </p:tgtEl>
                                        <p:attrNameLst>
                                          <p:attrName>ppt_y</p:attrName>
                                        </p:attrNameLst>
                                      </p:cBhvr>
                                      <p:tavLst>
                                        <p:tav tm="0">
                                          <p:val>
                                            <p:strVal val="#ppt_y+0.1"/>
                                          </p:val>
                                        </p:tav>
                                        <p:tav tm="100000">
                                          <p:val>
                                            <p:strVal val="#ppt_y"/>
                                          </p:val>
                                        </p:tav>
                                      </p:tavLst>
                                    </p:anim>
                                  </p:childTnLst>
                                </p:cTn>
                              </p:par>
                              <p:par>
                                <p:cTn id="278" presetID="30" presetClass="entr" presetSubtype="0" fill="hold" grpId="4" nodeType="withEffect">
                                  <p:stCondLst>
                                    <p:cond delay="0"/>
                                  </p:stCondLst>
                                  <p:childTnLst>
                                    <p:set>
                                      <p:cBhvr>
                                        <p:cTn id="279" dur="1" fill="hold">
                                          <p:stCondLst>
                                            <p:cond delay="0"/>
                                          </p:stCondLst>
                                        </p:cTn>
                                        <p:tgtEl>
                                          <p:spTgt spid="11"/>
                                        </p:tgtEl>
                                        <p:attrNameLst>
                                          <p:attrName>style.visibility</p:attrName>
                                        </p:attrNameLst>
                                      </p:cBhvr>
                                      <p:to>
                                        <p:strVal val="visible"/>
                                      </p:to>
                                    </p:set>
                                    <p:animEffect transition="in" filter="fade">
                                      <p:cBhvr>
                                        <p:cTn id="280" dur="400" decel="100000"/>
                                        <p:tgtEl>
                                          <p:spTgt spid="11"/>
                                        </p:tgtEl>
                                      </p:cBhvr>
                                    </p:animEffect>
                                    <p:anim calcmode="lin" valueType="num">
                                      <p:cBhvr>
                                        <p:cTn id="281" dur="400" decel="100000" fill="hold"/>
                                        <p:tgtEl>
                                          <p:spTgt spid="11"/>
                                        </p:tgtEl>
                                        <p:attrNameLst>
                                          <p:attrName>style.rotation</p:attrName>
                                        </p:attrNameLst>
                                      </p:cBhvr>
                                      <p:tavLst>
                                        <p:tav tm="0">
                                          <p:val>
                                            <p:fltVal val="-90"/>
                                          </p:val>
                                        </p:tav>
                                        <p:tav tm="100000">
                                          <p:val>
                                            <p:fltVal val="0"/>
                                          </p:val>
                                        </p:tav>
                                      </p:tavLst>
                                    </p:anim>
                                    <p:anim calcmode="lin" valueType="num">
                                      <p:cBhvr>
                                        <p:cTn id="282" dur="400" decel="100000" fill="hold"/>
                                        <p:tgtEl>
                                          <p:spTgt spid="11"/>
                                        </p:tgtEl>
                                        <p:attrNameLst>
                                          <p:attrName>ppt_x</p:attrName>
                                        </p:attrNameLst>
                                      </p:cBhvr>
                                      <p:tavLst>
                                        <p:tav tm="0">
                                          <p:val>
                                            <p:strVal val="#ppt_x+0.4"/>
                                          </p:val>
                                        </p:tav>
                                        <p:tav tm="100000">
                                          <p:val>
                                            <p:strVal val="#ppt_x-0.05"/>
                                          </p:val>
                                        </p:tav>
                                      </p:tavLst>
                                    </p:anim>
                                    <p:anim calcmode="lin" valueType="num">
                                      <p:cBhvr>
                                        <p:cTn id="283" dur="400" decel="100000" fill="hold"/>
                                        <p:tgtEl>
                                          <p:spTgt spid="11"/>
                                        </p:tgtEl>
                                        <p:attrNameLst>
                                          <p:attrName>ppt_y</p:attrName>
                                        </p:attrNameLst>
                                      </p:cBhvr>
                                      <p:tavLst>
                                        <p:tav tm="0">
                                          <p:val>
                                            <p:strVal val="#ppt_y-0.4"/>
                                          </p:val>
                                        </p:tav>
                                        <p:tav tm="100000">
                                          <p:val>
                                            <p:strVal val="#ppt_y+0.1"/>
                                          </p:val>
                                        </p:tav>
                                      </p:tavLst>
                                    </p:anim>
                                    <p:anim calcmode="lin" valueType="num">
                                      <p:cBhvr>
                                        <p:cTn id="284" dur="100" accel="100000" fill="hold">
                                          <p:stCondLst>
                                            <p:cond delay="400"/>
                                          </p:stCondLst>
                                        </p:cTn>
                                        <p:tgtEl>
                                          <p:spTgt spid="11"/>
                                        </p:tgtEl>
                                        <p:attrNameLst>
                                          <p:attrName>ppt_x</p:attrName>
                                        </p:attrNameLst>
                                      </p:cBhvr>
                                      <p:tavLst>
                                        <p:tav tm="0">
                                          <p:val>
                                            <p:strVal val="#ppt_x-0.05"/>
                                          </p:val>
                                        </p:tav>
                                        <p:tav tm="100000">
                                          <p:val>
                                            <p:strVal val="#ppt_x"/>
                                          </p:val>
                                        </p:tav>
                                      </p:tavLst>
                                    </p:anim>
                                    <p:anim calcmode="lin" valueType="num">
                                      <p:cBhvr>
                                        <p:cTn id="285" dur="100" accel="100000" fill="hold">
                                          <p:stCondLst>
                                            <p:cond delay="400"/>
                                          </p:stCondLst>
                                        </p:cTn>
                                        <p:tgtEl>
                                          <p:spTgt spid="11"/>
                                        </p:tgtEl>
                                        <p:attrNameLst>
                                          <p:attrName>ppt_y</p:attrName>
                                        </p:attrNameLst>
                                      </p:cBhvr>
                                      <p:tavLst>
                                        <p:tav tm="0">
                                          <p:val>
                                            <p:strVal val="#ppt_y+0.1"/>
                                          </p:val>
                                        </p:tav>
                                        <p:tav tm="100000">
                                          <p:val>
                                            <p:strVal val="#ppt_y"/>
                                          </p:val>
                                        </p:tav>
                                      </p:tavLst>
                                    </p:anim>
                                  </p:childTnLst>
                                </p:cTn>
                              </p:par>
                              <p:par>
                                <p:cTn id="286" presetID="30" presetClass="entr" presetSubtype="0" fill="hold" grpId="4" nodeType="withEffect">
                                  <p:stCondLst>
                                    <p:cond delay="0"/>
                                  </p:stCondLst>
                                  <p:childTnLst>
                                    <p:set>
                                      <p:cBhvr>
                                        <p:cTn id="287" dur="1" fill="hold">
                                          <p:stCondLst>
                                            <p:cond delay="0"/>
                                          </p:stCondLst>
                                        </p:cTn>
                                        <p:tgtEl>
                                          <p:spTgt spid="12"/>
                                        </p:tgtEl>
                                        <p:attrNameLst>
                                          <p:attrName>style.visibility</p:attrName>
                                        </p:attrNameLst>
                                      </p:cBhvr>
                                      <p:to>
                                        <p:strVal val="visible"/>
                                      </p:to>
                                    </p:set>
                                    <p:animEffect transition="in" filter="fade">
                                      <p:cBhvr>
                                        <p:cTn id="288" dur="400" decel="100000"/>
                                        <p:tgtEl>
                                          <p:spTgt spid="12"/>
                                        </p:tgtEl>
                                      </p:cBhvr>
                                    </p:animEffect>
                                    <p:anim calcmode="lin" valueType="num">
                                      <p:cBhvr>
                                        <p:cTn id="289" dur="400" decel="100000" fill="hold"/>
                                        <p:tgtEl>
                                          <p:spTgt spid="12"/>
                                        </p:tgtEl>
                                        <p:attrNameLst>
                                          <p:attrName>style.rotation</p:attrName>
                                        </p:attrNameLst>
                                      </p:cBhvr>
                                      <p:tavLst>
                                        <p:tav tm="0">
                                          <p:val>
                                            <p:fltVal val="-90"/>
                                          </p:val>
                                        </p:tav>
                                        <p:tav tm="100000">
                                          <p:val>
                                            <p:fltVal val="0"/>
                                          </p:val>
                                        </p:tav>
                                      </p:tavLst>
                                    </p:anim>
                                    <p:anim calcmode="lin" valueType="num">
                                      <p:cBhvr>
                                        <p:cTn id="290" dur="400" decel="100000" fill="hold"/>
                                        <p:tgtEl>
                                          <p:spTgt spid="12"/>
                                        </p:tgtEl>
                                        <p:attrNameLst>
                                          <p:attrName>ppt_x</p:attrName>
                                        </p:attrNameLst>
                                      </p:cBhvr>
                                      <p:tavLst>
                                        <p:tav tm="0">
                                          <p:val>
                                            <p:strVal val="#ppt_x+0.4"/>
                                          </p:val>
                                        </p:tav>
                                        <p:tav tm="100000">
                                          <p:val>
                                            <p:strVal val="#ppt_x-0.05"/>
                                          </p:val>
                                        </p:tav>
                                      </p:tavLst>
                                    </p:anim>
                                    <p:anim calcmode="lin" valueType="num">
                                      <p:cBhvr>
                                        <p:cTn id="291" dur="400" decel="100000" fill="hold"/>
                                        <p:tgtEl>
                                          <p:spTgt spid="12"/>
                                        </p:tgtEl>
                                        <p:attrNameLst>
                                          <p:attrName>ppt_y</p:attrName>
                                        </p:attrNameLst>
                                      </p:cBhvr>
                                      <p:tavLst>
                                        <p:tav tm="0">
                                          <p:val>
                                            <p:strVal val="#ppt_y-0.4"/>
                                          </p:val>
                                        </p:tav>
                                        <p:tav tm="100000">
                                          <p:val>
                                            <p:strVal val="#ppt_y+0.1"/>
                                          </p:val>
                                        </p:tav>
                                      </p:tavLst>
                                    </p:anim>
                                    <p:anim calcmode="lin" valueType="num">
                                      <p:cBhvr>
                                        <p:cTn id="292" dur="100" accel="100000" fill="hold">
                                          <p:stCondLst>
                                            <p:cond delay="400"/>
                                          </p:stCondLst>
                                        </p:cTn>
                                        <p:tgtEl>
                                          <p:spTgt spid="12"/>
                                        </p:tgtEl>
                                        <p:attrNameLst>
                                          <p:attrName>ppt_x</p:attrName>
                                        </p:attrNameLst>
                                      </p:cBhvr>
                                      <p:tavLst>
                                        <p:tav tm="0">
                                          <p:val>
                                            <p:strVal val="#ppt_x-0.05"/>
                                          </p:val>
                                        </p:tav>
                                        <p:tav tm="100000">
                                          <p:val>
                                            <p:strVal val="#ppt_x"/>
                                          </p:val>
                                        </p:tav>
                                      </p:tavLst>
                                    </p:anim>
                                    <p:anim calcmode="lin" valueType="num">
                                      <p:cBhvr>
                                        <p:cTn id="293" dur="100" accel="100000" fill="hold">
                                          <p:stCondLst>
                                            <p:cond delay="400"/>
                                          </p:stCondLst>
                                        </p:cTn>
                                        <p:tgtEl>
                                          <p:spTgt spid="12"/>
                                        </p:tgtEl>
                                        <p:attrNameLst>
                                          <p:attrName>ppt_y</p:attrName>
                                        </p:attrNameLst>
                                      </p:cBhvr>
                                      <p:tavLst>
                                        <p:tav tm="0">
                                          <p:val>
                                            <p:strVal val="#ppt_y+0.1"/>
                                          </p:val>
                                        </p:tav>
                                        <p:tav tm="100000">
                                          <p:val>
                                            <p:strVal val="#ppt_y"/>
                                          </p:val>
                                        </p:tav>
                                      </p:tavLst>
                                    </p:anim>
                                  </p:childTnLst>
                                </p:cTn>
                              </p:par>
                              <p:par>
                                <p:cTn id="294" presetID="30" presetClass="entr" presetSubtype="0" fill="hold" grpId="4" nodeType="withEffect">
                                  <p:stCondLst>
                                    <p:cond delay="0"/>
                                  </p:stCondLst>
                                  <p:childTnLst>
                                    <p:set>
                                      <p:cBhvr>
                                        <p:cTn id="295" dur="1" fill="hold">
                                          <p:stCondLst>
                                            <p:cond delay="0"/>
                                          </p:stCondLst>
                                        </p:cTn>
                                        <p:tgtEl>
                                          <p:spTgt spid="13"/>
                                        </p:tgtEl>
                                        <p:attrNameLst>
                                          <p:attrName>style.visibility</p:attrName>
                                        </p:attrNameLst>
                                      </p:cBhvr>
                                      <p:to>
                                        <p:strVal val="visible"/>
                                      </p:to>
                                    </p:set>
                                    <p:animEffect transition="in" filter="fade">
                                      <p:cBhvr>
                                        <p:cTn id="296" dur="400" decel="100000"/>
                                        <p:tgtEl>
                                          <p:spTgt spid="13"/>
                                        </p:tgtEl>
                                      </p:cBhvr>
                                    </p:animEffect>
                                    <p:anim calcmode="lin" valueType="num">
                                      <p:cBhvr>
                                        <p:cTn id="297" dur="400" decel="100000" fill="hold"/>
                                        <p:tgtEl>
                                          <p:spTgt spid="13"/>
                                        </p:tgtEl>
                                        <p:attrNameLst>
                                          <p:attrName>style.rotation</p:attrName>
                                        </p:attrNameLst>
                                      </p:cBhvr>
                                      <p:tavLst>
                                        <p:tav tm="0">
                                          <p:val>
                                            <p:fltVal val="-90"/>
                                          </p:val>
                                        </p:tav>
                                        <p:tav tm="100000">
                                          <p:val>
                                            <p:fltVal val="0"/>
                                          </p:val>
                                        </p:tav>
                                      </p:tavLst>
                                    </p:anim>
                                    <p:anim calcmode="lin" valueType="num">
                                      <p:cBhvr>
                                        <p:cTn id="298" dur="400" decel="100000" fill="hold"/>
                                        <p:tgtEl>
                                          <p:spTgt spid="13"/>
                                        </p:tgtEl>
                                        <p:attrNameLst>
                                          <p:attrName>ppt_x</p:attrName>
                                        </p:attrNameLst>
                                      </p:cBhvr>
                                      <p:tavLst>
                                        <p:tav tm="0">
                                          <p:val>
                                            <p:strVal val="#ppt_x+0.4"/>
                                          </p:val>
                                        </p:tav>
                                        <p:tav tm="100000">
                                          <p:val>
                                            <p:strVal val="#ppt_x-0.05"/>
                                          </p:val>
                                        </p:tav>
                                      </p:tavLst>
                                    </p:anim>
                                    <p:anim calcmode="lin" valueType="num">
                                      <p:cBhvr>
                                        <p:cTn id="299" dur="400" decel="100000" fill="hold"/>
                                        <p:tgtEl>
                                          <p:spTgt spid="13"/>
                                        </p:tgtEl>
                                        <p:attrNameLst>
                                          <p:attrName>ppt_y</p:attrName>
                                        </p:attrNameLst>
                                      </p:cBhvr>
                                      <p:tavLst>
                                        <p:tav tm="0">
                                          <p:val>
                                            <p:strVal val="#ppt_y-0.4"/>
                                          </p:val>
                                        </p:tav>
                                        <p:tav tm="100000">
                                          <p:val>
                                            <p:strVal val="#ppt_y+0.1"/>
                                          </p:val>
                                        </p:tav>
                                      </p:tavLst>
                                    </p:anim>
                                    <p:anim calcmode="lin" valueType="num">
                                      <p:cBhvr>
                                        <p:cTn id="300" dur="100" accel="100000" fill="hold">
                                          <p:stCondLst>
                                            <p:cond delay="400"/>
                                          </p:stCondLst>
                                        </p:cTn>
                                        <p:tgtEl>
                                          <p:spTgt spid="13"/>
                                        </p:tgtEl>
                                        <p:attrNameLst>
                                          <p:attrName>ppt_x</p:attrName>
                                        </p:attrNameLst>
                                      </p:cBhvr>
                                      <p:tavLst>
                                        <p:tav tm="0">
                                          <p:val>
                                            <p:strVal val="#ppt_x-0.05"/>
                                          </p:val>
                                        </p:tav>
                                        <p:tav tm="100000">
                                          <p:val>
                                            <p:strVal val="#ppt_x"/>
                                          </p:val>
                                        </p:tav>
                                      </p:tavLst>
                                    </p:anim>
                                    <p:anim calcmode="lin" valueType="num">
                                      <p:cBhvr>
                                        <p:cTn id="301" dur="100" accel="100000" fill="hold">
                                          <p:stCondLst>
                                            <p:cond delay="400"/>
                                          </p:stCondLst>
                                        </p:cTn>
                                        <p:tgtEl>
                                          <p:spTgt spid="13"/>
                                        </p:tgtEl>
                                        <p:attrNameLst>
                                          <p:attrName>ppt_y</p:attrName>
                                        </p:attrNameLst>
                                      </p:cBhvr>
                                      <p:tavLst>
                                        <p:tav tm="0">
                                          <p:val>
                                            <p:strVal val="#ppt_y+0.1"/>
                                          </p:val>
                                        </p:tav>
                                        <p:tav tm="100000">
                                          <p:val>
                                            <p:strVal val="#ppt_y"/>
                                          </p:val>
                                        </p:tav>
                                      </p:tavLst>
                                    </p:anim>
                                  </p:childTnLst>
                                </p:cTn>
                              </p:par>
                              <p:par>
                                <p:cTn id="302" presetID="30" presetClass="entr" presetSubtype="0" fill="hold" grpId="4" nodeType="withEffect">
                                  <p:stCondLst>
                                    <p:cond delay="0"/>
                                  </p:stCondLst>
                                  <p:childTnLst>
                                    <p:set>
                                      <p:cBhvr>
                                        <p:cTn id="303" dur="1" fill="hold">
                                          <p:stCondLst>
                                            <p:cond delay="0"/>
                                          </p:stCondLst>
                                        </p:cTn>
                                        <p:tgtEl>
                                          <p:spTgt spid="14"/>
                                        </p:tgtEl>
                                        <p:attrNameLst>
                                          <p:attrName>style.visibility</p:attrName>
                                        </p:attrNameLst>
                                      </p:cBhvr>
                                      <p:to>
                                        <p:strVal val="visible"/>
                                      </p:to>
                                    </p:set>
                                    <p:animEffect transition="in" filter="fade">
                                      <p:cBhvr>
                                        <p:cTn id="304" dur="400" decel="100000"/>
                                        <p:tgtEl>
                                          <p:spTgt spid="14"/>
                                        </p:tgtEl>
                                      </p:cBhvr>
                                    </p:animEffect>
                                    <p:anim calcmode="lin" valueType="num">
                                      <p:cBhvr>
                                        <p:cTn id="305" dur="400" decel="100000" fill="hold"/>
                                        <p:tgtEl>
                                          <p:spTgt spid="14"/>
                                        </p:tgtEl>
                                        <p:attrNameLst>
                                          <p:attrName>style.rotation</p:attrName>
                                        </p:attrNameLst>
                                      </p:cBhvr>
                                      <p:tavLst>
                                        <p:tav tm="0">
                                          <p:val>
                                            <p:fltVal val="-90"/>
                                          </p:val>
                                        </p:tav>
                                        <p:tav tm="100000">
                                          <p:val>
                                            <p:fltVal val="0"/>
                                          </p:val>
                                        </p:tav>
                                      </p:tavLst>
                                    </p:anim>
                                    <p:anim calcmode="lin" valueType="num">
                                      <p:cBhvr>
                                        <p:cTn id="306" dur="400" decel="100000" fill="hold"/>
                                        <p:tgtEl>
                                          <p:spTgt spid="14"/>
                                        </p:tgtEl>
                                        <p:attrNameLst>
                                          <p:attrName>ppt_x</p:attrName>
                                        </p:attrNameLst>
                                      </p:cBhvr>
                                      <p:tavLst>
                                        <p:tav tm="0">
                                          <p:val>
                                            <p:strVal val="#ppt_x+0.4"/>
                                          </p:val>
                                        </p:tav>
                                        <p:tav tm="100000">
                                          <p:val>
                                            <p:strVal val="#ppt_x-0.05"/>
                                          </p:val>
                                        </p:tav>
                                      </p:tavLst>
                                    </p:anim>
                                    <p:anim calcmode="lin" valueType="num">
                                      <p:cBhvr>
                                        <p:cTn id="307" dur="400" decel="100000" fill="hold"/>
                                        <p:tgtEl>
                                          <p:spTgt spid="14"/>
                                        </p:tgtEl>
                                        <p:attrNameLst>
                                          <p:attrName>ppt_y</p:attrName>
                                        </p:attrNameLst>
                                      </p:cBhvr>
                                      <p:tavLst>
                                        <p:tav tm="0">
                                          <p:val>
                                            <p:strVal val="#ppt_y-0.4"/>
                                          </p:val>
                                        </p:tav>
                                        <p:tav tm="100000">
                                          <p:val>
                                            <p:strVal val="#ppt_y+0.1"/>
                                          </p:val>
                                        </p:tav>
                                      </p:tavLst>
                                    </p:anim>
                                    <p:anim calcmode="lin" valueType="num">
                                      <p:cBhvr>
                                        <p:cTn id="308" dur="100" accel="100000" fill="hold">
                                          <p:stCondLst>
                                            <p:cond delay="400"/>
                                          </p:stCondLst>
                                        </p:cTn>
                                        <p:tgtEl>
                                          <p:spTgt spid="14"/>
                                        </p:tgtEl>
                                        <p:attrNameLst>
                                          <p:attrName>ppt_x</p:attrName>
                                        </p:attrNameLst>
                                      </p:cBhvr>
                                      <p:tavLst>
                                        <p:tav tm="0">
                                          <p:val>
                                            <p:strVal val="#ppt_x-0.05"/>
                                          </p:val>
                                        </p:tav>
                                        <p:tav tm="100000">
                                          <p:val>
                                            <p:strVal val="#ppt_x"/>
                                          </p:val>
                                        </p:tav>
                                      </p:tavLst>
                                    </p:anim>
                                    <p:anim calcmode="lin" valueType="num">
                                      <p:cBhvr>
                                        <p:cTn id="309" dur="100" accel="100000" fill="hold">
                                          <p:stCondLst>
                                            <p:cond delay="400"/>
                                          </p:stCondLst>
                                        </p:cTn>
                                        <p:tgtEl>
                                          <p:spTgt spid="14"/>
                                        </p:tgtEl>
                                        <p:attrNameLst>
                                          <p:attrName>ppt_y</p:attrName>
                                        </p:attrNameLst>
                                      </p:cBhvr>
                                      <p:tavLst>
                                        <p:tav tm="0">
                                          <p:val>
                                            <p:strVal val="#ppt_y+0.1"/>
                                          </p:val>
                                        </p:tav>
                                        <p:tav tm="100000">
                                          <p:val>
                                            <p:strVal val="#ppt_y"/>
                                          </p:val>
                                        </p:tav>
                                      </p:tavLst>
                                    </p:anim>
                                  </p:childTnLst>
                                </p:cTn>
                              </p:par>
                              <p:par>
                                <p:cTn id="310" presetID="30" presetClass="entr" presetSubtype="0" fill="hold" grpId="4" nodeType="withEffect">
                                  <p:stCondLst>
                                    <p:cond delay="0"/>
                                  </p:stCondLst>
                                  <p:childTnLst>
                                    <p:set>
                                      <p:cBhvr>
                                        <p:cTn id="311" dur="1" fill="hold">
                                          <p:stCondLst>
                                            <p:cond delay="0"/>
                                          </p:stCondLst>
                                        </p:cTn>
                                        <p:tgtEl>
                                          <p:spTgt spid="15"/>
                                        </p:tgtEl>
                                        <p:attrNameLst>
                                          <p:attrName>style.visibility</p:attrName>
                                        </p:attrNameLst>
                                      </p:cBhvr>
                                      <p:to>
                                        <p:strVal val="visible"/>
                                      </p:to>
                                    </p:set>
                                    <p:animEffect transition="in" filter="fade">
                                      <p:cBhvr>
                                        <p:cTn id="312" dur="400" decel="100000"/>
                                        <p:tgtEl>
                                          <p:spTgt spid="15"/>
                                        </p:tgtEl>
                                      </p:cBhvr>
                                    </p:animEffect>
                                    <p:anim calcmode="lin" valueType="num">
                                      <p:cBhvr>
                                        <p:cTn id="313" dur="400" decel="100000" fill="hold"/>
                                        <p:tgtEl>
                                          <p:spTgt spid="15"/>
                                        </p:tgtEl>
                                        <p:attrNameLst>
                                          <p:attrName>style.rotation</p:attrName>
                                        </p:attrNameLst>
                                      </p:cBhvr>
                                      <p:tavLst>
                                        <p:tav tm="0">
                                          <p:val>
                                            <p:fltVal val="-90"/>
                                          </p:val>
                                        </p:tav>
                                        <p:tav tm="100000">
                                          <p:val>
                                            <p:fltVal val="0"/>
                                          </p:val>
                                        </p:tav>
                                      </p:tavLst>
                                    </p:anim>
                                    <p:anim calcmode="lin" valueType="num">
                                      <p:cBhvr>
                                        <p:cTn id="314" dur="400" decel="100000" fill="hold"/>
                                        <p:tgtEl>
                                          <p:spTgt spid="15"/>
                                        </p:tgtEl>
                                        <p:attrNameLst>
                                          <p:attrName>ppt_x</p:attrName>
                                        </p:attrNameLst>
                                      </p:cBhvr>
                                      <p:tavLst>
                                        <p:tav tm="0">
                                          <p:val>
                                            <p:strVal val="#ppt_x+0.4"/>
                                          </p:val>
                                        </p:tav>
                                        <p:tav tm="100000">
                                          <p:val>
                                            <p:strVal val="#ppt_x-0.05"/>
                                          </p:val>
                                        </p:tav>
                                      </p:tavLst>
                                    </p:anim>
                                    <p:anim calcmode="lin" valueType="num">
                                      <p:cBhvr>
                                        <p:cTn id="315" dur="400" decel="100000" fill="hold"/>
                                        <p:tgtEl>
                                          <p:spTgt spid="15"/>
                                        </p:tgtEl>
                                        <p:attrNameLst>
                                          <p:attrName>ppt_y</p:attrName>
                                        </p:attrNameLst>
                                      </p:cBhvr>
                                      <p:tavLst>
                                        <p:tav tm="0">
                                          <p:val>
                                            <p:strVal val="#ppt_y-0.4"/>
                                          </p:val>
                                        </p:tav>
                                        <p:tav tm="100000">
                                          <p:val>
                                            <p:strVal val="#ppt_y+0.1"/>
                                          </p:val>
                                        </p:tav>
                                      </p:tavLst>
                                    </p:anim>
                                    <p:anim calcmode="lin" valueType="num">
                                      <p:cBhvr>
                                        <p:cTn id="316" dur="100" accel="100000" fill="hold">
                                          <p:stCondLst>
                                            <p:cond delay="400"/>
                                          </p:stCondLst>
                                        </p:cTn>
                                        <p:tgtEl>
                                          <p:spTgt spid="15"/>
                                        </p:tgtEl>
                                        <p:attrNameLst>
                                          <p:attrName>ppt_x</p:attrName>
                                        </p:attrNameLst>
                                      </p:cBhvr>
                                      <p:tavLst>
                                        <p:tav tm="0">
                                          <p:val>
                                            <p:strVal val="#ppt_x-0.05"/>
                                          </p:val>
                                        </p:tav>
                                        <p:tav tm="100000">
                                          <p:val>
                                            <p:strVal val="#ppt_x"/>
                                          </p:val>
                                        </p:tav>
                                      </p:tavLst>
                                    </p:anim>
                                    <p:anim calcmode="lin" valueType="num">
                                      <p:cBhvr>
                                        <p:cTn id="317" dur="100" accel="100000" fill="hold">
                                          <p:stCondLst>
                                            <p:cond delay="400"/>
                                          </p:stCondLst>
                                        </p:cTn>
                                        <p:tgtEl>
                                          <p:spTgt spid="15"/>
                                        </p:tgtEl>
                                        <p:attrNameLst>
                                          <p:attrName>ppt_y</p:attrName>
                                        </p:attrNameLst>
                                      </p:cBhvr>
                                      <p:tavLst>
                                        <p:tav tm="0">
                                          <p:val>
                                            <p:strVal val="#ppt_y+0.1"/>
                                          </p:val>
                                        </p:tav>
                                        <p:tav tm="100000">
                                          <p:val>
                                            <p:strVal val="#ppt_y"/>
                                          </p:val>
                                        </p:tav>
                                      </p:tavLst>
                                    </p:anim>
                                  </p:childTnLst>
                                </p:cTn>
                              </p:par>
                              <p:par>
                                <p:cTn id="318" presetID="30" presetClass="entr" presetSubtype="0" fill="hold" grpId="4" nodeType="withEffect">
                                  <p:stCondLst>
                                    <p:cond delay="0"/>
                                  </p:stCondLst>
                                  <p:childTnLst>
                                    <p:set>
                                      <p:cBhvr>
                                        <p:cTn id="319" dur="1" fill="hold">
                                          <p:stCondLst>
                                            <p:cond delay="0"/>
                                          </p:stCondLst>
                                        </p:cTn>
                                        <p:tgtEl>
                                          <p:spTgt spid="16"/>
                                        </p:tgtEl>
                                        <p:attrNameLst>
                                          <p:attrName>style.visibility</p:attrName>
                                        </p:attrNameLst>
                                      </p:cBhvr>
                                      <p:to>
                                        <p:strVal val="visible"/>
                                      </p:to>
                                    </p:set>
                                    <p:animEffect transition="in" filter="fade">
                                      <p:cBhvr>
                                        <p:cTn id="320" dur="400" decel="100000"/>
                                        <p:tgtEl>
                                          <p:spTgt spid="16"/>
                                        </p:tgtEl>
                                      </p:cBhvr>
                                    </p:animEffect>
                                    <p:anim calcmode="lin" valueType="num">
                                      <p:cBhvr>
                                        <p:cTn id="321" dur="400" decel="100000" fill="hold"/>
                                        <p:tgtEl>
                                          <p:spTgt spid="16"/>
                                        </p:tgtEl>
                                        <p:attrNameLst>
                                          <p:attrName>style.rotation</p:attrName>
                                        </p:attrNameLst>
                                      </p:cBhvr>
                                      <p:tavLst>
                                        <p:tav tm="0">
                                          <p:val>
                                            <p:fltVal val="-90"/>
                                          </p:val>
                                        </p:tav>
                                        <p:tav tm="100000">
                                          <p:val>
                                            <p:fltVal val="0"/>
                                          </p:val>
                                        </p:tav>
                                      </p:tavLst>
                                    </p:anim>
                                    <p:anim calcmode="lin" valueType="num">
                                      <p:cBhvr>
                                        <p:cTn id="322" dur="400" decel="100000" fill="hold"/>
                                        <p:tgtEl>
                                          <p:spTgt spid="16"/>
                                        </p:tgtEl>
                                        <p:attrNameLst>
                                          <p:attrName>ppt_x</p:attrName>
                                        </p:attrNameLst>
                                      </p:cBhvr>
                                      <p:tavLst>
                                        <p:tav tm="0">
                                          <p:val>
                                            <p:strVal val="#ppt_x+0.4"/>
                                          </p:val>
                                        </p:tav>
                                        <p:tav tm="100000">
                                          <p:val>
                                            <p:strVal val="#ppt_x-0.05"/>
                                          </p:val>
                                        </p:tav>
                                      </p:tavLst>
                                    </p:anim>
                                    <p:anim calcmode="lin" valueType="num">
                                      <p:cBhvr>
                                        <p:cTn id="323" dur="400" decel="100000" fill="hold"/>
                                        <p:tgtEl>
                                          <p:spTgt spid="16"/>
                                        </p:tgtEl>
                                        <p:attrNameLst>
                                          <p:attrName>ppt_y</p:attrName>
                                        </p:attrNameLst>
                                      </p:cBhvr>
                                      <p:tavLst>
                                        <p:tav tm="0">
                                          <p:val>
                                            <p:strVal val="#ppt_y-0.4"/>
                                          </p:val>
                                        </p:tav>
                                        <p:tav tm="100000">
                                          <p:val>
                                            <p:strVal val="#ppt_y+0.1"/>
                                          </p:val>
                                        </p:tav>
                                      </p:tavLst>
                                    </p:anim>
                                    <p:anim calcmode="lin" valueType="num">
                                      <p:cBhvr>
                                        <p:cTn id="324" dur="100" accel="100000" fill="hold">
                                          <p:stCondLst>
                                            <p:cond delay="400"/>
                                          </p:stCondLst>
                                        </p:cTn>
                                        <p:tgtEl>
                                          <p:spTgt spid="16"/>
                                        </p:tgtEl>
                                        <p:attrNameLst>
                                          <p:attrName>ppt_x</p:attrName>
                                        </p:attrNameLst>
                                      </p:cBhvr>
                                      <p:tavLst>
                                        <p:tav tm="0">
                                          <p:val>
                                            <p:strVal val="#ppt_x-0.05"/>
                                          </p:val>
                                        </p:tav>
                                        <p:tav tm="100000">
                                          <p:val>
                                            <p:strVal val="#ppt_x"/>
                                          </p:val>
                                        </p:tav>
                                      </p:tavLst>
                                    </p:anim>
                                    <p:anim calcmode="lin" valueType="num">
                                      <p:cBhvr>
                                        <p:cTn id="325" dur="100" accel="100000" fill="hold">
                                          <p:stCondLst>
                                            <p:cond delay="400"/>
                                          </p:stCondLst>
                                        </p:cTn>
                                        <p:tgtEl>
                                          <p:spTgt spid="16"/>
                                        </p:tgtEl>
                                        <p:attrNameLst>
                                          <p:attrName>ppt_y</p:attrName>
                                        </p:attrNameLst>
                                      </p:cBhvr>
                                      <p:tavLst>
                                        <p:tav tm="0">
                                          <p:val>
                                            <p:strVal val="#ppt_y+0.1"/>
                                          </p:val>
                                        </p:tav>
                                        <p:tav tm="100000">
                                          <p:val>
                                            <p:strVal val="#ppt_y"/>
                                          </p:val>
                                        </p:tav>
                                      </p:tavLst>
                                    </p:anim>
                                  </p:childTnLst>
                                </p:cTn>
                              </p:par>
                              <p:par>
                                <p:cTn id="326" presetID="30" presetClass="entr" presetSubtype="0" fill="hold" grpId="4" nodeType="withEffect">
                                  <p:stCondLst>
                                    <p:cond delay="0"/>
                                  </p:stCondLst>
                                  <p:childTnLst>
                                    <p:set>
                                      <p:cBhvr>
                                        <p:cTn id="327" dur="1" fill="hold">
                                          <p:stCondLst>
                                            <p:cond delay="0"/>
                                          </p:stCondLst>
                                        </p:cTn>
                                        <p:tgtEl>
                                          <p:spTgt spid="17"/>
                                        </p:tgtEl>
                                        <p:attrNameLst>
                                          <p:attrName>style.visibility</p:attrName>
                                        </p:attrNameLst>
                                      </p:cBhvr>
                                      <p:to>
                                        <p:strVal val="visible"/>
                                      </p:to>
                                    </p:set>
                                    <p:animEffect transition="in" filter="fade">
                                      <p:cBhvr>
                                        <p:cTn id="328" dur="400" decel="100000"/>
                                        <p:tgtEl>
                                          <p:spTgt spid="17"/>
                                        </p:tgtEl>
                                      </p:cBhvr>
                                    </p:animEffect>
                                    <p:anim calcmode="lin" valueType="num">
                                      <p:cBhvr>
                                        <p:cTn id="329" dur="400" decel="100000" fill="hold"/>
                                        <p:tgtEl>
                                          <p:spTgt spid="17"/>
                                        </p:tgtEl>
                                        <p:attrNameLst>
                                          <p:attrName>style.rotation</p:attrName>
                                        </p:attrNameLst>
                                      </p:cBhvr>
                                      <p:tavLst>
                                        <p:tav tm="0">
                                          <p:val>
                                            <p:fltVal val="-90"/>
                                          </p:val>
                                        </p:tav>
                                        <p:tav tm="100000">
                                          <p:val>
                                            <p:fltVal val="0"/>
                                          </p:val>
                                        </p:tav>
                                      </p:tavLst>
                                    </p:anim>
                                    <p:anim calcmode="lin" valueType="num">
                                      <p:cBhvr>
                                        <p:cTn id="330" dur="400" decel="100000" fill="hold"/>
                                        <p:tgtEl>
                                          <p:spTgt spid="17"/>
                                        </p:tgtEl>
                                        <p:attrNameLst>
                                          <p:attrName>ppt_x</p:attrName>
                                        </p:attrNameLst>
                                      </p:cBhvr>
                                      <p:tavLst>
                                        <p:tav tm="0">
                                          <p:val>
                                            <p:strVal val="#ppt_x+0.4"/>
                                          </p:val>
                                        </p:tav>
                                        <p:tav tm="100000">
                                          <p:val>
                                            <p:strVal val="#ppt_x-0.05"/>
                                          </p:val>
                                        </p:tav>
                                      </p:tavLst>
                                    </p:anim>
                                    <p:anim calcmode="lin" valueType="num">
                                      <p:cBhvr>
                                        <p:cTn id="331" dur="400" decel="100000" fill="hold"/>
                                        <p:tgtEl>
                                          <p:spTgt spid="17"/>
                                        </p:tgtEl>
                                        <p:attrNameLst>
                                          <p:attrName>ppt_y</p:attrName>
                                        </p:attrNameLst>
                                      </p:cBhvr>
                                      <p:tavLst>
                                        <p:tav tm="0">
                                          <p:val>
                                            <p:strVal val="#ppt_y-0.4"/>
                                          </p:val>
                                        </p:tav>
                                        <p:tav tm="100000">
                                          <p:val>
                                            <p:strVal val="#ppt_y+0.1"/>
                                          </p:val>
                                        </p:tav>
                                      </p:tavLst>
                                    </p:anim>
                                    <p:anim calcmode="lin" valueType="num">
                                      <p:cBhvr>
                                        <p:cTn id="332" dur="100" accel="100000" fill="hold">
                                          <p:stCondLst>
                                            <p:cond delay="400"/>
                                          </p:stCondLst>
                                        </p:cTn>
                                        <p:tgtEl>
                                          <p:spTgt spid="17"/>
                                        </p:tgtEl>
                                        <p:attrNameLst>
                                          <p:attrName>ppt_x</p:attrName>
                                        </p:attrNameLst>
                                      </p:cBhvr>
                                      <p:tavLst>
                                        <p:tav tm="0">
                                          <p:val>
                                            <p:strVal val="#ppt_x-0.05"/>
                                          </p:val>
                                        </p:tav>
                                        <p:tav tm="100000">
                                          <p:val>
                                            <p:strVal val="#ppt_x"/>
                                          </p:val>
                                        </p:tav>
                                      </p:tavLst>
                                    </p:anim>
                                    <p:anim calcmode="lin" valueType="num">
                                      <p:cBhvr>
                                        <p:cTn id="333" dur="100" accel="100000" fill="hold">
                                          <p:stCondLst>
                                            <p:cond delay="400"/>
                                          </p:stCondLst>
                                        </p:cTn>
                                        <p:tgtEl>
                                          <p:spTgt spid="17"/>
                                        </p:tgtEl>
                                        <p:attrNameLst>
                                          <p:attrName>ppt_y</p:attrName>
                                        </p:attrNameLst>
                                      </p:cBhvr>
                                      <p:tavLst>
                                        <p:tav tm="0">
                                          <p:val>
                                            <p:strVal val="#ppt_y+0.1"/>
                                          </p:val>
                                        </p:tav>
                                        <p:tav tm="100000">
                                          <p:val>
                                            <p:strVal val="#ppt_y"/>
                                          </p:val>
                                        </p:tav>
                                      </p:tavLst>
                                    </p:anim>
                                  </p:childTnLst>
                                </p:cTn>
                              </p:par>
                              <p:par>
                                <p:cTn id="334" presetID="30" presetClass="entr" presetSubtype="0" fill="hold" grpId="2" nodeType="withEffect">
                                  <p:stCondLst>
                                    <p:cond delay="0"/>
                                  </p:stCondLst>
                                  <p:childTnLst>
                                    <p:set>
                                      <p:cBhvr>
                                        <p:cTn id="335" dur="1" fill="hold">
                                          <p:stCondLst>
                                            <p:cond delay="0"/>
                                          </p:stCondLst>
                                        </p:cTn>
                                        <p:tgtEl>
                                          <p:spTgt spid="18"/>
                                        </p:tgtEl>
                                        <p:attrNameLst>
                                          <p:attrName>style.visibility</p:attrName>
                                        </p:attrNameLst>
                                      </p:cBhvr>
                                      <p:to>
                                        <p:strVal val="visible"/>
                                      </p:to>
                                    </p:set>
                                    <p:animEffect transition="in" filter="fade">
                                      <p:cBhvr>
                                        <p:cTn id="336" dur="400" decel="100000"/>
                                        <p:tgtEl>
                                          <p:spTgt spid="18"/>
                                        </p:tgtEl>
                                      </p:cBhvr>
                                    </p:animEffect>
                                    <p:anim calcmode="lin" valueType="num">
                                      <p:cBhvr>
                                        <p:cTn id="337" dur="400" decel="100000" fill="hold"/>
                                        <p:tgtEl>
                                          <p:spTgt spid="18"/>
                                        </p:tgtEl>
                                        <p:attrNameLst>
                                          <p:attrName>style.rotation</p:attrName>
                                        </p:attrNameLst>
                                      </p:cBhvr>
                                      <p:tavLst>
                                        <p:tav tm="0">
                                          <p:val>
                                            <p:fltVal val="-90"/>
                                          </p:val>
                                        </p:tav>
                                        <p:tav tm="100000">
                                          <p:val>
                                            <p:fltVal val="0"/>
                                          </p:val>
                                        </p:tav>
                                      </p:tavLst>
                                    </p:anim>
                                    <p:anim calcmode="lin" valueType="num">
                                      <p:cBhvr>
                                        <p:cTn id="338" dur="400" decel="100000" fill="hold"/>
                                        <p:tgtEl>
                                          <p:spTgt spid="18"/>
                                        </p:tgtEl>
                                        <p:attrNameLst>
                                          <p:attrName>ppt_x</p:attrName>
                                        </p:attrNameLst>
                                      </p:cBhvr>
                                      <p:tavLst>
                                        <p:tav tm="0">
                                          <p:val>
                                            <p:strVal val="#ppt_x+0.4"/>
                                          </p:val>
                                        </p:tav>
                                        <p:tav tm="100000">
                                          <p:val>
                                            <p:strVal val="#ppt_x-0.05"/>
                                          </p:val>
                                        </p:tav>
                                      </p:tavLst>
                                    </p:anim>
                                    <p:anim calcmode="lin" valueType="num">
                                      <p:cBhvr>
                                        <p:cTn id="339" dur="400" decel="100000" fill="hold"/>
                                        <p:tgtEl>
                                          <p:spTgt spid="18"/>
                                        </p:tgtEl>
                                        <p:attrNameLst>
                                          <p:attrName>ppt_y</p:attrName>
                                        </p:attrNameLst>
                                      </p:cBhvr>
                                      <p:tavLst>
                                        <p:tav tm="0">
                                          <p:val>
                                            <p:strVal val="#ppt_y-0.4"/>
                                          </p:val>
                                        </p:tav>
                                        <p:tav tm="100000">
                                          <p:val>
                                            <p:strVal val="#ppt_y+0.1"/>
                                          </p:val>
                                        </p:tav>
                                      </p:tavLst>
                                    </p:anim>
                                    <p:anim calcmode="lin" valueType="num">
                                      <p:cBhvr>
                                        <p:cTn id="340" dur="100" accel="100000" fill="hold">
                                          <p:stCondLst>
                                            <p:cond delay="400"/>
                                          </p:stCondLst>
                                        </p:cTn>
                                        <p:tgtEl>
                                          <p:spTgt spid="18"/>
                                        </p:tgtEl>
                                        <p:attrNameLst>
                                          <p:attrName>ppt_x</p:attrName>
                                        </p:attrNameLst>
                                      </p:cBhvr>
                                      <p:tavLst>
                                        <p:tav tm="0">
                                          <p:val>
                                            <p:strVal val="#ppt_x-0.05"/>
                                          </p:val>
                                        </p:tav>
                                        <p:tav tm="100000">
                                          <p:val>
                                            <p:strVal val="#ppt_x"/>
                                          </p:val>
                                        </p:tav>
                                      </p:tavLst>
                                    </p:anim>
                                    <p:anim calcmode="lin" valueType="num">
                                      <p:cBhvr>
                                        <p:cTn id="341" dur="100" accel="100000" fill="hold">
                                          <p:stCondLst>
                                            <p:cond delay="400"/>
                                          </p:stCondLst>
                                        </p:cTn>
                                        <p:tgtEl>
                                          <p:spTgt spid="18"/>
                                        </p:tgtEl>
                                        <p:attrNameLst>
                                          <p:attrName>ppt_y</p:attrName>
                                        </p:attrNameLst>
                                      </p:cBhvr>
                                      <p:tavLst>
                                        <p:tav tm="0">
                                          <p:val>
                                            <p:strVal val="#ppt_y+0.1"/>
                                          </p:val>
                                        </p:tav>
                                        <p:tav tm="100000">
                                          <p:val>
                                            <p:strVal val="#ppt_y"/>
                                          </p:val>
                                        </p:tav>
                                      </p:tavLst>
                                    </p:anim>
                                  </p:childTnLst>
                                </p:cTn>
                              </p:par>
                              <p:par>
                                <p:cTn id="342" presetID="30" presetClass="entr" presetSubtype="0" fill="hold" grpId="4" nodeType="withEffect">
                                  <p:stCondLst>
                                    <p:cond delay="0"/>
                                  </p:stCondLst>
                                  <p:childTnLst>
                                    <p:set>
                                      <p:cBhvr>
                                        <p:cTn id="343" dur="1" fill="hold">
                                          <p:stCondLst>
                                            <p:cond delay="0"/>
                                          </p:stCondLst>
                                        </p:cTn>
                                        <p:tgtEl>
                                          <p:spTgt spid="19"/>
                                        </p:tgtEl>
                                        <p:attrNameLst>
                                          <p:attrName>style.visibility</p:attrName>
                                        </p:attrNameLst>
                                      </p:cBhvr>
                                      <p:to>
                                        <p:strVal val="visible"/>
                                      </p:to>
                                    </p:set>
                                    <p:animEffect transition="in" filter="fade">
                                      <p:cBhvr>
                                        <p:cTn id="344" dur="400" decel="100000"/>
                                        <p:tgtEl>
                                          <p:spTgt spid="19"/>
                                        </p:tgtEl>
                                      </p:cBhvr>
                                    </p:animEffect>
                                    <p:anim calcmode="lin" valueType="num">
                                      <p:cBhvr>
                                        <p:cTn id="345" dur="400" decel="100000" fill="hold"/>
                                        <p:tgtEl>
                                          <p:spTgt spid="19"/>
                                        </p:tgtEl>
                                        <p:attrNameLst>
                                          <p:attrName>style.rotation</p:attrName>
                                        </p:attrNameLst>
                                      </p:cBhvr>
                                      <p:tavLst>
                                        <p:tav tm="0">
                                          <p:val>
                                            <p:fltVal val="-90"/>
                                          </p:val>
                                        </p:tav>
                                        <p:tav tm="100000">
                                          <p:val>
                                            <p:fltVal val="0"/>
                                          </p:val>
                                        </p:tav>
                                      </p:tavLst>
                                    </p:anim>
                                    <p:anim calcmode="lin" valueType="num">
                                      <p:cBhvr>
                                        <p:cTn id="346" dur="400" decel="100000" fill="hold"/>
                                        <p:tgtEl>
                                          <p:spTgt spid="19"/>
                                        </p:tgtEl>
                                        <p:attrNameLst>
                                          <p:attrName>ppt_x</p:attrName>
                                        </p:attrNameLst>
                                      </p:cBhvr>
                                      <p:tavLst>
                                        <p:tav tm="0">
                                          <p:val>
                                            <p:strVal val="#ppt_x+0.4"/>
                                          </p:val>
                                        </p:tav>
                                        <p:tav tm="100000">
                                          <p:val>
                                            <p:strVal val="#ppt_x-0.05"/>
                                          </p:val>
                                        </p:tav>
                                      </p:tavLst>
                                    </p:anim>
                                    <p:anim calcmode="lin" valueType="num">
                                      <p:cBhvr>
                                        <p:cTn id="347" dur="400" decel="100000" fill="hold"/>
                                        <p:tgtEl>
                                          <p:spTgt spid="19"/>
                                        </p:tgtEl>
                                        <p:attrNameLst>
                                          <p:attrName>ppt_y</p:attrName>
                                        </p:attrNameLst>
                                      </p:cBhvr>
                                      <p:tavLst>
                                        <p:tav tm="0">
                                          <p:val>
                                            <p:strVal val="#ppt_y-0.4"/>
                                          </p:val>
                                        </p:tav>
                                        <p:tav tm="100000">
                                          <p:val>
                                            <p:strVal val="#ppt_y+0.1"/>
                                          </p:val>
                                        </p:tav>
                                      </p:tavLst>
                                    </p:anim>
                                    <p:anim calcmode="lin" valueType="num">
                                      <p:cBhvr>
                                        <p:cTn id="348" dur="100" accel="100000" fill="hold">
                                          <p:stCondLst>
                                            <p:cond delay="400"/>
                                          </p:stCondLst>
                                        </p:cTn>
                                        <p:tgtEl>
                                          <p:spTgt spid="19"/>
                                        </p:tgtEl>
                                        <p:attrNameLst>
                                          <p:attrName>ppt_x</p:attrName>
                                        </p:attrNameLst>
                                      </p:cBhvr>
                                      <p:tavLst>
                                        <p:tav tm="0">
                                          <p:val>
                                            <p:strVal val="#ppt_x-0.05"/>
                                          </p:val>
                                        </p:tav>
                                        <p:tav tm="100000">
                                          <p:val>
                                            <p:strVal val="#ppt_x"/>
                                          </p:val>
                                        </p:tav>
                                      </p:tavLst>
                                    </p:anim>
                                    <p:anim calcmode="lin" valueType="num">
                                      <p:cBhvr>
                                        <p:cTn id="349" dur="100" accel="100000" fill="hold">
                                          <p:stCondLst>
                                            <p:cond delay="400"/>
                                          </p:stCondLst>
                                        </p:cTn>
                                        <p:tgtEl>
                                          <p:spTgt spid="19"/>
                                        </p:tgtEl>
                                        <p:attrNameLst>
                                          <p:attrName>ppt_y</p:attrName>
                                        </p:attrNameLst>
                                      </p:cBhvr>
                                      <p:tavLst>
                                        <p:tav tm="0">
                                          <p:val>
                                            <p:strVal val="#ppt_y+0.1"/>
                                          </p:val>
                                        </p:tav>
                                        <p:tav tm="100000">
                                          <p:val>
                                            <p:strVal val="#ppt_y"/>
                                          </p:val>
                                        </p:tav>
                                      </p:tavLst>
                                    </p:anim>
                                  </p:childTnLst>
                                </p:cTn>
                              </p:par>
                              <p:par>
                                <p:cTn id="350" presetID="6" presetClass="emph" presetSubtype="0" fill="hold" grpId="21" nodeType="withEffect">
                                  <p:stCondLst>
                                    <p:cond delay="0"/>
                                  </p:stCondLst>
                                  <p:childTnLst>
                                    <p:animScale>
                                      <p:cBhvr>
                                        <p:cTn id="351" dur="500" fill="hold"/>
                                        <p:tgtEl>
                                          <p:spTgt spid="10"/>
                                        </p:tgtEl>
                                      </p:cBhvr>
                                      <p:by x="50000" y="50000"/>
                                    </p:animScale>
                                  </p:childTnLst>
                                </p:cTn>
                              </p:par>
                              <p:par>
                                <p:cTn id="352" presetID="42" presetClass="path" presetSubtype="0" accel="50000" decel="50000" fill="hold" grpId="22" nodeType="withEffect">
                                  <p:stCondLst>
                                    <p:cond delay="0"/>
                                  </p:stCondLst>
                                  <p:childTnLst>
                                    <p:animMotion origin="layout" path="M 3.33333E-6 -2.23638E-6 L -0.30417 0.28969 " pathEditMode="relative" rAng="0" ptsTypes="AA">
                                      <p:cBhvr>
                                        <p:cTn id="353" dur="500" spd="-100000" fill="hold"/>
                                        <p:tgtEl>
                                          <p:spTgt spid="10"/>
                                        </p:tgtEl>
                                        <p:attrNameLst>
                                          <p:attrName>ppt_x</p:attrName>
                                          <p:attrName>ppt_y</p:attrName>
                                        </p:attrNameLst>
                                      </p:cBhvr>
                                      <p:rCtr x="-152" y="145"/>
                                    </p:animMotion>
                                  </p:childTnLst>
                                </p:cTn>
                              </p:par>
                            </p:childTnLst>
                          </p:cTn>
                        </p:par>
                      </p:childTnLst>
                    </p:cTn>
                  </p:par>
                </p:childTnLst>
              </p:cTn>
              <p:nextCondLst>
                <p:cond evt="onClick" delay="0">
                  <p:tgtEl>
                    <p:spTgt spid="10"/>
                  </p:tgtEl>
                </p:cond>
              </p:nextCondLst>
            </p:seq>
            <p:seq concurrent="1" nextAc="seek">
              <p:cTn id="354" restart="whenNotActive" fill="hold" evtFilter="cancelBubble" nodeType="interactiveSeq">
                <p:stCondLst>
                  <p:cond evt="onClick" delay="0">
                    <p:tgtEl>
                      <p:spTgt spid="11"/>
                    </p:tgtEl>
                  </p:cond>
                </p:stCondLst>
                <p:endSync evt="end" delay="0">
                  <p:rtn val="all"/>
                </p:endSync>
                <p:childTnLst>
                  <p:par>
                    <p:cTn id="355" fill="hold">
                      <p:stCondLst>
                        <p:cond delay="0"/>
                      </p:stCondLst>
                      <p:childTnLst>
                        <p:par>
                          <p:cTn id="356" fill="hold">
                            <p:stCondLst>
                              <p:cond delay="0"/>
                            </p:stCondLst>
                            <p:childTnLst>
                              <p:par>
                                <p:cTn id="357" presetID="47" presetClass="exit" presetSubtype="0" fill="hold" grpId="5" nodeType="clickEffect">
                                  <p:stCondLst>
                                    <p:cond delay="0"/>
                                  </p:stCondLst>
                                  <p:childTnLst>
                                    <p:animEffect transition="out" filter="fade">
                                      <p:cBhvr>
                                        <p:cTn id="358" dur="500"/>
                                        <p:tgtEl>
                                          <p:spTgt spid="4"/>
                                        </p:tgtEl>
                                      </p:cBhvr>
                                    </p:animEffect>
                                    <p:anim calcmode="lin" valueType="num">
                                      <p:cBhvr>
                                        <p:cTn id="359" dur="500"/>
                                        <p:tgtEl>
                                          <p:spTgt spid="4"/>
                                        </p:tgtEl>
                                        <p:attrNameLst>
                                          <p:attrName>ppt_x</p:attrName>
                                        </p:attrNameLst>
                                      </p:cBhvr>
                                      <p:tavLst>
                                        <p:tav tm="0">
                                          <p:val>
                                            <p:strVal val="ppt_x"/>
                                          </p:val>
                                        </p:tav>
                                        <p:tav tm="100000">
                                          <p:val>
                                            <p:strVal val="ppt_x"/>
                                          </p:val>
                                        </p:tav>
                                      </p:tavLst>
                                    </p:anim>
                                    <p:anim calcmode="lin" valueType="num">
                                      <p:cBhvr>
                                        <p:cTn id="360" dur="500"/>
                                        <p:tgtEl>
                                          <p:spTgt spid="4"/>
                                        </p:tgtEl>
                                        <p:attrNameLst>
                                          <p:attrName>ppt_y</p:attrName>
                                        </p:attrNameLst>
                                      </p:cBhvr>
                                      <p:tavLst>
                                        <p:tav tm="0">
                                          <p:val>
                                            <p:strVal val="ppt_y"/>
                                          </p:val>
                                        </p:tav>
                                        <p:tav tm="100000">
                                          <p:val>
                                            <p:strVal val="ppt_y-.1"/>
                                          </p:val>
                                        </p:tav>
                                      </p:tavLst>
                                    </p:anim>
                                    <p:set>
                                      <p:cBhvr>
                                        <p:cTn id="361" dur="1" fill="hold">
                                          <p:stCondLst>
                                            <p:cond delay="499"/>
                                          </p:stCondLst>
                                        </p:cTn>
                                        <p:tgtEl>
                                          <p:spTgt spid="4"/>
                                        </p:tgtEl>
                                        <p:attrNameLst>
                                          <p:attrName>style.visibility</p:attrName>
                                        </p:attrNameLst>
                                      </p:cBhvr>
                                      <p:to>
                                        <p:strVal val="hidden"/>
                                      </p:to>
                                    </p:set>
                                  </p:childTnLst>
                                </p:cTn>
                              </p:par>
                              <p:par>
                                <p:cTn id="362" presetID="47" presetClass="exit" presetSubtype="0" fill="hold" grpId="5" nodeType="withEffect">
                                  <p:stCondLst>
                                    <p:cond delay="0"/>
                                  </p:stCondLst>
                                  <p:childTnLst>
                                    <p:animEffect transition="out" filter="fade">
                                      <p:cBhvr>
                                        <p:cTn id="363" dur="500"/>
                                        <p:tgtEl>
                                          <p:spTgt spid="5"/>
                                        </p:tgtEl>
                                      </p:cBhvr>
                                    </p:animEffect>
                                    <p:anim calcmode="lin" valueType="num">
                                      <p:cBhvr>
                                        <p:cTn id="364" dur="500"/>
                                        <p:tgtEl>
                                          <p:spTgt spid="5"/>
                                        </p:tgtEl>
                                        <p:attrNameLst>
                                          <p:attrName>ppt_x</p:attrName>
                                        </p:attrNameLst>
                                      </p:cBhvr>
                                      <p:tavLst>
                                        <p:tav tm="0">
                                          <p:val>
                                            <p:strVal val="ppt_x"/>
                                          </p:val>
                                        </p:tav>
                                        <p:tav tm="100000">
                                          <p:val>
                                            <p:strVal val="ppt_x"/>
                                          </p:val>
                                        </p:tav>
                                      </p:tavLst>
                                    </p:anim>
                                    <p:anim calcmode="lin" valueType="num">
                                      <p:cBhvr>
                                        <p:cTn id="365" dur="500"/>
                                        <p:tgtEl>
                                          <p:spTgt spid="5"/>
                                        </p:tgtEl>
                                        <p:attrNameLst>
                                          <p:attrName>ppt_y</p:attrName>
                                        </p:attrNameLst>
                                      </p:cBhvr>
                                      <p:tavLst>
                                        <p:tav tm="0">
                                          <p:val>
                                            <p:strVal val="ppt_y"/>
                                          </p:val>
                                        </p:tav>
                                        <p:tav tm="100000">
                                          <p:val>
                                            <p:strVal val="ppt_y-.1"/>
                                          </p:val>
                                        </p:tav>
                                      </p:tavLst>
                                    </p:anim>
                                    <p:set>
                                      <p:cBhvr>
                                        <p:cTn id="366" dur="1" fill="hold">
                                          <p:stCondLst>
                                            <p:cond delay="499"/>
                                          </p:stCondLst>
                                        </p:cTn>
                                        <p:tgtEl>
                                          <p:spTgt spid="5"/>
                                        </p:tgtEl>
                                        <p:attrNameLst>
                                          <p:attrName>style.visibility</p:attrName>
                                        </p:attrNameLst>
                                      </p:cBhvr>
                                      <p:to>
                                        <p:strVal val="hidden"/>
                                      </p:to>
                                    </p:set>
                                  </p:childTnLst>
                                </p:cTn>
                              </p:par>
                              <p:par>
                                <p:cTn id="367" presetID="47" presetClass="exit" presetSubtype="0" fill="hold" grpId="5" nodeType="withEffect">
                                  <p:stCondLst>
                                    <p:cond delay="0"/>
                                  </p:stCondLst>
                                  <p:childTnLst>
                                    <p:animEffect transition="out" filter="fade">
                                      <p:cBhvr>
                                        <p:cTn id="368" dur="500"/>
                                        <p:tgtEl>
                                          <p:spTgt spid="6"/>
                                        </p:tgtEl>
                                      </p:cBhvr>
                                    </p:animEffect>
                                    <p:anim calcmode="lin" valueType="num">
                                      <p:cBhvr>
                                        <p:cTn id="369" dur="500"/>
                                        <p:tgtEl>
                                          <p:spTgt spid="6"/>
                                        </p:tgtEl>
                                        <p:attrNameLst>
                                          <p:attrName>ppt_x</p:attrName>
                                        </p:attrNameLst>
                                      </p:cBhvr>
                                      <p:tavLst>
                                        <p:tav tm="0">
                                          <p:val>
                                            <p:strVal val="ppt_x"/>
                                          </p:val>
                                        </p:tav>
                                        <p:tav tm="100000">
                                          <p:val>
                                            <p:strVal val="ppt_x"/>
                                          </p:val>
                                        </p:tav>
                                      </p:tavLst>
                                    </p:anim>
                                    <p:anim calcmode="lin" valueType="num">
                                      <p:cBhvr>
                                        <p:cTn id="370" dur="500"/>
                                        <p:tgtEl>
                                          <p:spTgt spid="6"/>
                                        </p:tgtEl>
                                        <p:attrNameLst>
                                          <p:attrName>ppt_y</p:attrName>
                                        </p:attrNameLst>
                                      </p:cBhvr>
                                      <p:tavLst>
                                        <p:tav tm="0">
                                          <p:val>
                                            <p:strVal val="ppt_y"/>
                                          </p:val>
                                        </p:tav>
                                        <p:tav tm="100000">
                                          <p:val>
                                            <p:strVal val="ppt_y-.1"/>
                                          </p:val>
                                        </p:tav>
                                      </p:tavLst>
                                    </p:anim>
                                    <p:set>
                                      <p:cBhvr>
                                        <p:cTn id="371" dur="1" fill="hold">
                                          <p:stCondLst>
                                            <p:cond delay="499"/>
                                          </p:stCondLst>
                                        </p:cTn>
                                        <p:tgtEl>
                                          <p:spTgt spid="6"/>
                                        </p:tgtEl>
                                        <p:attrNameLst>
                                          <p:attrName>style.visibility</p:attrName>
                                        </p:attrNameLst>
                                      </p:cBhvr>
                                      <p:to>
                                        <p:strVal val="hidden"/>
                                      </p:to>
                                    </p:set>
                                  </p:childTnLst>
                                </p:cTn>
                              </p:par>
                              <p:par>
                                <p:cTn id="372" presetID="47" presetClass="exit" presetSubtype="0" fill="hold" grpId="5" nodeType="withEffect">
                                  <p:stCondLst>
                                    <p:cond delay="0"/>
                                  </p:stCondLst>
                                  <p:childTnLst>
                                    <p:animEffect transition="out" filter="fade">
                                      <p:cBhvr>
                                        <p:cTn id="373" dur="500"/>
                                        <p:tgtEl>
                                          <p:spTgt spid="7"/>
                                        </p:tgtEl>
                                      </p:cBhvr>
                                    </p:animEffect>
                                    <p:anim calcmode="lin" valueType="num">
                                      <p:cBhvr>
                                        <p:cTn id="374" dur="500"/>
                                        <p:tgtEl>
                                          <p:spTgt spid="7"/>
                                        </p:tgtEl>
                                        <p:attrNameLst>
                                          <p:attrName>ppt_x</p:attrName>
                                        </p:attrNameLst>
                                      </p:cBhvr>
                                      <p:tavLst>
                                        <p:tav tm="0">
                                          <p:val>
                                            <p:strVal val="ppt_x"/>
                                          </p:val>
                                        </p:tav>
                                        <p:tav tm="100000">
                                          <p:val>
                                            <p:strVal val="ppt_x"/>
                                          </p:val>
                                        </p:tav>
                                      </p:tavLst>
                                    </p:anim>
                                    <p:anim calcmode="lin" valueType="num">
                                      <p:cBhvr>
                                        <p:cTn id="375" dur="500"/>
                                        <p:tgtEl>
                                          <p:spTgt spid="7"/>
                                        </p:tgtEl>
                                        <p:attrNameLst>
                                          <p:attrName>ppt_y</p:attrName>
                                        </p:attrNameLst>
                                      </p:cBhvr>
                                      <p:tavLst>
                                        <p:tav tm="0">
                                          <p:val>
                                            <p:strVal val="ppt_y"/>
                                          </p:val>
                                        </p:tav>
                                        <p:tav tm="100000">
                                          <p:val>
                                            <p:strVal val="ppt_y-.1"/>
                                          </p:val>
                                        </p:tav>
                                      </p:tavLst>
                                    </p:anim>
                                    <p:set>
                                      <p:cBhvr>
                                        <p:cTn id="376" dur="1" fill="hold">
                                          <p:stCondLst>
                                            <p:cond delay="499"/>
                                          </p:stCondLst>
                                        </p:cTn>
                                        <p:tgtEl>
                                          <p:spTgt spid="7"/>
                                        </p:tgtEl>
                                        <p:attrNameLst>
                                          <p:attrName>style.visibility</p:attrName>
                                        </p:attrNameLst>
                                      </p:cBhvr>
                                      <p:to>
                                        <p:strVal val="hidden"/>
                                      </p:to>
                                    </p:set>
                                  </p:childTnLst>
                                </p:cTn>
                              </p:par>
                              <p:par>
                                <p:cTn id="377" presetID="47" presetClass="exit" presetSubtype="0" fill="hold" grpId="5" nodeType="withEffect">
                                  <p:stCondLst>
                                    <p:cond delay="0"/>
                                  </p:stCondLst>
                                  <p:childTnLst>
                                    <p:animEffect transition="out" filter="fade">
                                      <p:cBhvr>
                                        <p:cTn id="378" dur="500"/>
                                        <p:tgtEl>
                                          <p:spTgt spid="8"/>
                                        </p:tgtEl>
                                      </p:cBhvr>
                                    </p:animEffect>
                                    <p:anim calcmode="lin" valueType="num">
                                      <p:cBhvr>
                                        <p:cTn id="379" dur="500"/>
                                        <p:tgtEl>
                                          <p:spTgt spid="8"/>
                                        </p:tgtEl>
                                        <p:attrNameLst>
                                          <p:attrName>ppt_x</p:attrName>
                                        </p:attrNameLst>
                                      </p:cBhvr>
                                      <p:tavLst>
                                        <p:tav tm="0">
                                          <p:val>
                                            <p:strVal val="ppt_x"/>
                                          </p:val>
                                        </p:tav>
                                        <p:tav tm="100000">
                                          <p:val>
                                            <p:strVal val="ppt_x"/>
                                          </p:val>
                                        </p:tav>
                                      </p:tavLst>
                                    </p:anim>
                                    <p:anim calcmode="lin" valueType="num">
                                      <p:cBhvr>
                                        <p:cTn id="380" dur="500"/>
                                        <p:tgtEl>
                                          <p:spTgt spid="8"/>
                                        </p:tgtEl>
                                        <p:attrNameLst>
                                          <p:attrName>ppt_y</p:attrName>
                                        </p:attrNameLst>
                                      </p:cBhvr>
                                      <p:tavLst>
                                        <p:tav tm="0">
                                          <p:val>
                                            <p:strVal val="ppt_y"/>
                                          </p:val>
                                        </p:tav>
                                        <p:tav tm="100000">
                                          <p:val>
                                            <p:strVal val="ppt_y-.1"/>
                                          </p:val>
                                        </p:tav>
                                      </p:tavLst>
                                    </p:anim>
                                    <p:set>
                                      <p:cBhvr>
                                        <p:cTn id="381" dur="1" fill="hold">
                                          <p:stCondLst>
                                            <p:cond delay="499"/>
                                          </p:stCondLst>
                                        </p:cTn>
                                        <p:tgtEl>
                                          <p:spTgt spid="8"/>
                                        </p:tgtEl>
                                        <p:attrNameLst>
                                          <p:attrName>style.visibility</p:attrName>
                                        </p:attrNameLst>
                                      </p:cBhvr>
                                      <p:to>
                                        <p:strVal val="hidden"/>
                                      </p:to>
                                    </p:set>
                                  </p:childTnLst>
                                </p:cTn>
                              </p:par>
                              <p:par>
                                <p:cTn id="382" presetID="47" presetClass="exit" presetSubtype="0" fill="hold" grpId="5" nodeType="withEffect">
                                  <p:stCondLst>
                                    <p:cond delay="0"/>
                                  </p:stCondLst>
                                  <p:childTnLst>
                                    <p:animEffect transition="out" filter="fade">
                                      <p:cBhvr>
                                        <p:cTn id="383" dur="500"/>
                                        <p:tgtEl>
                                          <p:spTgt spid="9"/>
                                        </p:tgtEl>
                                      </p:cBhvr>
                                    </p:animEffect>
                                    <p:anim calcmode="lin" valueType="num">
                                      <p:cBhvr>
                                        <p:cTn id="384" dur="500"/>
                                        <p:tgtEl>
                                          <p:spTgt spid="9"/>
                                        </p:tgtEl>
                                        <p:attrNameLst>
                                          <p:attrName>ppt_x</p:attrName>
                                        </p:attrNameLst>
                                      </p:cBhvr>
                                      <p:tavLst>
                                        <p:tav tm="0">
                                          <p:val>
                                            <p:strVal val="ppt_x"/>
                                          </p:val>
                                        </p:tav>
                                        <p:tav tm="100000">
                                          <p:val>
                                            <p:strVal val="ppt_x"/>
                                          </p:val>
                                        </p:tav>
                                      </p:tavLst>
                                    </p:anim>
                                    <p:anim calcmode="lin" valueType="num">
                                      <p:cBhvr>
                                        <p:cTn id="385" dur="500"/>
                                        <p:tgtEl>
                                          <p:spTgt spid="9"/>
                                        </p:tgtEl>
                                        <p:attrNameLst>
                                          <p:attrName>ppt_y</p:attrName>
                                        </p:attrNameLst>
                                      </p:cBhvr>
                                      <p:tavLst>
                                        <p:tav tm="0">
                                          <p:val>
                                            <p:strVal val="ppt_y"/>
                                          </p:val>
                                        </p:tav>
                                        <p:tav tm="100000">
                                          <p:val>
                                            <p:strVal val="ppt_y-.1"/>
                                          </p:val>
                                        </p:tav>
                                      </p:tavLst>
                                    </p:anim>
                                    <p:set>
                                      <p:cBhvr>
                                        <p:cTn id="386" dur="1" fill="hold">
                                          <p:stCondLst>
                                            <p:cond delay="499"/>
                                          </p:stCondLst>
                                        </p:cTn>
                                        <p:tgtEl>
                                          <p:spTgt spid="9"/>
                                        </p:tgtEl>
                                        <p:attrNameLst>
                                          <p:attrName>style.visibility</p:attrName>
                                        </p:attrNameLst>
                                      </p:cBhvr>
                                      <p:to>
                                        <p:strVal val="hidden"/>
                                      </p:to>
                                    </p:set>
                                  </p:childTnLst>
                                </p:cTn>
                              </p:par>
                              <p:par>
                                <p:cTn id="387" presetID="47" presetClass="exit" presetSubtype="0" fill="hold" grpId="3" nodeType="withEffect">
                                  <p:stCondLst>
                                    <p:cond delay="0"/>
                                  </p:stCondLst>
                                  <p:childTnLst>
                                    <p:animEffect transition="out" filter="fade">
                                      <p:cBhvr>
                                        <p:cTn id="388" dur="500"/>
                                        <p:tgtEl>
                                          <p:spTgt spid="10"/>
                                        </p:tgtEl>
                                      </p:cBhvr>
                                    </p:animEffect>
                                    <p:anim calcmode="lin" valueType="num">
                                      <p:cBhvr>
                                        <p:cTn id="389" dur="500"/>
                                        <p:tgtEl>
                                          <p:spTgt spid="10"/>
                                        </p:tgtEl>
                                        <p:attrNameLst>
                                          <p:attrName>ppt_x</p:attrName>
                                        </p:attrNameLst>
                                      </p:cBhvr>
                                      <p:tavLst>
                                        <p:tav tm="0">
                                          <p:val>
                                            <p:strVal val="ppt_x"/>
                                          </p:val>
                                        </p:tav>
                                        <p:tav tm="100000">
                                          <p:val>
                                            <p:strVal val="ppt_x"/>
                                          </p:val>
                                        </p:tav>
                                      </p:tavLst>
                                    </p:anim>
                                    <p:anim calcmode="lin" valueType="num">
                                      <p:cBhvr>
                                        <p:cTn id="390" dur="500"/>
                                        <p:tgtEl>
                                          <p:spTgt spid="10"/>
                                        </p:tgtEl>
                                        <p:attrNameLst>
                                          <p:attrName>ppt_y</p:attrName>
                                        </p:attrNameLst>
                                      </p:cBhvr>
                                      <p:tavLst>
                                        <p:tav tm="0">
                                          <p:val>
                                            <p:strVal val="ppt_y"/>
                                          </p:val>
                                        </p:tav>
                                        <p:tav tm="100000">
                                          <p:val>
                                            <p:strVal val="ppt_y-.1"/>
                                          </p:val>
                                        </p:tav>
                                      </p:tavLst>
                                    </p:anim>
                                    <p:set>
                                      <p:cBhvr>
                                        <p:cTn id="391" dur="1" fill="hold">
                                          <p:stCondLst>
                                            <p:cond delay="499"/>
                                          </p:stCondLst>
                                        </p:cTn>
                                        <p:tgtEl>
                                          <p:spTgt spid="10"/>
                                        </p:tgtEl>
                                        <p:attrNameLst>
                                          <p:attrName>style.visibility</p:attrName>
                                        </p:attrNameLst>
                                      </p:cBhvr>
                                      <p:to>
                                        <p:strVal val="hidden"/>
                                      </p:to>
                                    </p:set>
                                  </p:childTnLst>
                                </p:cTn>
                              </p:par>
                              <p:par>
                                <p:cTn id="392" presetID="47" presetClass="exit" presetSubtype="0" fill="hold" grpId="5" nodeType="withEffect">
                                  <p:stCondLst>
                                    <p:cond delay="0"/>
                                  </p:stCondLst>
                                  <p:childTnLst>
                                    <p:animEffect transition="out" filter="fade">
                                      <p:cBhvr>
                                        <p:cTn id="393" dur="500"/>
                                        <p:tgtEl>
                                          <p:spTgt spid="12"/>
                                        </p:tgtEl>
                                      </p:cBhvr>
                                    </p:animEffect>
                                    <p:anim calcmode="lin" valueType="num">
                                      <p:cBhvr>
                                        <p:cTn id="394" dur="500"/>
                                        <p:tgtEl>
                                          <p:spTgt spid="12"/>
                                        </p:tgtEl>
                                        <p:attrNameLst>
                                          <p:attrName>ppt_x</p:attrName>
                                        </p:attrNameLst>
                                      </p:cBhvr>
                                      <p:tavLst>
                                        <p:tav tm="0">
                                          <p:val>
                                            <p:strVal val="ppt_x"/>
                                          </p:val>
                                        </p:tav>
                                        <p:tav tm="100000">
                                          <p:val>
                                            <p:strVal val="ppt_x"/>
                                          </p:val>
                                        </p:tav>
                                      </p:tavLst>
                                    </p:anim>
                                    <p:anim calcmode="lin" valueType="num">
                                      <p:cBhvr>
                                        <p:cTn id="395" dur="500"/>
                                        <p:tgtEl>
                                          <p:spTgt spid="12"/>
                                        </p:tgtEl>
                                        <p:attrNameLst>
                                          <p:attrName>ppt_y</p:attrName>
                                        </p:attrNameLst>
                                      </p:cBhvr>
                                      <p:tavLst>
                                        <p:tav tm="0">
                                          <p:val>
                                            <p:strVal val="ppt_y"/>
                                          </p:val>
                                        </p:tav>
                                        <p:tav tm="100000">
                                          <p:val>
                                            <p:strVal val="ppt_y-.1"/>
                                          </p:val>
                                        </p:tav>
                                      </p:tavLst>
                                    </p:anim>
                                    <p:set>
                                      <p:cBhvr>
                                        <p:cTn id="396" dur="1" fill="hold">
                                          <p:stCondLst>
                                            <p:cond delay="499"/>
                                          </p:stCondLst>
                                        </p:cTn>
                                        <p:tgtEl>
                                          <p:spTgt spid="12"/>
                                        </p:tgtEl>
                                        <p:attrNameLst>
                                          <p:attrName>style.visibility</p:attrName>
                                        </p:attrNameLst>
                                      </p:cBhvr>
                                      <p:to>
                                        <p:strVal val="hidden"/>
                                      </p:to>
                                    </p:set>
                                  </p:childTnLst>
                                </p:cTn>
                              </p:par>
                              <p:par>
                                <p:cTn id="397" presetID="47" presetClass="exit" presetSubtype="0" fill="hold" grpId="5" nodeType="withEffect">
                                  <p:stCondLst>
                                    <p:cond delay="0"/>
                                  </p:stCondLst>
                                  <p:childTnLst>
                                    <p:animEffect transition="out" filter="fade">
                                      <p:cBhvr>
                                        <p:cTn id="398" dur="500"/>
                                        <p:tgtEl>
                                          <p:spTgt spid="13"/>
                                        </p:tgtEl>
                                      </p:cBhvr>
                                    </p:animEffect>
                                    <p:anim calcmode="lin" valueType="num">
                                      <p:cBhvr>
                                        <p:cTn id="399" dur="500"/>
                                        <p:tgtEl>
                                          <p:spTgt spid="13"/>
                                        </p:tgtEl>
                                        <p:attrNameLst>
                                          <p:attrName>ppt_x</p:attrName>
                                        </p:attrNameLst>
                                      </p:cBhvr>
                                      <p:tavLst>
                                        <p:tav tm="0">
                                          <p:val>
                                            <p:strVal val="ppt_x"/>
                                          </p:val>
                                        </p:tav>
                                        <p:tav tm="100000">
                                          <p:val>
                                            <p:strVal val="ppt_x"/>
                                          </p:val>
                                        </p:tav>
                                      </p:tavLst>
                                    </p:anim>
                                    <p:anim calcmode="lin" valueType="num">
                                      <p:cBhvr>
                                        <p:cTn id="400" dur="500"/>
                                        <p:tgtEl>
                                          <p:spTgt spid="13"/>
                                        </p:tgtEl>
                                        <p:attrNameLst>
                                          <p:attrName>ppt_y</p:attrName>
                                        </p:attrNameLst>
                                      </p:cBhvr>
                                      <p:tavLst>
                                        <p:tav tm="0">
                                          <p:val>
                                            <p:strVal val="ppt_y"/>
                                          </p:val>
                                        </p:tav>
                                        <p:tav tm="100000">
                                          <p:val>
                                            <p:strVal val="ppt_y-.1"/>
                                          </p:val>
                                        </p:tav>
                                      </p:tavLst>
                                    </p:anim>
                                    <p:set>
                                      <p:cBhvr>
                                        <p:cTn id="401" dur="1" fill="hold">
                                          <p:stCondLst>
                                            <p:cond delay="499"/>
                                          </p:stCondLst>
                                        </p:cTn>
                                        <p:tgtEl>
                                          <p:spTgt spid="13"/>
                                        </p:tgtEl>
                                        <p:attrNameLst>
                                          <p:attrName>style.visibility</p:attrName>
                                        </p:attrNameLst>
                                      </p:cBhvr>
                                      <p:to>
                                        <p:strVal val="hidden"/>
                                      </p:to>
                                    </p:set>
                                  </p:childTnLst>
                                </p:cTn>
                              </p:par>
                              <p:par>
                                <p:cTn id="402" presetID="47" presetClass="exit" presetSubtype="0" fill="hold" grpId="5" nodeType="withEffect">
                                  <p:stCondLst>
                                    <p:cond delay="0"/>
                                  </p:stCondLst>
                                  <p:childTnLst>
                                    <p:animEffect transition="out" filter="fade">
                                      <p:cBhvr>
                                        <p:cTn id="403" dur="500"/>
                                        <p:tgtEl>
                                          <p:spTgt spid="14"/>
                                        </p:tgtEl>
                                      </p:cBhvr>
                                    </p:animEffect>
                                    <p:anim calcmode="lin" valueType="num">
                                      <p:cBhvr>
                                        <p:cTn id="404" dur="500"/>
                                        <p:tgtEl>
                                          <p:spTgt spid="14"/>
                                        </p:tgtEl>
                                        <p:attrNameLst>
                                          <p:attrName>ppt_x</p:attrName>
                                        </p:attrNameLst>
                                      </p:cBhvr>
                                      <p:tavLst>
                                        <p:tav tm="0">
                                          <p:val>
                                            <p:strVal val="ppt_x"/>
                                          </p:val>
                                        </p:tav>
                                        <p:tav tm="100000">
                                          <p:val>
                                            <p:strVal val="ppt_x"/>
                                          </p:val>
                                        </p:tav>
                                      </p:tavLst>
                                    </p:anim>
                                    <p:anim calcmode="lin" valueType="num">
                                      <p:cBhvr>
                                        <p:cTn id="405" dur="500"/>
                                        <p:tgtEl>
                                          <p:spTgt spid="14"/>
                                        </p:tgtEl>
                                        <p:attrNameLst>
                                          <p:attrName>ppt_y</p:attrName>
                                        </p:attrNameLst>
                                      </p:cBhvr>
                                      <p:tavLst>
                                        <p:tav tm="0">
                                          <p:val>
                                            <p:strVal val="ppt_y"/>
                                          </p:val>
                                        </p:tav>
                                        <p:tav tm="100000">
                                          <p:val>
                                            <p:strVal val="ppt_y-.1"/>
                                          </p:val>
                                        </p:tav>
                                      </p:tavLst>
                                    </p:anim>
                                    <p:set>
                                      <p:cBhvr>
                                        <p:cTn id="406" dur="1" fill="hold">
                                          <p:stCondLst>
                                            <p:cond delay="499"/>
                                          </p:stCondLst>
                                        </p:cTn>
                                        <p:tgtEl>
                                          <p:spTgt spid="14"/>
                                        </p:tgtEl>
                                        <p:attrNameLst>
                                          <p:attrName>style.visibility</p:attrName>
                                        </p:attrNameLst>
                                      </p:cBhvr>
                                      <p:to>
                                        <p:strVal val="hidden"/>
                                      </p:to>
                                    </p:set>
                                  </p:childTnLst>
                                </p:cTn>
                              </p:par>
                              <p:par>
                                <p:cTn id="407" presetID="47" presetClass="exit" presetSubtype="0" fill="hold" grpId="5" nodeType="withEffect">
                                  <p:stCondLst>
                                    <p:cond delay="0"/>
                                  </p:stCondLst>
                                  <p:childTnLst>
                                    <p:animEffect transition="out" filter="fade">
                                      <p:cBhvr>
                                        <p:cTn id="408" dur="500"/>
                                        <p:tgtEl>
                                          <p:spTgt spid="15"/>
                                        </p:tgtEl>
                                      </p:cBhvr>
                                    </p:animEffect>
                                    <p:anim calcmode="lin" valueType="num">
                                      <p:cBhvr>
                                        <p:cTn id="409" dur="500"/>
                                        <p:tgtEl>
                                          <p:spTgt spid="15"/>
                                        </p:tgtEl>
                                        <p:attrNameLst>
                                          <p:attrName>ppt_x</p:attrName>
                                        </p:attrNameLst>
                                      </p:cBhvr>
                                      <p:tavLst>
                                        <p:tav tm="0">
                                          <p:val>
                                            <p:strVal val="ppt_x"/>
                                          </p:val>
                                        </p:tav>
                                        <p:tav tm="100000">
                                          <p:val>
                                            <p:strVal val="ppt_x"/>
                                          </p:val>
                                        </p:tav>
                                      </p:tavLst>
                                    </p:anim>
                                    <p:anim calcmode="lin" valueType="num">
                                      <p:cBhvr>
                                        <p:cTn id="410" dur="500"/>
                                        <p:tgtEl>
                                          <p:spTgt spid="15"/>
                                        </p:tgtEl>
                                        <p:attrNameLst>
                                          <p:attrName>ppt_y</p:attrName>
                                        </p:attrNameLst>
                                      </p:cBhvr>
                                      <p:tavLst>
                                        <p:tav tm="0">
                                          <p:val>
                                            <p:strVal val="ppt_y"/>
                                          </p:val>
                                        </p:tav>
                                        <p:tav tm="100000">
                                          <p:val>
                                            <p:strVal val="ppt_y-.1"/>
                                          </p:val>
                                        </p:tav>
                                      </p:tavLst>
                                    </p:anim>
                                    <p:set>
                                      <p:cBhvr>
                                        <p:cTn id="411" dur="1" fill="hold">
                                          <p:stCondLst>
                                            <p:cond delay="499"/>
                                          </p:stCondLst>
                                        </p:cTn>
                                        <p:tgtEl>
                                          <p:spTgt spid="15"/>
                                        </p:tgtEl>
                                        <p:attrNameLst>
                                          <p:attrName>style.visibility</p:attrName>
                                        </p:attrNameLst>
                                      </p:cBhvr>
                                      <p:to>
                                        <p:strVal val="hidden"/>
                                      </p:to>
                                    </p:set>
                                  </p:childTnLst>
                                </p:cTn>
                              </p:par>
                              <p:par>
                                <p:cTn id="412" presetID="47" presetClass="exit" presetSubtype="0" fill="hold" grpId="5" nodeType="withEffect">
                                  <p:stCondLst>
                                    <p:cond delay="0"/>
                                  </p:stCondLst>
                                  <p:childTnLst>
                                    <p:animEffect transition="out" filter="fade">
                                      <p:cBhvr>
                                        <p:cTn id="413" dur="500"/>
                                        <p:tgtEl>
                                          <p:spTgt spid="16"/>
                                        </p:tgtEl>
                                      </p:cBhvr>
                                    </p:animEffect>
                                    <p:anim calcmode="lin" valueType="num">
                                      <p:cBhvr>
                                        <p:cTn id="414" dur="500"/>
                                        <p:tgtEl>
                                          <p:spTgt spid="16"/>
                                        </p:tgtEl>
                                        <p:attrNameLst>
                                          <p:attrName>ppt_x</p:attrName>
                                        </p:attrNameLst>
                                      </p:cBhvr>
                                      <p:tavLst>
                                        <p:tav tm="0">
                                          <p:val>
                                            <p:strVal val="ppt_x"/>
                                          </p:val>
                                        </p:tav>
                                        <p:tav tm="100000">
                                          <p:val>
                                            <p:strVal val="ppt_x"/>
                                          </p:val>
                                        </p:tav>
                                      </p:tavLst>
                                    </p:anim>
                                    <p:anim calcmode="lin" valueType="num">
                                      <p:cBhvr>
                                        <p:cTn id="415" dur="500"/>
                                        <p:tgtEl>
                                          <p:spTgt spid="16"/>
                                        </p:tgtEl>
                                        <p:attrNameLst>
                                          <p:attrName>ppt_y</p:attrName>
                                        </p:attrNameLst>
                                      </p:cBhvr>
                                      <p:tavLst>
                                        <p:tav tm="0">
                                          <p:val>
                                            <p:strVal val="ppt_y"/>
                                          </p:val>
                                        </p:tav>
                                        <p:tav tm="100000">
                                          <p:val>
                                            <p:strVal val="ppt_y-.1"/>
                                          </p:val>
                                        </p:tav>
                                      </p:tavLst>
                                    </p:anim>
                                    <p:set>
                                      <p:cBhvr>
                                        <p:cTn id="416" dur="1" fill="hold">
                                          <p:stCondLst>
                                            <p:cond delay="499"/>
                                          </p:stCondLst>
                                        </p:cTn>
                                        <p:tgtEl>
                                          <p:spTgt spid="16"/>
                                        </p:tgtEl>
                                        <p:attrNameLst>
                                          <p:attrName>style.visibility</p:attrName>
                                        </p:attrNameLst>
                                      </p:cBhvr>
                                      <p:to>
                                        <p:strVal val="hidden"/>
                                      </p:to>
                                    </p:set>
                                  </p:childTnLst>
                                </p:cTn>
                              </p:par>
                              <p:par>
                                <p:cTn id="417" presetID="47" presetClass="exit" presetSubtype="0" fill="hold" grpId="5" nodeType="withEffect">
                                  <p:stCondLst>
                                    <p:cond delay="0"/>
                                  </p:stCondLst>
                                  <p:childTnLst>
                                    <p:animEffect transition="out" filter="fade">
                                      <p:cBhvr>
                                        <p:cTn id="418" dur="500"/>
                                        <p:tgtEl>
                                          <p:spTgt spid="17"/>
                                        </p:tgtEl>
                                      </p:cBhvr>
                                    </p:animEffect>
                                    <p:anim calcmode="lin" valueType="num">
                                      <p:cBhvr>
                                        <p:cTn id="419" dur="500"/>
                                        <p:tgtEl>
                                          <p:spTgt spid="17"/>
                                        </p:tgtEl>
                                        <p:attrNameLst>
                                          <p:attrName>ppt_x</p:attrName>
                                        </p:attrNameLst>
                                      </p:cBhvr>
                                      <p:tavLst>
                                        <p:tav tm="0">
                                          <p:val>
                                            <p:strVal val="ppt_x"/>
                                          </p:val>
                                        </p:tav>
                                        <p:tav tm="100000">
                                          <p:val>
                                            <p:strVal val="ppt_x"/>
                                          </p:val>
                                        </p:tav>
                                      </p:tavLst>
                                    </p:anim>
                                    <p:anim calcmode="lin" valueType="num">
                                      <p:cBhvr>
                                        <p:cTn id="420" dur="500"/>
                                        <p:tgtEl>
                                          <p:spTgt spid="17"/>
                                        </p:tgtEl>
                                        <p:attrNameLst>
                                          <p:attrName>ppt_y</p:attrName>
                                        </p:attrNameLst>
                                      </p:cBhvr>
                                      <p:tavLst>
                                        <p:tav tm="0">
                                          <p:val>
                                            <p:strVal val="ppt_y"/>
                                          </p:val>
                                        </p:tav>
                                        <p:tav tm="100000">
                                          <p:val>
                                            <p:strVal val="ppt_y-.1"/>
                                          </p:val>
                                        </p:tav>
                                      </p:tavLst>
                                    </p:anim>
                                    <p:set>
                                      <p:cBhvr>
                                        <p:cTn id="421" dur="1" fill="hold">
                                          <p:stCondLst>
                                            <p:cond delay="499"/>
                                          </p:stCondLst>
                                        </p:cTn>
                                        <p:tgtEl>
                                          <p:spTgt spid="17"/>
                                        </p:tgtEl>
                                        <p:attrNameLst>
                                          <p:attrName>style.visibility</p:attrName>
                                        </p:attrNameLst>
                                      </p:cBhvr>
                                      <p:to>
                                        <p:strVal val="hidden"/>
                                      </p:to>
                                    </p:set>
                                  </p:childTnLst>
                                </p:cTn>
                              </p:par>
                              <p:par>
                                <p:cTn id="422" presetID="47" presetClass="exit" presetSubtype="0" fill="hold" grpId="3" nodeType="withEffect">
                                  <p:stCondLst>
                                    <p:cond delay="0"/>
                                  </p:stCondLst>
                                  <p:childTnLst>
                                    <p:animEffect transition="out" filter="fade">
                                      <p:cBhvr>
                                        <p:cTn id="423" dur="500"/>
                                        <p:tgtEl>
                                          <p:spTgt spid="18"/>
                                        </p:tgtEl>
                                      </p:cBhvr>
                                    </p:animEffect>
                                    <p:anim calcmode="lin" valueType="num">
                                      <p:cBhvr>
                                        <p:cTn id="424" dur="500"/>
                                        <p:tgtEl>
                                          <p:spTgt spid="18"/>
                                        </p:tgtEl>
                                        <p:attrNameLst>
                                          <p:attrName>ppt_x</p:attrName>
                                        </p:attrNameLst>
                                      </p:cBhvr>
                                      <p:tavLst>
                                        <p:tav tm="0">
                                          <p:val>
                                            <p:strVal val="ppt_x"/>
                                          </p:val>
                                        </p:tav>
                                        <p:tav tm="100000">
                                          <p:val>
                                            <p:strVal val="ppt_x"/>
                                          </p:val>
                                        </p:tav>
                                      </p:tavLst>
                                    </p:anim>
                                    <p:anim calcmode="lin" valueType="num">
                                      <p:cBhvr>
                                        <p:cTn id="425" dur="500"/>
                                        <p:tgtEl>
                                          <p:spTgt spid="18"/>
                                        </p:tgtEl>
                                        <p:attrNameLst>
                                          <p:attrName>ppt_y</p:attrName>
                                        </p:attrNameLst>
                                      </p:cBhvr>
                                      <p:tavLst>
                                        <p:tav tm="0">
                                          <p:val>
                                            <p:strVal val="ppt_y"/>
                                          </p:val>
                                        </p:tav>
                                        <p:tav tm="100000">
                                          <p:val>
                                            <p:strVal val="ppt_y-.1"/>
                                          </p:val>
                                        </p:tav>
                                      </p:tavLst>
                                    </p:anim>
                                    <p:set>
                                      <p:cBhvr>
                                        <p:cTn id="426" dur="1" fill="hold">
                                          <p:stCondLst>
                                            <p:cond delay="499"/>
                                          </p:stCondLst>
                                        </p:cTn>
                                        <p:tgtEl>
                                          <p:spTgt spid="18"/>
                                        </p:tgtEl>
                                        <p:attrNameLst>
                                          <p:attrName>style.visibility</p:attrName>
                                        </p:attrNameLst>
                                      </p:cBhvr>
                                      <p:to>
                                        <p:strVal val="hidden"/>
                                      </p:to>
                                    </p:set>
                                  </p:childTnLst>
                                </p:cTn>
                              </p:par>
                              <p:par>
                                <p:cTn id="427" presetID="47" presetClass="exit" presetSubtype="0" fill="hold" grpId="5" nodeType="withEffect">
                                  <p:stCondLst>
                                    <p:cond delay="0"/>
                                  </p:stCondLst>
                                  <p:childTnLst>
                                    <p:animEffect transition="out" filter="fade">
                                      <p:cBhvr>
                                        <p:cTn id="428" dur="500"/>
                                        <p:tgtEl>
                                          <p:spTgt spid="19"/>
                                        </p:tgtEl>
                                      </p:cBhvr>
                                    </p:animEffect>
                                    <p:anim calcmode="lin" valueType="num">
                                      <p:cBhvr>
                                        <p:cTn id="429" dur="500"/>
                                        <p:tgtEl>
                                          <p:spTgt spid="19"/>
                                        </p:tgtEl>
                                        <p:attrNameLst>
                                          <p:attrName>ppt_x</p:attrName>
                                        </p:attrNameLst>
                                      </p:cBhvr>
                                      <p:tavLst>
                                        <p:tav tm="0">
                                          <p:val>
                                            <p:strVal val="ppt_x"/>
                                          </p:val>
                                        </p:tav>
                                        <p:tav tm="100000">
                                          <p:val>
                                            <p:strVal val="ppt_x"/>
                                          </p:val>
                                        </p:tav>
                                      </p:tavLst>
                                    </p:anim>
                                    <p:anim calcmode="lin" valueType="num">
                                      <p:cBhvr>
                                        <p:cTn id="430" dur="500"/>
                                        <p:tgtEl>
                                          <p:spTgt spid="19"/>
                                        </p:tgtEl>
                                        <p:attrNameLst>
                                          <p:attrName>ppt_y</p:attrName>
                                        </p:attrNameLst>
                                      </p:cBhvr>
                                      <p:tavLst>
                                        <p:tav tm="0">
                                          <p:val>
                                            <p:strVal val="ppt_y"/>
                                          </p:val>
                                        </p:tav>
                                        <p:tav tm="100000">
                                          <p:val>
                                            <p:strVal val="ppt_y-.1"/>
                                          </p:val>
                                        </p:tav>
                                      </p:tavLst>
                                    </p:anim>
                                    <p:set>
                                      <p:cBhvr>
                                        <p:cTn id="431" dur="1" fill="hold">
                                          <p:stCondLst>
                                            <p:cond delay="499"/>
                                          </p:stCondLst>
                                        </p:cTn>
                                        <p:tgtEl>
                                          <p:spTgt spid="19"/>
                                        </p:tgtEl>
                                        <p:attrNameLst>
                                          <p:attrName>style.visibility</p:attrName>
                                        </p:attrNameLst>
                                      </p:cBhvr>
                                      <p:to>
                                        <p:strVal val="hidden"/>
                                      </p:to>
                                    </p:set>
                                  </p:childTnLst>
                                </p:cTn>
                              </p:par>
                              <p:par>
                                <p:cTn id="432" presetID="6" presetClass="emph" presetSubtype="0" fill="hold" grpId="19" nodeType="withEffect">
                                  <p:stCondLst>
                                    <p:cond delay="0"/>
                                  </p:stCondLst>
                                  <p:childTnLst>
                                    <p:animScale>
                                      <p:cBhvr>
                                        <p:cTn id="433" dur="500" fill="hold"/>
                                        <p:tgtEl>
                                          <p:spTgt spid="11"/>
                                        </p:tgtEl>
                                      </p:cBhvr>
                                      <p:by x="200000" y="200000"/>
                                    </p:animScale>
                                  </p:childTnLst>
                                </p:cTn>
                              </p:par>
                              <p:par>
                                <p:cTn id="434" presetID="35" presetClass="path" presetSubtype="0" accel="50000" decel="50000" fill="hold" grpId="20" nodeType="withEffect">
                                  <p:stCondLst>
                                    <p:cond delay="0"/>
                                  </p:stCondLst>
                                  <p:childTnLst>
                                    <p:animMotion origin="layout" path="M 3.33333E-6 1.0197E-6 L -0.31667 0.08482 " pathEditMode="relative" rAng="0" ptsTypes="AA">
                                      <p:cBhvr>
                                        <p:cTn id="435" dur="500" fill="hold"/>
                                        <p:tgtEl>
                                          <p:spTgt spid="11"/>
                                        </p:tgtEl>
                                        <p:attrNameLst>
                                          <p:attrName>ppt_x</p:attrName>
                                          <p:attrName>ppt_y</p:attrName>
                                        </p:attrNameLst>
                                      </p:cBhvr>
                                      <p:rCtr x="-158" y="42"/>
                                    </p:animMotion>
                                  </p:childTnLst>
                                </p:cTn>
                              </p:par>
                            </p:childTnLst>
                          </p:cTn>
                        </p:par>
                      </p:childTnLst>
                    </p:cTn>
                  </p:par>
                  <p:par>
                    <p:cTn id="436" fill="hold">
                      <p:stCondLst>
                        <p:cond delay="indefinite"/>
                      </p:stCondLst>
                      <p:childTnLst>
                        <p:par>
                          <p:cTn id="437" fill="hold">
                            <p:stCondLst>
                              <p:cond delay="0"/>
                            </p:stCondLst>
                            <p:childTnLst>
                              <p:par>
                                <p:cTn id="438" presetID="47" presetClass="entr" presetSubtype="0" fill="hold" grpId="6" nodeType="clickEffect">
                                  <p:stCondLst>
                                    <p:cond delay="0"/>
                                  </p:stCondLst>
                                  <p:childTnLst>
                                    <p:set>
                                      <p:cBhvr>
                                        <p:cTn id="439" dur="1" fill="hold">
                                          <p:stCondLst>
                                            <p:cond delay="0"/>
                                          </p:stCondLst>
                                        </p:cTn>
                                        <p:tgtEl>
                                          <p:spTgt spid="4"/>
                                        </p:tgtEl>
                                        <p:attrNameLst>
                                          <p:attrName>style.visibility</p:attrName>
                                        </p:attrNameLst>
                                      </p:cBhvr>
                                      <p:to>
                                        <p:strVal val="visible"/>
                                      </p:to>
                                    </p:set>
                                    <p:animEffect transition="in" filter="fade">
                                      <p:cBhvr>
                                        <p:cTn id="440" dur="500"/>
                                        <p:tgtEl>
                                          <p:spTgt spid="4"/>
                                        </p:tgtEl>
                                      </p:cBhvr>
                                    </p:animEffect>
                                    <p:anim calcmode="lin" valueType="num">
                                      <p:cBhvr>
                                        <p:cTn id="441" dur="500" fill="hold"/>
                                        <p:tgtEl>
                                          <p:spTgt spid="4"/>
                                        </p:tgtEl>
                                        <p:attrNameLst>
                                          <p:attrName>ppt_x</p:attrName>
                                        </p:attrNameLst>
                                      </p:cBhvr>
                                      <p:tavLst>
                                        <p:tav tm="0">
                                          <p:val>
                                            <p:strVal val="#ppt_x"/>
                                          </p:val>
                                        </p:tav>
                                        <p:tav tm="100000">
                                          <p:val>
                                            <p:strVal val="#ppt_x"/>
                                          </p:val>
                                        </p:tav>
                                      </p:tavLst>
                                    </p:anim>
                                    <p:anim calcmode="lin" valueType="num">
                                      <p:cBhvr>
                                        <p:cTn id="442" dur="500" fill="hold"/>
                                        <p:tgtEl>
                                          <p:spTgt spid="4"/>
                                        </p:tgtEl>
                                        <p:attrNameLst>
                                          <p:attrName>ppt_y</p:attrName>
                                        </p:attrNameLst>
                                      </p:cBhvr>
                                      <p:tavLst>
                                        <p:tav tm="0">
                                          <p:val>
                                            <p:strVal val="#ppt_y-.1"/>
                                          </p:val>
                                        </p:tav>
                                        <p:tav tm="100000">
                                          <p:val>
                                            <p:strVal val="#ppt_y"/>
                                          </p:val>
                                        </p:tav>
                                      </p:tavLst>
                                    </p:anim>
                                  </p:childTnLst>
                                </p:cTn>
                              </p:par>
                              <p:par>
                                <p:cTn id="443" presetID="47" presetClass="entr" presetSubtype="0" fill="hold" grpId="6" nodeType="withEffect">
                                  <p:stCondLst>
                                    <p:cond delay="0"/>
                                  </p:stCondLst>
                                  <p:childTnLst>
                                    <p:set>
                                      <p:cBhvr>
                                        <p:cTn id="444" dur="1" fill="hold">
                                          <p:stCondLst>
                                            <p:cond delay="0"/>
                                          </p:stCondLst>
                                        </p:cTn>
                                        <p:tgtEl>
                                          <p:spTgt spid="5"/>
                                        </p:tgtEl>
                                        <p:attrNameLst>
                                          <p:attrName>style.visibility</p:attrName>
                                        </p:attrNameLst>
                                      </p:cBhvr>
                                      <p:to>
                                        <p:strVal val="visible"/>
                                      </p:to>
                                    </p:set>
                                    <p:animEffect transition="in" filter="fade">
                                      <p:cBhvr>
                                        <p:cTn id="445" dur="500"/>
                                        <p:tgtEl>
                                          <p:spTgt spid="5"/>
                                        </p:tgtEl>
                                      </p:cBhvr>
                                    </p:animEffect>
                                    <p:anim calcmode="lin" valueType="num">
                                      <p:cBhvr>
                                        <p:cTn id="446" dur="500" fill="hold"/>
                                        <p:tgtEl>
                                          <p:spTgt spid="5"/>
                                        </p:tgtEl>
                                        <p:attrNameLst>
                                          <p:attrName>ppt_x</p:attrName>
                                        </p:attrNameLst>
                                      </p:cBhvr>
                                      <p:tavLst>
                                        <p:tav tm="0">
                                          <p:val>
                                            <p:strVal val="#ppt_x"/>
                                          </p:val>
                                        </p:tav>
                                        <p:tav tm="100000">
                                          <p:val>
                                            <p:strVal val="#ppt_x"/>
                                          </p:val>
                                        </p:tav>
                                      </p:tavLst>
                                    </p:anim>
                                    <p:anim calcmode="lin" valueType="num">
                                      <p:cBhvr>
                                        <p:cTn id="447" dur="500" fill="hold"/>
                                        <p:tgtEl>
                                          <p:spTgt spid="5"/>
                                        </p:tgtEl>
                                        <p:attrNameLst>
                                          <p:attrName>ppt_y</p:attrName>
                                        </p:attrNameLst>
                                      </p:cBhvr>
                                      <p:tavLst>
                                        <p:tav tm="0">
                                          <p:val>
                                            <p:strVal val="#ppt_y-.1"/>
                                          </p:val>
                                        </p:tav>
                                        <p:tav tm="100000">
                                          <p:val>
                                            <p:strVal val="#ppt_y"/>
                                          </p:val>
                                        </p:tav>
                                      </p:tavLst>
                                    </p:anim>
                                  </p:childTnLst>
                                </p:cTn>
                              </p:par>
                              <p:par>
                                <p:cTn id="448" presetID="47" presetClass="entr" presetSubtype="0" fill="hold" grpId="6" nodeType="withEffect">
                                  <p:stCondLst>
                                    <p:cond delay="0"/>
                                  </p:stCondLst>
                                  <p:childTnLst>
                                    <p:set>
                                      <p:cBhvr>
                                        <p:cTn id="449" dur="1" fill="hold">
                                          <p:stCondLst>
                                            <p:cond delay="0"/>
                                          </p:stCondLst>
                                        </p:cTn>
                                        <p:tgtEl>
                                          <p:spTgt spid="6"/>
                                        </p:tgtEl>
                                        <p:attrNameLst>
                                          <p:attrName>style.visibility</p:attrName>
                                        </p:attrNameLst>
                                      </p:cBhvr>
                                      <p:to>
                                        <p:strVal val="visible"/>
                                      </p:to>
                                    </p:set>
                                    <p:animEffect transition="in" filter="fade">
                                      <p:cBhvr>
                                        <p:cTn id="450" dur="500"/>
                                        <p:tgtEl>
                                          <p:spTgt spid="6"/>
                                        </p:tgtEl>
                                      </p:cBhvr>
                                    </p:animEffect>
                                    <p:anim calcmode="lin" valueType="num">
                                      <p:cBhvr>
                                        <p:cTn id="451" dur="500" fill="hold"/>
                                        <p:tgtEl>
                                          <p:spTgt spid="6"/>
                                        </p:tgtEl>
                                        <p:attrNameLst>
                                          <p:attrName>ppt_x</p:attrName>
                                        </p:attrNameLst>
                                      </p:cBhvr>
                                      <p:tavLst>
                                        <p:tav tm="0">
                                          <p:val>
                                            <p:strVal val="#ppt_x"/>
                                          </p:val>
                                        </p:tav>
                                        <p:tav tm="100000">
                                          <p:val>
                                            <p:strVal val="#ppt_x"/>
                                          </p:val>
                                        </p:tav>
                                      </p:tavLst>
                                    </p:anim>
                                    <p:anim calcmode="lin" valueType="num">
                                      <p:cBhvr>
                                        <p:cTn id="452" dur="500" fill="hold"/>
                                        <p:tgtEl>
                                          <p:spTgt spid="6"/>
                                        </p:tgtEl>
                                        <p:attrNameLst>
                                          <p:attrName>ppt_y</p:attrName>
                                        </p:attrNameLst>
                                      </p:cBhvr>
                                      <p:tavLst>
                                        <p:tav tm="0">
                                          <p:val>
                                            <p:strVal val="#ppt_y-.1"/>
                                          </p:val>
                                        </p:tav>
                                        <p:tav tm="100000">
                                          <p:val>
                                            <p:strVal val="#ppt_y"/>
                                          </p:val>
                                        </p:tav>
                                      </p:tavLst>
                                    </p:anim>
                                  </p:childTnLst>
                                </p:cTn>
                              </p:par>
                              <p:par>
                                <p:cTn id="453" presetID="47" presetClass="entr" presetSubtype="0" fill="hold" grpId="6" nodeType="withEffect">
                                  <p:stCondLst>
                                    <p:cond delay="0"/>
                                  </p:stCondLst>
                                  <p:childTnLst>
                                    <p:set>
                                      <p:cBhvr>
                                        <p:cTn id="454" dur="1" fill="hold">
                                          <p:stCondLst>
                                            <p:cond delay="0"/>
                                          </p:stCondLst>
                                        </p:cTn>
                                        <p:tgtEl>
                                          <p:spTgt spid="7"/>
                                        </p:tgtEl>
                                        <p:attrNameLst>
                                          <p:attrName>style.visibility</p:attrName>
                                        </p:attrNameLst>
                                      </p:cBhvr>
                                      <p:to>
                                        <p:strVal val="visible"/>
                                      </p:to>
                                    </p:set>
                                    <p:animEffect transition="in" filter="fade">
                                      <p:cBhvr>
                                        <p:cTn id="455" dur="500"/>
                                        <p:tgtEl>
                                          <p:spTgt spid="7"/>
                                        </p:tgtEl>
                                      </p:cBhvr>
                                    </p:animEffect>
                                    <p:anim calcmode="lin" valueType="num">
                                      <p:cBhvr>
                                        <p:cTn id="456" dur="500" fill="hold"/>
                                        <p:tgtEl>
                                          <p:spTgt spid="7"/>
                                        </p:tgtEl>
                                        <p:attrNameLst>
                                          <p:attrName>ppt_x</p:attrName>
                                        </p:attrNameLst>
                                      </p:cBhvr>
                                      <p:tavLst>
                                        <p:tav tm="0">
                                          <p:val>
                                            <p:strVal val="#ppt_x"/>
                                          </p:val>
                                        </p:tav>
                                        <p:tav tm="100000">
                                          <p:val>
                                            <p:strVal val="#ppt_x"/>
                                          </p:val>
                                        </p:tav>
                                      </p:tavLst>
                                    </p:anim>
                                    <p:anim calcmode="lin" valueType="num">
                                      <p:cBhvr>
                                        <p:cTn id="457" dur="500" fill="hold"/>
                                        <p:tgtEl>
                                          <p:spTgt spid="7"/>
                                        </p:tgtEl>
                                        <p:attrNameLst>
                                          <p:attrName>ppt_y</p:attrName>
                                        </p:attrNameLst>
                                      </p:cBhvr>
                                      <p:tavLst>
                                        <p:tav tm="0">
                                          <p:val>
                                            <p:strVal val="#ppt_y-.1"/>
                                          </p:val>
                                        </p:tav>
                                        <p:tav tm="100000">
                                          <p:val>
                                            <p:strVal val="#ppt_y"/>
                                          </p:val>
                                        </p:tav>
                                      </p:tavLst>
                                    </p:anim>
                                  </p:childTnLst>
                                </p:cTn>
                              </p:par>
                              <p:par>
                                <p:cTn id="458" presetID="47" presetClass="entr" presetSubtype="0" fill="hold" grpId="6" nodeType="withEffect">
                                  <p:stCondLst>
                                    <p:cond delay="0"/>
                                  </p:stCondLst>
                                  <p:childTnLst>
                                    <p:set>
                                      <p:cBhvr>
                                        <p:cTn id="459" dur="1" fill="hold">
                                          <p:stCondLst>
                                            <p:cond delay="0"/>
                                          </p:stCondLst>
                                        </p:cTn>
                                        <p:tgtEl>
                                          <p:spTgt spid="8"/>
                                        </p:tgtEl>
                                        <p:attrNameLst>
                                          <p:attrName>style.visibility</p:attrName>
                                        </p:attrNameLst>
                                      </p:cBhvr>
                                      <p:to>
                                        <p:strVal val="visible"/>
                                      </p:to>
                                    </p:set>
                                    <p:animEffect transition="in" filter="fade">
                                      <p:cBhvr>
                                        <p:cTn id="460" dur="500"/>
                                        <p:tgtEl>
                                          <p:spTgt spid="8"/>
                                        </p:tgtEl>
                                      </p:cBhvr>
                                    </p:animEffect>
                                    <p:anim calcmode="lin" valueType="num">
                                      <p:cBhvr>
                                        <p:cTn id="461" dur="500" fill="hold"/>
                                        <p:tgtEl>
                                          <p:spTgt spid="8"/>
                                        </p:tgtEl>
                                        <p:attrNameLst>
                                          <p:attrName>ppt_x</p:attrName>
                                        </p:attrNameLst>
                                      </p:cBhvr>
                                      <p:tavLst>
                                        <p:tav tm="0">
                                          <p:val>
                                            <p:strVal val="#ppt_x"/>
                                          </p:val>
                                        </p:tav>
                                        <p:tav tm="100000">
                                          <p:val>
                                            <p:strVal val="#ppt_x"/>
                                          </p:val>
                                        </p:tav>
                                      </p:tavLst>
                                    </p:anim>
                                    <p:anim calcmode="lin" valueType="num">
                                      <p:cBhvr>
                                        <p:cTn id="462" dur="500" fill="hold"/>
                                        <p:tgtEl>
                                          <p:spTgt spid="8"/>
                                        </p:tgtEl>
                                        <p:attrNameLst>
                                          <p:attrName>ppt_y</p:attrName>
                                        </p:attrNameLst>
                                      </p:cBhvr>
                                      <p:tavLst>
                                        <p:tav tm="0">
                                          <p:val>
                                            <p:strVal val="#ppt_y-.1"/>
                                          </p:val>
                                        </p:tav>
                                        <p:tav tm="100000">
                                          <p:val>
                                            <p:strVal val="#ppt_y"/>
                                          </p:val>
                                        </p:tav>
                                      </p:tavLst>
                                    </p:anim>
                                  </p:childTnLst>
                                </p:cTn>
                              </p:par>
                              <p:par>
                                <p:cTn id="463" presetID="47" presetClass="entr" presetSubtype="0" fill="hold" grpId="6" nodeType="withEffect">
                                  <p:stCondLst>
                                    <p:cond delay="0"/>
                                  </p:stCondLst>
                                  <p:childTnLst>
                                    <p:set>
                                      <p:cBhvr>
                                        <p:cTn id="464" dur="1" fill="hold">
                                          <p:stCondLst>
                                            <p:cond delay="0"/>
                                          </p:stCondLst>
                                        </p:cTn>
                                        <p:tgtEl>
                                          <p:spTgt spid="9"/>
                                        </p:tgtEl>
                                        <p:attrNameLst>
                                          <p:attrName>style.visibility</p:attrName>
                                        </p:attrNameLst>
                                      </p:cBhvr>
                                      <p:to>
                                        <p:strVal val="visible"/>
                                      </p:to>
                                    </p:set>
                                    <p:animEffect transition="in" filter="fade">
                                      <p:cBhvr>
                                        <p:cTn id="465" dur="500"/>
                                        <p:tgtEl>
                                          <p:spTgt spid="9"/>
                                        </p:tgtEl>
                                      </p:cBhvr>
                                    </p:animEffect>
                                    <p:anim calcmode="lin" valueType="num">
                                      <p:cBhvr>
                                        <p:cTn id="466" dur="500" fill="hold"/>
                                        <p:tgtEl>
                                          <p:spTgt spid="9"/>
                                        </p:tgtEl>
                                        <p:attrNameLst>
                                          <p:attrName>ppt_x</p:attrName>
                                        </p:attrNameLst>
                                      </p:cBhvr>
                                      <p:tavLst>
                                        <p:tav tm="0">
                                          <p:val>
                                            <p:strVal val="#ppt_x"/>
                                          </p:val>
                                        </p:tav>
                                        <p:tav tm="100000">
                                          <p:val>
                                            <p:strVal val="#ppt_x"/>
                                          </p:val>
                                        </p:tav>
                                      </p:tavLst>
                                    </p:anim>
                                    <p:anim calcmode="lin" valueType="num">
                                      <p:cBhvr>
                                        <p:cTn id="467" dur="500" fill="hold"/>
                                        <p:tgtEl>
                                          <p:spTgt spid="9"/>
                                        </p:tgtEl>
                                        <p:attrNameLst>
                                          <p:attrName>ppt_y</p:attrName>
                                        </p:attrNameLst>
                                      </p:cBhvr>
                                      <p:tavLst>
                                        <p:tav tm="0">
                                          <p:val>
                                            <p:strVal val="#ppt_y-.1"/>
                                          </p:val>
                                        </p:tav>
                                        <p:tav tm="100000">
                                          <p:val>
                                            <p:strVal val="#ppt_y"/>
                                          </p:val>
                                        </p:tav>
                                      </p:tavLst>
                                    </p:anim>
                                  </p:childTnLst>
                                </p:cTn>
                              </p:par>
                              <p:par>
                                <p:cTn id="468" presetID="47" presetClass="entr" presetSubtype="0" fill="hold" grpId="4" nodeType="withEffect">
                                  <p:stCondLst>
                                    <p:cond delay="0"/>
                                  </p:stCondLst>
                                  <p:childTnLst>
                                    <p:set>
                                      <p:cBhvr>
                                        <p:cTn id="469" dur="1" fill="hold">
                                          <p:stCondLst>
                                            <p:cond delay="0"/>
                                          </p:stCondLst>
                                        </p:cTn>
                                        <p:tgtEl>
                                          <p:spTgt spid="10"/>
                                        </p:tgtEl>
                                        <p:attrNameLst>
                                          <p:attrName>style.visibility</p:attrName>
                                        </p:attrNameLst>
                                      </p:cBhvr>
                                      <p:to>
                                        <p:strVal val="visible"/>
                                      </p:to>
                                    </p:set>
                                    <p:animEffect transition="in" filter="fade">
                                      <p:cBhvr>
                                        <p:cTn id="470" dur="500"/>
                                        <p:tgtEl>
                                          <p:spTgt spid="10"/>
                                        </p:tgtEl>
                                      </p:cBhvr>
                                    </p:animEffect>
                                    <p:anim calcmode="lin" valueType="num">
                                      <p:cBhvr>
                                        <p:cTn id="471" dur="500" fill="hold"/>
                                        <p:tgtEl>
                                          <p:spTgt spid="10"/>
                                        </p:tgtEl>
                                        <p:attrNameLst>
                                          <p:attrName>ppt_x</p:attrName>
                                        </p:attrNameLst>
                                      </p:cBhvr>
                                      <p:tavLst>
                                        <p:tav tm="0">
                                          <p:val>
                                            <p:strVal val="#ppt_x"/>
                                          </p:val>
                                        </p:tav>
                                        <p:tav tm="100000">
                                          <p:val>
                                            <p:strVal val="#ppt_x"/>
                                          </p:val>
                                        </p:tav>
                                      </p:tavLst>
                                    </p:anim>
                                    <p:anim calcmode="lin" valueType="num">
                                      <p:cBhvr>
                                        <p:cTn id="472" dur="500" fill="hold"/>
                                        <p:tgtEl>
                                          <p:spTgt spid="10"/>
                                        </p:tgtEl>
                                        <p:attrNameLst>
                                          <p:attrName>ppt_y</p:attrName>
                                        </p:attrNameLst>
                                      </p:cBhvr>
                                      <p:tavLst>
                                        <p:tav tm="0">
                                          <p:val>
                                            <p:strVal val="#ppt_y-.1"/>
                                          </p:val>
                                        </p:tav>
                                        <p:tav tm="100000">
                                          <p:val>
                                            <p:strVal val="#ppt_y"/>
                                          </p:val>
                                        </p:tav>
                                      </p:tavLst>
                                    </p:anim>
                                  </p:childTnLst>
                                </p:cTn>
                              </p:par>
                              <p:par>
                                <p:cTn id="473" presetID="47" presetClass="entr" presetSubtype="0" fill="hold" grpId="6" nodeType="withEffect">
                                  <p:stCondLst>
                                    <p:cond delay="0"/>
                                  </p:stCondLst>
                                  <p:childTnLst>
                                    <p:set>
                                      <p:cBhvr>
                                        <p:cTn id="474" dur="1" fill="hold">
                                          <p:stCondLst>
                                            <p:cond delay="0"/>
                                          </p:stCondLst>
                                        </p:cTn>
                                        <p:tgtEl>
                                          <p:spTgt spid="12"/>
                                        </p:tgtEl>
                                        <p:attrNameLst>
                                          <p:attrName>style.visibility</p:attrName>
                                        </p:attrNameLst>
                                      </p:cBhvr>
                                      <p:to>
                                        <p:strVal val="visible"/>
                                      </p:to>
                                    </p:set>
                                    <p:animEffect transition="in" filter="fade">
                                      <p:cBhvr>
                                        <p:cTn id="475" dur="500"/>
                                        <p:tgtEl>
                                          <p:spTgt spid="12"/>
                                        </p:tgtEl>
                                      </p:cBhvr>
                                    </p:animEffect>
                                    <p:anim calcmode="lin" valueType="num">
                                      <p:cBhvr>
                                        <p:cTn id="476" dur="500" fill="hold"/>
                                        <p:tgtEl>
                                          <p:spTgt spid="12"/>
                                        </p:tgtEl>
                                        <p:attrNameLst>
                                          <p:attrName>ppt_x</p:attrName>
                                        </p:attrNameLst>
                                      </p:cBhvr>
                                      <p:tavLst>
                                        <p:tav tm="0">
                                          <p:val>
                                            <p:strVal val="#ppt_x"/>
                                          </p:val>
                                        </p:tav>
                                        <p:tav tm="100000">
                                          <p:val>
                                            <p:strVal val="#ppt_x"/>
                                          </p:val>
                                        </p:tav>
                                      </p:tavLst>
                                    </p:anim>
                                    <p:anim calcmode="lin" valueType="num">
                                      <p:cBhvr>
                                        <p:cTn id="477" dur="500" fill="hold"/>
                                        <p:tgtEl>
                                          <p:spTgt spid="12"/>
                                        </p:tgtEl>
                                        <p:attrNameLst>
                                          <p:attrName>ppt_y</p:attrName>
                                        </p:attrNameLst>
                                      </p:cBhvr>
                                      <p:tavLst>
                                        <p:tav tm="0">
                                          <p:val>
                                            <p:strVal val="#ppt_y-.1"/>
                                          </p:val>
                                        </p:tav>
                                        <p:tav tm="100000">
                                          <p:val>
                                            <p:strVal val="#ppt_y"/>
                                          </p:val>
                                        </p:tav>
                                      </p:tavLst>
                                    </p:anim>
                                  </p:childTnLst>
                                </p:cTn>
                              </p:par>
                              <p:par>
                                <p:cTn id="478" presetID="47" presetClass="entr" presetSubtype="0" fill="hold" grpId="6" nodeType="withEffect">
                                  <p:stCondLst>
                                    <p:cond delay="0"/>
                                  </p:stCondLst>
                                  <p:childTnLst>
                                    <p:set>
                                      <p:cBhvr>
                                        <p:cTn id="479" dur="1" fill="hold">
                                          <p:stCondLst>
                                            <p:cond delay="0"/>
                                          </p:stCondLst>
                                        </p:cTn>
                                        <p:tgtEl>
                                          <p:spTgt spid="13"/>
                                        </p:tgtEl>
                                        <p:attrNameLst>
                                          <p:attrName>style.visibility</p:attrName>
                                        </p:attrNameLst>
                                      </p:cBhvr>
                                      <p:to>
                                        <p:strVal val="visible"/>
                                      </p:to>
                                    </p:set>
                                    <p:animEffect transition="in" filter="fade">
                                      <p:cBhvr>
                                        <p:cTn id="480" dur="500"/>
                                        <p:tgtEl>
                                          <p:spTgt spid="13"/>
                                        </p:tgtEl>
                                      </p:cBhvr>
                                    </p:animEffect>
                                    <p:anim calcmode="lin" valueType="num">
                                      <p:cBhvr>
                                        <p:cTn id="481" dur="500" fill="hold"/>
                                        <p:tgtEl>
                                          <p:spTgt spid="13"/>
                                        </p:tgtEl>
                                        <p:attrNameLst>
                                          <p:attrName>ppt_x</p:attrName>
                                        </p:attrNameLst>
                                      </p:cBhvr>
                                      <p:tavLst>
                                        <p:tav tm="0">
                                          <p:val>
                                            <p:strVal val="#ppt_x"/>
                                          </p:val>
                                        </p:tav>
                                        <p:tav tm="100000">
                                          <p:val>
                                            <p:strVal val="#ppt_x"/>
                                          </p:val>
                                        </p:tav>
                                      </p:tavLst>
                                    </p:anim>
                                    <p:anim calcmode="lin" valueType="num">
                                      <p:cBhvr>
                                        <p:cTn id="482" dur="500" fill="hold"/>
                                        <p:tgtEl>
                                          <p:spTgt spid="13"/>
                                        </p:tgtEl>
                                        <p:attrNameLst>
                                          <p:attrName>ppt_y</p:attrName>
                                        </p:attrNameLst>
                                      </p:cBhvr>
                                      <p:tavLst>
                                        <p:tav tm="0">
                                          <p:val>
                                            <p:strVal val="#ppt_y-.1"/>
                                          </p:val>
                                        </p:tav>
                                        <p:tav tm="100000">
                                          <p:val>
                                            <p:strVal val="#ppt_y"/>
                                          </p:val>
                                        </p:tav>
                                      </p:tavLst>
                                    </p:anim>
                                  </p:childTnLst>
                                </p:cTn>
                              </p:par>
                              <p:par>
                                <p:cTn id="483" presetID="47" presetClass="entr" presetSubtype="0" fill="hold" grpId="6" nodeType="withEffect">
                                  <p:stCondLst>
                                    <p:cond delay="0"/>
                                  </p:stCondLst>
                                  <p:childTnLst>
                                    <p:set>
                                      <p:cBhvr>
                                        <p:cTn id="484" dur="1" fill="hold">
                                          <p:stCondLst>
                                            <p:cond delay="0"/>
                                          </p:stCondLst>
                                        </p:cTn>
                                        <p:tgtEl>
                                          <p:spTgt spid="14"/>
                                        </p:tgtEl>
                                        <p:attrNameLst>
                                          <p:attrName>style.visibility</p:attrName>
                                        </p:attrNameLst>
                                      </p:cBhvr>
                                      <p:to>
                                        <p:strVal val="visible"/>
                                      </p:to>
                                    </p:set>
                                    <p:animEffect transition="in" filter="fade">
                                      <p:cBhvr>
                                        <p:cTn id="485" dur="500"/>
                                        <p:tgtEl>
                                          <p:spTgt spid="14"/>
                                        </p:tgtEl>
                                      </p:cBhvr>
                                    </p:animEffect>
                                    <p:anim calcmode="lin" valueType="num">
                                      <p:cBhvr>
                                        <p:cTn id="486" dur="500" fill="hold"/>
                                        <p:tgtEl>
                                          <p:spTgt spid="14"/>
                                        </p:tgtEl>
                                        <p:attrNameLst>
                                          <p:attrName>ppt_x</p:attrName>
                                        </p:attrNameLst>
                                      </p:cBhvr>
                                      <p:tavLst>
                                        <p:tav tm="0">
                                          <p:val>
                                            <p:strVal val="#ppt_x"/>
                                          </p:val>
                                        </p:tav>
                                        <p:tav tm="100000">
                                          <p:val>
                                            <p:strVal val="#ppt_x"/>
                                          </p:val>
                                        </p:tav>
                                      </p:tavLst>
                                    </p:anim>
                                    <p:anim calcmode="lin" valueType="num">
                                      <p:cBhvr>
                                        <p:cTn id="487" dur="500" fill="hold"/>
                                        <p:tgtEl>
                                          <p:spTgt spid="14"/>
                                        </p:tgtEl>
                                        <p:attrNameLst>
                                          <p:attrName>ppt_y</p:attrName>
                                        </p:attrNameLst>
                                      </p:cBhvr>
                                      <p:tavLst>
                                        <p:tav tm="0">
                                          <p:val>
                                            <p:strVal val="#ppt_y-.1"/>
                                          </p:val>
                                        </p:tav>
                                        <p:tav tm="100000">
                                          <p:val>
                                            <p:strVal val="#ppt_y"/>
                                          </p:val>
                                        </p:tav>
                                      </p:tavLst>
                                    </p:anim>
                                  </p:childTnLst>
                                </p:cTn>
                              </p:par>
                              <p:par>
                                <p:cTn id="488" presetID="47" presetClass="entr" presetSubtype="0" fill="hold" grpId="6" nodeType="withEffect">
                                  <p:stCondLst>
                                    <p:cond delay="0"/>
                                  </p:stCondLst>
                                  <p:childTnLst>
                                    <p:set>
                                      <p:cBhvr>
                                        <p:cTn id="489" dur="1" fill="hold">
                                          <p:stCondLst>
                                            <p:cond delay="0"/>
                                          </p:stCondLst>
                                        </p:cTn>
                                        <p:tgtEl>
                                          <p:spTgt spid="15"/>
                                        </p:tgtEl>
                                        <p:attrNameLst>
                                          <p:attrName>style.visibility</p:attrName>
                                        </p:attrNameLst>
                                      </p:cBhvr>
                                      <p:to>
                                        <p:strVal val="visible"/>
                                      </p:to>
                                    </p:set>
                                    <p:animEffect transition="in" filter="fade">
                                      <p:cBhvr>
                                        <p:cTn id="490" dur="500"/>
                                        <p:tgtEl>
                                          <p:spTgt spid="15"/>
                                        </p:tgtEl>
                                      </p:cBhvr>
                                    </p:animEffect>
                                    <p:anim calcmode="lin" valueType="num">
                                      <p:cBhvr>
                                        <p:cTn id="491" dur="500" fill="hold"/>
                                        <p:tgtEl>
                                          <p:spTgt spid="15"/>
                                        </p:tgtEl>
                                        <p:attrNameLst>
                                          <p:attrName>ppt_x</p:attrName>
                                        </p:attrNameLst>
                                      </p:cBhvr>
                                      <p:tavLst>
                                        <p:tav tm="0">
                                          <p:val>
                                            <p:strVal val="#ppt_x"/>
                                          </p:val>
                                        </p:tav>
                                        <p:tav tm="100000">
                                          <p:val>
                                            <p:strVal val="#ppt_x"/>
                                          </p:val>
                                        </p:tav>
                                      </p:tavLst>
                                    </p:anim>
                                    <p:anim calcmode="lin" valueType="num">
                                      <p:cBhvr>
                                        <p:cTn id="492" dur="500" fill="hold"/>
                                        <p:tgtEl>
                                          <p:spTgt spid="15"/>
                                        </p:tgtEl>
                                        <p:attrNameLst>
                                          <p:attrName>ppt_y</p:attrName>
                                        </p:attrNameLst>
                                      </p:cBhvr>
                                      <p:tavLst>
                                        <p:tav tm="0">
                                          <p:val>
                                            <p:strVal val="#ppt_y-.1"/>
                                          </p:val>
                                        </p:tav>
                                        <p:tav tm="100000">
                                          <p:val>
                                            <p:strVal val="#ppt_y"/>
                                          </p:val>
                                        </p:tav>
                                      </p:tavLst>
                                    </p:anim>
                                  </p:childTnLst>
                                </p:cTn>
                              </p:par>
                              <p:par>
                                <p:cTn id="493" presetID="47" presetClass="entr" presetSubtype="0" fill="hold" grpId="6" nodeType="withEffect">
                                  <p:stCondLst>
                                    <p:cond delay="0"/>
                                  </p:stCondLst>
                                  <p:childTnLst>
                                    <p:set>
                                      <p:cBhvr>
                                        <p:cTn id="494" dur="1" fill="hold">
                                          <p:stCondLst>
                                            <p:cond delay="0"/>
                                          </p:stCondLst>
                                        </p:cTn>
                                        <p:tgtEl>
                                          <p:spTgt spid="16"/>
                                        </p:tgtEl>
                                        <p:attrNameLst>
                                          <p:attrName>style.visibility</p:attrName>
                                        </p:attrNameLst>
                                      </p:cBhvr>
                                      <p:to>
                                        <p:strVal val="visible"/>
                                      </p:to>
                                    </p:set>
                                    <p:animEffect transition="in" filter="fade">
                                      <p:cBhvr>
                                        <p:cTn id="495" dur="500"/>
                                        <p:tgtEl>
                                          <p:spTgt spid="16"/>
                                        </p:tgtEl>
                                      </p:cBhvr>
                                    </p:animEffect>
                                    <p:anim calcmode="lin" valueType="num">
                                      <p:cBhvr>
                                        <p:cTn id="496" dur="500" fill="hold"/>
                                        <p:tgtEl>
                                          <p:spTgt spid="16"/>
                                        </p:tgtEl>
                                        <p:attrNameLst>
                                          <p:attrName>ppt_x</p:attrName>
                                        </p:attrNameLst>
                                      </p:cBhvr>
                                      <p:tavLst>
                                        <p:tav tm="0">
                                          <p:val>
                                            <p:strVal val="#ppt_x"/>
                                          </p:val>
                                        </p:tav>
                                        <p:tav tm="100000">
                                          <p:val>
                                            <p:strVal val="#ppt_x"/>
                                          </p:val>
                                        </p:tav>
                                      </p:tavLst>
                                    </p:anim>
                                    <p:anim calcmode="lin" valueType="num">
                                      <p:cBhvr>
                                        <p:cTn id="497" dur="500" fill="hold"/>
                                        <p:tgtEl>
                                          <p:spTgt spid="16"/>
                                        </p:tgtEl>
                                        <p:attrNameLst>
                                          <p:attrName>ppt_y</p:attrName>
                                        </p:attrNameLst>
                                      </p:cBhvr>
                                      <p:tavLst>
                                        <p:tav tm="0">
                                          <p:val>
                                            <p:strVal val="#ppt_y-.1"/>
                                          </p:val>
                                        </p:tav>
                                        <p:tav tm="100000">
                                          <p:val>
                                            <p:strVal val="#ppt_y"/>
                                          </p:val>
                                        </p:tav>
                                      </p:tavLst>
                                    </p:anim>
                                  </p:childTnLst>
                                </p:cTn>
                              </p:par>
                              <p:par>
                                <p:cTn id="498" presetID="47" presetClass="entr" presetSubtype="0" fill="hold" grpId="6" nodeType="withEffect">
                                  <p:stCondLst>
                                    <p:cond delay="0"/>
                                  </p:stCondLst>
                                  <p:childTnLst>
                                    <p:set>
                                      <p:cBhvr>
                                        <p:cTn id="499" dur="1" fill="hold">
                                          <p:stCondLst>
                                            <p:cond delay="0"/>
                                          </p:stCondLst>
                                        </p:cTn>
                                        <p:tgtEl>
                                          <p:spTgt spid="17"/>
                                        </p:tgtEl>
                                        <p:attrNameLst>
                                          <p:attrName>style.visibility</p:attrName>
                                        </p:attrNameLst>
                                      </p:cBhvr>
                                      <p:to>
                                        <p:strVal val="visible"/>
                                      </p:to>
                                    </p:set>
                                    <p:animEffect transition="in" filter="fade">
                                      <p:cBhvr>
                                        <p:cTn id="500" dur="500"/>
                                        <p:tgtEl>
                                          <p:spTgt spid="17"/>
                                        </p:tgtEl>
                                      </p:cBhvr>
                                    </p:animEffect>
                                    <p:anim calcmode="lin" valueType="num">
                                      <p:cBhvr>
                                        <p:cTn id="501" dur="500" fill="hold"/>
                                        <p:tgtEl>
                                          <p:spTgt spid="17"/>
                                        </p:tgtEl>
                                        <p:attrNameLst>
                                          <p:attrName>ppt_x</p:attrName>
                                        </p:attrNameLst>
                                      </p:cBhvr>
                                      <p:tavLst>
                                        <p:tav tm="0">
                                          <p:val>
                                            <p:strVal val="#ppt_x"/>
                                          </p:val>
                                        </p:tav>
                                        <p:tav tm="100000">
                                          <p:val>
                                            <p:strVal val="#ppt_x"/>
                                          </p:val>
                                        </p:tav>
                                      </p:tavLst>
                                    </p:anim>
                                    <p:anim calcmode="lin" valueType="num">
                                      <p:cBhvr>
                                        <p:cTn id="502" dur="500" fill="hold"/>
                                        <p:tgtEl>
                                          <p:spTgt spid="17"/>
                                        </p:tgtEl>
                                        <p:attrNameLst>
                                          <p:attrName>ppt_y</p:attrName>
                                        </p:attrNameLst>
                                      </p:cBhvr>
                                      <p:tavLst>
                                        <p:tav tm="0">
                                          <p:val>
                                            <p:strVal val="#ppt_y-.1"/>
                                          </p:val>
                                        </p:tav>
                                        <p:tav tm="100000">
                                          <p:val>
                                            <p:strVal val="#ppt_y"/>
                                          </p:val>
                                        </p:tav>
                                      </p:tavLst>
                                    </p:anim>
                                  </p:childTnLst>
                                </p:cTn>
                              </p:par>
                              <p:par>
                                <p:cTn id="503" presetID="47" presetClass="entr" presetSubtype="0" fill="hold" grpId="4" nodeType="withEffect">
                                  <p:stCondLst>
                                    <p:cond delay="0"/>
                                  </p:stCondLst>
                                  <p:childTnLst>
                                    <p:set>
                                      <p:cBhvr>
                                        <p:cTn id="504" dur="1" fill="hold">
                                          <p:stCondLst>
                                            <p:cond delay="0"/>
                                          </p:stCondLst>
                                        </p:cTn>
                                        <p:tgtEl>
                                          <p:spTgt spid="18"/>
                                        </p:tgtEl>
                                        <p:attrNameLst>
                                          <p:attrName>style.visibility</p:attrName>
                                        </p:attrNameLst>
                                      </p:cBhvr>
                                      <p:to>
                                        <p:strVal val="visible"/>
                                      </p:to>
                                    </p:set>
                                    <p:animEffect transition="in" filter="fade">
                                      <p:cBhvr>
                                        <p:cTn id="505" dur="500"/>
                                        <p:tgtEl>
                                          <p:spTgt spid="18"/>
                                        </p:tgtEl>
                                      </p:cBhvr>
                                    </p:animEffect>
                                    <p:anim calcmode="lin" valueType="num">
                                      <p:cBhvr>
                                        <p:cTn id="506" dur="500" fill="hold"/>
                                        <p:tgtEl>
                                          <p:spTgt spid="18"/>
                                        </p:tgtEl>
                                        <p:attrNameLst>
                                          <p:attrName>ppt_x</p:attrName>
                                        </p:attrNameLst>
                                      </p:cBhvr>
                                      <p:tavLst>
                                        <p:tav tm="0">
                                          <p:val>
                                            <p:strVal val="#ppt_x"/>
                                          </p:val>
                                        </p:tav>
                                        <p:tav tm="100000">
                                          <p:val>
                                            <p:strVal val="#ppt_x"/>
                                          </p:val>
                                        </p:tav>
                                      </p:tavLst>
                                    </p:anim>
                                    <p:anim calcmode="lin" valueType="num">
                                      <p:cBhvr>
                                        <p:cTn id="507" dur="500" fill="hold"/>
                                        <p:tgtEl>
                                          <p:spTgt spid="18"/>
                                        </p:tgtEl>
                                        <p:attrNameLst>
                                          <p:attrName>ppt_y</p:attrName>
                                        </p:attrNameLst>
                                      </p:cBhvr>
                                      <p:tavLst>
                                        <p:tav tm="0">
                                          <p:val>
                                            <p:strVal val="#ppt_y-.1"/>
                                          </p:val>
                                        </p:tav>
                                        <p:tav tm="100000">
                                          <p:val>
                                            <p:strVal val="#ppt_y"/>
                                          </p:val>
                                        </p:tav>
                                      </p:tavLst>
                                    </p:anim>
                                  </p:childTnLst>
                                </p:cTn>
                              </p:par>
                              <p:par>
                                <p:cTn id="508" presetID="47" presetClass="entr" presetSubtype="0" fill="hold" grpId="6" nodeType="withEffect">
                                  <p:stCondLst>
                                    <p:cond delay="0"/>
                                  </p:stCondLst>
                                  <p:childTnLst>
                                    <p:set>
                                      <p:cBhvr>
                                        <p:cTn id="509" dur="1" fill="hold">
                                          <p:stCondLst>
                                            <p:cond delay="0"/>
                                          </p:stCondLst>
                                        </p:cTn>
                                        <p:tgtEl>
                                          <p:spTgt spid="19"/>
                                        </p:tgtEl>
                                        <p:attrNameLst>
                                          <p:attrName>style.visibility</p:attrName>
                                        </p:attrNameLst>
                                      </p:cBhvr>
                                      <p:to>
                                        <p:strVal val="visible"/>
                                      </p:to>
                                    </p:set>
                                    <p:animEffect transition="in" filter="fade">
                                      <p:cBhvr>
                                        <p:cTn id="510" dur="500"/>
                                        <p:tgtEl>
                                          <p:spTgt spid="19"/>
                                        </p:tgtEl>
                                      </p:cBhvr>
                                    </p:animEffect>
                                    <p:anim calcmode="lin" valueType="num">
                                      <p:cBhvr>
                                        <p:cTn id="511" dur="500" fill="hold"/>
                                        <p:tgtEl>
                                          <p:spTgt spid="19"/>
                                        </p:tgtEl>
                                        <p:attrNameLst>
                                          <p:attrName>ppt_x</p:attrName>
                                        </p:attrNameLst>
                                      </p:cBhvr>
                                      <p:tavLst>
                                        <p:tav tm="0">
                                          <p:val>
                                            <p:strVal val="#ppt_x"/>
                                          </p:val>
                                        </p:tav>
                                        <p:tav tm="100000">
                                          <p:val>
                                            <p:strVal val="#ppt_x"/>
                                          </p:val>
                                        </p:tav>
                                      </p:tavLst>
                                    </p:anim>
                                    <p:anim calcmode="lin" valueType="num">
                                      <p:cBhvr>
                                        <p:cTn id="512" dur="500" fill="hold"/>
                                        <p:tgtEl>
                                          <p:spTgt spid="19"/>
                                        </p:tgtEl>
                                        <p:attrNameLst>
                                          <p:attrName>ppt_y</p:attrName>
                                        </p:attrNameLst>
                                      </p:cBhvr>
                                      <p:tavLst>
                                        <p:tav tm="0">
                                          <p:val>
                                            <p:strVal val="#ppt_y-.1"/>
                                          </p:val>
                                        </p:tav>
                                        <p:tav tm="100000">
                                          <p:val>
                                            <p:strVal val="#ppt_y"/>
                                          </p:val>
                                        </p:tav>
                                      </p:tavLst>
                                    </p:anim>
                                  </p:childTnLst>
                                </p:cTn>
                              </p:par>
                              <p:par>
                                <p:cTn id="513" presetID="6" presetClass="emph" presetSubtype="0" fill="hold" grpId="21" nodeType="withEffect">
                                  <p:stCondLst>
                                    <p:cond delay="0"/>
                                  </p:stCondLst>
                                  <p:childTnLst>
                                    <p:animScale>
                                      <p:cBhvr>
                                        <p:cTn id="514" dur="500" fill="hold"/>
                                        <p:tgtEl>
                                          <p:spTgt spid="11"/>
                                        </p:tgtEl>
                                      </p:cBhvr>
                                      <p:by x="50000" y="50000"/>
                                    </p:animScale>
                                  </p:childTnLst>
                                </p:cTn>
                              </p:par>
                              <p:par>
                                <p:cTn id="515" presetID="35" presetClass="path" presetSubtype="0" accel="50000" decel="50000" fill="hold" grpId="22" nodeType="withEffect">
                                  <p:stCondLst>
                                    <p:cond delay="0"/>
                                  </p:stCondLst>
                                  <p:childTnLst>
                                    <p:animMotion origin="layout" path="M 3.33333E-6 1.0197E-6 L -0.31667 0.08482 " pathEditMode="relative" rAng="0" ptsTypes="AA">
                                      <p:cBhvr>
                                        <p:cTn id="516" dur="500" spd="-100000" fill="hold"/>
                                        <p:tgtEl>
                                          <p:spTgt spid="11"/>
                                        </p:tgtEl>
                                        <p:attrNameLst>
                                          <p:attrName>ppt_x</p:attrName>
                                          <p:attrName>ppt_y</p:attrName>
                                        </p:attrNameLst>
                                      </p:cBhvr>
                                      <p:rCtr x="-158" y="42"/>
                                    </p:animMotion>
                                  </p:childTnLst>
                                </p:cTn>
                              </p:par>
                            </p:childTnLst>
                          </p:cTn>
                        </p:par>
                      </p:childTnLst>
                    </p:cTn>
                  </p:par>
                </p:childTnLst>
              </p:cTn>
              <p:nextCondLst>
                <p:cond evt="onClick" delay="0">
                  <p:tgtEl>
                    <p:spTgt spid="11"/>
                  </p:tgtEl>
                </p:cond>
              </p:nextCondLst>
            </p:seq>
            <p:seq concurrent="1" nextAc="seek">
              <p:cTn id="517" restart="whenNotActive" fill="hold" evtFilter="cancelBubble" nodeType="interactiveSeq">
                <p:stCondLst>
                  <p:cond evt="onClick" delay="0">
                    <p:tgtEl>
                      <p:spTgt spid="14"/>
                    </p:tgtEl>
                  </p:cond>
                </p:stCondLst>
                <p:endSync evt="end" delay="0">
                  <p:rtn val="all"/>
                </p:endSync>
                <p:childTnLst>
                  <p:par>
                    <p:cTn id="518" fill="hold">
                      <p:stCondLst>
                        <p:cond delay="0"/>
                      </p:stCondLst>
                      <p:childTnLst>
                        <p:par>
                          <p:cTn id="519" fill="hold">
                            <p:stCondLst>
                              <p:cond delay="0"/>
                            </p:stCondLst>
                            <p:childTnLst>
                              <p:par>
                                <p:cTn id="520" presetID="2" presetClass="exit" presetSubtype="8" fill="hold" grpId="7" nodeType="clickEffect">
                                  <p:stCondLst>
                                    <p:cond delay="0"/>
                                  </p:stCondLst>
                                  <p:childTnLst>
                                    <p:anim calcmode="lin" valueType="num">
                                      <p:cBhvr additive="base">
                                        <p:cTn id="521" dur="500"/>
                                        <p:tgtEl>
                                          <p:spTgt spid="4"/>
                                        </p:tgtEl>
                                        <p:attrNameLst>
                                          <p:attrName>ppt_x</p:attrName>
                                        </p:attrNameLst>
                                      </p:cBhvr>
                                      <p:tavLst>
                                        <p:tav tm="0">
                                          <p:val>
                                            <p:strVal val="ppt_x"/>
                                          </p:val>
                                        </p:tav>
                                        <p:tav tm="100000">
                                          <p:val>
                                            <p:strVal val="0-ppt_w/2"/>
                                          </p:val>
                                        </p:tav>
                                      </p:tavLst>
                                    </p:anim>
                                    <p:anim calcmode="lin" valueType="num">
                                      <p:cBhvr additive="base">
                                        <p:cTn id="522" dur="500"/>
                                        <p:tgtEl>
                                          <p:spTgt spid="4"/>
                                        </p:tgtEl>
                                        <p:attrNameLst>
                                          <p:attrName>ppt_y</p:attrName>
                                        </p:attrNameLst>
                                      </p:cBhvr>
                                      <p:tavLst>
                                        <p:tav tm="0">
                                          <p:val>
                                            <p:strVal val="ppt_y"/>
                                          </p:val>
                                        </p:tav>
                                        <p:tav tm="100000">
                                          <p:val>
                                            <p:strVal val="ppt_y"/>
                                          </p:val>
                                        </p:tav>
                                      </p:tavLst>
                                    </p:anim>
                                    <p:set>
                                      <p:cBhvr>
                                        <p:cTn id="523" dur="1" fill="hold">
                                          <p:stCondLst>
                                            <p:cond delay="499"/>
                                          </p:stCondLst>
                                        </p:cTn>
                                        <p:tgtEl>
                                          <p:spTgt spid="4"/>
                                        </p:tgtEl>
                                        <p:attrNameLst>
                                          <p:attrName>style.visibility</p:attrName>
                                        </p:attrNameLst>
                                      </p:cBhvr>
                                      <p:to>
                                        <p:strVal val="hidden"/>
                                      </p:to>
                                    </p:set>
                                  </p:childTnLst>
                                </p:cTn>
                              </p:par>
                              <p:par>
                                <p:cTn id="524" presetID="2" presetClass="exit" presetSubtype="8" fill="hold" grpId="7" nodeType="withEffect">
                                  <p:stCondLst>
                                    <p:cond delay="0"/>
                                  </p:stCondLst>
                                  <p:childTnLst>
                                    <p:anim calcmode="lin" valueType="num">
                                      <p:cBhvr additive="base">
                                        <p:cTn id="525" dur="500"/>
                                        <p:tgtEl>
                                          <p:spTgt spid="5"/>
                                        </p:tgtEl>
                                        <p:attrNameLst>
                                          <p:attrName>ppt_x</p:attrName>
                                        </p:attrNameLst>
                                      </p:cBhvr>
                                      <p:tavLst>
                                        <p:tav tm="0">
                                          <p:val>
                                            <p:strVal val="ppt_x"/>
                                          </p:val>
                                        </p:tav>
                                        <p:tav tm="100000">
                                          <p:val>
                                            <p:strVal val="0-ppt_w/2"/>
                                          </p:val>
                                        </p:tav>
                                      </p:tavLst>
                                    </p:anim>
                                    <p:anim calcmode="lin" valueType="num">
                                      <p:cBhvr additive="base">
                                        <p:cTn id="526" dur="500"/>
                                        <p:tgtEl>
                                          <p:spTgt spid="5"/>
                                        </p:tgtEl>
                                        <p:attrNameLst>
                                          <p:attrName>ppt_y</p:attrName>
                                        </p:attrNameLst>
                                      </p:cBhvr>
                                      <p:tavLst>
                                        <p:tav tm="0">
                                          <p:val>
                                            <p:strVal val="ppt_y"/>
                                          </p:val>
                                        </p:tav>
                                        <p:tav tm="100000">
                                          <p:val>
                                            <p:strVal val="ppt_y"/>
                                          </p:val>
                                        </p:tav>
                                      </p:tavLst>
                                    </p:anim>
                                    <p:set>
                                      <p:cBhvr>
                                        <p:cTn id="527" dur="1" fill="hold">
                                          <p:stCondLst>
                                            <p:cond delay="499"/>
                                          </p:stCondLst>
                                        </p:cTn>
                                        <p:tgtEl>
                                          <p:spTgt spid="5"/>
                                        </p:tgtEl>
                                        <p:attrNameLst>
                                          <p:attrName>style.visibility</p:attrName>
                                        </p:attrNameLst>
                                      </p:cBhvr>
                                      <p:to>
                                        <p:strVal val="hidden"/>
                                      </p:to>
                                    </p:set>
                                  </p:childTnLst>
                                </p:cTn>
                              </p:par>
                              <p:par>
                                <p:cTn id="528" presetID="2" presetClass="exit" presetSubtype="8" fill="hold" grpId="7" nodeType="withEffect">
                                  <p:stCondLst>
                                    <p:cond delay="0"/>
                                  </p:stCondLst>
                                  <p:childTnLst>
                                    <p:anim calcmode="lin" valueType="num">
                                      <p:cBhvr additive="base">
                                        <p:cTn id="529" dur="500"/>
                                        <p:tgtEl>
                                          <p:spTgt spid="6"/>
                                        </p:tgtEl>
                                        <p:attrNameLst>
                                          <p:attrName>ppt_x</p:attrName>
                                        </p:attrNameLst>
                                      </p:cBhvr>
                                      <p:tavLst>
                                        <p:tav tm="0">
                                          <p:val>
                                            <p:strVal val="ppt_x"/>
                                          </p:val>
                                        </p:tav>
                                        <p:tav tm="100000">
                                          <p:val>
                                            <p:strVal val="0-ppt_w/2"/>
                                          </p:val>
                                        </p:tav>
                                      </p:tavLst>
                                    </p:anim>
                                    <p:anim calcmode="lin" valueType="num">
                                      <p:cBhvr additive="base">
                                        <p:cTn id="530" dur="500"/>
                                        <p:tgtEl>
                                          <p:spTgt spid="6"/>
                                        </p:tgtEl>
                                        <p:attrNameLst>
                                          <p:attrName>ppt_y</p:attrName>
                                        </p:attrNameLst>
                                      </p:cBhvr>
                                      <p:tavLst>
                                        <p:tav tm="0">
                                          <p:val>
                                            <p:strVal val="ppt_y"/>
                                          </p:val>
                                        </p:tav>
                                        <p:tav tm="100000">
                                          <p:val>
                                            <p:strVal val="ppt_y"/>
                                          </p:val>
                                        </p:tav>
                                      </p:tavLst>
                                    </p:anim>
                                    <p:set>
                                      <p:cBhvr>
                                        <p:cTn id="531" dur="1" fill="hold">
                                          <p:stCondLst>
                                            <p:cond delay="499"/>
                                          </p:stCondLst>
                                        </p:cTn>
                                        <p:tgtEl>
                                          <p:spTgt spid="6"/>
                                        </p:tgtEl>
                                        <p:attrNameLst>
                                          <p:attrName>style.visibility</p:attrName>
                                        </p:attrNameLst>
                                      </p:cBhvr>
                                      <p:to>
                                        <p:strVal val="hidden"/>
                                      </p:to>
                                    </p:set>
                                  </p:childTnLst>
                                </p:cTn>
                              </p:par>
                              <p:par>
                                <p:cTn id="532" presetID="2" presetClass="exit" presetSubtype="8" fill="hold" grpId="7" nodeType="withEffect">
                                  <p:stCondLst>
                                    <p:cond delay="0"/>
                                  </p:stCondLst>
                                  <p:childTnLst>
                                    <p:anim calcmode="lin" valueType="num">
                                      <p:cBhvr additive="base">
                                        <p:cTn id="533" dur="500"/>
                                        <p:tgtEl>
                                          <p:spTgt spid="7"/>
                                        </p:tgtEl>
                                        <p:attrNameLst>
                                          <p:attrName>ppt_x</p:attrName>
                                        </p:attrNameLst>
                                      </p:cBhvr>
                                      <p:tavLst>
                                        <p:tav tm="0">
                                          <p:val>
                                            <p:strVal val="ppt_x"/>
                                          </p:val>
                                        </p:tav>
                                        <p:tav tm="100000">
                                          <p:val>
                                            <p:strVal val="0-ppt_w/2"/>
                                          </p:val>
                                        </p:tav>
                                      </p:tavLst>
                                    </p:anim>
                                    <p:anim calcmode="lin" valueType="num">
                                      <p:cBhvr additive="base">
                                        <p:cTn id="534" dur="500"/>
                                        <p:tgtEl>
                                          <p:spTgt spid="7"/>
                                        </p:tgtEl>
                                        <p:attrNameLst>
                                          <p:attrName>ppt_y</p:attrName>
                                        </p:attrNameLst>
                                      </p:cBhvr>
                                      <p:tavLst>
                                        <p:tav tm="0">
                                          <p:val>
                                            <p:strVal val="ppt_y"/>
                                          </p:val>
                                        </p:tav>
                                        <p:tav tm="100000">
                                          <p:val>
                                            <p:strVal val="ppt_y"/>
                                          </p:val>
                                        </p:tav>
                                      </p:tavLst>
                                    </p:anim>
                                    <p:set>
                                      <p:cBhvr>
                                        <p:cTn id="535" dur="1" fill="hold">
                                          <p:stCondLst>
                                            <p:cond delay="499"/>
                                          </p:stCondLst>
                                        </p:cTn>
                                        <p:tgtEl>
                                          <p:spTgt spid="7"/>
                                        </p:tgtEl>
                                        <p:attrNameLst>
                                          <p:attrName>style.visibility</p:attrName>
                                        </p:attrNameLst>
                                      </p:cBhvr>
                                      <p:to>
                                        <p:strVal val="hidden"/>
                                      </p:to>
                                    </p:set>
                                  </p:childTnLst>
                                </p:cTn>
                              </p:par>
                              <p:par>
                                <p:cTn id="536" presetID="2" presetClass="exit" presetSubtype="8" fill="hold" grpId="7" nodeType="withEffect">
                                  <p:stCondLst>
                                    <p:cond delay="0"/>
                                  </p:stCondLst>
                                  <p:childTnLst>
                                    <p:anim calcmode="lin" valueType="num">
                                      <p:cBhvr additive="base">
                                        <p:cTn id="537" dur="500"/>
                                        <p:tgtEl>
                                          <p:spTgt spid="8"/>
                                        </p:tgtEl>
                                        <p:attrNameLst>
                                          <p:attrName>ppt_x</p:attrName>
                                        </p:attrNameLst>
                                      </p:cBhvr>
                                      <p:tavLst>
                                        <p:tav tm="0">
                                          <p:val>
                                            <p:strVal val="ppt_x"/>
                                          </p:val>
                                        </p:tav>
                                        <p:tav tm="100000">
                                          <p:val>
                                            <p:strVal val="0-ppt_w/2"/>
                                          </p:val>
                                        </p:tav>
                                      </p:tavLst>
                                    </p:anim>
                                    <p:anim calcmode="lin" valueType="num">
                                      <p:cBhvr additive="base">
                                        <p:cTn id="538" dur="500"/>
                                        <p:tgtEl>
                                          <p:spTgt spid="8"/>
                                        </p:tgtEl>
                                        <p:attrNameLst>
                                          <p:attrName>ppt_y</p:attrName>
                                        </p:attrNameLst>
                                      </p:cBhvr>
                                      <p:tavLst>
                                        <p:tav tm="0">
                                          <p:val>
                                            <p:strVal val="ppt_y"/>
                                          </p:val>
                                        </p:tav>
                                        <p:tav tm="100000">
                                          <p:val>
                                            <p:strVal val="ppt_y"/>
                                          </p:val>
                                        </p:tav>
                                      </p:tavLst>
                                    </p:anim>
                                    <p:set>
                                      <p:cBhvr>
                                        <p:cTn id="539" dur="1" fill="hold">
                                          <p:stCondLst>
                                            <p:cond delay="499"/>
                                          </p:stCondLst>
                                        </p:cTn>
                                        <p:tgtEl>
                                          <p:spTgt spid="8"/>
                                        </p:tgtEl>
                                        <p:attrNameLst>
                                          <p:attrName>style.visibility</p:attrName>
                                        </p:attrNameLst>
                                      </p:cBhvr>
                                      <p:to>
                                        <p:strVal val="hidden"/>
                                      </p:to>
                                    </p:set>
                                  </p:childTnLst>
                                </p:cTn>
                              </p:par>
                              <p:par>
                                <p:cTn id="540" presetID="2" presetClass="exit" presetSubtype="8" fill="hold" grpId="7" nodeType="withEffect">
                                  <p:stCondLst>
                                    <p:cond delay="0"/>
                                  </p:stCondLst>
                                  <p:childTnLst>
                                    <p:anim calcmode="lin" valueType="num">
                                      <p:cBhvr additive="base">
                                        <p:cTn id="541" dur="500"/>
                                        <p:tgtEl>
                                          <p:spTgt spid="9"/>
                                        </p:tgtEl>
                                        <p:attrNameLst>
                                          <p:attrName>ppt_x</p:attrName>
                                        </p:attrNameLst>
                                      </p:cBhvr>
                                      <p:tavLst>
                                        <p:tav tm="0">
                                          <p:val>
                                            <p:strVal val="ppt_x"/>
                                          </p:val>
                                        </p:tav>
                                        <p:tav tm="100000">
                                          <p:val>
                                            <p:strVal val="0-ppt_w/2"/>
                                          </p:val>
                                        </p:tav>
                                      </p:tavLst>
                                    </p:anim>
                                    <p:anim calcmode="lin" valueType="num">
                                      <p:cBhvr additive="base">
                                        <p:cTn id="542" dur="500"/>
                                        <p:tgtEl>
                                          <p:spTgt spid="9"/>
                                        </p:tgtEl>
                                        <p:attrNameLst>
                                          <p:attrName>ppt_y</p:attrName>
                                        </p:attrNameLst>
                                      </p:cBhvr>
                                      <p:tavLst>
                                        <p:tav tm="0">
                                          <p:val>
                                            <p:strVal val="ppt_y"/>
                                          </p:val>
                                        </p:tav>
                                        <p:tav tm="100000">
                                          <p:val>
                                            <p:strVal val="ppt_y"/>
                                          </p:val>
                                        </p:tav>
                                      </p:tavLst>
                                    </p:anim>
                                    <p:set>
                                      <p:cBhvr>
                                        <p:cTn id="543" dur="1" fill="hold">
                                          <p:stCondLst>
                                            <p:cond delay="499"/>
                                          </p:stCondLst>
                                        </p:cTn>
                                        <p:tgtEl>
                                          <p:spTgt spid="9"/>
                                        </p:tgtEl>
                                        <p:attrNameLst>
                                          <p:attrName>style.visibility</p:attrName>
                                        </p:attrNameLst>
                                      </p:cBhvr>
                                      <p:to>
                                        <p:strVal val="hidden"/>
                                      </p:to>
                                    </p:set>
                                  </p:childTnLst>
                                </p:cTn>
                              </p:par>
                              <p:par>
                                <p:cTn id="544" presetID="2" presetClass="exit" presetSubtype="8" fill="hold" grpId="5" nodeType="withEffect">
                                  <p:stCondLst>
                                    <p:cond delay="0"/>
                                  </p:stCondLst>
                                  <p:childTnLst>
                                    <p:anim calcmode="lin" valueType="num">
                                      <p:cBhvr additive="base">
                                        <p:cTn id="545" dur="500"/>
                                        <p:tgtEl>
                                          <p:spTgt spid="10"/>
                                        </p:tgtEl>
                                        <p:attrNameLst>
                                          <p:attrName>ppt_x</p:attrName>
                                        </p:attrNameLst>
                                      </p:cBhvr>
                                      <p:tavLst>
                                        <p:tav tm="0">
                                          <p:val>
                                            <p:strVal val="ppt_x"/>
                                          </p:val>
                                        </p:tav>
                                        <p:tav tm="100000">
                                          <p:val>
                                            <p:strVal val="0-ppt_w/2"/>
                                          </p:val>
                                        </p:tav>
                                      </p:tavLst>
                                    </p:anim>
                                    <p:anim calcmode="lin" valueType="num">
                                      <p:cBhvr additive="base">
                                        <p:cTn id="546" dur="500"/>
                                        <p:tgtEl>
                                          <p:spTgt spid="10"/>
                                        </p:tgtEl>
                                        <p:attrNameLst>
                                          <p:attrName>ppt_y</p:attrName>
                                        </p:attrNameLst>
                                      </p:cBhvr>
                                      <p:tavLst>
                                        <p:tav tm="0">
                                          <p:val>
                                            <p:strVal val="ppt_y"/>
                                          </p:val>
                                        </p:tav>
                                        <p:tav tm="100000">
                                          <p:val>
                                            <p:strVal val="ppt_y"/>
                                          </p:val>
                                        </p:tav>
                                      </p:tavLst>
                                    </p:anim>
                                    <p:set>
                                      <p:cBhvr>
                                        <p:cTn id="547" dur="1" fill="hold">
                                          <p:stCondLst>
                                            <p:cond delay="499"/>
                                          </p:stCondLst>
                                        </p:cTn>
                                        <p:tgtEl>
                                          <p:spTgt spid="10"/>
                                        </p:tgtEl>
                                        <p:attrNameLst>
                                          <p:attrName>style.visibility</p:attrName>
                                        </p:attrNameLst>
                                      </p:cBhvr>
                                      <p:to>
                                        <p:strVal val="hidden"/>
                                      </p:to>
                                    </p:set>
                                  </p:childTnLst>
                                </p:cTn>
                              </p:par>
                              <p:par>
                                <p:cTn id="548" presetID="2" presetClass="exit" presetSubtype="8" fill="hold" grpId="5" nodeType="withEffect">
                                  <p:stCondLst>
                                    <p:cond delay="0"/>
                                  </p:stCondLst>
                                  <p:childTnLst>
                                    <p:anim calcmode="lin" valueType="num">
                                      <p:cBhvr additive="base">
                                        <p:cTn id="549" dur="500"/>
                                        <p:tgtEl>
                                          <p:spTgt spid="11"/>
                                        </p:tgtEl>
                                        <p:attrNameLst>
                                          <p:attrName>ppt_x</p:attrName>
                                        </p:attrNameLst>
                                      </p:cBhvr>
                                      <p:tavLst>
                                        <p:tav tm="0">
                                          <p:val>
                                            <p:strVal val="ppt_x"/>
                                          </p:val>
                                        </p:tav>
                                        <p:tav tm="100000">
                                          <p:val>
                                            <p:strVal val="0-ppt_w/2"/>
                                          </p:val>
                                        </p:tav>
                                      </p:tavLst>
                                    </p:anim>
                                    <p:anim calcmode="lin" valueType="num">
                                      <p:cBhvr additive="base">
                                        <p:cTn id="550" dur="500"/>
                                        <p:tgtEl>
                                          <p:spTgt spid="11"/>
                                        </p:tgtEl>
                                        <p:attrNameLst>
                                          <p:attrName>ppt_y</p:attrName>
                                        </p:attrNameLst>
                                      </p:cBhvr>
                                      <p:tavLst>
                                        <p:tav tm="0">
                                          <p:val>
                                            <p:strVal val="ppt_y"/>
                                          </p:val>
                                        </p:tav>
                                        <p:tav tm="100000">
                                          <p:val>
                                            <p:strVal val="ppt_y"/>
                                          </p:val>
                                        </p:tav>
                                      </p:tavLst>
                                    </p:anim>
                                    <p:set>
                                      <p:cBhvr>
                                        <p:cTn id="551" dur="1" fill="hold">
                                          <p:stCondLst>
                                            <p:cond delay="499"/>
                                          </p:stCondLst>
                                        </p:cTn>
                                        <p:tgtEl>
                                          <p:spTgt spid="11"/>
                                        </p:tgtEl>
                                        <p:attrNameLst>
                                          <p:attrName>style.visibility</p:attrName>
                                        </p:attrNameLst>
                                      </p:cBhvr>
                                      <p:to>
                                        <p:strVal val="hidden"/>
                                      </p:to>
                                    </p:set>
                                  </p:childTnLst>
                                </p:cTn>
                              </p:par>
                              <p:par>
                                <p:cTn id="552" presetID="2" presetClass="exit" presetSubtype="8" fill="hold" grpId="7" nodeType="withEffect">
                                  <p:stCondLst>
                                    <p:cond delay="0"/>
                                  </p:stCondLst>
                                  <p:childTnLst>
                                    <p:anim calcmode="lin" valueType="num">
                                      <p:cBhvr additive="base">
                                        <p:cTn id="553" dur="500"/>
                                        <p:tgtEl>
                                          <p:spTgt spid="12"/>
                                        </p:tgtEl>
                                        <p:attrNameLst>
                                          <p:attrName>ppt_x</p:attrName>
                                        </p:attrNameLst>
                                      </p:cBhvr>
                                      <p:tavLst>
                                        <p:tav tm="0">
                                          <p:val>
                                            <p:strVal val="ppt_x"/>
                                          </p:val>
                                        </p:tav>
                                        <p:tav tm="100000">
                                          <p:val>
                                            <p:strVal val="0-ppt_w/2"/>
                                          </p:val>
                                        </p:tav>
                                      </p:tavLst>
                                    </p:anim>
                                    <p:anim calcmode="lin" valueType="num">
                                      <p:cBhvr additive="base">
                                        <p:cTn id="554" dur="500"/>
                                        <p:tgtEl>
                                          <p:spTgt spid="12"/>
                                        </p:tgtEl>
                                        <p:attrNameLst>
                                          <p:attrName>ppt_y</p:attrName>
                                        </p:attrNameLst>
                                      </p:cBhvr>
                                      <p:tavLst>
                                        <p:tav tm="0">
                                          <p:val>
                                            <p:strVal val="ppt_y"/>
                                          </p:val>
                                        </p:tav>
                                        <p:tav tm="100000">
                                          <p:val>
                                            <p:strVal val="ppt_y"/>
                                          </p:val>
                                        </p:tav>
                                      </p:tavLst>
                                    </p:anim>
                                    <p:set>
                                      <p:cBhvr>
                                        <p:cTn id="555" dur="1" fill="hold">
                                          <p:stCondLst>
                                            <p:cond delay="499"/>
                                          </p:stCondLst>
                                        </p:cTn>
                                        <p:tgtEl>
                                          <p:spTgt spid="12"/>
                                        </p:tgtEl>
                                        <p:attrNameLst>
                                          <p:attrName>style.visibility</p:attrName>
                                        </p:attrNameLst>
                                      </p:cBhvr>
                                      <p:to>
                                        <p:strVal val="hidden"/>
                                      </p:to>
                                    </p:set>
                                  </p:childTnLst>
                                </p:cTn>
                              </p:par>
                              <p:par>
                                <p:cTn id="556" presetID="2" presetClass="exit" presetSubtype="8" fill="hold" grpId="7" nodeType="withEffect">
                                  <p:stCondLst>
                                    <p:cond delay="0"/>
                                  </p:stCondLst>
                                  <p:childTnLst>
                                    <p:anim calcmode="lin" valueType="num">
                                      <p:cBhvr additive="base">
                                        <p:cTn id="557" dur="500"/>
                                        <p:tgtEl>
                                          <p:spTgt spid="13"/>
                                        </p:tgtEl>
                                        <p:attrNameLst>
                                          <p:attrName>ppt_x</p:attrName>
                                        </p:attrNameLst>
                                      </p:cBhvr>
                                      <p:tavLst>
                                        <p:tav tm="0">
                                          <p:val>
                                            <p:strVal val="ppt_x"/>
                                          </p:val>
                                        </p:tav>
                                        <p:tav tm="100000">
                                          <p:val>
                                            <p:strVal val="0-ppt_w/2"/>
                                          </p:val>
                                        </p:tav>
                                      </p:tavLst>
                                    </p:anim>
                                    <p:anim calcmode="lin" valueType="num">
                                      <p:cBhvr additive="base">
                                        <p:cTn id="558" dur="500"/>
                                        <p:tgtEl>
                                          <p:spTgt spid="13"/>
                                        </p:tgtEl>
                                        <p:attrNameLst>
                                          <p:attrName>ppt_y</p:attrName>
                                        </p:attrNameLst>
                                      </p:cBhvr>
                                      <p:tavLst>
                                        <p:tav tm="0">
                                          <p:val>
                                            <p:strVal val="ppt_y"/>
                                          </p:val>
                                        </p:tav>
                                        <p:tav tm="100000">
                                          <p:val>
                                            <p:strVal val="ppt_y"/>
                                          </p:val>
                                        </p:tav>
                                      </p:tavLst>
                                    </p:anim>
                                    <p:set>
                                      <p:cBhvr>
                                        <p:cTn id="559" dur="1" fill="hold">
                                          <p:stCondLst>
                                            <p:cond delay="499"/>
                                          </p:stCondLst>
                                        </p:cTn>
                                        <p:tgtEl>
                                          <p:spTgt spid="13"/>
                                        </p:tgtEl>
                                        <p:attrNameLst>
                                          <p:attrName>style.visibility</p:attrName>
                                        </p:attrNameLst>
                                      </p:cBhvr>
                                      <p:to>
                                        <p:strVal val="hidden"/>
                                      </p:to>
                                    </p:set>
                                  </p:childTnLst>
                                </p:cTn>
                              </p:par>
                              <p:par>
                                <p:cTn id="560" presetID="2" presetClass="exit" presetSubtype="8" fill="hold" grpId="7" nodeType="withEffect">
                                  <p:stCondLst>
                                    <p:cond delay="0"/>
                                  </p:stCondLst>
                                  <p:childTnLst>
                                    <p:anim calcmode="lin" valueType="num">
                                      <p:cBhvr additive="base">
                                        <p:cTn id="561" dur="500"/>
                                        <p:tgtEl>
                                          <p:spTgt spid="15"/>
                                        </p:tgtEl>
                                        <p:attrNameLst>
                                          <p:attrName>ppt_x</p:attrName>
                                        </p:attrNameLst>
                                      </p:cBhvr>
                                      <p:tavLst>
                                        <p:tav tm="0">
                                          <p:val>
                                            <p:strVal val="ppt_x"/>
                                          </p:val>
                                        </p:tav>
                                        <p:tav tm="100000">
                                          <p:val>
                                            <p:strVal val="0-ppt_w/2"/>
                                          </p:val>
                                        </p:tav>
                                      </p:tavLst>
                                    </p:anim>
                                    <p:anim calcmode="lin" valueType="num">
                                      <p:cBhvr additive="base">
                                        <p:cTn id="562" dur="500"/>
                                        <p:tgtEl>
                                          <p:spTgt spid="15"/>
                                        </p:tgtEl>
                                        <p:attrNameLst>
                                          <p:attrName>ppt_y</p:attrName>
                                        </p:attrNameLst>
                                      </p:cBhvr>
                                      <p:tavLst>
                                        <p:tav tm="0">
                                          <p:val>
                                            <p:strVal val="ppt_y"/>
                                          </p:val>
                                        </p:tav>
                                        <p:tav tm="100000">
                                          <p:val>
                                            <p:strVal val="ppt_y"/>
                                          </p:val>
                                        </p:tav>
                                      </p:tavLst>
                                    </p:anim>
                                    <p:set>
                                      <p:cBhvr>
                                        <p:cTn id="563" dur="1" fill="hold">
                                          <p:stCondLst>
                                            <p:cond delay="499"/>
                                          </p:stCondLst>
                                        </p:cTn>
                                        <p:tgtEl>
                                          <p:spTgt spid="15"/>
                                        </p:tgtEl>
                                        <p:attrNameLst>
                                          <p:attrName>style.visibility</p:attrName>
                                        </p:attrNameLst>
                                      </p:cBhvr>
                                      <p:to>
                                        <p:strVal val="hidden"/>
                                      </p:to>
                                    </p:set>
                                  </p:childTnLst>
                                </p:cTn>
                              </p:par>
                              <p:par>
                                <p:cTn id="564" presetID="2" presetClass="exit" presetSubtype="8" fill="hold" grpId="7" nodeType="withEffect">
                                  <p:stCondLst>
                                    <p:cond delay="0"/>
                                  </p:stCondLst>
                                  <p:childTnLst>
                                    <p:anim calcmode="lin" valueType="num">
                                      <p:cBhvr additive="base">
                                        <p:cTn id="565" dur="500"/>
                                        <p:tgtEl>
                                          <p:spTgt spid="16"/>
                                        </p:tgtEl>
                                        <p:attrNameLst>
                                          <p:attrName>ppt_x</p:attrName>
                                        </p:attrNameLst>
                                      </p:cBhvr>
                                      <p:tavLst>
                                        <p:tav tm="0">
                                          <p:val>
                                            <p:strVal val="ppt_x"/>
                                          </p:val>
                                        </p:tav>
                                        <p:tav tm="100000">
                                          <p:val>
                                            <p:strVal val="0-ppt_w/2"/>
                                          </p:val>
                                        </p:tav>
                                      </p:tavLst>
                                    </p:anim>
                                    <p:anim calcmode="lin" valueType="num">
                                      <p:cBhvr additive="base">
                                        <p:cTn id="566" dur="500"/>
                                        <p:tgtEl>
                                          <p:spTgt spid="16"/>
                                        </p:tgtEl>
                                        <p:attrNameLst>
                                          <p:attrName>ppt_y</p:attrName>
                                        </p:attrNameLst>
                                      </p:cBhvr>
                                      <p:tavLst>
                                        <p:tav tm="0">
                                          <p:val>
                                            <p:strVal val="ppt_y"/>
                                          </p:val>
                                        </p:tav>
                                        <p:tav tm="100000">
                                          <p:val>
                                            <p:strVal val="ppt_y"/>
                                          </p:val>
                                        </p:tav>
                                      </p:tavLst>
                                    </p:anim>
                                    <p:set>
                                      <p:cBhvr>
                                        <p:cTn id="567" dur="1" fill="hold">
                                          <p:stCondLst>
                                            <p:cond delay="499"/>
                                          </p:stCondLst>
                                        </p:cTn>
                                        <p:tgtEl>
                                          <p:spTgt spid="16"/>
                                        </p:tgtEl>
                                        <p:attrNameLst>
                                          <p:attrName>style.visibility</p:attrName>
                                        </p:attrNameLst>
                                      </p:cBhvr>
                                      <p:to>
                                        <p:strVal val="hidden"/>
                                      </p:to>
                                    </p:set>
                                  </p:childTnLst>
                                </p:cTn>
                              </p:par>
                              <p:par>
                                <p:cTn id="568" presetID="2" presetClass="exit" presetSubtype="8" fill="hold" grpId="7" nodeType="withEffect">
                                  <p:stCondLst>
                                    <p:cond delay="0"/>
                                  </p:stCondLst>
                                  <p:childTnLst>
                                    <p:anim calcmode="lin" valueType="num">
                                      <p:cBhvr additive="base">
                                        <p:cTn id="569" dur="500"/>
                                        <p:tgtEl>
                                          <p:spTgt spid="17"/>
                                        </p:tgtEl>
                                        <p:attrNameLst>
                                          <p:attrName>ppt_x</p:attrName>
                                        </p:attrNameLst>
                                      </p:cBhvr>
                                      <p:tavLst>
                                        <p:tav tm="0">
                                          <p:val>
                                            <p:strVal val="ppt_x"/>
                                          </p:val>
                                        </p:tav>
                                        <p:tav tm="100000">
                                          <p:val>
                                            <p:strVal val="0-ppt_w/2"/>
                                          </p:val>
                                        </p:tav>
                                      </p:tavLst>
                                    </p:anim>
                                    <p:anim calcmode="lin" valueType="num">
                                      <p:cBhvr additive="base">
                                        <p:cTn id="570" dur="500"/>
                                        <p:tgtEl>
                                          <p:spTgt spid="17"/>
                                        </p:tgtEl>
                                        <p:attrNameLst>
                                          <p:attrName>ppt_y</p:attrName>
                                        </p:attrNameLst>
                                      </p:cBhvr>
                                      <p:tavLst>
                                        <p:tav tm="0">
                                          <p:val>
                                            <p:strVal val="ppt_y"/>
                                          </p:val>
                                        </p:tav>
                                        <p:tav tm="100000">
                                          <p:val>
                                            <p:strVal val="ppt_y"/>
                                          </p:val>
                                        </p:tav>
                                      </p:tavLst>
                                    </p:anim>
                                    <p:set>
                                      <p:cBhvr>
                                        <p:cTn id="571" dur="1" fill="hold">
                                          <p:stCondLst>
                                            <p:cond delay="499"/>
                                          </p:stCondLst>
                                        </p:cTn>
                                        <p:tgtEl>
                                          <p:spTgt spid="17"/>
                                        </p:tgtEl>
                                        <p:attrNameLst>
                                          <p:attrName>style.visibility</p:attrName>
                                        </p:attrNameLst>
                                      </p:cBhvr>
                                      <p:to>
                                        <p:strVal val="hidden"/>
                                      </p:to>
                                    </p:set>
                                  </p:childTnLst>
                                </p:cTn>
                              </p:par>
                              <p:par>
                                <p:cTn id="572" presetID="2" presetClass="exit" presetSubtype="8" fill="hold" grpId="5" nodeType="withEffect">
                                  <p:stCondLst>
                                    <p:cond delay="0"/>
                                  </p:stCondLst>
                                  <p:childTnLst>
                                    <p:anim calcmode="lin" valueType="num">
                                      <p:cBhvr additive="base">
                                        <p:cTn id="573" dur="500"/>
                                        <p:tgtEl>
                                          <p:spTgt spid="18"/>
                                        </p:tgtEl>
                                        <p:attrNameLst>
                                          <p:attrName>ppt_x</p:attrName>
                                        </p:attrNameLst>
                                      </p:cBhvr>
                                      <p:tavLst>
                                        <p:tav tm="0">
                                          <p:val>
                                            <p:strVal val="ppt_x"/>
                                          </p:val>
                                        </p:tav>
                                        <p:tav tm="100000">
                                          <p:val>
                                            <p:strVal val="0-ppt_w/2"/>
                                          </p:val>
                                        </p:tav>
                                      </p:tavLst>
                                    </p:anim>
                                    <p:anim calcmode="lin" valueType="num">
                                      <p:cBhvr additive="base">
                                        <p:cTn id="574" dur="500"/>
                                        <p:tgtEl>
                                          <p:spTgt spid="18"/>
                                        </p:tgtEl>
                                        <p:attrNameLst>
                                          <p:attrName>ppt_y</p:attrName>
                                        </p:attrNameLst>
                                      </p:cBhvr>
                                      <p:tavLst>
                                        <p:tav tm="0">
                                          <p:val>
                                            <p:strVal val="ppt_y"/>
                                          </p:val>
                                        </p:tav>
                                        <p:tav tm="100000">
                                          <p:val>
                                            <p:strVal val="ppt_y"/>
                                          </p:val>
                                        </p:tav>
                                      </p:tavLst>
                                    </p:anim>
                                    <p:set>
                                      <p:cBhvr>
                                        <p:cTn id="575" dur="1" fill="hold">
                                          <p:stCondLst>
                                            <p:cond delay="499"/>
                                          </p:stCondLst>
                                        </p:cTn>
                                        <p:tgtEl>
                                          <p:spTgt spid="18"/>
                                        </p:tgtEl>
                                        <p:attrNameLst>
                                          <p:attrName>style.visibility</p:attrName>
                                        </p:attrNameLst>
                                      </p:cBhvr>
                                      <p:to>
                                        <p:strVal val="hidden"/>
                                      </p:to>
                                    </p:set>
                                  </p:childTnLst>
                                </p:cTn>
                              </p:par>
                              <p:par>
                                <p:cTn id="576" presetID="2" presetClass="exit" presetSubtype="8" fill="hold" grpId="7" nodeType="withEffect">
                                  <p:stCondLst>
                                    <p:cond delay="0"/>
                                  </p:stCondLst>
                                  <p:childTnLst>
                                    <p:anim calcmode="lin" valueType="num">
                                      <p:cBhvr additive="base">
                                        <p:cTn id="577" dur="500"/>
                                        <p:tgtEl>
                                          <p:spTgt spid="19"/>
                                        </p:tgtEl>
                                        <p:attrNameLst>
                                          <p:attrName>ppt_x</p:attrName>
                                        </p:attrNameLst>
                                      </p:cBhvr>
                                      <p:tavLst>
                                        <p:tav tm="0">
                                          <p:val>
                                            <p:strVal val="ppt_x"/>
                                          </p:val>
                                        </p:tav>
                                        <p:tav tm="100000">
                                          <p:val>
                                            <p:strVal val="0-ppt_w/2"/>
                                          </p:val>
                                        </p:tav>
                                      </p:tavLst>
                                    </p:anim>
                                    <p:anim calcmode="lin" valueType="num">
                                      <p:cBhvr additive="base">
                                        <p:cTn id="578" dur="500"/>
                                        <p:tgtEl>
                                          <p:spTgt spid="19"/>
                                        </p:tgtEl>
                                        <p:attrNameLst>
                                          <p:attrName>ppt_y</p:attrName>
                                        </p:attrNameLst>
                                      </p:cBhvr>
                                      <p:tavLst>
                                        <p:tav tm="0">
                                          <p:val>
                                            <p:strVal val="ppt_y"/>
                                          </p:val>
                                        </p:tav>
                                        <p:tav tm="100000">
                                          <p:val>
                                            <p:strVal val="ppt_y"/>
                                          </p:val>
                                        </p:tav>
                                      </p:tavLst>
                                    </p:anim>
                                    <p:set>
                                      <p:cBhvr>
                                        <p:cTn id="579" dur="1" fill="hold">
                                          <p:stCondLst>
                                            <p:cond delay="499"/>
                                          </p:stCondLst>
                                        </p:cTn>
                                        <p:tgtEl>
                                          <p:spTgt spid="19"/>
                                        </p:tgtEl>
                                        <p:attrNameLst>
                                          <p:attrName>style.visibility</p:attrName>
                                        </p:attrNameLst>
                                      </p:cBhvr>
                                      <p:to>
                                        <p:strVal val="hidden"/>
                                      </p:to>
                                    </p:set>
                                  </p:childTnLst>
                                </p:cTn>
                              </p:par>
                              <p:par>
                                <p:cTn id="580" presetID="6" presetClass="emph" presetSubtype="0" fill="hold" grpId="19" nodeType="withEffect">
                                  <p:stCondLst>
                                    <p:cond delay="0"/>
                                  </p:stCondLst>
                                  <p:childTnLst>
                                    <p:animScale>
                                      <p:cBhvr>
                                        <p:cTn id="581" dur="500" fill="hold"/>
                                        <p:tgtEl>
                                          <p:spTgt spid="14"/>
                                        </p:tgtEl>
                                      </p:cBhvr>
                                      <p:by x="200000" y="200000"/>
                                    </p:animScale>
                                  </p:childTnLst>
                                </p:cTn>
                              </p:par>
                              <p:par>
                                <p:cTn id="582" presetID="35" presetClass="path" presetSubtype="0" accel="50000" decel="50000" fill="hold" grpId="20" nodeType="withEffect">
                                  <p:stCondLst>
                                    <p:cond delay="0"/>
                                  </p:stCondLst>
                                  <p:childTnLst>
                                    <p:animMotion origin="layout" path="M 3.33333E-6 -3.73117E-6 L -0.31667 -0.11448 " pathEditMode="relative" rAng="0" ptsTypes="AA">
                                      <p:cBhvr>
                                        <p:cTn id="583" dur="500" fill="hold"/>
                                        <p:tgtEl>
                                          <p:spTgt spid="14"/>
                                        </p:tgtEl>
                                        <p:attrNameLst>
                                          <p:attrName>ppt_x</p:attrName>
                                          <p:attrName>ppt_y</p:attrName>
                                        </p:attrNameLst>
                                      </p:cBhvr>
                                      <p:rCtr x="-158" y="-57"/>
                                    </p:animMotion>
                                  </p:childTnLst>
                                </p:cTn>
                              </p:par>
                            </p:childTnLst>
                          </p:cTn>
                        </p:par>
                      </p:childTnLst>
                    </p:cTn>
                  </p:par>
                  <p:par>
                    <p:cTn id="584" fill="hold">
                      <p:stCondLst>
                        <p:cond delay="indefinite"/>
                      </p:stCondLst>
                      <p:childTnLst>
                        <p:par>
                          <p:cTn id="585" fill="hold">
                            <p:stCondLst>
                              <p:cond delay="0"/>
                            </p:stCondLst>
                            <p:childTnLst>
                              <p:par>
                                <p:cTn id="586" presetID="2" presetClass="entr" presetSubtype="8" fill="hold" grpId="8" nodeType="clickEffect">
                                  <p:stCondLst>
                                    <p:cond delay="0"/>
                                  </p:stCondLst>
                                  <p:childTnLst>
                                    <p:set>
                                      <p:cBhvr>
                                        <p:cTn id="587" dur="1" fill="hold">
                                          <p:stCondLst>
                                            <p:cond delay="0"/>
                                          </p:stCondLst>
                                        </p:cTn>
                                        <p:tgtEl>
                                          <p:spTgt spid="4"/>
                                        </p:tgtEl>
                                        <p:attrNameLst>
                                          <p:attrName>style.visibility</p:attrName>
                                        </p:attrNameLst>
                                      </p:cBhvr>
                                      <p:to>
                                        <p:strVal val="visible"/>
                                      </p:to>
                                    </p:set>
                                    <p:anim calcmode="lin" valueType="num">
                                      <p:cBhvr additive="base">
                                        <p:cTn id="588" dur="500" fill="hold"/>
                                        <p:tgtEl>
                                          <p:spTgt spid="4"/>
                                        </p:tgtEl>
                                        <p:attrNameLst>
                                          <p:attrName>ppt_x</p:attrName>
                                        </p:attrNameLst>
                                      </p:cBhvr>
                                      <p:tavLst>
                                        <p:tav tm="0">
                                          <p:val>
                                            <p:strVal val="0-#ppt_w/2"/>
                                          </p:val>
                                        </p:tav>
                                        <p:tav tm="100000">
                                          <p:val>
                                            <p:strVal val="#ppt_x"/>
                                          </p:val>
                                        </p:tav>
                                      </p:tavLst>
                                    </p:anim>
                                    <p:anim calcmode="lin" valueType="num">
                                      <p:cBhvr additive="base">
                                        <p:cTn id="589" dur="500" fill="hold"/>
                                        <p:tgtEl>
                                          <p:spTgt spid="4"/>
                                        </p:tgtEl>
                                        <p:attrNameLst>
                                          <p:attrName>ppt_y</p:attrName>
                                        </p:attrNameLst>
                                      </p:cBhvr>
                                      <p:tavLst>
                                        <p:tav tm="0">
                                          <p:val>
                                            <p:strVal val="#ppt_y"/>
                                          </p:val>
                                        </p:tav>
                                        <p:tav tm="100000">
                                          <p:val>
                                            <p:strVal val="#ppt_y"/>
                                          </p:val>
                                        </p:tav>
                                      </p:tavLst>
                                    </p:anim>
                                  </p:childTnLst>
                                </p:cTn>
                              </p:par>
                              <p:par>
                                <p:cTn id="590" presetID="2" presetClass="entr" presetSubtype="8" fill="hold" grpId="8" nodeType="withEffect">
                                  <p:stCondLst>
                                    <p:cond delay="0"/>
                                  </p:stCondLst>
                                  <p:childTnLst>
                                    <p:set>
                                      <p:cBhvr>
                                        <p:cTn id="591" dur="1" fill="hold">
                                          <p:stCondLst>
                                            <p:cond delay="0"/>
                                          </p:stCondLst>
                                        </p:cTn>
                                        <p:tgtEl>
                                          <p:spTgt spid="5"/>
                                        </p:tgtEl>
                                        <p:attrNameLst>
                                          <p:attrName>style.visibility</p:attrName>
                                        </p:attrNameLst>
                                      </p:cBhvr>
                                      <p:to>
                                        <p:strVal val="visible"/>
                                      </p:to>
                                    </p:set>
                                    <p:anim calcmode="lin" valueType="num">
                                      <p:cBhvr additive="base">
                                        <p:cTn id="592" dur="500" fill="hold"/>
                                        <p:tgtEl>
                                          <p:spTgt spid="5"/>
                                        </p:tgtEl>
                                        <p:attrNameLst>
                                          <p:attrName>ppt_x</p:attrName>
                                        </p:attrNameLst>
                                      </p:cBhvr>
                                      <p:tavLst>
                                        <p:tav tm="0">
                                          <p:val>
                                            <p:strVal val="0-#ppt_w/2"/>
                                          </p:val>
                                        </p:tav>
                                        <p:tav tm="100000">
                                          <p:val>
                                            <p:strVal val="#ppt_x"/>
                                          </p:val>
                                        </p:tav>
                                      </p:tavLst>
                                    </p:anim>
                                    <p:anim calcmode="lin" valueType="num">
                                      <p:cBhvr additive="base">
                                        <p:cTn id="593" dur="500" fill="hold"/>
                                        <p:tgtEl>
                                          <p:spTgt spid="5"/>
                                        </p:tgtEl>
                                        <p:attrNameLst>
                                          <p:attrName>ppt_y</p:attrName>
                                        </p:attrNameLst>
                                      </p:cBhvr>
                                      <p:tavLst>
                                        <p:tav tm="0">
                                          <p:val>
                                            <p:strVal val="#ppt_y"/>
                                          </p:val>
                                        </p:tav>
                                        <p:tav tm="100000">
                                          <p:val>
                                            <p:strVal val="#ppt_y"/>
                                          </p:val>
                                        </p:tav>
                                      </p:tavLst>
                                    </p:anim>
                                  </p:childTnLst>
                                </p:cTn>
                              </p:par>
                              <p:par>
                                <p:cTn id="594" presetID="2" presetClass="entr" presetSubtype="8" fill="hold" grpId="8" nodeType="withEffect">
                                  <p:stCondLst>
                                    <p:cond delay="0"/>
                                  </p:stCondLst>
                                  <p:childTnLst>
                                    <p:set>
                                      <p:cBhvr>
                                        <p:cTn id="595" dur="1" fill="hold">
                                          <p:stCondLst>
                                            <p:cond delay="0"/>
                                          </p:stCondLst>
                                        </p:cTn>
                                        <p:tgtEl>
                                          <p:spTgt spid="6"/>
                                        </p:tgtEl>
                                        <p:attrNameLst>
                                          <p:attrName>style.visibility</p:attrName>
                                        </p:attrNameLst>
                                      </p:cBhvr>
                                      <p:to>
                                        <p:strVal val="visible"/>
                                      </p:to>
                                    </p:set>
                                    <p:anim calcmode="lin" valueType="num">
                                      <p:cBhvr additive="base">
                                        <p:cTn id="596" dur="500" fill="hold"/>
                                        <p:tgtEl>
                                          <p:spTgt spid="6"/>
                                        </p:tgtEl>
                                        <p:attrNameLst>
                                          <p:attrName>ppt_x</p:attrName>
                                        </p:attrNameLst>
                                      </p:cBhvr>
                                      <p:tavLst>
                                        <p:tav tm="0">
                                          <p:val>
                                            <p:strVal val="0-#ppt_w/2"/>
                                          </p:val>
                                        </p:tav>
                                        <p:tav tm="100000">
                                          <p:val>
                                            <p:strVal val="#ppt_x"/>
                                          </p:val>
                                        </p:tav>
                                      </p:tavLst>
                                    </p:anim>
                                    <p:anim calcmode="lin" valueType="num">
                                      <p:cBhvr additive="base">
                                        <p:cTn id="597" dur="500" fill="hold"/>
                                        <p:tgtEl>
                                          <p:spTgt spid="6"/>
                                        </p:tgtEl>
                                        <p:attrNameLst>
                                          <p:attrName>ppt_y</p:attrName>
                                        </p:attrNameLst>
                                      </p:cBhvr>
                                      <p:tavLst>
                                        <p:tav tm="0">
                                          <p:val>
                                            <p:strVal val="#ppt_y"/>
                                          </p:val>
                                        </p:tav>
                                        <p:tav tm="100000">
                                          <p:val>
                                            <p:strVal val="#ppt_y"/>
                                          </p:val>
                                        </p:tav>
                                      </p:tavLst>
                                    </p:anim>
                                  </p:childTnLst>
                                </p:cTn>
                              </p:par>
                              <p:par>
                                <p:cTn id="598" presetID="2" presetClass="entr" presetSubtype="8" fill="hold" grpId="8" nodeType="withEffect">
                                  <p:stCondLst>
                                    <p:cond delay="0"/>
                                  </p:stCondLst>
                                  <p:childTnLst>
                                    <p:set>
                                      <p:cBhvr>
                                        <p:cTn id="599" dur="1" fill="hold">
                                          <p:stCondLst>
                                            <p:cond delay="0"/>
                                          </p:stCondLst>
                                        </p:cTn>
                                        <p:tgtEl>
                                          <p:spTgt spid="7"/>
                                        </p:tgtEl>
                                        <p:attrNameLst>
                                          <p:attrName>style.visibility</p:attrName>
                                        </p:attrNameLst>
                                      </p:cBhvr>
                                      <p:to>
                                        <p:strVal val="visible"/>
                                      </p:to>
                                    </p:set>
                                    <p:anim calcmode="lin" valueType="num">
                                      <p:cBhvr additive="base">
                                        <p:cTn id="600" dur="500" fill="hold"/>
                                        <p:tgtEl>
                                          <p:spTgt spid="7"/>
                                        </p:tgtEl>
                                        <p:attrNameLst>
                                          <p:attrName>ppt_x</p:attrName>
                                        </p:attrNameLst>
                                      </p:cBhvr>
                                      <p:tavLst>
                                        <p:tav tm="0">
                                          <p:val>
                                            <p:strVal val="0-#ppt_w/2"/>
                                          </p:val>
                                        </p:tav>
                                        <p:tav tm="100000">
                                          <p:val>
                                            <p:strVal val="#ppt_x"/>
                                          </p:val>
                                        </p:tav>
                                      </p:tavLst>
                                    </p:anim>
                                    <p:anim calcmode="lin" valueType="num">
                                      <p:cBhvr additive="base">
                                        <p:cTn id="601" dur="500" fill="hold"/>
                                        <p:tgtEl>
                                          <p:spTgt spid="7"/>
                                        </p:tgtEl>
                                        <p:attrNameLst>
                                          <p:attrName>ppt_y</p:attrName>
                                        </p:attrNameLst>
                                      </p:cBhvr>
                                      <p:tavLst>
                                        <p:tav tm="0">
                                          <p:val>
                                            <p:strVal val="#ppt_y"/>
                                          </p:val>
                                        </p:tav>
                                        <p:tav tm="100000">
                                          <p:val>
                                            <p:strVal val="#ppt_y"/>
                                          </p:val>
                                        </p:tav>
                                      </p:tavLst>
                                    </p:anim>
                                  </p:childTnLst>
                                </p:cTn>
                              </p:par>
                              <p:par>
                                <p:cTn id="602" presetID="2" presetClass="entr" presetSubtype="8" fill="hold" grpId="8" nodeType="withEffect">
                                  <p:stCondLst>
                                    <p:cond delay="0"/>
                                  </p:stCondLst>
                                  <p:childTnLst>
                                    <p:set>
                                      <p:cBhvr>
                                        <p:cTn id="603" dur="1" fill="hold">
                                          <p:stCondLst>
                                            <p:cond delay="0"/>
                                          </p:stCondLst>
                                        </p:cTn>
                                        <p:tgtEl>
                                          <p:spTgt spid="8"/>
                                        </p:tgtEl>
                                        <p:attrNameLst>
                                          <p:attrName>style.visibility</p:attrName>
                                        </p:attrNameLst>
                                      </p:cBhvr>
                                      <p:to>
                                        <p:strVal val="visible"/>
                                      </p:to>
                                    </p:set>
                                    <p:anim calcmode="lin" valueType="num">
                                      <p:cBhvr additive="base">
                                        <p:cTn id="604" dur="500" fill="hold"/>
                                        <p:tgtEl>
                                          <p:spTgt spid="8"/>
                                        </p:tgtEl>
                                        <p:attrNameLst>
                                          <p:attrName>ppt_x</p:attrName>
                                        </p:attrNameLst>
                                      </p:cBhvr>
                                      <p:tavLst>
                                        <p:tav tm="0">
                                          <p:val>
                                            <p:strVal val="0-#ppt_w/2"/>
                                          </p:val>
                                        </p:tav>
                                        <p:tav tm="100000">
                                          <p:val>
                                            <p:strVal val="#ppt_x"/>
                                          </p:val>
                                        </p:tav>
                                      </p:tavLst>
                                    </p:anim>
                                    <p:anim calcmode="lin" valueType="num">
                                      <p:cBhvr additive="base">
                                        <p:cTn id="605" dur="500" fill="hold"/>
                                        <p:tgtEl>
                                          <p:spTgt spid="8"/>
                                        </p:tgtEl>
                                        <p:attrNameLst>
                                          <p:attrName>ppt_y</p:attrName>
                                        </p:attrNameLst>
                                      </p:cBhvr>
                                      <p:tavLst>
                                        <p:tav tm="0">
                                          <p:val>
                                            <p:strVal val="#ppt_y"/>
                                          </p:val>
                                        </p:tav>
                                        <p:tav tm="100000">
                                          <p:val>
                                            <p:strVal val="#ppt_y"/>
                                          </p:val>
                                        </p:tav>
                                      </p:tavLst>
                                    </p:anim>
                                  </p:childTnLst>
                                </p:cTn>
                              </p:par>
                              <p:par>
                                <p:cTn id="606" presetID="2" presetClass="entr" presetSubtype="8" fill="hold" grpId="8" nodeType="withEffect">
                                  <p:stCondLst>
                                    <p:cond delay="0"/>
                                  </p:stCondLst>
                                  <p:childTnLst>
                                    <p:set>
                                      <p:cBhvr>
                                        <p:cTn id="607" dur="1" fill="hold">
                                          <p:stCondLst>
                                            <p:cond delay="0"/>
                                          </p:stCondLst>
                                        </p:cTn>
                                        <p:tgtEl>
                                          <p:spTgt spid="9"/>
                                        </p:tgtEl>
                                        <p:attrNameLst>
                                          <p:attrName>style.visibility</p:attrName>
                                        </p:attrNameLst>
                                      </p:cBhvr>
                                      <p:to>
                                        <p:strVal val="visible"/>
                                      </p:to>
                                    </p:set>
                                    <p:anim calcmode="lin" valueType="num">
                                      <p:cBhvr additive="base">
                                        <p:cTn id="608" dur="500" fill="hold"/>
                                        <p:tgtEl>
                                          <p:spTgt spid="9"/>
                                        </p:tgtEl>
                                        <p:attrNameLst>
                                          <p:attrName>ppt_x</p:attrName>
                                        </p:attrNameLst>
                                      </p:cBhvr>
                                      <p:tavLst>
                                        <p:tav tm="0">
                                          <p:val>
                                            <p:strVal val="0-#ppt_w/2"/>
                                          </p:val>
                                        </p:tav>
                                        <p:tav tm="100000">
                                          <p:val>
                                            <p:strVal val="#ppt_x"/>
                                          </p:val>
                                        </p:tav>
                                      </p:tavLst>
                                    </p:anim>
                                    <p:anim calcmode="lin" valueType="num">
                                      <p:cBhvr additive="base">
                                        <p:cTn id="609" dur="500" fill="hold"/>
                                        <p:tgtEl>
                                          <p:spTgt spid="9"/>
                                        </p:tgtEl>
                                        <p:attrNameLst>
                                          <p:attrName>ppt_y</p:attrName>
                                        </p:attrNameLst>
                                      </p:cBhvr>
                                      <p:tavLst>
                                        <p:tav tm="0">
                                          <p:val>
                                            <p:strVal val="#ppt_y"/>
                                          </p:val>
                                        </p:tav>
                                        <p:tav tm="100000">
                                          <p:val>
                                            <p:strVal val="#ppt_y"/>
                                          </p:val>
                                        </p:tav>
                                      </p:tavLst>
                                    </p:anim>
                                  </p:childTnLst>
                                </p:cTn>
                              </p:par>
                              <p:par>
                                <p:cTn id="610" presetID="2" presetClass="entr" presetSubtype="8" fill="hold" grpId="6" nodeType="withEffect">
                                  <p:stCondLst>
                                    <p:cond delay="0"/>
                                  </p:stCondLst>
                                  <p:childTnLst>
                                    <p:set>
                                      <p:cBhvr>
                                        <p:cTn id="611" dur="1" fill="hold">
                                          <p:stCondLst>
                                            <p:cond delay="0"/>
                                          </p:stCondLst>
                                        </p:cTn>
                                        <p:tgtEl>
                                          <p:spTgt spid="10"/>
                                        </p:tgtEl>
                                        <p:attrNameLst>
                                          <p:attrName>style.visibility</p:attrName>
                                        </p:attrNameLst>
                                      </p:cBhvr>
                                      <p:to>
                                        <p:strVal val="visible"/>
                                      </p:to>
                                    </p:set>
                                    <p:anim calcmode="lin" valueType="num">
                                      <p:cBhvr additive="base">
                                        <p:cTn id="612" dur="500" fill="hold"/>
                                        <p:tgtEl>
                                          <p:spTgt spid="10"/>
                                        </p:tgtEl>
                                        <p:attrNameLst>
                                          <p:attrName>ppt_x</p:attrName>
                                        </p:attrNameLst>
                                      </p:cBhvr>
                                      <p:tavLst>
                                        <p:tav tm="0">
                                          <p:val>
                                            <p:strVal val="0-#ppt_w/2"/>
                                          </p:val>
                                        </p:tav>
                                        <p:tav tm="100000">
                                          <p:val>
                                            <p:strVal val="#ppt_x"/>
                                          </p:val>
                                        </p:tav>
                                      </p:tavLst>
                                    </p:anim>
                                    <p:anim calcmode="lin" valueType="num">
                                      <p:cBhvr additive="base">
                                        <p:cTn id="613" dur="500" fill="hold"/>
                                        <p:tgtEl>
                                          <p:spTgt spid="10"/>
                                        </p:tgtEl>
                                        <p:attrNameLst>
                                          <p:attrName>ppt_y</p:attrName>
                                        </p:attrNameLst>
                                      </p:cBhvr>
                                      <p:tavLst>
                                        <p:tav tm="0">
                                          <p:val>
                                            <p:strVal val="#ppt_y"/>
                                          </p:val>
                                        </p:tav>
                                        <p:tav tm="100000">
                                          <p:val>
                                            <p:strVal val="#ppt_y"/>
                                          </p:val>
                                        </p:tav>
                                      </p:tavLst>
                                    </p:anim>
                                  </p:childTnLst>
                                </p:cTn>
                              </p:par>
                              <p:par>
                                <p:cTn id="614" presetID="2" presetClass="entr" presetSubtype="8" fill="hold" grpId="6" nodeType="withEffect">
                                  <p:stCondLst>
                                    <p:cond delay="0"/>
                                  </p:stCondLst>
                                  <p:childTnLst>
                                    <p:set>
                                      <p:cBhvr>
                                        <p:cTn id="615" dur="1" fill="hold">
                                          <p:stCondLst>
                                            <p:cond delay="0"/>
                                          </p:stCondLst>
                                        </p:cTn>
                                        <p:tgtEl>
                                          <p:spTgt spid="11"/>
                                        </p:tgtEl>
                                        <p:attrNameLst>
                                          <p:attrName>style.visibility</p:attrName>
                                        </p:attrNameLst>
                                      </p:cBhvr>
                                      <p:to>
                                        <p:strVal val="visible"/>
                                      </p:to>
                                    </p:set>
                                    <p:anim calcmode="lin" valueType="num">
                                      <p:cBhvr additive="base">
                                        <p:cTn id="616" dur="500" fill="hold"/>
                                        <p:tgtEl>
                                          <p:spTgt spid="11"/>
                                        </p:tgtEl>
                                        <p:attrNameLst>
                                          <p:attrName>ppt_x</p:attrName>
                                        </p:attrNameLst>
                                      </p:cBhvr>
                                      <p:tavLst>
                                        <p:tav tm="0">
                                          <p:val>
                                            <p:strVal val="0-#ppt_w/2"/>
                                          </p:val>
                                        </p:tav>
                                        <p:tav tm="100000">
                                          <p:val>
                                            <p:strVal val="#ppt_x"/>
                                          </p:val>
                                        </p:tav>
                                      </p:tavLst>
                                    </p:anim>
                                    <p:anim calcmode="lin" valueType="num">
                                      <p:cBhvr additive="base">
                                        <p:cTn id="617" dur="500" fill="hold"/>
                                        <p:tgtEl>
                                          <p:spTgt spid="11"/>
                                        </p:tgtEl>
                                        <p:attrNameLst>
                                          <p:attrName>ppt_y</p:attrName>
                                        </p:attrNameLst>
                                      </p:cBhvr>
                                      <p:tavLst>
                                        <p:tav tm="0">
                                          <p:val>
                                            <p:strVal val="#ppt_y"/>
                                          </p:val>
                                        </p:tav>
                                        <p:tav tm="100000">
                                          <p:val>
                                            <p:strVal val="#ppt_y"/>
                                          </p:val>
                                        </p:tav>
                                      </p:tavLst>
                                    </p:anim>
                                  </p:childTnLst>
                                </p:cTn>
                              </p:par>
                              <p:par>
                                <p:cTn id="618" presetID="2" presetClass="entr" presetSubtype="8" fill="hold" grpId="8" nodeType="withEffect">
                                  <p:stCondLst>
                                    <p:cond delay="0"/>
                                  </p:stCondLst>
                                  <p:childTnLst>
                                    <p:set>
                                      <p:cBhvr>
                                        <p:cTn id="619" dur="1" fill="hold">
                                          <p:stCondLst>
                                            <p:cond delay="0"/>
                                          </p:stCondLst>
                                        </p:cTn>
                                        <p:tgtEl>
                                          <p:spTgt spid="12"/>
                                        </p:tgtEl>
                                        <p:attrNameLst>
                                          <p:attrName>style.visibility</p:attrName>
                                        </p:attrNameLst>
                                      </p:cBhvr>
                                      <p:to>
                                        <p:strVal val="visible"/>
                                      </p:to>
                                    </p:set>
                                    <p:anim calcmode="lin" valueType="num">
                                      <p:cBhvr additive="base">
                                        <p:cTn id="620" dur="500" fill="hold"/>
                                        <p:tgtEl>
                                          <p:spTgt spid="12"/>
                                        </p:tgtEl>
                                        <p:attrNameLst>
                                          <p:attrName>ppt_x</p:attrName>
                                        </p:attrNameLst>
                                      </p:cBhvr>
                                      <p:tavLst>
                                        <p:tav tm="0">
                                          <p:val>
                                            <p:strVal val="0-#ppt_w/2"/>
                                          </p:val>
                                        </p:tav>
                                        <p:tav tm="100000">
                                          <p:val>
                                            <p:strVal val="#ppt_x"/>
                                          </p:val>
                                        </p:tav>
                                      </p:tavLst>
                                    </p:anim>
                                    <p:anim calcmode="lin" valueType="num">
                                      <p:cBhvr additive="base">
                                        <p:cTn id="621" dur="500" fill="hold"/>
                                        <p:tgtEl>
                                          <p:spTgt spid="12"/>
                                        </p:tgtEl>
                                        <p:attrNameLst>
                                          <p:attrName>ppt_y</p:attrName>
                                        </p:attrNameLst>
                                      </p:cBhvr>
                                      <p:tavLst>
                                        <p:tav tm="0">
                                          <p:val>
                                            <p:strVal val="#ppt_y"/>
                                          </p:val>
                                        </p:tav>
                                        <p:tav tm="100000">
                                          <p:val>
                                            <p:strVal val="#ppt_y"/>
                                          </p:val>
                                        </p:tav>
                                      </p:tavLst>
                                    </p:anim>
                                  </p:childTnLst>
                                </p:cTn>
                              </p:par>
                              <p:par>
                                <p:cTn id="622" presetID="2" presetClass="entr" presetSubtype="8" fill="hold" grpId="8" nodeType="withEffect">
                                  <p:stCondLst>
                                    <p:cond delay="0"/>
                                  </p:stCondLst>
                                  <p:childTnLst>
                                    <p:set>
                                      <p:cBhvr>
                                        <p:cTn id="623" dur="1" fill="hold">
                                          <p:stCondLst>
                                            <p:cond delay="0"/>
                                          </p:stCondLst>
                                        </p:cTn>
                                        <p:tgtEl>
                                          <p:spTgt spid="13"/>
                                        </p:tgtEl>
                                        <p:attrNameLst>
                                          <p:attrName>style.visibility</p:attrName>
                                        </p:attrNameLst>
                                      </p:cBhvr>
                                      <p:to>
                                        <p:strVal val="visible"/>
                                      </p:to>
                                    </p:set>
                                    <p:anim calcmode="lin" valueType="num">
                                      <p:cBhvr additive="base">
                                        <p:cTn id="624" dur="500" fill="hold"/>
                                        <p:tgtEl>
                                          <p:spTgt spid="13"/>
                                        </p:tgtEl>
                                        <p:attrNameLst>
                                          <p:attrName>ppt_x</p:attrName>
                                        </p:attrNameLst>
                                      </p:cBhvr>
                                      <p:tavLst>
                                        <p:tav tm="0">
                                          <p:val>
                                            <p:strVal val="0-#ppt_w/2"/>
                                          </p:val>
                                        </p:tav>
                                        <p:tav tm="100000">
                                          <p:val>
                                            <p:strVal val="#ppt_x"/>
                                          </p:val>
                                        </p:tav>
                                      </p:tavLst>
                                    </p:anim>
                                    <p:anim calcmode="lin" valueType="num">
                                      <p:cBhvr additive="base">
                                        <p:cTn id="625" dur="500" fill="hold"/>
                                        <p:tgtEl>
                                          <p:spTgt spid="13"/>
                                        </p:tgtEl>
                                        <p:attrNameLst>
                                          <p:attrName>ppt_y</p:attrName>
                                        </p:attrNameLst>
                                      </p:cBhvr>
                                      <p:tavLst>
                                        <p:tav tm="0">
                                          <p:val>
                                            <p:strVal val="#ppt_y"/>
                                          </p:val>
                                        </p:tav>
                                        <p:tav tm="100000">
                                          <p:val>
                                            <p:strVal val="#ppt_y"/>
                                          </p:val>
                                        </p:tav>
                                      </p:tavLst>
                                    </p:anim>
                                  </p:childTnLst>
                                </p:cTn>
                              </p:par>
                              <p:par>
                                <p:cTn id="626" presetID="2" presetClass="entr" presetSubtype="8" fill="hold" grpId="8" nodeType="withEffect">
                                  <p:stCondLst>
                                    <p:cond delay="0"/>
                                  </p:stCondLst>
                                  <p:childTnLst>
                                    <p:set>
                                      <p:cBhvr>
                                        <p:cTn id="627" dur="1" fill="hold">
                                          <p:stCondLst>
                                            <p:cond delay="0"/>
                                          </p:stCondLst>
                                        </p:cTn>
                                        <p:tgtEl>
                                          <p:spTgt spid="15"/>
                                        </p:tgtEl>
                                        <p:attrNameLst>
                                          <p:attrName>style.visibility</p:attrName>
                                        </p:attrNameLst>
                                      </p:cBhvr>
                                      <p:to>
                                        <p:strVal val="visible"/>
                                      </p:to>
                                    </p:set>
                                    <p:anim calcmode="lin" valueType="num">
                                      <p:cBhvr additive="base">
                                        <p:cTn id="628" dur="500" fill="hold"/>
                                        <p:tgtEl>
                                          <p:spTgt spid="15"/>
                                        </p:tgtEl>
                                        <p:attrNameLst>
                                          <p:attrName>ppt_x</p:attrName>
                                        </p:attrNameLst>
                                      </p:cBhvr>
                                      <p:tavLst>
                                        <p:tav tm="0">
                                          <p:val>
                                            <p:strVal val="0-#ppt_w/2"/>
                                          </p:val>
                                        </p:tav>
                                        <p:tav tm="100000">
                                          <p:val>
                                            <p:strVal val="#ppt_x"/>
                                          </p:val>
                                        </p:tav>
                                      </p:tavLst>
                                    </p:anim>
                                    <p:anim calcmode="lin" valueType="num">
                                      <p:cBhvr additive="base">
                                        <p:cTn id="629" dur="500" fill="hold"/>
                                        <p:tgtEl>
                                          <p:spTgt spid="15"/>
                                        </p:tgtEl>
                                        <p:attrNameLst>
                                          <p:attrName>ppt_y</p:attrName>
                                        </p:attrNameLst>
                                      </p:cBhvr>
                                      <p:tavLst>
                                        <p:tav tm="0">
                                          <p:val>
                                            <p:strVal val="#ppt_y"/>
                                          </p:val>
                                        </p:tav>
                                        <p:tav tm="100000">
                                          <p:val>
                                            <p:strVal val="#ppt_y"/>
                                          </p:val>
                                        </p:tav>
                                      </p:tavLst>
                                    </p:anim>
                                  </p:childTnLst>
                                </p:cTn>
                              </p:par>
                              <p:par>
                                <p:cTn id="630" presetID="2" presetClass="entr" presetSubtype="8" fill="hold" grpId="8" nodeType="withEffect">
                                  <p:stCondLst>
                                    <p:cond delay="0"/>
                                  </p:stCondLst>
                                  <p:childTnLst>
                                    <p:set>
                                      <p:cBhvr>
                                        <p:cTn id="631" dur="1" fill="hold">
                                          <p:stCondLst>
                                            <p:cond delay="0"/>
                                          </p:stCondLst>
                                        </p:cTn>
                                        <p:tgtEl>
                                          <p:spTgt spid="16"/>
                                        </p:tgtEl>
                                        <p:attrNameLst>
                                          <p:attrName>style.visibility</p:attrName>
                                        </p:attrNameLst>
                                      </p:cBhvr>
                                      <p:to>
                                        <p:strVal val="visible"/>
                                      </p:to>
                                    </p:set>
                                    <p:anim calcmode="lin" valueType="num">
                                      <p:cBhvr additive="base">
                                        <p:cTn id="632" dur="500" fill="hold"/>
                                        <p:tgtEl>
                                          <p:spTgt spid="16"/>
                                        </p:tgtEl>
                                        <p:attrNameLst>
                                          <p:attrName>ppt_x</p:attrName>
                                        </p:attrNameLst>
                                      </p:cBhvr>
                                      <p:tavLst>
                                        <p:tav tm="0">
                                          <p:val>
                                            <p:strVal val="0-#ppt_w/2"/>
                                          </p:val>
                                        </p:tav>
                                        <p:tav tm="100000">
                                          <p:val>
                                            <p:strVal val="#ppt_x"/>
                                          </p:val>
                                        </p:tav>
                                      </p:tavLst>
                                    </p:anim>
                                    <p:anim calcmode="lin" valueType="num">
                                      <p:cBhvr additive="base">
                                        <p:cTn id="633" dur="500" fill="hold"/>
                                        <p:tgtEl>
                                          <p:spTgt spid="16"/>
                                        </p:tgtEl>
                                        <p:attrNameLst>
                                          <p:attrName>ppt_y</p:attrName>
                                        </p:attrNameLst>
                                      </p:cBhvr>
                                      <p:tavLst>
                                        <p:tav tm="0">
                                          <p:val>
                                            <p:strVal val="#ppt_y"/>
                                          </p:val>
                                        </p:tav>
                                        <p:tav tm="100000">
                                          <p:val>
                                            <p:strVal val="#ppt_y"/>
                                          </p:val>
                                        </p:tav>
                                      </p:tavLst>
                                    </p:anim>
                                  </p:childTnLst>
                                </p:cTn>
                              </p:par>
                              <p:par>
                                <p:cTn id="634" presetID="2" presetClass="entr" presetSubtype="8" fill="hold" grpId="8" nodeType="withEffect">
                                  <p:stCondLst>
                                    <p:cond delay="0"/>
                                  </p:stCondLst>
                                  <p:childTnLst>
                                    <p:set>
                                      <p:cBhvr>
                                        <p:cTn id="635" dur="1" fill="hold">
                                          <p:stCondLst>
                                            <p:cond delay="0"/>
                                          </p:stCondLst>
                                        </p:cTn>
                                        <p:tgtEl>
                                          <p:spTgt spid="17"/>
                                        </p:tgtEl>
                                        <p:attrNameLst>
                                          <p:attrName>style.visibility</p:attrName>
                                        </p:attrNameLst>
                                      </p:cBhvr>
                                      <p:to>
                                        <p:strVal val="visible"/>
                                      </p:to>
                                    </p:set>
                                    <p:anim calcmode="lin" valueType="num">
                                      <p:cBhvr additive="base">
                                        <p:cTn id="636" dur="500" fill="hold"/>
                                        <p:tgtEl>
                                          <p:spTgt spid="17"/>
                                        </p:tgtEl>
                                        <p:attrNameLst>
                                          <p:attrName>ppt_x</p:attrName>
                                        </p:attrNameLst>
                                      </p:cBhvr>
                                      <p:tavLst>
                                        <p:tav tm="0">
                                          <p:val>
                                            <p:strVal val="0-#ppt_w/2"/>
                                          </p:val>
                                        </p:tav>
                                        <p:tav tm="100000">
                                          <p:val>
                                            <p:strVal val="#ppt_x"/>
                                          </p:val>
                                        </p:tav>
                                      </p:tavLst>
                                    </p:anim>
                                    <p:anim calcmode="lin" valueType="num">
                                      <p:cBhvr additive="base">
                                        <p:cTn id="637" dur="500" fill="hold"/>
                                        <p:tgtEl>
                                          <p:spTgt spid="17"/>
                                        </p:tgtEl>
                                        <p:attrNameLst>
                                          <p:attrName>ppt_y</p:attrName>
                                        </p:attrNameLst>
                                      </p:cBhvr>
                                      <p:tavLst>
                                        <p:tav tm="0">
                                          <p:val>
                                            <p:strVal val="#ppt_y"/>
                                          </p:val>
                                        </p:tav>
                                        <p:tav tm="100000">
                                          <p:val>
                                            <p:strVal val="#ppt_y"/>
                                          </p:val>
                                        </p:tav>
                                      </p:tavLst>
                                    </p:anim>
                                  </p:childTnLst>
                                </p:cTn>
                              </p:par>
                              <p:par>
                                <p:cTn id="638" presetID="2" presetClass="entr" presetSubtype="8" fill="hold" grpId="6" nodeType="withEffect">
                                  <p:stCondLst>
                                    <p:cond delay="0"/>
                                  </p:stCondLst>
                                  <p:childTnLst>
                                    <p:set>
                                      <p:cBhvr>
                                        <p:cTn id="639" dur="1" fill="hold">
                                          <p:stCondLst>
                                            <p:cond delay="0"/>
                                          </p:stCondLst>
                                        </p:cTn>
                                        <p:tgtEl>
                                          <p:spTgt spid="18"/>
                                        </p:tgtEl>
                                        <p:attrNameLst>
                                          <p:attrName>style.visibility</p:attrName>
                                        </p:attrNameLst>
                                      </p:cBhvr>
                                      <p:to>
                                        <p:strVal val="visible"/>
                                      </p:to>
                                    </p:set>
                                    <p:anim calcmode="lin" valueType="num">
                                      <p:cBhvr additive="base">
                                        <p:cTn id="640" dur="500" fill="hold"/>
                                        <p:tgtEl>
                                          <p:spTgt spid="18"/>
                                        </p:tgtEl>
                                        <p:attrNameLst>
                                          <p:attrName>ppt_x</p:attrName>
                                        </p:attrNameLst>
                                      </p:cBhvr>
                                      <p:tavLst>
                                        <p:tav tm="0">
                                          <p:val>
                                            <p:strVal val="0-#ppt_w/2"/>
                                          </p:val>
                                        </p:tav>
                                        <p:tav tm="100000">
                                          <p:val>
                                            <p:strVal val="#ppt_x"/>
                                          </p:val>
                                        </p:tav>
                                      </p:tavLst>
                                    </p:anim>
                                    <p:anim calcmode="lin" valueType="num">
                                      <p:cBhvr additive="base">
                                        <p:cTn id="641" dur="500" fill="hold"/>
                                        <p:tgtEl>
                                          <p:spTgt spid="18"/>
                                        </p:tgtEl>
                                        <p:attrNameLst>
                                          <p:attrName>ppt_y</p:attrName>
                                        </p:attrNameLst>
                                      </p:cBhvr>
                                      <p:tavLst>
                                        <p:tav tm="0">
                                          <p:val>
                                            <p:strVal val="#ppt_y"/>
                                          </p:val>
                                        </p:tav>
                                        <p:tav tm="100000">
                                          <p:val>
                                            <p:strVal val="#ppt_y"/>
                                          </p:val>
                                        </p:tav>
                                      </p:tavLst>
                                    </p:anim>
                                  </p:childTnLst>
                                </p:cTn>
                              </p:par>
                              <p:par>
                                <p:cTn id="642" presetID="2" presetClass="entr" presetSubtype="8" fill="hold" grpId="8" nodeType="withEffect">
                                  <p:stCondLst>
                                    <p:cond delay="0"/>
                                  </p:stCondLst>
                                  <p:childTnLst>
                                    <p:set>
                                      <p:cBhvr>
                                        <p:cTn id="643" dur="1" fill="hold">
                                          <p:stCondLst>
                                            <p:cond delay="0"/>
                                          </p:stCondLst>
                                        </p:cTn>
                                        <p:tgtEl>
                                          <p:spTgt spid="19"/>
                                        </p:tgtEl>
                                        <p:attrNameLst>
                                          <p:attrName>style.visibility</p:attrName>
                                        </p:attrNameLst>
                                      </p:cBhvr>
                                      <p:to>
                                        <p:strVal val="visible"/>
                                      </p:to>
                                    </p:set>
                                    <p:anim calcmode="lin" valueType="num">
                                      <p:cBhvr additive="base">
                                        <p:cTn id="644" dur="500" fill="hold"/>
                                        <p:tgtEl>
                                          <p:spTgt spid="19"/>
                                        </p:tgtEl>
                                        <p:attrNameLst>
                                          <p:attrName>ppt_x</p:attrName>
                                        </p:attrNameLst>
                                      </p:cBhvr>
                                      <p:tavLst>
                                        <p:tav tm="0">
                                          <p:val>
                                            <p:strVal val="0-#ppt_w/2"/>
                                          </p:val>
                                        </p:tav>
                                        <p:tav tm="100000">
                                          <p:val>
                                            <p:strVal val="#ppt_x"/>
                                          </p:val>
                                        </p:tav>
                                      </p:tavLst>
                                    </p:anim>
                                    <p:anim calcmode="lin" valueType="num">
                                      <p:cBhvr additive="base">
                                        <p:cTn id="645" dur="500" fill="hold"/>
                                        <p:tgtEl>
                                          <p:spTgt spid="19"/>
                                        </p:tgtEl>
                                        <p:attrNameLst>
                                          <p:attrName>ppt_y</p:attrName>
                                        </p:attrNameLst>
                                      </p:cBhvr>
                                      <p:tavLst>
                                        <p:tav tm="0">
                                          <p:val>
                                            <p:strVal val="#ppt_y"/>
                                          </p:val>
                                        </p:tav>
                                        <p:tav tm="100000">
                                          <p:val>
                                            <p:strVal val="#ppt_y"/>
                                          </p:val>
                                        </p:tav>
                                      </p:tavLst>
                                    </p:anim>
                                  </p:childTnLst>
                                </p:cTn>
                              </p:par>
                              <p:par>
                                <p:cTn id="646" presetID="6" presetClass="emph" presetSubtype="0" fill="hold" grpId="21" nodeType="withEffect">
                                  <p:stCondLst>
                                    <p:cond delay="0"/>
                                  </p:stCondLst>
                                  <p:childTnLst>
                                    <p:animScale>
                                      <p:cBhvr>
                                        <p:cTn id="647" dur="500" fill="hold"/>
                                        <p:tgtEl>
                                          <p:spTgt spid="14"/>
                                        </p:tgtEl>
                                      </p:cBhvr>
                                      <p:by x="50000" y="50000"/>
                                    </p:animScale>
                                  </p:childTnLst>
                                </p:cTn>
                              </p:par>
                              <p:par>
                                <p:cTn id="648" presetID="35" presetClass="path" presetSubtype="0" accel="50000" decel="50000" fill="hold" grpId="22" nodeType="withEffect">
                                  <p:stCondLst>
                                    <p:cond delay="0"/>
                                  </p:stCondLst>
                                  <p:childTnLst>
                                    <p:animMotion origin="layout" path="M 3.33333E-6 -3.73117E-6 L -0.31667 -0.11448 " pathEditMode="relative" rAng="0" ptsTypes="AA">
                                      <p:cBhvr>
                                        <p:cTn id="649" dur="500" spd="-100000" fill="hold"/>
                                        <p:tgtEl>
                                          <p:spTgt spid="14"/>
                                        </p:tgtEl>
                                        <p:attrNameLst>
                                          <p:attrName>ppt_x</p:attrName>
                                          <p:attrName>ppt_y</p:attrName>
                                        </p:attrNameLst>
                                      </p:cBhvr>
                                      <p:rCtr x="-158" y="-57"/>
                                    </p:animMotion>
                                  </p:childTnLst>
                                </p:cTn>
                              </p:par>
                            </p:childTnLst>
                          </p:cTn>
                        </p:par>
                      </p:childTnLst>
                    </p:cTn>
                  </p:par>
                </p:childTnLst>
              </p:cTn>
              <p:nextCondLst>
                <p:cond evt="onClick" delay="0">
                  <p:tgtEl>
                    <p:spTgt spid="14"/>
                  </p:tgtEl>
                </p:cond>
              </p:nextCondLst>
            </p:seq>
            <p:seq concurrent="1" nextAc="seek">
              <p:cTn id="650" restart="whenNotActive" fill="hold" evtFilter="cancelBubble" nodeType="interactiveSeq">
                <p:stCondLst>
                  <p:cond evt="onClick" delay="0">
                    <p:tgtEl>
                      <p:spTgt spid="12"/>
                    </p:tgtEl>
                  </p:cond>
                </p:stCondLst>
                <p:endSync evt="end" delay="0">
                  <p:rtn val="all"/>
                </p:endSync>
                <p:childTnLst>
                  <p:par>
                    <p:cTn id="651" fill="hold">
                      <p:stCondLst>
                        <p:cond delay="0"/>
                      </p:stCondLst>
                      <p:childTnLst>
                        <p:par>
                          <p:cTn id="652" fill="hold">
                            <p:stCondLst>
                              <p:cond delay="0"/>
                            </p:stCondLst>
                            <p:childTnLst>
                              <p:par>
                                <p:cTn id="653" presetID="7" presetClass="exit" presetSubtype="4" fill="hold" grpId="9" nodeType="clickEffect">
                                  <p:stCondLst>
                                    <p:cond delay="0"/>
                                  </p:stCondLst>
                                  <p:childTnLst>
                                    <p:anim calcmode="lin" valueType="num">
                                      <p:cBhvr additive="base">
                                        <p:cTn id="654" dur="500"/>
                                        <p:tgtEl>
                                          <p:spTgt spid="4"/>
                                        </p:tgtEl>
                                        <p:attrNameLst>
                                          <p:attrName>ppt_x</p:attrName>
                                        </p:attrNameLst>
                                      </p:cBhvr>
                                      <p:tavLst>
                                        <p:tav tm="0">
                                          <p:val>
                                            <p:strVal val="ppt_x"/>
                                          </p:val>
                                        </p:tav>
                                        <p:tav tm="100000">
                                          <p:val>
                                            <p:strVal val="ppt_x"/>
                                          </p:val>
                                        </p:tav>
                                      </p:tavLst>
                                    </p:anim>
                                    <p:anim calcmode="lin" valueType="num">
                                      <p:cBhvr additive="base">
                                        <p:cTn id="655" dur="500"/>
                                        <p:tgtEl>
                                          <p:spTgt spid="4"/>
                                        </p:tgtEl>
                                        <p:attrNameLst>
                                          <p:attrName>ppt_y</p:attrName>
                                        </p:attrNameLst>
                                      </p:cBhvr>
                                      <p:tavLst>
                                        <p:tav tm="0">
                                          <p:val>
                                            <p:strVal val="ppt_y"/>
                                          </p:val>
                                        </p:tav>
                                        <p:tav tm="100000">
                                          <p:val>
                                            <p:strVal val="1+ppt_h/2"/>
                                          </p:val>
                                        </p:tav>
                                      </p:tavLst>
                                    </p:anim>
                                    <p:set>
                                      <p:cBhvr>
                                        <p:cTn id="656" dur="1" fill="hold">
                                          <p:stCondLst>
                                            <p:cond delay="499"/>
                                          </p:stCondLst>
                                        </p:cTn>
                                        <p:tgtEl>
                                          <p:spTgt spid="4"/>
                                        </p:tgtEl>
                                        <p:attrNameLst>
                                          <p:attrName>style.visibility</p:attrName>
                                        </p:attrNameLst>
                                      </p:cBhvr>
                                      <p:to>
                                        <p:strVal val="hidden"/>
                                      </p:to>
                                    </p:set>
                                  </p:childTnLst>
                                </p:cTn>
                              </p:par>
                              <p:par>
                                <p:cTn id="657" presetID="7" presetClass="exit" presetSubtype="4" fill="hold" grpId="9" nodeType="withEffect">
                                  <p:stCondLst>
                                    <p:cond delay="0"/>
                                  </p:stCondLst>
                                  <p:childTnLst>
                                    <p:anim calcmode="lin" valueType="num">
                                      <p:cBhvr additive="base">
                                        <p:cTn id="658" dur="500"/>
                                        <p:tgtEl>
                                          <p:spTgt spid="5"/>
                                        </p:tgtEl>
                                        <p:attrNameLst>
                                          <p:attrName>ppt_x</p:attrName>
                                        </p:attrNameLst>
                                      </p:cBhvr>
                                      <p:tavLst>
                                        <p:tav tm="0">
                                          <p:val>
                                            <p:strVal val="ppt_x"/>
                                          </p:val>
                                        </p:tav>
                                        <p:tav tm="100000">
                                          <p:val>
                                            <p:strVal val="ppt_x"/>
                                          </p:val>
                                        </p:tav>
                                      </p:tavLst>
                                    </p:anim>
                                    <p:anim calcmode="lin" valueType="num">
                                      <p:cBhvr additive="base">
                                        <p:cTn id="659" dur="500"/>
                                        <p:tgtEl>
                                          <p:spTgt spid="5"/>
                                        </p:tgtEl>
                                        <p:attrNameLst>
                                          <p:attrName>ppt_y</p:attrName>
                                        </p:attrNameLst>
                                      </p:cBhvr>
                                      <p:tavLst>
                                        <p:tav tm="0">
                                          <p:val>
                                            <p:strVal val="ppt_y"/>
                                          </p:val>
                                        </p:tav>
                                        <p:tav tm="100000">
                                          <p:val>
                                            <p:strVal val="1+ppt_h/2"/>
                                          </p:val>
                                        </p:tav>
                                      </p:tavLst>
                                    </p:anim>
                                    <p:set>
                                      <p:cBhvr>
                                        <p:cTn id="660" dur="1" fill="hold">
                                          <p:stCondLst>
                                            <p:cond delay="499"/>
                                          </p:stCondLst>
                                        </p:cTn>
                                        <p:tgtEl>
                                          <p:spTgt spid="5"/>
                                        </p:tgtEl>
                                        <p:attrNameLst>
                                          <p:attrName>style.visibility</p:attrName>
                                        </p:attrNameLst>
                                      </p:cBhvr>
                                      <p:to>
                                        <p:strVal val="hidden"/>
                                      </p:to>
                                    </p:set>
                                  </p:childTnLst>
                                </p:cTn>
                              </p:par>
                              <p:par>
                                <p:cTn id="661" presetID="7" presetClass="exit" presetSubtype="4" fill="hold" grpId="9" nodeType="withEffect">
                                  <p:stCondLst>
                                    <p:cond delay="0"/>
                                  </p:stCondLst>
                                  <p:childTnLst>
                                    <p:anim calcmode="lin" valueType="num">
                                      <p:cBhvr additive="base">
                                        <p:cTn id="662" dur="500"/>
                                        <p:tgtEl>
                                          <p:spTgt spid="6"/>
                                        </p:tgtEl>
                                        <p:attrNameLst>
                                          <p:attrName>ppt_x</p:attrName>
                                        </p:attrNameLst>
                                      </p:cBhvr>
                                      <p:tavLst>
                                        <p:tav tm="0">
                                          <p:val>
                                            <p:strVal val="ppt_x"/>
                                          </p:val>
                                        </p:tav>
                                        <p:tav tm="100000">
                                          <p:val>
                                            <p:strVal val="ppt_x"/>
                                          </p:val>
                                        </p:tav>
                                      </p:tavLst>
                                    </p:anim>
                                    <p:anim calcmode="lin" valueType="num">
                                      <p:cBhvr additive="base">
                                        <p:cTn id="663" dur="500"/>
                                        <p:tgtEl>
                                          <p:spTgt spid="6"/>
                                        </p:tgtEl>
                                        <p:attrNameLst>
                                          <p:attrName>ppt_y</p:attrName>
                                        </p:attrNameLst>
                                      </p:cBhvr>
                                      <p:tavLst>
                                        <p:tav tm="0">
                                          <p:val>
                                            <p:strVal val="ppt_y"/>
                                          </p:val>
                                        </p:tav>
                                        <p:tav tm="100000">
                                          <p:val>
                                            <p:strVal val="1+ppt_h/2"/>
                                          </p:val>
                                        </p:tav>
                                      </p:tavLst>
                                    </p:anim>
                                    <p:set>
                                      <p:cBhvr>
                                        <p:cTn id="664" dur="1" fill="hold">
                                          <p:stCondLst>
                                            <p:cond delay="499"/>
                                          </p:stCondLst>
                                        </p:cTn>
                                        <p:tgtEl>
                                          <p:spTgt spid="6"/>
                                        </p:tgtEl>
                                        <p:attrNameLst>
                                          <p:attrName>style.visibility</p:attrName>
                                        </p:attrNameLst>
                                      </p:cBhvr>
                                      <p:to>
                                        <p:strVal val="hidden"/>
                                      </p:to>
                                    </p:set>
                                  </p:childTnLst>
                                </p:cTn>
                              </p:par>
                              <p:par>
                                <p:cTn id="665" presetID="7" presetClass="exit" presetSubtype="4" fill="hold" grpId="9" nodeType="withEffect">
                                  <p:stCondLst>
                                    <p:cond delay="0"/>
                                  </p:stCondLst>
                                  <p:childTnLst>
                                    <p:anim calcmode="lin" valueType="num">
                                      <p:cBhvr additive="base">
                                        <p:cTn id="666" dur="500"/>
                                        <p:tgtEl>
                                          <p:spTgt spid="7"/>
                                        </p:tgtEl>
                                        <p:attrNameLst>
                                          <p:attrName>ppt_x</p:attrName>
                                        </p:attrNameLst>
                                      </p:cBhvr>
                                      <p:tavLst>
                                        <p:tav tm="0">
                                          <p:val>
                                            <p:strVal val="ppt_x"/>
                                          </p:val>
                                        </p:tav>
                                        <p:tav tm="100000">
                                          <p:val>
                                            <p:strVal val="ppt_x"/>
                                          </p:val>
                                        </p:tav>
                                      </p:tavLst>
                                    </p:anim>
                                    <p:anim calcmode="lin" valueType="num">
                                      <p:cBhvr additive="base">
                                        <p:cTn id="667" dur="500"/>
                                        <p:tgtEl>
                                          <p:spTgt spid="7"/>
                                        </p:tgtEl>
                                        <p:attrNameLst>
                                          <p:attrName>ppt_y</p:attrName>
                                        </p:attrNameLst>
                                      </p:cBhvr>
                                      <p:tavLst>
                                        <p:tav tm="0">
                                          <p:val>
                                            <p:strVal val="ppt_y"/>
                                          </p:val>
                                        </p:tav>
                                        <p:tav tm="100000">
                                          <p:val>
                                            <p:strVal val="1+ppt_h/2"/>
                                          </p:val>
                                        </p:tav>
                                      </p:tavLst>
                                    </p:anim>
                                    <p:set>
                                      <p:cBhvr>
                                        <p:cTn id="668" dur="1" fill="hold">
                                          <p:stCondLst>
                                            <p:cond delay="499"/>
                                          </p:stCondLst>
                                        </p:cTn>
                                        <p:tgtEl>
                                          <p:spTgt spid="7"/>
                                        </p:tgtEl>
                                        <p:attrNameLst>
                                          <p:attrName>style.visibility</p:attrName>
                                        </p:attrNameLst>
                                      </p:cBhvr>
                                      <p:to>
                                        <p:strVal val="hidden"/>
                                      </p:to>
                                    </p:set>
                                  </p:childTnLst>
                                </p:cTn>
                              </p:par>
                              <p:par>
                                <p:cTn id="669" presetID="7" presetClass="exit" presetSubtype="4" fill="hold" grpId="9" nodeType="withEffect">
                                  <p:stCondLst>
                                    <p:cond delay="0"/>
                                  </p:stCondLst>
                                  <p:childTnLst>
                                    <p:anim calcmode="lin" valueType="num">
                                      <p:cBhvr additive="base">
                                        <p:cTn id="670" dur="500"/>
                                        <p:tgtEl>
                                          <p:spTgt spid="8"/>
                                        </p:tgtEl>
                                        <p:attrNameLst>
                                          <p:attrName>ppt_x</p:attrName>
                                        </p:attrNameLst>
                                      </p:cBhvr>
                                      <p:tavLst>
                                        <p:tav tm="0">
                                          <p:val>
                                            <p:strVal val="ppt_x"/>
                                          </p:val>
                                        </p:tav>
                                        <p:tav tm="100000">
                                          <p:val>
                                            <p:strVal val="ppt_x"/>
                                          </p:val>
                                        </p:tav>
                                      </p:tavLst>
                                    </p:anim>
                                    <p:anim calcmode="lin" valueType="num">
                                      <p:cBhvr additive="base">
                                        <p:cTn id="671" dur="500"/>
                                        <p:tgtEl>
                                          <p:spTgt spid="8"/>
                                        </p:tgtEl>
                                        <p:attrNameLst>
                                          <p:attrName>ppt_y</p:attrName>
                                        </p:attrNameLst>
                                      </p:cBhvr>
                                      <p:tavLst>
                                        <p:tav tm="0">
                                          <p:val>
                                            <p:strVal val="ppt_y"/>
                                          </p:val>
                                        </p:tav>
                                        <p:tav tm="100000">
                                          <p:val>
                                            <p:strVal val="1+ppt_h/2"/>
                                          </p:val>
                                        </p:tav>
                                      </p:tavLst>
                                    </p:anim>
                                    <p:set>
                                      <p:cBhvr>
                                        <p:cTn id="672" dur="1" fill="hold">
                                          <p:stCondLst>
                                            <p:cond delay="499"/>
                                          </p:stCondLst>
                                        </p:cTn>
                                        <p:tgtEl>
                                          <p:spTgt spid="8"/>
                                        </p:tgtEl>
                                        <p:attrNameLst>
                                          <p:attrName>style.visibility</p:attrName>
                                        </p:attrNameLst>
                                      </p:cBhvr>
                                      <p:to>
                                        <p:strVal val="hidden"/>
                                      </p:to>
                                    </p:set>
                                  </p:childTnLst>
                                </p:cTn>
                              </p:par>
                              <p:par>
                                <p:cTn id="673" presetID="7" presetClass="exit" presetSubtype="4" fill="hold" grpId="9" nodeType="withEffect">
                                  <p:stCondLst>
                                    <p:cond delay="0"/>
                                  </p:stCondLst>
                                  <p:childTnLst>
                                    <p:anim calcmode="lin" valueType="num">
                                      <p:cBhvr additive="base">
                                        <p:cTn id="674" dur="500"/>
                                        <p:tgtEl>
                                          <p:spTgt spid="9"/>
                                        </p:tgtEl>
                                        <p:attrNameLst>
                                          <p:attrName>ppt_x</p:attrName>
                                        </p:attrNameLst>
                                      </p:cBhvr>
                                      <p:tavLst>
                                        <p:tav tm="0">
                                          <p:val>
                                            <p:strVal val="ppt_x"/>
                                          </p:val>
                                        </p:tav>
                                        <p:tav tm="100000">
                                          <p:val>
                                            <p:strVal val="ppt_x"/>
                                          </p:val>
                                        </p:tav>
                                      </p:tavLst>
                                    </p:anim>
                                    <p:anim calcmode="lin" valueType="num">
                                      <p:cBhvr additive="base">
                                        <p:cTn id="675" dur="500"/>
                                        <p:tgtEl>
                                          <p:spTgt spid="9"/>
                                        </p:tgtEl>
                                        <p:attrNameLst>
                                          <p:attrName>ppt_y</p:attrName>
                                        </p:attrNameLst>
                                      </p:cBhvr>
                                      <p:tavLst>
                                        <p:tav tm="0">
                                          <p:val>
                                            <p:strVal val="ppt_y"/>
                                          </p:val>
                                        </p:tav>
                                        <p:tav tm="100000">
                                          <p:val>
                                            <p:strVal val="1+ppt_h/2"/>
                                          </p:val>
                                        </p:tav>
                                      </p:tavLst>
                                    </p:anim>
                                    <p:set>
                                      <p:cBhvr>
                                        <p:cTn id="676" dur="1" fill="hold">
                                          <p:stCondLst>
                                            <p:cond delay="499"/>
                                          </p:stCondLst>
                                        </p:cTn>
                                        <p:tgtEl>
                                          <p:spTgt spid="9"/>
                                        </p:tgtEl>
                                        <p:attrNameLst>
                                          <p:attrName>style.visibility</p:attrName>
                                        </p:attrNameLst>
                                      </p:cBhvr>
                                      <p:to>
                                        <p:strVal val="hidden"/>
                                      </p:to>
                                    </p:set>
                                  </p:childTnLst>
                                </p:cTn>
                              </p:par>
                              <p:par>
                                <p:cTn id="677" presetID="7" presetClass="exit" presetSubtype="4" fill="hold" grpId="7" nodeType="withEffect">
                                  <p:stCondLst>
                                    <p:cond delay="0"/>
                                  </p:stCondLst>
                                  <p:childTnLst>
                                    <p:anim calcmode="lin" valueType="num">
                                      <p:cBhvr additive="base">
                                        <p:cTn id="678" dur="500"/>
                                        <p:tgtEl>
                                          <p:spTgt spid="10"/>
                                        </p:tgtEl>
                                        <p:attrNameLst>
                                          <p:attrName>ppt_x</p:attrName>
                                        </p:attrNameLst>
                                      </p:cBhvr>
                                      <p:tavLst>
                                        <p:tav tm="0">
                                          <p:val>
                                            <p:strVal val="ppt_x"/>
                                          </p:val>
                                        </p:tav>
                                        <p:tav tm="100000">
                                          <p:val>
                                            <p:strVal val="ppt_x"/>
                                          </p:val>
                                        </p:tav>
                                      </p:tavLst>
                                    </p:anim>
                                    <p:anim calcmode="lin" valueType="num">
                                      <p:cBhvr additive="base">
                                        <p:cTn id="679" dur="500"/>
                                        <p:tgtEl>
                                          <p:spTgt spid="10"/>
                                        </p:tgtEl>
                                        <p:attrNameLst>
                                          <p:attrName>ppt_y</p:attrName>
                                        </p:attrNameLst>
                                      </p:cBhvr>
                                      <p:tavLst>
                                        <p:tav tm="0">
                                          <p:val>
                                            <p:strVal val="ppt_y"/>
                                          </p:val>
                                        </p:tav>
                                        <p:tav tm="100000">
                                          <p:val>
                                            <p:strVal val="1+ppt_h/2"/>
                                          </p:val>
                                        </p:tav>
                                      </p:tavLst>
                                    </p:anim>
                                    <p:set>
                                      <p:cBhvr>
                                        <p:cTn id="680" dur="1" fill="hold">
                                          <p:stCondLst>
                                            <p:cond delay="499"/>
                                          </p:stCondLst>
                                        </p:cTn>
                                        <p:tgtEl>
                                          <p:spTgt spid="10"/>
                                        </p:tgtEl>
                                        <p:attrNameLst>
                                          <p:attrName>style.visibility</p:attrName>
                                        </p:attrNameLst>
                                      </p:cBhvr>
                                      <p:to>
                                        <p:strVal val="hidden"/>
                                      </p:to>
                                    </p:set>
                                  </p:childTnLst>
                                </p:cTn>
                              </p:par>
                              <p:par>
                                <p:cTn id="681" presetID="7" presetClass="exit" presetSubtype="4" fill="hold" grpId="7" nodeType="withEffect">
                                  <p:stCondLst>
                                    <p:cond delay="0"/>
                                  </p:stCondLst>
                                  <p:childTnLst>
                                    <p:anim calcmode="lin" valueType="num">
                                      <p:cBhvr additive="base">
                                        <p:cTn id="682" dur="500"/>
                                        <p:tgtEl>
                                          <p:spTgt spid="11"/>
                                        </p:tgtEl>
                                        <p:attrNameLst>
                                          <p:attrName>ppt_x</p:attrName>
                                        </p:attrNameLst>
                                      </p:cBhvr>
                                      <p:tavLst>
                                        <p:tav tm="0">
                                          <p:val>
                                            <p:strVal val="ppt_x"/>
                                          </p:val>
                                        </p:tav>
                                        <p:tav tm="100000">
                                          <p:val>
                                            <p:strVal val="ppt_x"/>
                                          </p:val>
                                        </p:tav>
                                      </p:tavLst>
                                    </p:anim>
                                    <p:anim calcmode="lin" valueType="num">
                                      <p:cBhvr additive="base">
                                        <p:cTn id="683" dur="500"/>
                                        <p:tgtEl>
                                          <p:spTgt spid="11"/>
                                        </p:tgtEl>
                                        <p:attrNameLst>
                                          <p:attrName>ppt_y</p:attrName>
                                        </p:attrNameLst>
                                      </p:cBhvr>
                                      <p:tavLst>
                                        <p:tav tm="0">
                                          <p:val>
                                            <p:strVal val="ppt_y"/>
                                          </p:val>
                                        </p:tav>
                                        <p:tav tm="100000">
                                          <p:val>
                                            <p:strVal val="1+ppt_h/2"/>
                                          </p:val>
                                        </p:tav>
                                      </p:tavLst>
                                    </p:anim>
                                    <p:set>
                                      <p:cBhvr>
                                        <p:cTn id="684" dur="1" fill="hold">
                                          <p:stCondLst>
                                            <p:cond delay="499"/>
                                          </p:stCondLst>
                                        </p:cTn>
                                        <p:tgtEl>
                                          <p:spTgt spid="11"/>
                                        </p:tgtEl>
                                        <p:attrNameLst>
                                          <p:attrName>style.visibility</p:attrName>
                                        </p:attrNameLst>
                                      </p:cBhvr>
                                      <p:to>
                                        <p:strVal val="hidden"/>
                                      </p:to>
                                    </p:set>
                                  </p:childTnLst>
                                </p:cTn>
                              </p:par>
                              <p:par>
                                <p:cTn id="685" presetID="7" presetClass="exit" presetSubtype="4" fill="hold" grpId="9" nodeType="withEffect">
                                  <p:stCondLst>
                                    <p:cond delay="0"/>
                                  </p:stCondLst>
                                  <p:childTnLst>
                                    <p:anim calcmode="lin" valueType="num">
                                      <p:cBhvr additive="base">
                                        <p:cTn id="686" dur="500"/>
                                        <p:tgtEl>
                                          <p:spTgt spid="13"/>
                                        </p:tgtEl>
                                        <p:attrNameLst>
                                          <p:attrName>ppt_x</p:attrName>
                                        </p:attrNameLst>
                                      </p:cBhvr>
                                      <p:tavLst>
                                        <p:tav tm="0">
                                          <p:val>
                                            <p:strVal val="ppt_x"/>
                                          </p:val>
                                        </p:tav>
                                        <p:tav tm="100000">
                                          <p:val>
                                            <p:strVal val="ppt_x"/>
                                          </p:val>
                                        </p:tav>
                                      </p:tavLst>
                                    </p:anim>
                                    <p:anim calcmode="lin" valueType="num">
                                      <p:cBhvr additive="base">
                                        <p:cTn id="687" dur="500"/>
                                        <p:tgtEl>
                                          <p:spTgt spid="13"/>
                                        </p:tgtEl>
                                        <p:attrNameLst>
                                          <p:attrName>ppt_y</p:attrName>
                                        </p:attrNameLst>
                                      </p:cBhvr>
                                      <p:tavLst>
                                        <p:tav tm="0">
                                          <p:val>
                                            <p:strVal val="ppt_y"/>
                                          </p:val>
                                        </p:tav>
                                        <p:tav tm="100000">
                                          <p:val>
                                            <p:strVal val="1+ppt_h/2"/>
                                          </p:val>
                                        </p:tav>
                                      </p:tavLst>
                                    </p:anim>
                                    <p:set>
                                      <p:cBhvr>
                                        <p:cTn id="688" dur="1" fill="hold">
                                          <p:stCondLst>
                                            <p:cond delay="499"/>
                                          </p:stCondLst>
                                        </p:cTn>
                                        <p:tgtEl>
                                          <p:spTgt spid="13"/>
                                        </p:tgtEl>
                                        <p:attrNameLst>
                                          <p:attrName>style.visibility</p:attrName>
                                        </p:attrNameLst>
                                      </p:cBhvr>
                                      <p:to>
                                        <p:strVal val="hidden"/>
                                      </p:to>
                                    </p:set>
                                  </p:childTnLst>
                                </p:cTn>
                              </p:par>
                              <p:par>
                                <p:cTn id="689" presetID="7" presetClass="exit" presetSubtype="4" fill="hold" grpId="7" nodeType="withEffect">
                                  <p:stCondLst>
                                    <p:cond delay="0"/>
                                  </p:stCondLst>
                                  <p:childTnLst>
                                    <p:anim calcmode="lin" valueType="num">
                                      <p:cBhvr additive="base">
                                        <p:cTn id="690" dur="500"/>
                                        <p:tgtEl>
                                          <p:spTgt spid="14"/>
                                        </p:tgtEl>
                                        <p:attrNameLst>
                                          <p:attrName>ppt_x</p:attrName>
                                        </p:attrNameLst>
                                      </p:cBhvr>
                                      <p:tavLst>
                                        <p:tav tm="0">
                                          <p:val>
                                            <p:strVal val="ppt_x"/>
                                          </p:val>
                                        </p:tav>
                                        <p:tav tm="100000">
                                          <p:val>
                                            <p:strVal val="ppt_x"/>
                                          </p:val>
                                        </p:tav>
                                      </p:tavLst>
                                    </p:anim>
                                    <p:anim calcmode="lin" valueType="num">
                                      <p:cBhvr additive="base">
                                        <p:cTn id="691" dur="500"/>
                                        <p:tgtEl>
                                          <p:spTgt spid="14"/>
                                        </p:tgtEl>
                                        <p:attrNameLst>
                                          <p:attrName>ppt_y</p:attrName>
                                        </p:attrNameLst>
                                      </p:cBhvr>
                                      <p:tavLst>
                                        <p:tav tm="0">
                                          <p:val>
                                            <p:strVal val="ppt_y"/>
                                          </p:val>
                                        </p:tav>
                                        <p:tav tm="100000">
                                          <p:val>
                                            <p:strVal val="1+ppt_h/2"/>
                                          </p:val>
                                        </p:tav>
                                      </p:tavLst>
                                    </p:anim>
                                    <p:set>
                                      <p:cBhvr>
                                        <p:cTn id="692" dur="1" fill="hold">
                                          <p:stCondLst>
                                            <p:cond delay="499"/>
                                          </p:stCondLst>
                                        </p:cTn>
                                        <p:tgtEl>
                                          <p:spTgt spid="14"/>
                                        </p:tgtEl>
                                        <p:attrNameLst>
                                          <p:attrName>style.visibility</p:attrName>
                                        </p:attrNameLst>
                                      </p:cBhvr>
                                      <p:to>
                                        <p:strVal val="hidden"/>
                                      </p:to>
                                    </p:set>
                                  </p:childTnLst>
                                </p:cTn>
                              </p:par>
                              <p:par>
                                <p:cTn id="693" presetID="7" presetClass="exit" presetSubtype="4" fill="hold" grpId="9" nodeType="withEffect">
                                  <p:stCondLst>
                                    <p:cond delay="0"/>
                                  </p:stCondLst>
                                  <p:childTnLst>
                                    <p:anim calcmode="lin" valueType="num">
                                      <p:cBhvr additive="base">
                                        <p:cTn id="694" dur="500"/>
                                        <p:tgtEl>
                                          <p:spTgt spid="15"/>
                                        </p:tgtEl>
                                        <p:attrNameLst>
                                          <p:attrName>ppt_x</p:attrName>
                                        </p:attrNameLst>
                                      </p:cBhvr>
                                      <p:tavLst>
                                        <p:tav tm="0">
                                          <p:val>
                                            <p:strVal val="ppt_x"/>
                                          </p:val>
                                        </p:tav>
                                        <p:tav tm="100000">
                                          <p:val>
                                            <p:strVal val="ppt_x"/>
                                          </p:val>
                                        </p:tav>
                                      </p:tavLst>
                                    </p:anim>
                                    <p:anim calcmode="lin" valueType="num">
                                      <p:cBhvr additive="base">
                                        <p:cTn id="695" dur="500"/>
                                        <p:tgtEl>
                                          <p:spTgt spid="15"/>
                                        </p:tgtEl>
                                        <p:attrNameLst>
                                          <p:attrName>ppt_y</p:attrName>
                                        </p:attrNameLst>
                                      </p:cBhvr>
                                      <p:tavLst>
                                        <p:tav tm="0">
                                          <p:val>
                                            <p:strVal val="ppt_y"/>
                                          </p:val>
                                        </p:tav>
                                        <p:tav tm="100000">
                                          <p:val>
                                            <p:strVal val="1+ppt_h/2"/>
                                          </p:val>
                                        </p:tav>
                                      </p:tavLst>
                                    </p:anim>
                                    <p:set>
                                      <p:cBhvr>
                                        <p:cTn id="696" dur="1" fill="hold">
                                          <p:stCondLst>
                                            <p:cond delay="499"/>
                                          </p:stCondLst>
                                        </p:cTn>
                                        <p:tgtEl>
                                          <p:spTgt spid="15"/>
                                        </p:tgtEl>
                                        <p:attrNameLst>
                                          <p:attrName>style.visibility</p:attrName>
                                        </p:attrNameLst>
                                      </p:cBhvr>
                                      <p:to>
                                        <p:strVal val="hidden"/>
                                      </p:to>
                                    </p:set>
                                  </p:childTnLst>
                                </p:cTn>
                              </p:par>
                              <p:par>
                                <p:cTn id="697" presetID="7" presetClass="exit" presetSubtype="4" fill="hold" grpId="9" nodeType="withEffect">
                                  <p:stCondLst>
                                    <p:cond delay="0"/>
                                  </p:stCondLst>
                                  <p:childTnLst>
                                    <p:anim calcmode="lin" valueType="num">
                                      <p:cBhvr additive="base">
                                        <p:cTn id="698" dur="500"/>
                                        <p:tgtEl>
                                          <p:spTgt spid="16"/>
                                        </p:tgtEl>
                                        <p:attrNameLst>
                                          <p:attrName>ppt_x</p:attrName>
                                        </p:attrNameLst>
                                      </p:cBhvr>
                                      <p:tavLst>
                                        <p:tav tm="0">
                                          <p:val>
                                            <p:strVal val="ppt_x"/>
                                          </p:val>
                                        </p:tav>
                                        <p:tav tm="100000">
                                          <p:val>
                                            <p:strVal val="ppt_x"/>
                                          </p:val>
                                        </p:tav>
                                      </p:tavLst>
                                    </p:anim>
                                    <p:anim calcmode="lin" valueType="num">
                                      <p:cBhvr additive="base">
                                        <p:cTn id="699" dur="500"/>
                                        <p:tgtEl>
                                          <p:spTgt spid="16"/>
                                        </p:tgtEl>
                                        <p:attrNameLst>
                                          <p:attrName>ppt_y</p:attrName>
                                        </p:attrNameLst>
                                      </p:cBhvr>
                                      <p:tavLst>
                                        <p:tav tm="0">
                                          <p:val>
                                            <p:strVal val="ppt_y"/>
                                          </p:val>
                                        </p:tav>
                                        <p:tav tm="100000">
                                          <p:val>
                                            <p:strVal val="1+ppt_h/2"/>
                                          </p:val>
                                        </p:tav>
                                      </p:tavLst>
                                    </p:anim>
                                    <p:set>
                                      <p:cBhvr>
                                        <p:cTn id="700" dur="1" fill="hold">
                                          <p:stCondLst>
                                            <p:cond delay="499"/>
                                          </p:stCondLst>
                                        </p:cTn>
                                        <p:tgtEl>
                                          <p:spTgt spid="16"/>
                                        </p:tgtEl>
                                        <p:attrNameLst>
                                          <p:attrName>style.visibility</p:attrName>
                                        </p:attrNameLst>
                                      </p:cBhvr>
                                      <p:to>
                                        <p:strVal val="hidden"/>
                                      </p:to>
                                    </p:set>
                                  </p:childTnLst>
                                </p:cTn>
                              </p:par>
                              <p:par>
                                <p:cTn id="701" presetID="7" presetClass="exit" presetSubtype="4" fill="hold" grpId="9" nodeType="withEffect">
                                  <p:stCondLst>
                                    <p:cond delay="0"/>
                                  </p:stCondLst>
                                  <p:childTnLst>
                                    <p:anim calcmode="lin" valueType="num">
                                      <p:cBhvr additive="base">
                                        <p:cTn id="702" dur="500"/>
                                        <p:tgtEl>
                                          <p:spTgt spid="17"/>
                                        </p:tgtEl>
                                        <p:attrNameLst>
                                          <p:attrName>ppt_x</p:attrName>
                                        </p:attrNameLst>
                                      </p:cBhvr>
                                      <p:tavLst>
                                        <p:tav tm="0">
                                          <p:val>
                                            <p:strVal val="ppt_x"/>
                                          </p:val>
                                        </p:tav>
                                        <p:tav tm="100000">
                                          <p:val>
                                            <p:strVal val="ppt_x"/>
                                          </p:val>
                                        </p:tav>
                                      </p:tavLst>
                                    </p:anim>
                                    <p:anim calcmode="lin" valueType="num">
                                      <p:cBhvr additive="base">
                                        <p:cTn id="703" dur="500"/>
                                        <p:tgtEl>
                                          <p:spTgt spid="17"/>
                                        </p:tgtEl>
                                        <p:attrNameLst>
                                          <p:attrName>ppt_y</p:attrName>
                                        </p:attrNameLst>
                                      </p:cBhvr>
                                      <p:tavLst>
                                        <p:tav tm="0">
                                          <p:val>
                                            <p:strVal val="ppt_y"/>
                                          </p:val>
                                        </p:tav>
                                        <p:tav tm="100000">
                                          <p:val>
                                            <p:strVal val="1+ppt_h/2"/>
                                          </p:val>
                                        </p:tav>
                                      </p:tavLst>
                                    </p:anim>
                                    <p:set>
                                      <p:cBhvr>
                                        <p:cTn id="704" dur="1" fill="hold">
                                          <p:stCondLst>
                                            <p:cond delay="499"/>
                                          </p:stCondLst>
                                        </p:cTn>
                                        <p:tgtEl>
                                          <p:spTgt spid="17"/>
                                        </p:tgtEl>
                                        <p:attrNameLst>
                                          <p:attrName>style.visibility</p:attrName>
                                        </p:attrNameLst>
                                      </p:cBhvr>
                                      <p:to>
                                        <p:strVal val="hidden"/>
                                      </p:to>
                                    </p:set>
                                  </p:childTnLst>
                                </p:cTn>
                              </p:par>
                              <p:par>
                                <p:cTn id="705" presetID="7" presetClass="exit" presetSubtype="4" fill="hold" grpId="7" nodeType="withEffect">
                                  <p:stCondLst>
                                    <p:cond delay="0"/>
                                  </p:stCondLst>
                                  <p:childTnLst>
                                    <p:anim calcmode="lin" valueType="num">
                                      <p:cBhvr additive="base">
                                        <p:cTn id="706" dur="500"/>
                                        <p:tgtEl>
                                          <p:spTgt spid="18"/>
                                        </p:tgtEl>
                                        <p:attrNameLst>
                                          <p:attrName>ppt_x</p:attrName>
                                        </p:attrNameLst>
                                      </p:cBhvr>
                                      <p:tavLst>
                                        <p:tav tm="0">
                                          <p:val>
                                            <p:strVal val="ppt_x"/>
                                          </p:val>
                                        </p:tav>
                                        <p:tav tm="100000">
                                          <p:val>
                                            <p:strVal val="ppt_x"/>
                                          </p:val>
                                        </p:tav>
                                      </p:tavLst>
                                    </p:anim>
                                    <p:anim calcmode="lin" valueType="num">
                                      <p:cBhvr additive="base">
                                        <p:cTn id="707" dur="500"/>
                                        <p:tgtEl>
                                          <p:spTgt spid="18"/>
                                        </p:tgtEl>
                                        <p:attrNameLst>
                                          <p:attrName>ppt_y</p:attrName>
                                        </p:attrNameLst>
                                      </p:cBhvr>
                                      <p:tavLst>
                                        <p:tav tm="0">
                                          <p:val>
                                            <p:strVal val="ppt_y"/>
                                          </p:val>
                                        </p:tav>
                                        <p:tav tm="100000">
                                          <p:val>
                                            <p:strVal val="1+ppt_h/2"/>
                                          </p:val>
                                        </p:tav>
                                      </p:tavLst>
                                    </p:anim>
                                    <p:set>
                                      <p:cBhvr>
                                        <p:cTn id="708" dur="1" fill="hold">
                                          <p:stCondLst>
                                            <p:cond delay="499"/>
                                          </p:stCondLst>
                                        </p:cTn>
                                        <p:tgtEl>
                                          <p:spTgt spid="18"/>
                                        </p:tgtEl>
                                        <p:attrNameLst>
                                          <p:attrName>style.visibility</p:attrName>
                                        </p:attrNameLst>
                                      </p:cBhvr>
                                      <p:to>
                                        <p:strVal val="hidden"/>
                                      </p:to>
                                    </p:set>
                                  </p:childTnLst>
                                </p:cTn>
                              </p:par>
                              <p:par>
                                <p:cTn id="709" presetID="7" presetClass="exit" presetSubtype="4" fill="hold" grpId="9" nodeType="withEffect">
                                  <p:stCondLst>
                                    <p:cond delay="0"/>
                                  </p:stCondLst>
                                  <p:childTnLst>
                                    <p:anim calcmode="lin" valueType="num">
                                      <p:cBhvr additive="base">
                                        <p:cTn id="710" dur="500"/>
                                        <p:tgtEl>
                                          <p:spTgt spid="19"/>
                                        </p:tgtEl>
                                        <p:attrNameLst>
                                          <p:attrName>ppt_x</p:attrName>
                                        </p:attrNameLst>
                                      </p:cBhvr>
                                      <p:tavLst>
                                        <p:tav tm="0">
                                          <p:val>
                                            <p:strVal val="ppt_x"/>
                                          </p:val>
                                        </p:tav>
                                        <p:tav tm="100000">
                                          <p:val>
                                            <p:strVal val="ppt_x"/>
                                          </p:val>
                                        </p:tav>
                                      </p:tavLst>
                                    </p:anim>
                                    <p:anim calcmode="lin" valueType="num">
                                      <p:cBhvr additive="base">
                                        <p:cTn id="711" dur="500"/>
                                        <p:tgtEl>
                                          <p:spTgt spid="19"/>
                                        </p:tgtEl>
                                        <p:attrNameLst>
                                          <p:attrName>ppt_y</p:attrName>
                                        </p:attrNameLst>
                                      </p:cBhvr>
                                      <p:tavLst>
                                        <p:tav tm="0">
                                          <p:val>
                                            <p:strVal val="ppt_y"/>
                                          </p:val>
                                        </p:tav>
                                        <p:tav tm="100000">
                                          <p:val>
                                            <p:strVal val="1+ppt_h/2"/>
                                          </p:val>
                                        </p:tav>
                                      </p:tavLst>
                                    </p:anim>
                                    <p:set>
                                      <p:cBhvr>
                                        <p:cTn id="712" dur="1" fill="hold">
                                          <p:stCondLst>
                                            <p:cond delay="499"/>
                                          </p:stCondLst>
                                        </p:cTn>
                                        <p:tgtEl>
                                          <p:spTgt spid="19"/>
                                        </p:tgtEl>
                                        <p:attrNameLst>
                                          <p:attrName>style.visibility</p:attrName>
                                        </p:attrNameLst>
                                      </p:cBhvr>
                                      <p:to>
                                        <p:strVal val="hidden"/>
                                      </p:to>
                                    </p:set>
                                  </p:childTnLst>
                                </p:cTn>
                              </p:par>
                              <p:par>
                                <p:cTn id="713" presetID="6" presetClass="emph" presetSubtype="0" fill="hold" grpId="19" nodeType="withEffect">
                                  <p:stCondLst>
                                    <p:cond delay="0"/>
                                  </p:stCondLst>
                                  <p:childTnLst>
                                    <p:animScale>
                                      <p:cBhvr>
                                        <p:cTn id="714" dur="500" fill="hold"/>
                                        <p:tgtEl>
                                          <p:spTgt spid="12"/>
                                        </p:tgtEl>
                                      </p:cBhvr>
                                      <p:by x="200000" y="200000"/>
                                    </p:animScale>
                                  </p:childTnLst>
                                </p:cTn>
                              </p:par>
                              <p:par>
                                <p:cTn id="715" presetID="35" presetClass="path" presetSubtype="0" accel="50000" decel="50000" fill="hold" grpId="20" nodeType="withEffect">
                                  <p:stCondLst>
                                    <p:cond delay="0"/>
                                  </p:stCondLst>
                                  <p:childTnLst>
                                    <p:animMotion origin="layout" path="M 3.33333E-6 -4.93627E-6 L -0.31667 -0.3504 " pathEditMode="relative" rAng="0" ptsTypes="AA">
                                      <p:cBhvr>
                                        <p:cTn id="716" dur="500" fill="hold"/>
                                        <p:tgtEl>
                                          <p:spTgt spid="12"/>
                                        </p:tgtEl>
                                        <p:attrNameLst>
                                          <p:attrName>ppt_x</p:attrName>
                                          <p:attrName>ppt_y</p:attrName>
                                        </p:attrNameLst>
                                      </p:cBhvr>
                                      <p:rCtr x="-158" y="-175"/>
                                    </p:animMotion>
                                  </p:childTnLst>
                                </p:cTn>
                              </p:par>
                            </p:childTnLst>
                          </p:cTn>
                        </p:par>
                      </p:childTnLst>
                    </p:cTn>
                  </p:par>
                  <p:par>
                    <p:cTn id="717" fill="hold">
                      <p:stCondLst>
                        <p:cond delay="indefinite"/>
                      </p:stCondLst>
                      <p:childTnLst>
                        <p:par>
                          <p:cTn id="718" fill="hold">
                            <p:stCondLst>
                              <p:cond delay="0"/>
                            </p:stCondLst>
                            <p:childTnLst>
                              <p:par>
                                <p:cTn id="719" presetID="7" presetClass="entr" presetSubtype="4" fill="hold" grpId="10" nodeType="clickEffect">
                                  <p:stCondLst>
                                    <p:cond delay="0"/>
                                  </p:stCondLst>
                                  <p:childTnLst>
                                    <p:set>
                                      <p:cBhvr>
                                        <p:cTn id="720" dur="1" fill="hold">
                                          <p:stCondLst>
                                            <p:cond delay="0"/>
                                          </p:stCondLst>
                                        </p:cTn>
                                        <p:tgtEl>
                                          <p:spTgt spid="4"/>
                                        </p:tgtEl>
                                        <p:attrNameLst>
                                          <p:attrName>style.visibility</p:attrName>
                                        </p:attrNameLst>
                                      </p:cBhvr>
                                      <p:to>
                                        <p:strVal val="visible"/>
                                      </p:to>
                                    </p:set>
                                    <p:anim calcmode="lin" valueType="num">
                                      <p:cBhvr additive="base">
                                        <p:cTn id="721" dur="500" fill="hold"/>
                                        <p:tgtEl>
                                          <p:spTgt spid="4"/>
                                        </p:tgtEl>
                                        <p:attrNameLst>
                                          <p:attrName>ppt_x</p:attrName>
                                        </p:attrNameLst>
                                      </p:cBhvr>
                                      <p:tavLst>
                                        <p:tav tm="0">
                                          <p:val>
                                            <p:strVal val="#ppt_x"/>
                                          </p:val>
                                        </p:tav>
                                        <p:tav tm="100000">
                                          <p:val>
                                            <p:strVal val="#ppt_x"/>
                                          </p:val>
                                        </p:tav>
                                      </p:tavLst>
                                    </p:anim>
                                    <p:anim calcmode="lin" valueType="num">
                                      <p:cBhvr additive="base">
                                        <p:cTn id="722" dur="500" fill="hold"/>
                                        <p:tgtEl>
                                          <p:spTgt spid="4"/>
                                        </p:tgtEl>
                                        <p:attrNameLst>
                                          <p:attrName>ppt_y</p:attrName>
                                        </p:attrNameLst>
                                      </p:cBhvr>
                                      <p:tavLst>
                                        <p:tav tm="0">
                                          <p:val>
                                            <p:strVal val="1+#ppt_h/2"/>
                                          </p:val>
                                        </p:tav>
                                        <p:tav tm="100000">
                                          <p:val>
                                            <p:strVal val="#ppt_y"/>
                                          </p:val>
                                        </p:tav>
                                      </p:tavLst>
                                    </p:anim>
                                  </p:childTnLst>
                                </p:cTn>
                              </p:par>
                              <p:par>
                                <p:cTn id="723" presetID="7" presetClass="entr" presetSubtype="4" fill="hold" grpId="10" nodeType="withEffect">
                                  <p:stCondLst>
                                    <p:cond delay="0"/>
                                  </p:stCondLst>
                                  <p:childTnLst>
                                    <p:set>
                                      <p:cBhvr>
                                        <p:cTn id="724" dur="1" fill="hold">
                                          <p:stCondLst>
                                            <p:cond delay="0"/>
                                          </p:stCondLst>
                                        </p:cTn>
                                        <p:tgtEl>
                                          <p:spTgt spid="5"/>
                                        </p:tgtEl>
                                        <p:attrNameLst>
                                          <p:attrName>style.visibility</p:attrName>
                                        </p:attrNameLst>
                                      </p:cBhvr>
                                      <p:to>
                                        <p:strVal val="visible"/>
                                      </p:to>
                                    </p:set>
                                    <p:anim calcmode="lin" valueType="num">
                                      <p:cBhvr additive="base">
                                        <p:cTn id="725" dur="500" fill="hold"/>
                                        <p:tgtEl>
                                          <p:spTgt spid="5"/>
                                        </p:tgtEl>
                                        <p:attrNameLst>
                                          <p:attrName>ppt_x</p:attrName>
                                        </p:attrNameLst>
                                      </p:cBhvr>
                                      <p:tavLst>
                                        <p:tav tm="0">
                                          <p:val>
                                            <p:strVal val="#ppt_x"/>
                                          </p:val>
                                        </p:tav>
                                        <p:tav tm="100000">
                                          <p:val>
                                            <p:strVal val="#ppt_x"/>
                                          </p:val>
                                        </p:tav>
                                      </p:tavLst>
                                    </p:anim>
                                    <p:anim calcmode="lin" valueType="num">
                                      <p:cBhvr additive="base">
                                        <p:cTn id="726" dur="500" fill="hold"/>
                                        <p:tgtEl>
                                          <p:spTgt spid="5"/>
                                        </p:tgtEl>
                                        <p:attrNameLst>
                                          <p:attrName>ppt_y</p:attrName>
                                        </p:attrNameLst>
                                      </p:cBhvr>
                                      <p:tavLst>
                                        <p:tav tm="0">
                                          <p:val>
                                            <p:strVal val="1+#ppt_h/2"/>
                                          </p:val>
                                        </p:tav>
                                        <p:tav tm="100000">
                                          <p:val>
                                            <p:strVal val="#ppt_y"/>
                                          </p:val>
                                        </p:tav>
                                      </p:tavLst>
                                    </p:anim>
                                  </p:childTnLst>
                                </p:cTn>
                              </p:par>
                              <p:par>
                                <p:cTn id="727" presetID="7" presetClass="entr" presetSubtype="4" fill="hold" grpId="10" nodeType="withEffect">
                                  <p:stCondLst>
                                    <p:cond delay="0"/>
                                  </p:stCondLst>
                                  <p:childTnLst>
                                    <p:set>
                                      <p:cBhvr>
                                        <p:cTn id="728" dur="1" fill="hold">
                                          <p:stCondLst>
                                            <p:cond delay="0"/>
                                          </p:stCondLst>
                                        </p:cTn>
                                        <p:tgtEl>
                                          <p:spTgt spid="6"/>
                                        </p:tgtEl>
                                        <p:attrNameLst>
                                          <p:attrName>style.visibility</p:attrName>
                                        </p:attrNameLst>
                                      </p:cBhvr>
                                      <p:to>
                                        <p:strVal val="visible"/>
                                      </p:to>
                                    </p:set>
                                    <p:anim calcmode="lin" valueType="num">
                                      <p:cBhvr additive="base">
                                        <p:cTn id="729" dur="500" fill="hold"/>
                                        <p:tgtEl>
                                          <p:spTgt spid="6"/>
                                        </p:tgtEl>
                                        <p:attrNameLst>
                                          <p:attrName>ppt_x</p:attrName>
                                        </p:attrNameLst>
                                      </p:cBhvr>
                                      <p:tavLst>
                                        <p:tav tm="0">
                                          <p:val>
                                            <p:strVal val="#ppt_x"/>
                                          </p:val>
                                        </p:tav>
                                        <p:tav tm="100000">
                                          <p:val>
                                            <p:strVal val="#ppt_x"/>
                                          </p:val>
                                        </p:tav>
                                      </p:tavLst>
                                    </p:anim>
                                    <p:anim calcmode="lin" valueType="num">
                                      <p:cBhvr additive="base">
                                        <p:cTn id="730" dur="500" fill="hold"/>
                                        <p:tgtEl>
                                          <p:spTgt spid="6"/>
                                        </p:tgtEl>
                                        <p:attrNameLst>
                                          <p:attrName>ppt_y</p:attrName>
                                        </p:attrNameLst>
                                      </p:cBhvr>
                                      <p:tavLst>
                                        <p:tav tm="0">
                                          <p:val>
                                            <p:strVal val="1+#ppt_h/2"/>
                                          </p:val>
                                        </p:tav>
                                        <p:tav tm="100000">
                                          <p:val>
                                            <p:strVal val="#ppt_y"/>
                                          </p:val>
                                        </p:tav>
                                      </p:tavLst>
                                    </p:anim>
                                  </p:childTnLst>
                                </p:cTn>
                              </p:par>
                              <p:par>
                                <p:cTn id="731" presetID="7" presetClass="entr" presetSubtype="4" fill="hold" grpId="10" nodeType="withEffect">
                                  <p:stCondLst>
                                    <p:cond delay="0"/>
                                  </p:stCondLst>
                                  <p:childTnLst>
                                    <p:set>
                                      <p:cBhvr>
                                        <p:cTn id="732" dur="1" fill="hold">
                                          <p:stCondLst>
                                            <p:cond delay="0"/>
                                          </p:stCondLst>
                                        </p:cTn>
                                        <p:tgtEl>
                                          <p:spTgt spid="7"/>
                                        </p:tgtEl>
                                        <p:attrNameLst>
                                          <p:attrName>style.visibility</p:attrName>
                                        </p:attrNameLst>
                                      </p:cBhvr>
                                      <p:to>
                                        <p:strVal val="visible"/>
                                      </p:to>
                                    </p:set>
                                    <p:anim calcmode="lin" valueType="num">
                                      <p:cBhvr additive="base">
                                        <p:cTn id="733" dur="500" fill="hold"/>
                                        <p:tgtEl>
                                          <p:spTgt spid="7"/>
                                        </p:tgtEl>
                                        <p:attrNameLst>
                                          <p:attrName>ppt_x</p:attrName>
                                        </p:attrNameLst>
                                      </p:cBhvr>
                                      <p:tavLst>
                                        <p:tav tm="0">
                                          <p:val>
                                            <p:strVal val="#ppt_x"/>
                                          </p:val>
                                        </p:tav>
                                        <p:tav tm="100000">
                                          <p:val>
                                            <p:strVal val="#ppt_x"/>
                                          </p:val>
                                        </p:tav>
                                      </p:tavLst>
                                    </p:anim>
                                    <p:anim calcmode="lin" valueType="num">
                                      <p:cBhvr additive="base">
                                        <p:cTn id="734" dur="500" fill="hold"/>
                                        <p:tgtEl>
                                          <p:spTgt spid="7"/>
                                        </p:tgtEl>
                                        <p:attrNameLst>
                                          <p:attrName>ppt_y</p:attrName>
                                        </p:attrNameLst>
                                      </p:cBhvr>
                                      <p:tavLst>
                                        <p:tav tm="0">
                                          <p:val>
                                            <p:strVal val="1+#ppt_h/2"/>
                                          </p:val>
                                        </p:tav>
                                        <p:tav tm="100000">
                                          <p:val>
                                            <p:strVal val="#ppt_y"/>
                                          </p:val>
                                        </p:tav>
                                      </p:tavLst>
                                    </p:anim>
                                  </p:childTnLst>
                                </p:cTn>
                              </p:par>
                              <p:par>
                                <p:cTn id="735" presetID="7" presetClass="entr" presetSubtype="4" fill="hold" grpId="10" nodeType="withEffect">
                                  <p:stCondLst>
                                    <p:cond delay="0"/>
                                  </p:stCondLst>
                                  <p:childTnLst>
                                    <p:set>
                                      <p:cBhvr>
                                        <p:cTn id="736" dur="1" fill="hold">
                                          <p:stCondLst>
                                            <p:cond delay="0"/>
                                          </p:stCondLst>
                                        </p:cTn>
                                        <p:tgtEl>
                                          <p:spTgt spid="8"/>
                                        </p:tgtEl>
                                        <p:attrNameLst>
                                          <p:attrName>style.visibility</p:attrName>
                                        </p:attrNameLst>
                                      </p:cBhvr>
                                      <p:to>
                                        <p:strVal val="visible"/>
                                      </p:to>
                                    </p:set>
                                    <p:anim calcmode="lin" valueType="num">
                                      <p:cBhvr additive="base">
                                        <p:cTn id="737" dur="500" fill="hold"/>
                                        <p:tgtEl>
                                          <p:spTgt spid="8"/>
                                        </p:tgtEl>
                                        <p:attrNameLst>
                                          <p:attrName>ppt_x</p:attrName>
                                        </p:attrNameLst>
                                      </p:cBhvr>
                                      <p:tavLst>
                                        <p:tav tm="0">
                                          <p:val>
                                            <p:strVal val="#ppt_x"/>
                                          </p:val>
                                        </p:tav>
                                        <p:tav tm="100000">
                                          <p:val>
                                            <p:strVal val="#ppt_x"/>
                                          </p:val>
                                        </p:tav>
                                      </p:tavLst>
                                    </p:anim>
                                    <p:anim calcmode="lin" valueType="num">
                                      <p:cBhvr additive="base">
                                        <p:cTn id="738" dur="500" fill="hold"/>
                                        <p:tgtEl>
                                          <p:spTgt spid="8"/>
                                        </p:tgtEl>
                                        <p:attrNameLst>
                                          <p:attrName>ppt_y</p:attrName>
                                        </p:attrNameLst>
                                      </p:cBhvr>
                                      <p:tavLst>
                                        <p:tav tm="0">
                                          <p:val>
                                            <p:strVal val="1+#ppt_h/2"/>
                                          </p:val>
                                        </p:tav>
                                        <p:tav tm="100000">
                                          <p:val>
                                            <p:strVal val="#ppt_y"/>
                                          </p:val>
                                        </p:tav>
                                      </p:tavLst>
                                    </p:anim>
                                  </p:childTnLst>
                                </p:cTn>
                              </p:par>
                              <p:par>
                                <p:cTn id="739" presetID="7" presetClass="entr" presetSubtype="4" fill="hold" grpId="10" nodeType="withEffect">
                                  <p:stCondLst>
                                    <p:cond delay="0"/>
                                  </p:stCondLst>
                                  <p:childTnLst>
                                    <p:set>
                                      <p:cBhvr>
                                        <p:cTn id="740" dur="1" fill="hold">
                                          <p:stCondLst>
                                            <p:cond delay="0"/>
                                          </p:stCondLst>
                                        </p:cTn>
                                        <p:tgtEl>
                                          <p:spTgt spid="9"/>
                                        </p:tgtEl>
                                        <p:attrNameLst>
                                          <p:attrName>style.visibility</p:attrName>
                                        </p:attrNameLst>
                                      </p:cBhvr>
                                      <p:to>
                                        <p:strVal val="visible"/>
                                      </p:to>
                                    </p:set>
                                    <p:anim calcmode="lin" valueType="num">
                                      <p:cBhvr additive="base">
                                        <p:cTn id="741" dur="500" fill="hold"/>
                                        <p:tgtEl>
                                          <p:spTgt spid="9"/>
                                        </p:tgtEl>
                                        <p:attrNameLst>
                                          <p:attrName>ppt_x</p:attrName>
                                        </p:attrNameLst>
                                      </p:cBhvr>
                                      <p:tavLst>
                                        <p:tav tm="0">
                                          <p:val>
                                            <p:strVal val="#ppt_x"/>
                                          </p:val>
                                        </p:tav>
                                        <p:tav tm="100000">
                                          <p:val>
                                            <p:strVal val="#ppt_x"/>
                                          </p:val>
                                        </p:tav>
                                      </p:tavLst>
                                    </p:anim>
                                    <p:anim calcmode="lin" valueType="num">
                                      <p:cBhvr additive="base">
                                        <p:cTn id="742" dur="500" fill="hold"/>
                                        <p:tgtEl>
                                          <p:spTgt spid="9"/>
                                        </p:tgtEl>
                                        <p:attrNameLst>
                                          <p:attrName>ppt_y</p:attrName>
                                        </p:attrNameLst>
                                      </p:cBhvr>
                                      <p:tavLst>
                                        <p:tav tm="0">
                                          <p:val>
                                            <p:strVal val="1+#ppt_h/2"/>
                                          </p:val>
                                        </p:tav>
                                        <p:tav tm="100000">
                                          <p:val>
                                            <p:strVal val="#ppt_y"/>
                                          </p:val>
                                        </p:tav>
                                      </p:tavLst>
                                    </p:anim>
                                  </p:childTnLst>
                                </p:cTn>
                              </p:par>
                              <p:par>
                                <p:cTn id="743" presetID="7" presetClass="entr" presetSubtype="4" fill="hold" grpId="8" nodeType="withEffect">
                                  <p:stCondLst>
                                    <p:cond delay="0"/>
                                  </p:stCondLst>
                                  <p:childTnLst>
                                    <p:set>
                                      <p:cBhvr>
                                        <p:cTn id="744" dur="1" fill="hold">
                                          <p:stCondLst>
                                            <p:cond delay="0"/>
                                          </p:stCondLst>
                                        </p:cTn>
                                        <p:tgtEl>
                                          <p:spTgt spid="10"/>
                                        </p:tgtEl>
                                        <p:attrNameLst>
                                          <p:attrName>style.visibility</p:attrName>
                                        </p:attrNameLst>
                                      </p:cBhvr>
                                      <p:to>
                                        <p:strVal val="visible"/>
                                      </p:to>
                                    </p:set>
                                    <p:anim calcmode="lin" valueType="num">
                                      <p:cBhvr additive="base">
                                        <p:cTn id="745" dur="500" fill="hold"/>
                                        <p:tgtEl>
                                          <p:spTgt spid="10"/>
                                        </p:tgtEl>
                                        <p:attrNameLst>
                                          <p:attrName>ppt_x</p:attrName>
                                        </p:attrNameLst>
                                      </p:cBhvr>
                                      <p:tavLst>
                                        <p:tav tm="0">
                                          <p:val>
                                            <p:strVal val="#ppt_x"/>
                                          </p:val>
                                        </p:tav>
                                        <p:tav tm="100000">
                                          <p:val>
                                            <p:strVal val="#ppt_x"/>
                                          </p:val>
                                        </p:tav>
                                      </p:tavLst>
                                    </p:anim>
                                    <p:anim calcmode="lin" valueType="num">
                                      <p:cBhvr additive="base">
                                        <p:cTn id="746" dur="500" fill="hold"/>
                                        <p:tgtEl>
                                          <p:spTgt spid="10"/>
                                        </p:tgtEl>
                                        <p:attrNameLst>
                                          <p:attrName>ppt_y</p:attrName>
                                        </p:attrNameLst>
                                      </p:cBhvr>
                                      <p:tavLst>
                                        <p:tav tm="0">
                                          <p:val>
                                            <p:strVal val="1+#ppt_h/2"/>
                                          </p:val>
                                        </p:tav>
                                        <p:tav tm="100000">
                                          <p:val>
                                            <p:strVal val="#ppt_y"/>
                                          </p:val>
                                        </p:tav>
                                      </p:tavLst>
                                    </p:anim>
                                  </p:childTnLst>
                                </p:cTn>
                              </p:par>
                              <p:par>
                                <p:cTn id="747" presetID="7" presetClass="entr" presetSubtype="4" fill="hold" grpId="8" nodeType="withEffect">
                                  <p:stCondLst>
                                    <p:cond delay="0"/>
                                  </p:stCondLst>
                                  <p:childTnLst>
                                    <p:set>
                                      <p:cBhvr>
                                        <p:cTn id="748" dur="1" fill="hold">
                                          <p:stCondLst>
                                            <p:cond delay="0"/>
                                          </p:stCondLst>
                                        </p:cTn>
                                        <p:tgtEl>
                                          <p:spTgt spid="11"/>
                                        </p:tgtEl>
                                        <p:attrNameLst>
                                          <p:attrName>style.visibility</p:attrName>
                                        </p:attrNameLst>
                                      </p:cBhvr>
                                      <p:to>
                                        <p:strVal val="visible"/>
                                      </p:to>
                                    </p:set>
                                    <p:anim calcmode="lin" valueType="num">
                                      <p:cBhvr additive="base">
                                        <p:cTn id="749" dur="500" fill="hold"/>
                                        <p:tgtEl>
                                          <p:spTgt spid="11"/>
                                        </p:tgtEl>
                                        <p:attrNameLst>
                                          <p:attrName>ppt_x</p:attrName>
                                        </p:attrNameLst>
                                      </p:cBhvr>
                                      <p:tavLst>
                                        <p:tav tm="0">
                                          <p:val>
                                            <p:strVal val="#ppt_x"/>
                                          </p:val>
                                        </p:tav>
                                        <p:tav tm="100000">
                                          <p:val>
                                            <p:strVal val="#ppt_x"/>
                                          </p:val>
                                        </p:tav>
                                      </p:tavLst>
                                    </p:anim>
                                    <p:anim calcmode="lin" valueType="num">
                                      <p:cBhvr additive="base">
                                        <p:cTn id="750" dur="500" fill="hold"/>
                                        <p:tgtEl>
                                          <p:spTgt spid="11"/>
                                        </p:tgtEl>
                                        <p:attrNameLst>
                                          <p:attrName>ppt_y</p:attrName>
                                        </p:attrNameLst>
                                      </p:cBhvr>
                                      <p:tavLst>
                                        <p:tav tm="0">
                                          <p:val>
                                            <p:strVal val="1+#ppt_h/2"/>
                                          </p:val>
                                        </p:tav>
                                        <p:tav tm="100000">
                                          <p:val>
                                            <p:strVal val="#ppt_y"/>
                                          </p:val>
                                        </p:tav>
                                      </p:tavLst>
                                    </p:anim>
                                  </p:childTnLst>
                                </p:cTn>
                              </p:par>
                              <p:par>
                                <p:cTn id="751" presetID="7" presetClass="entr" presetSubtype="4" fill="hold" grpId="10" nodeType="withEffect">
                                  <p:stCondLst>
                                    <p:cond delay="0"/>
                                  </p:stCondLst>
                                  <p:childTnLst>
                                    <p:set>
                                      <p:cBhvr>
                                        <p:cTn id="752" dur="1" fill="hold">
                                          <p:stCondLst>
                                            <p:cond delay="0"/>
                                          </p:stCondLst>
                                        </p:cTn>
                                        <p:tgtEl>
                                          <p:spTgt spid="13"/>
                                        </p:tgtEl>
                                        <p:attrNameLst>
                                          <p:attrName>style.visibility</p:attrName>
                                        </p:attrNameLst>
                                      </p:cBhvr>
                                      <p:to>
                                        <p:strVal val="visible"/>
                                      </p:to>
                                    </p:set>
                                    <p:anim calcmode="lin" valueType="num">
                                      <p:cBhvr additive="base">
                                        <p:cTn id="753" dur="500" fill="hold"/>
                                        <p:tgtEl>
                                          <p:spTgt spid="13"/>
                                        </p:tgtEl>
                                        <p:attrNameLst>
                                          <p:attrName>ppt_x</p:attrName>
                                        </p:attrNameLst>
                                      </p:cBhvr>
                                      <p:tavLst>
                                        <p:tav tm="0">
                                          <p:val>
                                            <p:strVal val="#ppt_x"/>
                                          </p:val>
                                        </p:tav>
                                        <p:tav tm="100000">
                                          <p:val>
                                            <p:strVal val="#ppt_x"/>
                                          </p:val>
                                        </p:tav>
                                      </p:tavLst>
                                    </p:anim>
                                    <p:anim calcmode="lin" valueType="num">
                                      <p:cBhvr additive="base">
                                        <p:cTn id="754" dur="500" fill="hold"/>
                                        <p:tgtEl>
                                          <p:spTgt spid="13"/>
                                        </p:tgtEl>
                                        <p:attrNameLst>
                                          <p:attrName>ppt_y</p:attrName>
                                        </p:attrNameLst>
                                      </p:cBhvr>
                                      <p:tavLst>
                                        <p:tav tm="0">
                                          <p:val>
                                            <p:strVal val="1+#ppt_h/2"/>
                                          </p:val>
                                        </p:tav>
                                        <p:tav tm="100000">
                                          <p:val>
                                            <p:strVal val="#ppt_y"/>
                                          </p:val>
                                        </p:tav>
                                      </p:tavLst>
                                    </p:anim>
                                  </p:childTnLst>
                                </p:cTn>
                              </p:par>
                              <p:par>
                                <p:cTn id="755" presetID="7" presetClass="entr" presetSubtype="4" fill="hold" grpId="8" nodeType="withEffect">
                                  <p:stCondLst>
                                    <p:cond delay="0"/>
                                  </p:stCondLst>
                                  <p:childTnLst>
                                    <p:set>
                                      <p:cBhvr>
                                        <p:cTn id="756" dur="1" fill="hold">
                                          <p:stCondLst>
                                            <p:cond delay="0"/>
                                          </p:stCondLst>
                                        </p:cTn>
                                        <p:tgtEl>
                                          <p:spTgt spid="14"/>
                                        </p:tgtEl>
                                        <p:attrNameLst>
                                          <p:attrName>style.visibility</p:attrName>
                                        </p:attrNameLst>
                                      </p:cBhvr>
                                      <p:to>
                                        <p:strVal val="visible"/>
                                      </p:to>
                                    </p:set>
                                    <p:anim calcmode="lin" valueType="num">
                                      <p:cBhvr additive="base">
                                        <p:cTn id="757" dur="500" fill="hold"/>
                                        <p:tgtEl>
                                          <p:spTgt spid="14"/>
                                        </p:tgtEl>
                                        <p:attrNameLst>
                                          <p:attrName>ppt_x</p:attrName>
                                        </p:attrNameLst>
                                      </p:cBhvr>
                                      <p:tavLst>
                                        <p:tav tm="0">
                                          <p:val>
                                            <p:strVal val="#ppt_x"/>
                                          </p:val>
                                        </p:tav>
                                        <p:tav tm="100000">
                                          <p:val>
                                            <p:strVal val="#ppt_x"/>
                                          </p:val>
                                        </p:tav>
                                      </p:tavLst>
                                    </p:anim>
                                    <p:anim calcmode="lin" valueType="num">
                                      <p:cBhvr additive="base">
                                        <p:cTn id="758" dur="500" fill="hold"/>
                                        <p:tgtEl>
                                          <p:spTgt spid="14"/>
                                        </p:tgtEl>
                                        <p:attrNameLst>
                                          <p:attrName>ppt_y</p:attrName>
                                        </p:attrNameLst>
                                      </p:cBhvr>
                                      <p:tavLst>
                                        <p:tav tm="0">
                                          <p:val>
                                            <p:strVal val="1+#ppt_h/2"/>
                                          </p:val>
                                        </p:tav>
                                        <p:tav tm="100000">
                                          <p:val>
                                            <p:strVal val="#ppt_y"/>
                                          </p:val>
                                        </p:tav>
                                      </p:tavLst>
                                    </p:anim>
                                  </p:childTnLst>
                                </p:cTn>
                              </p:par>
                              <p:par>
                                <p:cTn id="759" presetID="7" presetClass="entr" presetSubtype="4" fill="hold" grpId="10" nodeType="withEffect">
                                  <p:stCondLst>
                                    <p:cond delay="0"/>
                                  </p:stCondLst>
                                  <p:childTnLst>
                                    <p:set>
                                      <p:cBhvr>
                                        <p:cTn id="760" dur="1" fill="hold">
                                          <p:stCondLst>
                                            <p:cond delay="0"/>
                                          </p:stCondLst>
                                        </p:cTn>
                                        <p:tgtEl>
                                          <p:spTgt spid="15"/>
                                        </p:tgtEl>
                                        <p:attrNameLst>
                                          <p:attrName>style.visibility</p:attrName>
                                        </p:attrNameLst>
                                      </p:cBhvr>
                                      <p:to>
                                        <p:strVal val="visible"/>
                                      </p:to>
                                    </p:set>
                                    <p:anim calcmode="lin" valueType="num">
                                      <p:cBhvr additive="base">
                                        <p:cTn id="761" dur="500" fill="hold"/>
                                        <p:tgtEl>
                                          <p:spTgt spid="15"/>
                                        </p:tgtEl>
                                        <p:attrNameLst>
                                          <p:attrName>ppt_x</p:attrName>
                                        </p:attrNameLst>
                                      </p:cBhvr>
                                      <p:tavLst>
                                        <p:tav tm="0">
                                          <p:val>
                                            <p:strVal val="#ppt_x"/>
                                          </p:val>
                                        </p:tav>
                                        <p:tav tm="100000">
                                          <p:val>
                                            <p:strVal val="#ppt_x"/>
                                          </p:val>
                                        </p:tav>
                                      </p:tavLst>
                                    </p:anim>
                                    <p:anim calcmode="lin" valueType="num">
                                      <p:cBhvr additive="base">
                                        <p:cTn id="762" dur="500" fill="hold"/>
                                        <p:tgtEl>
                                          <p:spTgt spid="15"/>
                                        </p:tgtEl>
                                        <p:attrNameLst>
                                          <p:attrName>ppt_y</p:attrName>
                                        </p:attrNameLst>
                                      </p:cBhvr>
                                      <p:tavLst>
                                        <p:tav tm="0">
                                          <p:val>
                                            <p:strVal val="1+#ppt_h/2"/>
                                          </p:val>
                                        </p:tav>
                                        <p:tav tm="100000">
                                          <p:val>
                                            <p:strVal val="#ppt_y"/>
                                          </p:val>
                                        </p:tav>
                                      </p:tavLst>
                                    </p:anim>
                                  </p:childTnLst>
                                </p:cTn>
                              </p:par>
                              <p:par>
                                <p:cTn id="763" presetID="7" presetClass="entr" presetSubtype="4" fill="hold" grpId="10" nodeType="withEffect">
                                  <p:stCondLst>
                                    <p:cond delay="0"/>
                                  </p:stCondLst>
                                  <p:childTnLst>
                                    <p:set>
                                      <p:cBhvr>
                                        <p:cTn id="764" dur="1" fill="hold">
                                          <p:stCondLst>
                                            <p:cond delay="0"/>
                                          </p:stCondLst>
                                        </p:cTn>
                                        <p:tgtEl>
                                          <p:spTgt spid="16"/>
                                        </p:tgtEl>
                                        <p:attrNameLst>
                                          <p:attrName>style.visibility</p:attrName>
                                        </p:attrNameLst>
                                      </p:cBhvr>
                                      <p:to>
                                        <p:strVal val="visible"/>
                                      </p:to>
                                    </p:set>
                                    <p:anim calcmode="lin" valueType="num">
                                      <p:cBhvr additive="base">
                                        <p:cTn id="765" dur="500" fill="hold"/>
                                        <p:tgtEl>
                                          <p:spTgt spid="16"/>
                                        </p:tgtEl>
                                        <p:attrNameLst>
                                          <p:attrName>ppt_x</p:attrName>
                                        </p:attrNameLst>
                                      </p:cBhvr>
                                      <p:tavLst>
                                        <p:tav tm="0">
                                          <p:val>
                                            <p:strVal val="#ppt_x"/>
                                          </p:val>
                                        </p:tav>
                                        <p:tav tm="100000">
                                          <p:val>
                                            <p:strVal val="#ppt_x"/>
                                          </p:val>
                                        </p:tav>
                                      </p:tavLst>
                                    </p:anim>
                                    <p:anim calcmode="lin" valueType="num">
                                      <p:cBhvr additive="base">
                                        <p:cTn id="766" dur="500" fill="hold"/>
                                        <p:tgtEl>
                                          <p:spTgt spid="16"/>
                                        </p:tgtEl>
                                        <p:attrNameLst>
                                          <p:attrName>ppt_y</p:attrName>
                                        </p:attrNameLst>
                                      </p:cBhvr>
                                      <p:tavLst>
                                        <p:tav tm="0">
                                          <p:val>
                                            <p:strVal val="1+#ppt_h/2"/>
                                          </p:val>
                                        </p:tav>
                                        <p:tav tm="100000">
                                          <p:val>
                                            <p:strVal val="#ppt_y"/>
                                          </p:val>
                                        </p:tav>
                                      </p:tavLst>
                                    </p:anim>
                                  </p:childTnLst>
                                </p:cTn>
                              </p:par>
                              <p:par>
                                <p:cTn id="767" presetID="7" presetClass="entr" presetSubtype="4" fill="hold" grpId="10" nodeType="withEffect">
                                  <p:stCondLst>
                                    <p:cond delay="0"/>
                                  </p:stCondLst>
                                  <p:childTnLst>
                                    <p:set>
                                      <p:cBhvr>
                                        <p:cTn id="768" dur="1" fill="hold">
                                          <p:stCondLst>
                                            <p:cond delay="0"/>
                                          </p:stCondLst>
                                        </p:cTn>
                                        <p:tgtEl>
                                          <p:spTgt spid="17"/>
                                        </p:tgtEl>
                                        <p:attrNameLst>
                                          <p:attrName>style.visibility</p:attrName>
                                        </p:attrNameLst>
                                      </p:cBhvr>
                                      <p:to>
                                        <p:strVal val="visible"/>
                                      </p:to>
                                    </p:set>
                                    <p:anim calcmode="lin" valueType="num">
                                      <p:cBhvr additive="base">
                                        <p:cTn id="769" dur="500" fill="hold"/>
                                        <p:tgtEl>
                                          <p:spTgt spid="17"/>
                                        </p:tgtEl>
                                        <p:attrNameLst>
                                          <p:attrName>ppt_x</p:attrName>
                                        </p:attrNameLst>
                                      </p:cBhvr>
                                      <p:tavLst>
                                        <p:tav tm="0">
                                          <p:val>
                                            <p:strVal val="#ppt_x"/>
                                          </p:val>
                                        </p:tav>
                                        <p:tav tm="100000">
                                          <p:val>
                                            <p:strVal val="#ppt_x"/>
                                          </p:val>
                                        </p:tav>
                                      </p:tavLst>
                                    </p:anim>
                                    <p:anim calcmode="lin" valueType="num">
                                      <p:cBhvr additive="base">
                                        <p:cTn id="770" dur="500" fill="hold"/>
                                        <p:tgtEl>
                                          <p:spTgt spid="17"/>
                                        </p:tgtEl>
                                        <p:attrNameLst>
                                          <p:attrName>ppt_y</p:attrName>
                                        </p:attrNameLst>
                                      </p:cBhvr>
                                      <p:tavLst>
                                        <p:tav tm="0">
                                          <p:val>
                                            <p:strVal val="1+#ppt_h/2"/>
                                          </p:val>
                                        </p:tav>
                                        <p:tav tm="100000">
                                          <p:val>
                                            <p:strVal val="#ppt_y"/>
                                          </p:val>
                                        </p:tav>
                                      </p:tavLst>
                                    </p:anim>
                                  </p:childTnLst>
                                </p:cTn>
                              </p:par>
                              <p:par>
                                <p:cTn id="771" presetID="7" presetClass="entr" presetSubtype="4" fill="hold" grpId="8" nodeType="withEffect">
                                  <p:stCondLst>
                                    <p:cond delay="0"/>
                                  </p:stCondLst>
                                  <p:childTnLst>
                                    <p:set>
                                      <p:cBhvr>
                                        <p:cTn id="772" dur="1" fill="hold">
                                          <p:stCondLst>
                                            <p:cond delay="0"/>
                                          </p:stCondLst>
                                        </p:cTn>
                                        <p:tgtEl>
                                          <p:spTgt spid="18"/>
                                        </p:tgtEl>
                                        <p:attrNameLst>
                                          <p:attrName>style.visibility</p:attrName>
                                        </p:attrNameLst>
                                      </p:cBhvr>
                                      <p:to>
                                        <p:strVal val="visible"/>
                                      </p:to>
                                    </p:set>
                                    <p:anim calcmode="lin" valueType="num">
                                      <p:cBhvr additive="base">
                                        <p:cTn id="773" dur="500" fill="hold"/>
                                        <p:tgtEl>
                                          <p:spTgt spid="18"/>
                                        </p:tgtEl>
                                        <p:attrNameLst>
                                          <p:attrName>ppt_x</p:attrName>
                                        </p:attrNameLst>
                                      </p:cBhvr>
                                      <p:tavLst>
                                        <p:tav tm="0">
                                          <p:val>
                                            <p:strVal val="#ppt_x"/>
                                          </p:val>
                                        </p:tav>
                                        <p:tav tm="100000">
                                          <p:val>
                                            <p:strVal val="#ppt_x"/>
                                          </p:val>
                                        </p:tav>
                                      </p:tavLst>
                                    </p:anim>
                                    <p:anim calcmode="lin" valueType="num">
                                      <p:cBhvr additive="base">
                                        <p:cTn id="774" dur="500" fill="hold"/>
                                        <p:tgtEl>
                                          <p:spTgt spid="18"/>
                                        </p:tgtEl>
                                        <p:attrNameLst>
                                          <p:attrName>ppt_y</p:attrName>
                                        </p:attrNameLst>
                                      </p:cBhvr>
                                      <p:tavLst>
                                        <p:tav tm="0">
                                          <p:val>
                                            <p:strVal val="1+#ppt_h/2"/>
                                          </p:val>
                                        </p:tav>
                                        <p:tav tm="100000">
                                          <p:val>
                                            <p:strVal val="#ppt_y"/>
                                          </p:val>
                                        </p:tav>
                                      </p:tavLst>
                                    </p:anim>
                                  </p:childTnLst>
                                </p:cTn>
                              </p:par>
                              <p:par>
                                <p:cTn id="775" presetID="7" presetClass="entr" presetSubtype="4" fill="hold" grpId="10" nodeType="withEffect">
                                  <p:stCondLst>
                                    <p:cond delay="0"/>
                                  </p:stCondLst>
                                  <p:childTnLst>
                                    <p:set>
                                      <p:cBhvr>
                                        <p:cTn id="776" dur="1" fill="hold">
                                          <p:stCondLst>
                                            <p:cond delay="0"/>
                                          </p:stCondLst>
                                        </p:cTn>
                                        <p:tgtEl>
                                          <p:spTgt spid="19"/>
                                        </p:tgtEl>
                                        <p:attrNameLst>
                                          <p:attrName>style.visibility</p:attrName>
                                        </p:attrNameLst>
                                      </p:cBhvr>
                                      <p:to>
                                        <p:strVal val="visible"/>
                                      </p:to>
                                    </p:set>
                                    <p:anim calcmode="lin" valueType="num">
                                      <p:cBhvr additive="base">
                                        <p:cTn id="777" dur="500" fill="hold"/>
                                        <p:tgtEl>
                                          <p:spTgt spid="19"/>
                                        </p:tgtEl>
                                        <p:attrNameLst>
                                          <p:attrName>ppt_x</p:attrName>
                                        </p:attrNameLst>
                                      </p:cBhvr>
                                      <p:tavLst>
                                        <p:tav tm="0">
                                          <p:val>
                                            <p:strVal val="#ppt_x"/>
                                          </p:val>
                                        </p:tav>
                                        <p:tav tm="100000">
                                          <p:val>
                                            <p:strVal val="#ppt_x"/>
                                          </p:val>
                                        </p:tav>
                                      </p:tavLst>
                                    </p:anim>
                                    <p:anim calcmode="lin" valueType="num">
                                      <p:cBhvr additive="base">
                                        <p:cTn id="778" dur="500" fill="hold"/>
                                        <p:tgtEl>
                                          <p:spTgt spid="19"/>
                                        </p:tgtEl>
                                        <p:attrNameLst>
                                          <p:attrName>ppt_y</p:attrName>
                                        </p:attrNameLst>
                                      </p:cBhvr>
                                      <p:tavLst>
                                        <p:tav tm="0">
                                          <p:val>
                                            <p:strVal val="1+#ppt_h/2"/>
                                          </p:val>
                                        </p:tav>
                                        <p:tav tm="100000">
                                          <p:val>
                                            <p:strVal val="#ppt_y"/>
                                          </p:val>
                                        </p:tav>
                                      </p:tavLst>
                                    </p:anim>
                                  </p:childTnLst>
                                </p:cTn>
                              </p:par>
                              <p:par>
                                <p:cTn id="779" presetID="6" presetClass="emph" presetSubtype="0" fill="hold" grpId="21" nodeType="withEffect">
                                  <p:stCondLst>
                                    <p:cond delay="0"/>
                                  </p:stCondLst>
                                  <p:childTnLst>
                                    <p:animScale>
                                      <p:cBhvr>
                                        <p:cTn id="780" dur="500" fill="hold"/>
                                        <p:tgtEl>
                                          <p:spTgt spid="12"/>
                                        </p:tgtEl>
                                      </p:cBhvr>
                                      <p:by x="50000" y="50000"/>
                                    </p:animScale>
                                  </p:childTnLst>
                                </p:cTn>
                              </p:par>
                              <p:par>
                                <p:cTn id="781" presetID="35" presetClass="path" presetSubtype="0" accel="50000" decel="50000" fill="hold" grpId="22" nodeType="withEffect">
                                  <p:stCondLst>
                                    <p:cond delay="0"/>
                                  </p:stCondLst>
                                  <p:childTnLst>
                                    <p:animMotion origin="layout" path="M 3.33333E-6 -4.93627E-6 L -0.31667 -0.3504 " pathEditMode="relative" rAng="0" ptsTypes="AA">
                                      <p:cBhvr>
                                        <p:cTn id="782" dur="500" spd="-100000" fill="hold"/>
                                        <p:tgtEl>
                                          <p:spTgt spid="12"/>
                                        </p:tgtEl>
                                        <p:attrNameLst>
                                          <p:attrName>ppt_x</p:attrName>
                                          <p:attrName>ppt_y</p:attrName>
                                        </p:attrNameLst>
                                      </p:cBhvr>
                                      <p:rCtr x="-158" y="-175"/>
                                    </p:animMotion>
                                  </p:childTnLst>
                                </p:cTn>
                              </p:par>
                            </p:childTnLst>
                          </p:cTn>
                        </p:par>
                      </p:childTnLst>
                    </p:cTn>
                  </p:par>
                </p:childTnLst>
              </p:cTn>
              <p:nextCondLst>
                <p:cond evt="onClick" delay="0">
                  <p:tgtEl>
                    <p:spTgt spid="12"/>
                  </p:tgtEl>
                </p:cond>
              </p:nextCondLst>
            </p:seq>
            <p:seq concurrent="1" nextAc="seek">
              <p:cTn id="783" restart="whenNotActive" fill="hold" evtFilter="cancelBubble" nodeType="interactiveSeq">
                <p:stCondLst>
                  <p:cond evt="onClick" delay="0">
                    <p:tgtEl>
                      <p:spTgt spid="13"/>
                    </p:tgtEl>
                  </p:cond>
                </p:stCondLst>
                <p:endSync evt="end" delay="0">
                  <p:rtn val="all"/>
                </p:endSync>
                <p:childTnLst>
                  <p:par>
                    <p:cTn id="784" fill="hold">
                      <p:stCondLst>
                        <p:cond delay="0"/>
                      </p:stCondLst>
                      <p:childTnLst>
                        <p:par>
                          <p:cTn id="785" fill="hold">
                            <p:stCondLst>
                              <p:cond delay="0"/>
                            </p:stCondLst>
                            <p:childTnLst>
                              <p:par>
                                <p:cTn id="786" presetID="8" presetClass="exit" presetSubtype="16" fill="hold" grpId="11" nodeType="clickEffect">
                                  <p:stCondLst>
                                    <p:cond delay="0"/>
                                  </p:stCondLst>
                                  <p:childTnLst>
                                    <p:animEffect transition="out" filter="diamond(in)">
                                      <p:cBhvr>
                                        <p:cTn id="787" dur="500"/>
                                        <p:tgtEl>
                                          <p:spTgt spid="4"/>
                                        </p:tgtEl>
                                      </p:cBhvr>
                                    </p:animEffect>
                                    <p:set>
                                      <p:cBhvr>
                                        <p:cTn id="788" dur="1" fill="hold">
                                          <p:stCondLst>
                                            <p:cond delay="499"/>
                                          </p:stCondLst>
                                        </p:cTn>
                                        <p:tgtEl>
                                          <p:spTgt spid="4"/>
                                        </p:tgtEl>
                                        <p:attrNameLst>
                                          <p:attrName>style.visibility</p:attrName>
                                        </p:attrNameLst>
                                      </p:cBhvr>
                                      <p:to>
                                        <p:strVal val="hidden"/>
                                      </p:to>
                                    </p:set>
                                  </p:childTnLst>
                                </p:cTn>
                              </p:par>
                              <p:par>
                                <p:cTn id="789" presetID="8" presetClass="exit" presetSubtype="16" fill="hold" grpId="11" nodeType="withEffect">
                                  <p:stCondLst>
                                    <p:cond delay="0"/>
                                  </p:stCondLst>
                                  <p:childTnLst>
                                    <p:animEffect transition="out" filter="diamond(in)">
                                      <p:cBhvr>
                                        <p:cTn id="790" dur="500"/>
                                        <p:tgtEl>
                                          <p:spTgt spid="5"/>
                                        </p:tgtEl>
                                      </p:cBhvr>
                                    </p:animEffect>
                                    <p:set>
                                      <p:cBhvr>
                                        <p:cTn id="791" dur="1" fill="hold">
                                          <p:stCondLst>
                                            <p:cond delay="499"/>
                                          </p:stCondLst>
                                        </p:cTn>
                                        <p:tgtEl>
                                          <p:spTgt spid="5"/>
                                        </p:tgtEl>
                                        <p:attrNameLst>
                                          <p:attrName>style.visibility</p:attrName>
                                        </p:attrNameLst>
                                      </p:cBhvr>
                                      <p:to>
                                        <p:strVal val="hidden"/>
                                      </p:to>
                                    </p:set>
                                  </p:childTnLst>
                                </p:cTn>
                              </p:par>
                              <p:par>
                                <p:cTn id="792" presetID="8" presetClass="exit" presetSubtype="16" fill="hold" grpId="11" nodeType="withEffect">
                                  <p:stCondLst>
                                    <p:cond delay="0"/>
                                  </p:stCondLst>
                                  <p:childTnLst>
                                    <p:animEffect transition="out" filter="diamond(in)">
                                      <p:cBhvr>
                                        <p:cTn id="793" dur="500"/>
                                        <p:tgtEl>
                                          <p:spTgt spid="6"/>
                                        </p:tgtEl>
                                      </p:cBhvr>
                                    </p:animEffect>
                                    <p:set>
                                      <p:cBhvr>
                                        <p:cTn id="794" dur="1" fill="hold">
                                          <p:stCondLst>
                                            <p:cond delay="499"/>
                                          </p:stCondLst>
                                        </p:cTn>
                                        <p:tgtEl>
                                          <p:spTgt spid="6"/>
                                        </p:tgtEl>
                                        <p:attrNameLst>
                                          <p:attrName>style.visibility</p:attrName>
                                        </p:attrNameLst>
                                      </p:cBhvr>
                                      <p:to>
                                        <p:strVal val="hidden"/>
                                      </p:to>
                                    </p:set>
                                  </p:childTnLst>
                                </p:cTn>
                              </p:par>
                              <p:par>
                                <p:cTn id="795" presetID="8" presetClass="exit" presetSubtype="16" fill="hold" grpId="11" nodeType="withEffect">
                                  <p:stCondLst>
                                    <p:cond delay="0"/>
                                  </p:stCondLst>
                                  <p:childTnLst>
                                    <p:animEffect transition="out" filter="diamond(in)">
                                      <p:cBhvr>
                                        <p:cTn id="796" dur="500"/>
                                        <p:tgtEl>
                                          <p:spTgt spid="7"/>
                                        </p:tgtEl>
                                      </p:cBhvr>
                                    </p:animEffect>
                                    <p:set>
                                      <p:cBhvr>
                                        <p:cTn id="797" dur="1" fill="hold">
                                          <p:stCondLst>
                                            <p:cond delay="499"/>
                                          </p:stCondLst>
                                        </p:cTn>
                                        <p:tgtEl>
                                          <p:spTgt spid="7"/>
                                        </p:tgtEl>
                                        <p:attrNameLst>
                                          <p:attrName>style.visibility</p:attrName>
                                        </p:attrNameLst>
                                      </p:cBhvr>
                                      <p:to>
                                        <p:strVal val="hidden"/>
                                      </p:to>
                                    </p:set>
                                  </p:childTnLst>
                                </p:cTn>
                              </p:par>
                              <p:par>
                                <p:cTn id="798" presetID="8" presetClass="exit" presetSubtype="16" fill="hold" grpId="11" nodeType="withEffect">
                                  <p:stCondLst>
                                    <p:cond delay="0"/>
                                  </p:stCondLst>
                                  <p:childTnLst>
                                    <p:animEffect transition="out" filter="diamond(in)">
                                      <p:cBhvr>
                                        <p:cTn id="799" dur="500"/>
                                        <p:tgtEl>
                                          <p:spTgt spid="8"/>
                                        </p:tgtEl>
                                      </p:cBhvr>
                                    </p:animEffect>
                                    <p:set>
                                      <p:cBhvr>
                                        <p:cTn id="800" dur="1" fill="hold">
                                          <p:stCondLst>
                                            <p:cond delay="499"/>
                                          </p:stCondLst>
                                        </p:cTn>
                                        <p:tgtEl>
                                          <p:spTgt spid="8"/>
                                        </p:tgtEl>
                                        <p:attrNameLst>
                                          <p:attrName>style.visibility</p:attrName>
                                        </p:attrNameLst>
                                      </p:cBhvr>
                                      <p:to>
                                        <p:strVal val="hidden"/>
                                      </p:to>
                                    </p:set>
                                  </p:childTnLst>
                                </p:cTn>
                              </p:par>
                              <p:par>
                                <p:cTn id="801" presetID="8" presetClass="exit" presetSubtype="16" fill="hold" grpId="11" nodeType="withEffect">
                                  <p:stCondLst>
                                    <p:cond delay="0"/>
                                  </p:stCondLst>
                                  <p:childTnLst>
                                    <p:animEffect transition="out" filter="diamond(in)">
                                      <p:cBhvr>
                                        <p:cTn id="802" dur="500"/>
                                        <p:tgtEl>
                                          <p:spTgt spid="9"/>
                                        </p:tgtEl>
                                      </p:cBhvr>
                                    </p:animEffect>
                                    <p:set>
                                      <p:cBhvr>
                                        <p:cTn id="803" dur="1" fill="hold">
                                          <p:stCondLst>
                                            <p:cond delay="499"/>
                                          </p:stCondLst>
                                        </p:cTn>
                                        <p:tgtEl>
                                          <p:spTgt spid="9"/>
                                        </p:tgtEl>
                                        <p:attrNameLst>
                                          <p:attrName>style.visibility</p:attrName>
                                        </p:attrNameLst>
                                      </p:cBhvr>
                                      <p:to>
                                        <p:strVal val="hidden"/>
                                      </p:to>
                                    </p:set>
                                  </p:childTnLst>
                                </p:cTn>
                              </p:par>
                              <p:par>
                                <p:cTn id="804" presetID="8" presetClass="exit" presetSubtype="16" fill="hold" grpId="9" nodeType="withEffect">
                                  <p:stCondLst>
                                    <p:cond delay="0"/>
                                  </p:stCondLst>
                                  <p:childTnLst>
                                    <p:animEffect transition="out" filter="diamond(in)">
                                      <p:cBhvr>
                                        <p:cTn id="805" dur="500"/>
                                        <p:tgtEl>
                                          <p:spTgt spid="10"/>
                                        </p:tgtEl>
                                      </p:cBhvr>
                                    </p:animEffect>
                                    <p:set>
                                      <p:cBhvr>
                                        <p:cTn id="806" dur="1" fill="hold">
                                          <p:stCondLst>
                                            <p:cond delay="499"/>
                                          </p:stCondLst>
                                        </p:cTn>
                                        <p:tgtEl>
                                          <p:spTgt spid="10"/>
                                        </p:tgtEl>
                                        <p:attrNameLst>
                                          <p:attrName>style.visibility</p:attrName>
                                        </p:attrNameLst>
                                      </p:cBhvr>
                                      <p:to>
                                        <p:strVal val="hidden"/>
                                      </p:to>
                                    </p:set>
                                  </p:childTnLst>
                                </p:cTn>
                              </p:par>
                              <p:par>
                                <p:cTn id="807" presetID="8" presetClass="exit" presetSubtype="16" fill="hold" grpId="9" nodeType="withEffect">
                                  <p:stCondLst>
                                    <p:cond delay="0"/>
                                  </p:stCondLst>
                                  <p:childTnLst>
                                    <p:animEffect transition="out" filter="diamond(in)">
                                      <p:cBhvr>
                                        <p:cTn id="808" dur="500"/>
                                        <p:tgtEl>
                                          <p:spTgt spid="11"/>
                                        </p:tgtEl>
                                      </p:cBhvr>
                                    </p:animEffect>
                                    <p:set>
                                      <p:cBhvr>
                                        <p:cTn id="809" dur="1" fill="hold">
                                          <p:stCondLst>
                                            <p:cond delay="499"/>
                                          </p:stCondLst>
                                        </p:cTn>
                                        <p:tgtEl>
                                          <p:spTgt spid="11"/>
                                        </p:tgtEl>
                                        <p:attrNameLst>
                                          <p:attrName>style.visibility</p:attrName>
                                        </p:attrNameLst>
                                      </p:cBhvr>
                                      <p:to>
                                        <p:strVal val="hidden"/>
                                      </p:to>
                                    </p:set>
                                  </p:childTnLst>
                                </p:cTn>
                              </p:par>
                              <p:par>
                                <p:cTn id="810" presetID="8" presetClass="exit" presetSubtype="16" fill="hold" grpId="9" nodeType="withEffect">
                                  <p:stCondLst>
                                    <p:cond delay="0"/>
                                  </p:stCondLst>
                                  <p:childTnLst>
                                    <p:animEffect transition="out" filter="diamond(in)">
                                      <p:cBhvr>
                                        <p:cTn id="811" dur="500"/>
                                        <p:tgtEl>
                                          <p:spTgt spid="12"/>
                                        </p:tgtEl>
                                      </p:cBhvr>
                                    </p:animEffect>
                                    <p:set>
                                      <p:cBhvr>
                                        <p:cTn id="812" dur="1" fill="hold">
                                          <p:stCondLst>
                                            <p:cond delay="499"/>
                                          </p:stCondLst>
                                        </p:cTn>
                                        <p:tgtEl>
                                          <p:spTgt spid="12"/>
                                        </p:tgtEl>
                                        <p:attrNameLst>
                                          <p:attrName>style.visibility</p:attrName>
                                        </p:attrNameLst>
                                      </p:cBhvr>
                                      <p:to>
                                        <p:strVal val="hidden"/>
                                      </p:to>
                                    </p:set>
                                  </p:childTnLst>
                                </p:cTn>
                              </p:par>
                              <p:par>
                                <p:cTn id="813" presetID="8" presetClass="exit" presetSubtype="16" fill="hold" grpId="9" nodeType="withEffect">
                                  <p:stCondLst>
                                    <p:cond delay="0"/>
                                  </p:stCondLst>
                                  <p:childTnLst>
                                    <p:animEffect transition="out" filter="diamond(in)">
                                      <p:cBhvr>
                                        <p:cTn id="814" dur="500"/>
                                        <p:tgtEl>
                                          <p:spTgt spid="14"/>
                                        </p:tgtEl>
                                      </p:cBhvr>
                                    </p:animEffect>
                                    <p:set>
                                      <p:cBhvr>
                                        <p:cTn id="815" dur="1" fill="hold">
                                          <p:stCondLst>
                                            <p:cond delay="499"/>
                                          </p:stCondLst>
                                        </p:cTn>
                                        <p:tgtEl>
                                          <p:spTgt spid="14"/>
                                        </p:tgtEl>
                                        <p:attrNameLst>
                                          <p:attrName>style.visibility</p:attrName>
                                        </p:attrNameLst>
                                      </p:cBhvr>
                                      <p:to>
                                        <p:strVal val="hidden"/>
                                      </p:to>
                                    </p:set>
                                  </p:childTnLst>
                                </p:cTn>
                              </p:par>
                              <p:par>
                                <p:cTn id="816" presetID="8" presetClass="exit" presetSubtype="16" fill="hold" grpId="11" nodeType="withEffect">
                                  <p:stCondLst>
                                    <p:cond delay="0"/>
                                  </p:stCondLst>
                                  <p:childTnLst>
                                    <p:animEffect transition="out" filter="diamond(in)">
                                      <p:cBhvr>
                                        <p:cTn id="817" dur="500"/>
                                        <p:tgtEl>
                                          <p:spTgt spid="15"/>
                                        </p:tgtEl>
                                      </p:cBhvr>
                                    </p:animEffect>
                                    <p:set>
                                      <p:cBhvr>
                                        <p:cTn id="818" dur="1" fill="hold">
                                          <p:stCondLst>
                                            <p:cond delay="499"/>
                                          </p:stCondLst>
                                        </p:cTn>
                                        <p:tgtEl>
                                          <p:spTgt spid="15"/>
                                        </p:tgtEl>
                                        <p:attrNameLst>
                                          <p:attrName>style.visibility</p:attrName>
                                        </p:attrNameLst>
                                      </p:cBhvr>
                                      <p:to>
                                        <p:strVal val="hidden"/>
                                      </p:to>
                                    </p:set>
                                  </p:childTnLst>
                                </p:cTn>
                              </p:par>
                              <p:par>
                                <p:cTn id="819" presetID="8" presetClass="exit" presetSubtype="16" fill="hold" grpId="11" nodeType="withEffect">
                                  <p:stCondLst>
                                    <p:cond delay="0"/>
                                  </p:stCondLst>
                                  <p:childTnLst>
                                    <p:animEffect transition="out" filter="diamond(in)">
                                      <p:cBhvr>
                                        <p:cTn id="820" dur="500"/>
                                        <p:tgtEl>
                                          <p:spTgt spid="16"/>
                                        </p:tgtEl>
                                      </p:cBhvr>
                                    </p:animEffect>
                                    <p:set>
                                      <p:cBhvr>
                                        <p:cTn id="821" dur="1" fill="hold">
                                          <p:stCondLst>
                                            <p:cond delay="499"/>
                                          </p:stCondLst>
                                        </p:cTn>
                                        <p:tgtEl>
                                          <p:spTgt spid="16"/>
                                        </p:tgtEl>
                                        <p:attrNameLst>
                                          <p:attrName>style.visibility</p:attrName>
                                        </p:attrNameLst>
                                      </p:cBhvr>
                                      <p:to>
                                        <p:strVal val="hidden"/>
                                      </p:to>
                                    </p:set>
                                  </p:childTnLst>
                                </p:cTn>
                              </p:par>
                              <p:par>
                                <p:cTn id="822" presetID="8" presetClass="exit" presetSubtype="16" fill="hold" grpId="11" nodeType="withEffect">
                                  <p:stCondLst>
                                    <p:cond delay="0"/>
                                  </p:stCondLst>
                                  <p:childTnLst>
                                    <p:animEffect transition="out" filter="diamond(in)">
                                      <p:cBhvr>
                                        <p:cTn id="823" dur="500"/>
                                        <p:tgtEl>
                                          <p:spTgt spid="17"/>
                                        </p:tgtEl>
                                      </p:cBhvr>
                                    </p:animEffect>
                                    <p:set>
                                      <p:cBhvr>
                                        <p:cTn id="824" dur="1" fill="hold">
                                          <p:stCondLst>
                                            <p:cond delay="499"/>
                                          </p:stCondLst>
                                        </p:cTn>
                                        <p:tgtEl>
                                          <p:spTgt spid="17"/>
                                        </p:tgtEl>
                                        <p:attrNameLst>
                                          <p:attrName>style.visibility</p:attrName>
                                        </p:attrNameLst>
                                      </p:cBhvr>
                                      <p:to>
                                        <p:strVal val="hidden"/>
                                      </p:to>
                                    </p:set>
                                  </p:childTnLst>
                                </p:cTn>
                              </p:par>
                              <p:par>
                                <p:cTn id="825" presetID="8" presetClass="exit" presetSubtype="16" fill="hold" grpId="9" nodeType="withEffect">
                                  <p:stCondLst>
                                    <p:cond delay="0"/>
                                  </p:stCondLst>
                                  <p:childTnLst>
                                    <p:animEffect transition="out" filter="diamond(in)">
                                      <p:cBhvr>
                                        <p:cTn id="826" dur="500"/>
                                        <p:tgtEl>
                                          <p:spTgt spid="18"/>
                                        </p:tgtEl>
                                      </p:cBhvr>
                                    </p:animEffect>
                                    <p:set>
                                      <p:cBhvr>
                                        <p:cTn id="827" dur="1" fill="hold">
                                          <p:stCondLst>
                                            <p:cond delay="499"/>
                                          </p:stCondLst>
                                        </p:cTn>
                                        <p:tgtEl>
                                          <p:spTgt spid="18"/>
                                        </p:tgtEl>
                                        <p:attrNameLst>
                                          <p:attrName>style.visibility</p:attrName>
                                        </p:attrNameLst>
                                      </p:cBhvr>
                                      <p:to>
                                        <p:strVal val="hidden"/>
                                      </p:to>
                                    </p:set>
                                  </p:childTnLst>
                                </p:cTn>
                              </p:par>
                              <p:par>
                                <p:cTn id="828" presetID="8" presetClass="exit" presetSubtype="16" fill="hold" grpId="11" nodeType="withEffect">
                                  <p:stCondLst>
                                    <p:cond delay="0"/>
                                  </p:stCondLst>
                                  <p:childTnLst>
                                    <p:animEffect transition="out" filter="diamond(in)">
                                      <p:cBhvr>
                                        <p:cTn id="829" dur="500"/>
                                        <p:tgtEl>
                                          <p:spTgt spid="19"/>
                                        </p:tgtEl>
                                      </p:cBhvr>
                                    </p:animEffect>
                                    <p:set>
                                      <p:cBhvr>
                                        <p:cTn id="830" dur="1" fill="hold">
                                          <p:stCondLst>
                                            <p:cond delay="499"/>
                                          </p:stCondLst>
                                        </p:cTn>
                                        <p:tgtEl>
                                          <p:spTgt spid="19"/>
                                        </p:tgtEl>
                                        <p:attrNameLst>
                                          <p:attrName>style.visibility</p:attrName>
                                        </p:attrNameLst>
                                      </p:cBhvr>
                                      <p:to>
                                        <p:strVal val="hidden"/>
                                      </p:to>
                                    </p:set>
                                  </p:childTnLst>
                                </p:cTn>
                              </p:par>
                              <p:par>
                                <p:cTn id="831" presetID="6" presetClass="emph" presetSubtype="0" fill="hold" grpId="19" nodeType="withEffect">
                                  <p:stCondLst>
                                    <p:cond delay="0"/>
                                  </p:stCondLst>
                                  <p:childTnLst>
                                    <p:animScale>
                                      <p:cBhvr>
                                        <p:cTn id="832" dur="500" fill="hold"/>
                                        <p:tgtEl>
                                          <p:spTgt spid="13"/>
                                        </p:tgtEl>
                                      </p:cBhvr>
                                      <p:by x="200000" y="200000"/>
                                    </p:animScale>
                                  </p:childTnLst>
                                </p:cTn>
                              </p:par>
                              <p:par>
                                <p:cTn id="833" presetID="64" presetClass="path" presetSubtype="0" accel="50000" decel="50000" fill="hold" grpId="20" nodeType="withEffect">
                                  <p:stCondLst>
                                    <p:cond delay="0"/>
                                  </p:stCondLst>
                                  <p:childTnLst>
                                    <p:animMotion origin="layout" path="M 0.0 -9.15411E-7 L 0.0 -0.36709 " pathEditMode="relative" rAng="0" ptsTypes="AA">
                                      <p:cBhvr>
                                        <p:cTn id="834" dur="500" fill="hold"/>
                                        <p:tgtEl>
                                          <p:spTgt spid="13"/>
                                        </p:tgtEl>
                                        <p:attrNameLst>
                                          <p:attrName>ppt_x</p:attrName>
                                          <p:attrName>ppt_y</p:attrName>
                                        </p:attrNameLst>
                                      </p:cBhvr>
                                      <p:rCtr x="0" y="-184"/>
                                    </p:animMotion>
                                  </p:childTnLst>
                                </p:cTn>
                              </p:par>
                            </p:childTnLst>
                          </p:cTn>
                        </p:par>
                      </p:childTnLst>
                    </p:cTn>
                  </p:par>
                  <p:par>
                    <p:cTn id="835" fill="hold">
                      <p:stCondLst>
                        <p:cond delay="indefinite"/>
                      </p:stCondLst>
                      <p:childTnLst>
                        <p:par>
                          <p:cTn id="836" fill="hold">
                            <p:stCondLst>
                              <p:cond delay="0"/>
                            </p:stCondLst>
                            <p:childTnLst>
                              <p:par>
                                <p:cTn id="837" presetID="8" presetClass="entr" presetSubtype="16" fill="hold" grpId="12" nodeType="clickEffect">
                                  <p:stCondLst>
                                    <p:cond delay="0"/>
                                  </p:stCondLst>
                                  <p:childTnLst>
                                    <p:set>
                                      <p:cBhvr>
                                        <p:cTn id="838" dur="1" fill="hold">
                                          <p:stCondLst>
                                            <p:cond delay="0"/>
                                          </p:stCondLst>
                                        </p:cTn>
                                        <p:tgtEl>
                                          <p:spTgt spid="4"/>
                                        </p:tgtEl>
                                        <p:attrNameLst>
                                          <p:attrName>style.visibility</p:attrName>
                                        </p:attrNameLst>
                                      </p:cBhvr>
                                      <p:to>
                                        <p:strVal val="visible"/>
                                      </p:to>
                                    </p:set>
                                    <p:animEffect transition="in" filter="diamond(in)">
                                      <p:cBhvr>
                                        <p:cTn id="839" dur="500"/>
                                        <p:tgtEl>
                                          <p:spTgt spid="4"/>
                                        </p:tgtEl>
                                      </p:cBhvr>
                                    </p:animEffect>
                                  </p:childTnLst>
                                </p:cTn>
                              </p:par>
                              <p:par>
                                <p:cTn id="840" presetID="8" presetClass="entr" presetSubtype="16" fill="hold" grpId="12" nodeType="withEffect">
                                  <p:stCondLst>
                                    <p:cond delay="0"/>
                                  </p:stCondLst>
                                  <p:childTnLst>
                                    <p:set>
                                      <p:cBhvr>
                                        <p:cTn id="841" dur="1" fill="hold">
                                          <p:stCondLst>
                                            <p:cond delay="0"/>
                                          </p:stCondLst>
                                        </p:cTn>
                                        <p:tgtEl>
                                          <p:spTgt spid="5"/>
                                        </p:tgtEl>
                                        <p:attrNameLst>
                                          <p:attrName>style.visibility</p:attrName>
                                        </p:attrNameLst>
                                      </p:cBhvr>
                                      <p:to>
                                        <p:strVal val="visible"/>
                                      </p:to>
                                    </p:set>
                                    <p:animEffect transition="in" filter="diamond(in)">
                                      <p:cBhvr>
                                        <p:cTn id="842" dur="500"/>
                                        <p:tgtEl>
                                          <p:spTgt spid="5"/>
                                        </p:tgtEl>
                                      </p:cBhvr>
                                    </p:animEffect>
                                  </p:childTnLst>
                                </p:cTn>
                              </p:par>
                              <p:par>
                                <p:cTn id="843" presetID="8" presetClass="entr" presetSubtype="16" fill="hold" grpId="12" nodeType="withEffect">
                                  <p:stCondLst>
                                    <p:cond delay="0"/>
                                  </p:stCondLst>
                                  <p:childTnLst>
                                    <p:set>
                                      <p:cBhvr>
                                        <p:cTn id="844" dur="1" fill="hold">
                                          <p:stCondLst>
                                            <p:cond delay="0"/>
                                          </p:stCondLst>
                                        </p:cTn>
                                        <p:tgtEl>
                                          <p:spTgt spid="6"/>
                                        </p:tgtEl>
                                        <p:attrNameLst>
                                          <p:attrName>style.visibility</p:attrName>
                                        </p:attrNameLst>
                                      </p:cBhvr>
                                      <p:to>
                                        <p:strVal val="visible"/>
                                      </p:to>
                                    </p:set>
                                    <p:animEffect transition="in" filter="diamond(in)">
                                      <p:cBhvr>
                                        <p:cTn id="845" dur="500"/>
                                        <p:tgtEl>
                                          <p:spTgt spid="6"/>
                                        </p:tgtEl>
                                      </p:cBhvr>
                                    </p:animEffect>
                                  </p:childTnLst>
                                </p:cTn>
                              </p:par>
                              <p:par>
                                <p:cTn id="846" presetID="8" presetClass="entr" presetSubtype="16" fill="hold" grpId="12" nodeType="withEffect">
                                  <p:stCondLst>
                                    <p:cond delay="0"/>
                                  </p:stCondLst>
                                  <p:childTnLst>
                                    <p:set>
                                      <p:cBhvr>
                                        <p:cTn id="847" dur="1" fill="hold">
                                          <p:stCondLst>
                                            <p:cond delay="0"/>
                                          </p:stCondLst>
                                        </p:cTn>
                                        <p:tgtEl>
                                          <p:spTgt spid="7"/>
                                        </p:tgtEl>
                                        <p:attrNameLst>
                                          <p:attrName>style.visibility</p:attrName>
                                        </p:attrNameLst>
                                      </p:cBhvr>
                                      <p:to>
                                        <p:strVal val="visible"/>
                                      </p:to>
                                    </p:set>
                                    <p:animEffect transition="in" filter="diamond(in)">
                                      <p:cBhvr>
                                        <p:cTn id="848" dur="500"/>
                                        <p:tgtEl>
                                          <p:spTgt spid="7"/>
                                        </p:tgtEl>
                                      </p:cBhvr>
                                    </p:animEffect>
                                  </p:childTnLst>
                                </p:cTn>
                              </p:par>
                              <p:par>
                                <p:cTn id="849" presetID="8" presetClass="entr" presetSubtype="16" fill="hold" grpId="12" nodeType="withEffect">
                                  <p:stCondLst>
                                    <p:cond delay="0"/>
                                  </p:stCondLst>
                                  <p:childTnLst>
                                    <p:set>
                                      <p:cBhvr>
                                        <p:cTn id="850" dur="1" fill="hold">
                                          <p:stCondLst>
                                            <p:cond delay="0"/>
                                          </p:stCondLst>
                                        </p:cTn>
                                        <p:tgtEl>
                                          <p:spTgt spid="8"/>
                                        </p:tgtEl>
                                        <p:attrNameLst>
                                          <p:attrName>style.visibility</p:attrName>
                                        </p:attrNameLst>
                                      </p:cBhvr>
                                      <p:to>
                                        <p:strVal val="visible"/>
                                      </p:to>
                                    </p:set>
                                    <p:animEffect transition="in" filter="diamond(in)">
                                      <p:cBhvr>
                                        <p:cTn id="851" dur="500"/>
                                        <p:tgtEl>
                                          <p:spTgt spid="8"/>
                                        </p:tgtEl>
                                      </p:cBhvr>
                                    </p:animEffect>
                                  </p:childTnLst>
                                </p:cTn>
                              </p:par>
                              <p:par>
                                <p:cTn id="852" presetID="8" presetClass="entr" presetSubtype="16" fill="hold" grpId="12" nodeType="withEffect">
                                  <p:stCondLst>
                                    <p:cond delay="0"/>
                                  </p:stCondLst>
                                  <p:childTnLst>
                                    <p:set>
                                      <p:cBhvr>
                                        <p:cTn id="853" dur="1" fill="hold">
                                          <p:stCondLst>
                                            <p:cond delay="0"/>
                                          </p:stCondLst>
                                        </p:cTn>
                                        <p:tgtEl>
                                          <p:spTgt spid="9"/>
                                        </p:tgtEl>
                                        <p:attrNameLst>
                                          <p:attrName>style.visibility</p:attrName>
                                        </p:attrNameLst>
                                      </p:cBhvr>
                                      <p:to>
                                        <p:strVal val="visible"/>
                                      </p:to>
                                    </p:set>
                                    <p:animEffect transition="in" filter="diamond(in)">
                                      <p:cBhvr>
                                        <p:cTn id="854" dur="500"/>
                                        <p:tgtEl>
                                          <p:spTgt spid="9"/>
                                        </p:tgtEl>
                                      </p:cBhvr>
                                    </p:animEffect>
                                  </p:childTnLst>
                                </p:cTn>
                              </p:par>
                              <p:par>
                                <p:cTn id="855" presetID="8" presetClass="entr" presetSubtype="16" fill="hold" grpId="10" nodeType="withEffect">
                                  <p:stCondLst>
                                    <p:cond delay="0"/>
                                  </p:stCondLst>
                                  <p:childTnLst>
                                    <p:set>
                                      <p:cBhvr>
                                        <p:cTn id="856" dur="1" fill="hold">
                                          <p:stCondLst>
                                            <p:cond delay="0"/>
                                          </p:stCondLst>
                                        </p:cTn>
                                        <p:tgtEl>
                                          <p:spTgt spid="10"/>
                                        </p:tgtEl>
                                        <p:attrNameLst>
                                          <p:attrName>style.visibility</p:attrName>
                                        </p:attrNameLst>
                                      </p:cBhvr>
                                      <p:to>
                                        <p:strVal val="visible"/>
                                      </p:to>
                                    </p:set>
                                    <p:animEffect transition="in" filter="diamond(in)">
                                      <p:cBhvr>
                                        <p:cTn id="857" dur="500"/>
                                        <p:tgtEl>
                                          <p:spTgt spid="10"/>
                                        </p:tgtEl>
                                      </p:cBhvr>
                                    </p:animEffect>
                                  </p:childTnLst>
                                </p:cTn>
                              </p:par>
                              <p:par>
                                <p:cTn id="858" presetID="8" presetClass="entr" presetSubtype="16" fill="hold" grpId="10" nodeType="withEffect">
                                  <p:stCondLst>
                                    <p:cond delay="0"/>
                                  </p:stCondLst>
                                  <p:childTnLst>
                                    <p:set>
                                      <p:cBhvr>
                                        <p:cTn id="859" dur="1" fill="hold">
                                          <p:stCondLst>
                                            <p:cond delay="0"/>
                                          </p:stCondLst>
                                        </p:cTn>
                                        <p:tgtEl>
                                          <p:spTgt spid="11"/>
                                        </p:tgtEl>
                                        <p:attrNameLst>
                                          <p:attrName>style.visibility</p:attrName>
                                        </p:attrNameLst>
                                      </p:cBhvr>
                                      <p:to>
                                        <p:strVal val="visible"/>
                                      </p:to>
                                    </p:set>
                                    <p:animEffect transition="in" filter="diamond(in)">
                                      <p:cBhvr>
                                        <p:cTn id="860" dur="500"/>
                                        <p:tgtEl>
                                          <p:spTgt spid="11"/>
                                        </p:tgtEl>
                                      </p:cBhvr>
                                    </p:animEffect>
                                  </p:childTnLst>
                                </p:cTn>
                              </p:par>
                              <p:par>
                                <p:cTn id="861" presetID="8" presetClass="entr" presetSubtype="16" fill="hold" grpId="10" nodeType="withEffect">
                                  <p:stCondLst>
                                    <p:cond delay="0"/>
                                  </p:stCondLst>
                                  <p:childTnLst>
                                    <p:set>
                                      <p:cBhvr>
                                        <p:cTn id="862" dur="1" fill="hold">
                                          <p:stCondLst>
                                            <p:cond delay="0"/>
                                          </p:stCondLst>
                                        </p:cTn>
                                        <p:tgtEl>
                                          <p:spTgt spid="12"/>
                                        </p:tgtEl>
                                        <p:attrNameLst>
                                          <p:attrName>style.visibility</p:attrName>
                                        </p:attrNameLst>
                                      </p:cBhvr>
                                      <p:to>
                                        <p:strVal val="visible"/>
                                      </p:to>
                                    </p:set>
                                    <p:animEffect transition="in" filter="diamond(in)">
                                      <p:cBhvr>
                                        <p:cTn id="863" dur="500"/>
                                        <p:tgtEl>
                                          <p:spTgt spid="12"/>
                                        </p:tgtEl>
                                      </p:cBhvr>
                                    </p:animEffect>
                                  </p:childTnLst>
                                </p:cTn>
                              </p:par>
                              <p:par>
                                <p:cTn id="864" presetID="8" presetClass="entr" presetSubtype="16" fill="hold" grpId="10" nodeType="withEffect">
                                  <p:stCondLst>
                                    <p:cond delay="0"/>
                                  </p:stCondLst>
                                  <p:childTnLst>
                                    <p:set>
                                      <p:cBhvr>
                                        <p:cTn id="865" dur="1" fill="hold">
                                          <p:stCondLst>
                                            <p:cond delay="0"/>
                                          </p:stCondLst>
                                        </p:cTn>
                                        <p:tgtEl>
                                          <p:spTgt spid="14"/>
                                        </p:tgtEl>
                                        <p:attrNameLst>
                                          <p:attrName>style.visibility</p:attrName>
                                        </p:attrNameLst>
                                      </p:cBhvr>
                                      <p:to>
                                        <p:strVal val="visible"/>
                                      </p:to>
                                    </p:set>
                                    <p:animEffect transition="in" filter="diamond(in)">
                                      <p:cBhvr>
                                        <p:cTn id="866" dur="500"/>
                                        <p:tgtEl>
                                          <p:spTgt spid="14"/>
                                        </p:tgtEl>
                                      </p:cBhvr>
                                    </p:animEffect>
                                  </p:childTnLst>
                                </p:cTn>
                              </p:par>
                              <p:par>
                                <p:cTn id="867" presetID="8" presetClass="entr" presetSubtype="16" fill="hold" grpId="12" nodeType="withEffect">
                                  <p:stCondLst>
                                    <p:cond delay="0"/>
                                  </p:stCondLst>
                                  <p:childTnLst>
                                    <p:set>
                                      <p:cBhvr>
                                        <p:cTn id="868" dur="1" fill="hold">
                                          <p:stCondLst>
                                            <p:cond delay="0"/>
                                          </p:stCondLst>
                                        </p:cTn>
                                        <p:tgtEl>
                                          <p:spTgt spid="15"/>
                                        </p:tgtEl>
                                        <p:attrNameLst>
                                          <p:attrName>style.visibility</p:attrName>
                                        </p:attrNameLst>
                                      </p:cBhvr>
                                      <p:to>
                                        <p:strVal val="visible"/>
                                      </p:to>
                                    </p:set>
                                    <p:animEffect transition="in" filter="diamond(in)">
                                      <p:cBhvr>
                                        <p:cTn id="869" dur="500"/>
                                        <p:tgtEl>
                                          <p:spTgt spid="15"/>
                                        </p:tgtEl>
                                      </p:cBhvr>
                                    </p:animEffect>
                                  </p:childTnLst>
                                </p:cTn>
                              </p:par>
                              <p:par>
                                <p:cTn id="870" presetID="8" presetClass="entr" presetSubtype="16" fill="hold" grpId="12" nodeType="withEffect">
                                  <p:stCondLst>
                                    <p:cond delay="0"/>
                                  </p:stCondLst>
                                  <p:childTnLst>
                                    <p:set>
                                      <p:cBhvr>
                                        <p:cTn id="871" dur="1" fill="hold">
                                          <p:stCondLst>
                                            <p:cond delay="0"/>
                                          </p:stCondLst>
                                        </p:cTn>
                                        <p:tgtEl>
                                          <p:spTgt spid="16"/>
                                        </p:tgtEl>
                                        <p:attrNameLst>
                                          <p:attrName>style.visibility</p:attrName>
                                        </p:attrNameLst>
                                      </p:cBhvr>
                                      <p:to>
                                        <p:strVal val="visible"/>
                                      </p:to>
                                    </p:set>
                                    <p:animEffect transition="in" filter="diamond(in)">
                                      <p:cBhvr>
                                        <p:cTn id="872" dur="500"/>
                                        <p:tgtEl>
                                          <p:spTgt spid="16"/>
                                        </p:tgtEl>
                                      </p:cBhvr>
                                    </p:animEffect>
                                  </p:childTnLst>
                                </p:cTn>
                              </p:par>
                              <p:par>
                                <p:cTn id="873" presetID="8" presetClass="entr" presetSubtype="16" fill="hold" grpId="12" nodeType="withEffect">
                                  <p:stCondLst>
                                    <p:cond delay="0"/>
                                  </p:stCondLst>
                                  <p:childTnLst>
                                    <p:set>
                                      <p:cBhvr>
                                        <p:cTn id="874" dur="1" fill="hold">
                                          <p:stCondLst>
                                            <p:cond delay="0"/>
                                          </p:stCondLst>
                                        </p:cTn>
                                        <p:tgtEl>
                                          <p:spTgt spid="17"/>
                                        </p:tgtEl>
                                        <p:attrNameLst>
                                          <p:attrName>style.visibility</p:attrName>
                                        </p:attrNameLst>
                                      </p:cBhvr>
                                      <p:to>
                                        <p:strVal val="visible"/>
                                      </p:to>
                                    </p:set>
                                    <p:animEffect transition="in" filter="diamond(in)">
                                      <p:cBhvr>
                                        <p:cTn id="875" dur="500"/>
                                        <p:tgtEl>
                                          <p:spTgt spid="17"/>
                                        </p:tgtEl>
                                      </p:cBhvr>
                                    </p:animEffect>
                                  </p:childTnLst>
                                </p:cTn>
                              </p:par>
                              <p:par>
                                <p:cTn id="876" presetID="8" presetClass="entr" presetSubtype="16" fill="hold" grpId="10" nodeType="withEffect">
                                  <p:stCondLst>
                                    <p:cond delay="0"/>
                                  </p:stCondLst>
                                  <p:childTnLst>
                                    <p:set>
                                      <p:cBhvr>
                                        <p:cTn id="877" dur="1" fill="hold">
                                          <p:stCondLst>
                                            <p:cond delay="0"/>
                                          </p:stCondLst>
                                        </p:cTn>
                                        <p:tgtEl>
                                          <p:spTgt spid="18"/>
                                        </p:tgtEl>
                                        <p:attrNameLst>
                                          <p:attrName>style.visibility</p:attrName>
                                        </p:attrNameLst>
                                      </p:cBhvr>
                                      <p:to>
                                        <p:strVal val="visible"/>
                                      </p:to>
                                    </p:set>
                                    <p:animEffect transition="in" filter="diamond(in)">
                                      <p:cBhvr>
                                        <p:cTn id="878" dur="500"/>
                                        <p:tgtEl>
                                          <p:spTgt spid="18"/>
                                        </p:tgtEl>
                                      </p:cBhvr>
                                    </p:animEffect>
                                  </p:childTnLst>
                                </p:cTn>
                              </p:par>
                              <p:par>
                                <p:cTn id="879" presetID="8" presetClass="entr" presetSubtype="16" fill="hold" grpId="12" nodeType="withEffect">
                                  <p:stCondLst>
                                    <p:cond delay="0"/>
                                  </p:stCondLst>
                                  <p:childTnLst>
                                    <p:set>
                                      <p:cBhvr>
                                        <p:cTn id="880" dur="1" fill="hold">
                                          <p:stCondLst>
                                            <p:cond delay="0"/>
                                          </p:stCondLst>
                                        </p:cTn>
                                        <p:tgtEl>
                                          <p:spTgt spid="19"/>
                                        </p:tgtEl>
                                        <p:attrNameLst>
                                          <p:attrName>style.visibility</p:attrName>
                                        </p:attrNameLst>
                                      </p:cBhvr>
                                      <p:to>
                                        <p:strVal val="visible"/>
                                      </p:to>
                                    </p:set>
                                    <p:animEffect transition="in" filter="diamond(in)">
                                      <p:cBhvr>
                                        <p:cTn id="881" dur="500"/>
                                        <p:tgtEl>
                                          <p:spTgt spid="19"/>
                                        </p:tgtEl>
                                      </p:cBhvr>
                                    </p:animEffect>
                                  </p:childTnLst>
                                </p:cTn>
                              </p:par>
                              <p:par>
                                <p:cTn id="882" presetID="6" presetClass="emph" presetSubtype="0" fill="hold" grpId="21" nodeType="withEffect">
                                  <p:stCondLst>
                                    <p:cond delay="0"/>
                                  </p:stCondLst>
                                  <p:childTnLst>
                                    <p:animScale>
                                      <p:cBhvr>
                                        <p:cTn id="883" dur="500" fill="hold"/>
                                        <p:tgtEl>
                                          <p:spTgt spid="13"/>
                                        </p:tgtEl>
                                      </p:cBhvr>
                                      <p:by x="50000" y="50000"/>
                                    </p:animScale>
                                  </p:childTnLst>
                                </p:cTn>
                              </p:par>
                              <p:par>
                                <p:cTn id="884" presetID="64" presetClass="path" presetSubtype="0" accel="50000" decel="50000" fill="hold" grpId="22" nodeType="withEffect">
                                  <p:stCondLst>
                                    <p:cond delay="0"/>
                                  </p:stCondLst>
                                  <p:childTnLst>
                                    <p:animMotion origin="layout" path="M 0.0 -9.15411E-7 L 0.0 -0.36709 " pathEditMode="relative" rAng="0" ptsTypes="AA">
                                      <p:cBhvr>
                                        <p:cTn id="885" dur="500" spd="-100000" fill="hold"/>
                                        <p:tgtEl>
                                          <p:spTgt spid="13"/>
                                        </p:tgtEl>
                                        <p:attrNameLst>
                                          <p:attrName>ppt_x</p:attrName>
                                          <p:attrName>ppt_y</p:attrName>
                                        </p:attrNameLst>
                                      </p:cBhvr>
                                      <p:rCtr x="0" y="-184"/>
                                    </p:animMotion>
                                  </p:childTnLst>
                                </p:cTn>
                              </p:par>
                            </p:childTnLst>
                          </p:cTn>
                        </p:par>
                      </p:childTnLst>
                    </p:cTn>
                  </p:par>
                </p:childTnLst>
              </p:cTn>
              <p:nextCondLst>
                <p:cond evt="onClick" delay="0">
                  <p:tgtEl>
                    <p:spTgt spid="13"/>
                  </p:tgtEl>
                </p:cond>
              </p:nextCondLst>
            </p:seq>
            <p:seq concurrent="1" nextAc="seek">
              <p:cTn id="886" restart="whenNotActive" fill="hold" evtFilter="cancelBubble" nodeType="interactiveSeq">
                <p:stCondLst>
                  <p:cond evt="onClick" delay="0">
                    <p:tgtEl>
                      <p:spTgt spid="19"/>
                    </p:tgtEl>
                  </p:cond>
                </p:stCondLst>
                <p:endSync evt="end" delay="0">
                  <p:rtn val="all"/>
                </p:endSync>
                <p:childTnLst>
                  <p:par>
                    <p:cTn id="887" fill="hold">
                      <p:stCondLst>
                        <p:cond delay="0"/>
                      </p:stCondLst>
                      <p:childTnLst>
                        <p:par>
                          <p:cTn id="888" fill="hold">
                            <p:stCondLst>
                              <p:cond delay="0"/>
                            </p:stCondLst>
                            <p:childTnLst>
                              <p:par>
                                <p:cTn id="889" presetID="18" presetClass="exit" presetSubtype="12" fill="hold" grpId="13" nodeType="clickEffect">
                                  <p:stCondLst>
                                    <p:cond delay="0"/>
                                  </p:stCondLst>
                                  <p:childTnLst>
                                    <p:animEffect transition="out" filter="strips(downLeft)">
                                      <p:cBhvr>
                                        <p:cTn id="890" dur="500"/>
                                        <p:tgtEl>
                                          <p:spTgt spid="4"/>
                                        </p:tgtEl>
                                      </p:cBhvr>
                                    </p:animEffect>
                                    <p:set>
                                      <p:cBhvr>
                                        <p:cTn id="891" dur="1" fill="hold">
                                          <p:stCondLst>
                                            <p:cond delay="499"/>
                                          </p:stCondLst>
                                        </p:cTn>
                                        <p:tgtEl>
                                          <p:spTgt spid="4"/>
                                        </p:tgtEl>
                                        <p:attrNameLst>
                                          <p:attrName>style.visibility</p:attrName>
                                        </p:attrNameLst>
                                      </p:cBhvr>
                                      <p:to>
                                        <p:strVal val="hidden"/>
                                      </p:to>
                                    </p:set>
                                  </p:childTnLst>
                                </p:cTn>
                              </p:par>
                              <p:par>
                                <p:cTn id="892" presetID="18" presetClass="exit" presetSubtype="12" fill="hold" grpId="13" nodeType="withEffect">
                                  <p:stCondLst>
                                    <p:cond delay="0"/>
                                  </p:stCondLst>
                                  <p:childTnLst>
                                    <p:animEffect transition="out" filter="strips(downLeft)">
                                      <p:cBhvr>
                                        <p:cTn id="893" dur="500"/>
                                        <p:tgtEl>
                                          <p:spTgt spid="5"/>
                                        </p:tgtEl>
                                      </p:cBhvr>
                                    </p:animEffect>
                                    <p:set>
                                      <p:cBhvr>
                                        <p:cTn id="894" dur="1" fill="hold">
                                          <p:stCondLst>
                                            <p:cond delay="499"/>
                                          </p:stCondLst>
                                        </p:cTn>
                                        <p:tgtEl>
                                          <p:spTgt spid="5"/>
                                        </p:tgtEl>
                                        <p:attrNameLst>
                                          <p:attrName>style.visibility</p:attrName>
                                        </p:attrNameLst>
                                      </p:cBhvr>
                                      <p:to>
                                        <p:strVal val="hidden"/>
                                      </p:to>
                                    </p:set>
                                  </p:childTnLst>
                                </p:cTn>
                              </p:par>
                              <p:par>
                                <p:cTn id="895" presetID="18" presetClass="exit" presetSubtype="12" fill="hold" grpId="13" nodeType="withEffect">
                                  <p:stCondLst>
                                    <p:cond delay="0"/>
                                  </p:stCondLst>
                                  <p:childTnLst>
                                    <p:animEffect transition="out" filter="strips(downLeft)">
                                      <p:cBhvr>
                                        <p:cTn id="896" dur="500"/>
                                        <p:tgtEl>
                                          <p:spTgt spid="6"/>
                                        </p:tgtEl>
                                      </p:cBhvr>
                                    </p:animEffect>
                                    <p:set>
                                      <p:cBhvr>
                                        <p:cTn id="897" dur="1" fill="hold">
                                          <p:stCondLst>
                                            <p:cond delay="499"/>
                                          </p:stCondLst>
                                        </p:cTn>
                                        <p:tgtEl>
                                          <p:spTgt spid="6"/>
                                        </p:tgtEl>
                                        <p:attrNameLst>
                                          <p:attrName>style.visibility</p:attrName>
                                        </p:attrNameLst>
                                      </p:cBhvr>
                                      <p:to>
                                        <p:strVal val="hidden"/>
                                      </p:to>
                                    </p:set>
                                  </p:childTnLst>
                                </p:cTn>
                              </p:par>
                              <p:par>
                                <p:cTn id="898" presetID="18" presetClass="exit" presetSubtype="12" fill="hold" grpId="13" nodeType="withEffect">
                                  <p:stCondLst>
                                    <p:cond delay="0"/>
                                  </p:stCondLst>
                                  <p:childTnLst>
                                    <p:animEffect transition="out" filter="strips(downLeft)">
                                      <p:cBhvr>
                                        <p:cTn id="899" dur="500"/>
                                        <p:tgtEl>
                                          <p:spTgt spid="7"/>
                                        </p:tgtEl>
                                      </p:cBhvr>
                                    </p:animEffect>
                                    <p:set>
                                      <p:cBhvr>
                                        <p:cTn id="900" dur="1" fill="hold">
                                          <p:stCondLst>
                                            <p:cond delay="499"/>
                                          </p:stCondLst>
                                        </p:cTn>
                                        <p:tgtEl>
                                          <p:spTgt spid="7"/>
                                        </p:tgtEl>
                                        <p:attrNameLst>
                                          <p:attrName>style.visibility</p:attrName>
                                        </p:attrNameLst>
                                      </p:cBhvr>
                                      <p:to>
                                        <p:strVal val="hidden"/>
                                      </p:to>
                                    </p:set>
                                  </p:childTnLst>
                                </p:cTn>
                              </p:par>
                              <p:par>
                                <p:cTn id="901" presetID="18" presetClass="exit" presetSubtype="12" fill="hold" grpId="13" nodeType="withEffect">
                                  <p:stCondLst>
                                    <p:cond delay="0"/>
                                  </p:stCondLst>
                                  <p:childTnLst>
                                    <p:animEffect transition="out" filter="strips(downLeft)">
                                      <p:cBhvr>
                                        <p:cTn id="902" dur="500"/>
                                        <p:tgtEl>
                                          <p:spTgt spid="8"/>
                                        </p:tgtEl>
                                      </p:cBhvr>
                                    </p:animEffect>
                                    <p:set>
                                      <p:cBhvr>
                                        <p:cTn id="903" dur="1" fill="hold">
                                          <p:stCondLst>
                                            <p:cond delay="499"/>
                                          </p:stCondLst>
                                        </p:cTn>
                                        <p:tgtEl>
                                          <p:spTgt spid="8"/>
                                        </p:tgtEl>
                                        <p:attrNameLst>
                                          <p:attrName>style.visibility</p:attrName>
                                        </p:attrNameLst>
                                      </p:cBhvr>
                                      <p:to>
                                        <p:strVal val="hidden"/>
                                      </p:to>
                                    </p:set>
                                  </p:childTnLst>
                                </p:cTn>
                              </p:par>
                              <p:par>
                                <p:cTn id="904" presetID="18" presetClass="exit" presetSubtype="12" fill="hold" grpId="13" nodeType="withEffect">
                                  <p:stCondLst>
                                    <p:cond delay="0"/>
                                  </p:stCondLst>
                                  <p:childTnLst>
                                    <p:animEffect transition="out" filter="strips(downLeft)">
                                      <p:cBhvr>
                                        <p:cTn id="905" dur="500"/>
                                        <p:tgtEl>
                                          <p:spTgt spid="9"/>
                                        </p:tgtEl>
                                      </p:cBhvr>
                                    </p:animEffect>
                                    <p:set>
                                      <p:cBhvr>
                                        <p:cTn id="906" dur="1" fill="hold">
                                          <p:stCondLst>
                                            <p:cond delay="499"/>
                                          </p:stCondLst>
                                        </p:cTn>
                                        <p:tgtEl>
                                          <p:spTgt spid="9"/>
                                        </p:tgtEl>
                                        <p:attrNameLst>
                                          <p:attrName>style.visibility</p:attrName>
                                        </p:attrNameLst>
                                      </p:cBhvr>
                                      <p:to>
                                        <p:strVal val="hidden"/>
                                      </p:to>
                                    </p:set>
                                  </p:childTnLst>
                                </p:cTn>
                              </p:par>
                              <p:par>
                                <p:cTn id="907" presetID="18" presetClass="exit" presetSubtype="12" fill="hold" grpId="11" nodeType="withEffect">
                                  <p:stCondLst>
                                    <p:cond delay="0"/>
                                  </p:stCondLst>
                                  <p:childTnLst>
                                    <p:animEffect transition="out" filter="strips(downLeft)">
                                      <p:cBhvr>
                                        <p:cTn id="908" dur="500"/>
                                        <p:tgtEl>
                                          <p:spTgt spid="10"/>
                                        </p:tgtEl>
                                      </p:cBhvr>
                                    </p:animEffect>
                                    <p:set>
                                      <p:cBhvr>
                                        <p:cTn id="909" dur="1" fill="hold">
                                          <p:stCondLst>
                                            <p:cond delay="499"/>
                                          </p:stCondLst>
                                        </p:cTn>
                                        <p:tgtEl>
                                          <p:spTgt spid="10"/>
                                        </p:tgtEl>
                                        <p:attrNameLst>
                                          <p:attrName>style.visibility</p:attrName>
                                        </p:attrNameLst>
                                      </p:cBhvr>
                                      <p:to>
                                        <p:strVal val="hidden"/>
                                      </p:to>
                                    </p:set>
                                  </p:childTnLst>
                                </p:cTn>
                              </p:par>
                              <p:par>
                                <p:cTn id="910" presetID="18" presetClass="exit" presetSubtype="12" fill="hold" grpId="11" nodeType="withEffect">
                                  <p:stCondLst>
                                    <p:cond delay="0"/>
                                  </p:stCondLst>
                                  <p:childTnLst>
                                    <p:animEffect transition="out" filter="strips(downLeft)">
                                      <p:cBhvr>
                                        <p:cTn id="911" dur="500"/>
                                        <p:tgtEl>
                                          <p:spTgt spid="11"/>
                                        </p:tgtEl>
                                      </p:cBhvr>
                                    </p:animEffect>
                                    <p:set>
                                      <p:cBhvr>
                                        <p:cTn id="912" dur="1" fill="hold">
                                          <p:stCondLst>
                                            <p:cond delay="499"/>
                                          </p:stCondLst>
                                        </p:cTn>
                                        <p:tgtEl>
                                          <p:spTgt spid="11"/>
                                        </p:tgtEl>
                                        <p:attrNameLst>
                                          <p:attrName>style.visibility</p:attrName>
                                        </p:attrNameLst>
                                      </p:cBhvr>
                                      <p:to>
                                        <p:strVal val="hidden"/>
                                      </p:to>
                                    </p:set>
                                  </p:childTnLst>
                                </p:cTn>
                              </p:par>
                              <p:par>
                                <p:cTn id="913" presetID="18" presetClass="exit" presetSubtype="12" fill="hold" grpId="11" nodeType="withEffect">
                                  <p:stCondLst>
                                    <p:cond delay="0"/>
                                  </p:stCondLst>
                                  <p:childTnLst>
                                    <p:animEffect transition="out" filter="strips(downLeft)">
                                      <p:cBhvr>
                                        <p:cTn id="914" dur="500"/>
                                        <p:tgtEl>
                                          <p:spTgt spid="12"/>
                                        </p:tgtEl>
                                      </p:cBhvr>
                                    </p:animEffect>
                                    <p:set>
                                      <p:cBhvr>
                                        <p:cTn id="915" dur="1" fill="hold">
                                          <p:stCondLst>
                                            <p:cond delay="499"/>
                                          </p:stCondLst>
                                        </p:cTn>
                                        <p:tgtEl>
                                          <p:spTgt spid="12"/>
                                        </p:tgtEl>
                                        <p:attrNameLst>
                                          <p:attrName>style.visibility</p:attrName>
                                        </p:attrNameLst>
                                      </p:cBhvr>
                                      <p:to>
                                        <p:strVal val="hidden"/>
                                      </p:to>
                                    </p:set>
                                  </p:childTnLst>
                                </p:cTn>
                              </p:par>
                              <p:par>
                                <p:cTn id="916" presetID="18" presetClass="exit" presetSubtype="12" fill="hold" grpId="11" nodeType="withEffect">
                                  <p:stCondLst>
                                    <p:cond delay="0"/>
                                  </p:stCondLst>
                                  <p:childTnLst>
                                    <p:animEffect transition="out" filter="strips(downLeft)">
                                      <p:cBhvr>
                                        <p:cTn id="917" dur="500"/>
                                        <p:tgtEl>
                                          <p:spTgt spid="13"/>
                                        </p:tgtEl>
                                      </p:cBhvr>
                                    </p:animEffect>
                                    <p:set>
                                      <p:cBhvr>
                                        <p:cTn id="918" dur="1" fill="hold">
                                          <p:stCondLst>
                                            <p:cond delay="499"/>
                                          </p:stCondLst>
                                        </p:cTn>
                                        <p:tgtEl>
                                          <p:spTgt spid="13"/>
                                        </p:tgtEl>
                                        <p:attrNameLst>
                                          <p:attrName>style.visibility</p:attrName>
                                        </p:attrNameLst>
                                      </p:cBhvr>
                                      <p:to>
                                        <p:strVal val="hidden"/>
                                      </p:to>
                                    </p:set>
                                  </p:childTnLst>
                                </p:cTn>
                              </p:par>
                              <p:par>
                                <p:cTn id="919" presetID="18" presetClass="exit" presetSubtype="12" fill="hold" grpId="11" nodeType="withEffect">
                                  <p:stCondLst>
                                    <p:cond delay="0"/>
                                  </p:stCondLst>
                                  <p:childTnLst>
                                    <p:animEffect transition="out" filter="strips(downLeft)">
                                      <p:cBhvr>
                                        <p:cTn id="920" dur="500"/>
                                        <p:tgtEl>
                                          <p:spTgt spid="14"/>
                                        </p:tgtEl>
                                      </p:cBhvr>
                                    </p:animEffect>
                                    <p:set>
                                      <p:cBhvr>
                                        <p:cTn id="921" dur="1" fill="hold">
                                          <p:stCondLst>
                                            <p:cond delay="499"/>
                                          </p:stCondLst>
                                        </p:cTn>
                                        <p:tgtEl>
                                          <p:spTgt spid="14"/>
                                        </p:tgtEl>
                                        <p:attrNameLst>
                                          <p:attrName>style.visibility</p:attrName>
                                        </p:attrNameLst>
                                      </p:cBhvr>
                                      <p:to>
                                        <p:strVal val="hidden"/>
                                      </p:to>
                                    </p:set>
                                  </p:childTnLst>
                                </p:cTn>
                              </p:par>
                              <p:par>
                                <p:cTn id="922" presetID="18" presetClass="exit" presetSubtype="12" fill="hold" grpId="13" nodeType="withEffect">
                                  <p:stCondLst>
                                    <p:cond delay="0"/>
                                  </p:stCondLst>
                                  <p:childTnLst>
                                    <p:animEffect transition="out" filter="strips(downLeft)">
                                      <p:cBhvr>
                                        <p:cTn id="923" dur="500"/>
                                        <p:tgtEl>
                                          <p:spTgt spid="15"/>
                                        </p:tgtEl>
                                      </p:cBhvr>
                                    </p:animEffect>
                                    <p:set>
                                      <p:cBhvr>
                                        <p:cTn id="924" dur="1" fill="hold">
                                          <p:stCondLst>
                                            <p:cond delay="499"/>
                                          </p:stCondLst>
                                        </p:cTn>
                                        <p:tgtEl>
                                          <p:spTgt spid="15"/>
                                        </p:tgtEl>
                                        <p:attrNameLst>
                                          <p:attrName>style.visibility</p:attrName>
                                        </p:attrNameLst>
                                      </p:cBhvr>
                                      <p:to>
                                        <p:strVal val="hidden"/>
                                      </p:to>
                                    </p:set>
                                  </p:childTnLst>
                                </p:cTn>
                              </p:par>
                              <p:par>
                                <p:cTn id="925" presetID="18" presetClass="exit" presetSubtype="12" fill="hold" grpId="13" nodeType="withEffect">
                                  <p:stCondLst>
                                    <p:cond delay="0"/>
                                  </p:stCondLst>
                                  <p:childTnLst>
                                    <p:animEffect transition="out" filter="strips(downLeft)">
                                      <p:cBhvr>
                                        <p:cTn id="926" dur="500"/>
                                        <p:tgtEl>
                                          <p:spTgt spid="16"/>
                                        </p:tgtEl>
                                      </p:cBhvr>
                                    </p:animEffect>
                                    <p:set>
                                      <p:cBhvr>
                                        <p:cTn id="927" dur="1" fill="hold">
                                          <p:stCondLst>
                                            <p:cond delay="499"/>
                                          </p:stCondLst>
                                        </p:cTn>
                                        <p:tgtEl>
                                          <p:spTgt spid="16"/>
                                        </p:tgtEl>
                                        <p:attrNameLst>
                                          <p:attrName>style.visibility</p:attrName>
                                        </p:attrNameLst>
                                      </p:cBhvr>
                                      <p:to>
                                        <p:strVal val="hidden"/>
                                      </p:to>
                                    </p:set>
                                  </p:childTnLst>
                                </p:cTn>
                              </p:par>
                              <p:par>
                                <p:cTn id="928" presetID="18" presetClass="exit" presetSubtype="12" fill="hold" grpId="13" nodeType="withEffect">
                                  <p:stCondLst>
                                    <p:cond delay="0"/>
                                  </p:stCondLst>
                                  <p:childTnLst>
                                    <p:animEffect transition="out" filter="strips(downLeft)">
                                      <p:cBhvr>
                                        <p:cTn id="929" dur="500"/>
                                        <p:tgtEl>
                                          <p:spTgt spid="17"/>
                                        </p:tgtEl>
                                      </p:cBhvr>
                                    </p:animEffect>
                                    <p:set>
                                      <p:cBhvr>
                                        <p:cTn id="930" dur="1" fill="hold">
                                          <p:stCondLst>
                                            <p:cond delay="499"/>
                                          </p:stCondLst>
                                        </p:cTn>
                                        <p:tgtEl>
                                          <p:spTgt spid="17"/>
                                        </p:tgtEl>
                                        <p:attrNameLst>
                                          <p:attrName>style.visibility</p:attrName>
                                        </p:attrNameLst>
                                      </p:cBhvr>
                                      <p:to>
                                        <p:strVal val="hidden"/>
                                      </p:to>
                                    </p:set>
                                  </p:childTnLst>
                                </p:cTn>
                              </p:par>
                              <p:par>
                                <p:cTn id="931" presetID="18" presetClass="exit" presetSubtype="12" fill="hold" grpId="11" nodeType="withEffect">
                                  <p:stCondLst>
                                    <p:cond delay="0"/>
                                  </p:stCondLst>
                                  <p:childTnLst>
                                    <p:animEffect transition="out" filter="strips(downLeft)">
                                      <p:cBhvr>
                                        <p:cTn id="932" dur="500"/>
                                        <p:tgtEl>
                                          <p:spTgt spid="18"/>
                                        </p:tgtEl>
                                      </p:cBhvr>
                                    </p:animEffect>
                                    <p:set>
                                      <p:cBhvr>
                                        <p:cTn id="933" dur="1" fill="hold">
                                          <p:stCondLst>
                                            <p:cond delay="499"/>
                                          </p:stCondLst>
                                        </p:cTn>
                                        <p:tgtEl>
                                          <p:spTgt spid="18"/>
                                        </p:tgtEl>
                                        <p:attrNameLst>
                                          <p:attrName>style.visibility</p:attrName>
                                        </p:attrNameLst>
                                      </p:cBhvr>
                                      <p:to>
                                        <p:strVal val="hidden"/>
                                      </p:to>
                                    </p:set>
                                  </p:childTnLst>
                                </p:cTn>
                              </p:par>
                              <p:par>
                                <p:cTn id="934" presetID="6" presetClass="emph" presetSubtype="0" fill="hold" grpId="19" nodeType="withEffect">
                                  <p:stCondLst>
                                    <p:cond delay="0"/>
                                  </p:stCondLst>
                                  <p:childTnLst>
                                    <p:animScale>
                                      <p:cBhvr>
                                        <p:cTn id="935" dur="500" fill="hold"/>
                                        <p:tgtEl>
                                          <p:spTgt spid="19"/>
                                        </p:tgtEl>
                                      </p:cBhvr>
                                      <p:by x="200000" y="200000"/>
                                    </p:animScale>
                                  </p:childTnLst>
                                </p:cTn>
                              </p:par>
                              <p:par>
                                <p:cTn id="936" presetID="64" presetClass="path" presetSubtype="0" accel="50000" decel="50000" fill="hold" grpId="20" nodeType="withEffect">
                                  <p:stCondLst>
                                    <p:cond delay="0"/>
                                  </p:stCondLst>
                                  <p:childTnLst>
                                    <p:animMotion origin="layout" path="M -3.33333E-6 3.10545E-6 L 0.31667 -0.37266 " pathEditMode="relative" rAng="0" ptsTypes="AA">
                                      <p:cBhvr>
                                        <p:cTn id="937" dur="500" fill="hold"/>
                                        <p:tgtEl>
                                          <p:spTgt spid="19"/>
                                        </p:tgtEl>
                                        <p:attrNameLst>
                                          <p:attrName>ppt_x</p:attrName>
                                          <p:attrName>ppt_y</p:attrName>
                                        </p:attrNameLst>
                                      </p:cBhvr>
                                      <p:rCtr x="158" y="-186"/>
                                    </p:animMotion>
                                  </p:childTnLst>
                                </p:cTn>
                              </p:par>
                            </p:childTnLst>
                          </p:cTn>
                        </p:par>
                      </p:childTnLst>
                    </p:cTn>
                  </p:par>
                  <p:par>
                    <p:cTn id="938" fill="hold">
                      <p:stCondLst>
                        <p:cond delay="indefinite"/>
                      </p:stCondLst>
                      <p:childTnLst>
                        <p:par>
                          <p:cTn id="939" fill="hold">
                            <p:stCondLst>
                              <p:cond delay="0"/>
                            </p:stCondLst>
                            <p:childTnLst>
                              <p:par>
                                <p:cTn id="940" presetID="18" presetClass="entr" presetSubtype="12" fill="hold" grpId="14" nodeType="clickEffect">
                                  <p:stCondLst>
                                    <p:cond delay="0"/>
                                  </p:stCondLst>
                                  <p:childTnLst>
                                    <p:set>
                                      <p:cBhvr>
                                        <p:cTn id="941" dur="1" fill="hold">
                                          <p:stCondLst>
                                            <p:cond delay="0"/>
                                          </p:stCondLst>
                                        </p:cTn>
                                        <p:tgtEl>
                                          <p:spTgt spid="4"/>
                                        </p:tgtEl>
                                        <p:attrNameLst>
                                          <p:attrName>style.visibility</p:attrName>
                                        </p:attrNameLst>
                                      </p:cBhvr>
                                      <p:to>
                                        <p:strVal val="visible"/>
                                      </p:to>
                                    </p:set>
                                    <p:animEffect transition="in" filter="strips(downLeft)">
                                      <p:cBhvr>
                                        <p:cTn id="942" dur="500"/>
                                        <p:tgtEl>
                                          <p:spTgt spid="4"/>
                                        </p:tgtEl>
                                      </p:cBhvr>
                                    </p:animEffect>
                                  </p:childTnLst>
                                </p:cTn>
                              </p:par>
                              <p:par>
                                <p:cTn id="943" presetID="18" presetClass="entr" presetSubtype="12" fill="hold" grpId="14" nodeType="withEffect">
                                  <p:stCondLst>
                                    <p:cond delay="0"/>
                                  </p:stCondLst>
                                  <p:childTnLst>
                                    <p:set>
                                      <p:cBhvr>
                                        <p:cTn id="944" dur="1" fill="hold">
                                          <p:stCondLst>
                                            <p:cond delay="0"/>
                                          </p:stCondLst>
                                        </p:cTn>
                                        <p:tgtEl>
                                          <p:spTgt spid="5"/>
                                        </p:tgtEl>
                                        <p:attrNameLst>
                                          <p:attrName>style.visibility</p:attrName>
                                        </p:attrNameLst>
                                      </p:cBhvr>
                                      <p:to>
                                        <p:strVal val="visible"/>
                                      </p:to>
                                    </p:set>
                                    <p:animEffect transition="in" filter="strips(downLeft)">
                                      <p:cBhvr>
                                        <p:cTn id="945" dur="500"/>
                                        <p:tgtEl>
                                          <p:spTgt spid="5"/>
                                        </p:tgtEl>
                                      </p:cBhvr>
                                    </p:animEffect>
                                  </p:childTnLst>
                                </p:cTn>
                              </p:par>
                              <p:par>
                                <p:cTn id="946" presetID="18" presetClass="entr" presetSubtype="12" fill="hold" grpId="14" nodeType="withEffect">
                                  <p:stCondLst>
                                    <p:cond delay="0"/>
                                  </p:stCondLst>
                                  <p:childTnLst>
                                    <p:set>
                                      <p:cBhvr>
                                        <p:cTn id="947" dur="1" fill="hold">
                                          <p:stCondLst>
                                            <p:cond delay="0"/>
                                          </p:stCondLst>
                                        </p:cTn>
                                        <p:tgtEl>
                                          <p:spTgt spid="6"/>
                                        </p:tgtEl>
                                        <p:attrNameLst>
                                          <p:attrName>style.visibility</p:attrName>
                                        </p:attrNameLst>
                                      </p:cBhvr>
                                      <p:to>
                                        <p:strVal val="visible"/>
                                      </p:to>
                                    </p:set>
                                    <p:animEffect transition="in" filter="strips(downLeft)">
                                      <p:cBhvr>
                                        <p:cTn id="948" dur="500"/>
                                        <p:tgtEl>
                                          <p:spTgt spid="6"/>
                                        </p:tgtEl>
                                      </p:cBhvr>
                                    </p:animEffect>
                                  </p:childTnLst>
                                </p:cTn>
                              </p:par>
                              <p:par>
                                <p:cTn id="949" presetID="18" presetClass="entr" presetSubtype="12" fill="hold" grpId="14" nodeType="withEffect">
                                  <p:stCondLst>
                                    <p:cond delay="0"/>
                                  </p:stCondLst>
                                  <p:childTnLst>
                                    <p:set>
                                      <p:cBhvr>
                                        <p:cTn id="950" dur="1" fill="hold">
                                          <p:stCondLst>
                                            <p:cond delay="0"/>
                                          </p:stCondLst>
                                        </p:cTn>
                                        <p:tgtEl>
                                          <p:spTgt spid="7"/>
                                        </p:tgtEl>
                                        <p:attrNameLst>
                                          <p:attrName>style.visibility</p:attrName>
                                        </p:attrNameLst>
                                      </p:cBhvr>
                                      <p:to>
                                        <p:strVal val="visible"/>
                                      </p:to>
                                    </p:set>
                                    <p:animEffect transition="in" filter="strips(downLeft)">
                                      <p:cBhvr>
                                        <p:cTn id="951" dur="500"/>
                                        <p:tgtEl>
                                          <p:spTgt spid="7"/>
                                        </p:tgtEl>
                                      </p:cBhvr>
                                    </p:animEffect>
                                  </p:childTnLst>
                                </p:cTn>
                              </p:par>
                              <p:par>
                                <p:cTn id="952" presetID="18" presetClass="entr" presetSubtype="12" fill="hold" grpId="14" nodeType="withEffect">
                                  <p:stCondLst>
                                    <p:cond delay="0"/>
                                  </p:stCondLst>
                                  <p:childTnLst>
                                    <p:set>
                                      <p:cBhvr>
                                        <p:cTn id="953" dur="1" fill="hold">
                                          <p:stCondLst>
                                            <p:cond delay="0"/>
                                          </p:stCondLst>
                                        </p:cTn>
                                        <p:tgtEl>
                                          <p:spTgt spid="8"/>
                                        </p:tgtEl>
                                        <p:attrNameLst>
                                          <p:attrName>style.visibility</p:attrName>
                                        </p:attrNameLst>
                                      </p:cBhvr>
                                      <p:to>
                                        <p:strVal val="visible"/>
                                      </p:to>
                                    </p:set>
                                    <p:animEffect transition="in" filter="strips(downLeft)">
                                      <p:cBhvr>
                                        <p:cTn id="954" dur="500"/>
                                        <p:tgtEl>
                                          <p:spTgt spid="8"/>
                                        </p:tgtEl>
                                      </p:cBhvr>
                                    </p:animEffect>
                                  </p:childTnLst>
                                </p:cTn>
                              </p:par>
                              <p:par>
                                <p:cTn id="955" presetID="18" presetClass="entr" presetSubtype="12" fill="hold" grpId="14" nodeType="withEffect">
                                  <p:stCondLst>
                                    <p:cond delay="0"/>
                                  </p:stCondLst>
                                  <p:childTnLst>
                                    <p:set>
                                      <p:cBhvr>
                                        <p:cTn id="956" dur="1" fill="hold">
                                          <p:stCondLst>
                                            <p:cond delay="0"/>
                                          </p:stCondLst>
                                        </p:cTn>
                                        <p:tgtEl>
                                          <p:spTgt spid="9"/>
                                        </p:tgtEl>
                                        <p:attrNameLst>
                                          <p:attrName>style.visibility</p:attrName>
                                        </p:attrNameLst>
                                      </p:cBhvr>
                                      <p:to>
                                        <p:strVal val="visible"/>
                                      </p:to>
                                    </p:set>
                                    <p:animEffect transition="in" filter="strips(downLeft)">
                                      <p:cBhvr>
                                        <p:cTn id="957" dur="500"/>
                                        <p:tgtEl>
                                          <p:spTgt spid="9"/>
                                        </p:tgtEl>
                                      </p:cBhvr>
                                    </p:animEffect>
                                  </p:childTnLst>
                                </p:cTn>
                              </p:par>
                              <p:par>
                                <p:cTn id="958" presetID="18" presetClass="entr" presetSubtype="12" fill="hold" grpId="12" nodeType="withEffect">
                                  <p:stCondLst>
                                    <p:cond delay="0"/>
                                  </p:stCondLst>
                                  <p:childTnLst>
                                    <p:set>
                                      <p:cBhvr>
                                        <p:cTn id="959" dur="1" fill="hold">
                                          <p:stCondLst>
                                            <p:cond delay="0"/>
                                          </p:stCondLst>
                                        </p:cTn>
                                        <p:tgtEl>
                                          <p:spTgt spid="10"/>
                                        </p:tgtEl>
                                        <p:attrNameLst>
                                          <p:attrName>style.visibility</p:attrName>
                                        </p:attrNameLst>
                                      </p:cBhvr>
                                      <p:to>
                                        <p:strVal val="visible"/>
                                      </p:to>
                                    </p:set>
                                    <p:animEffect transition="in" filter="strips(downLeft)">
                                      <p:cBhvr>
                                        <p:cTn id="960" dur="500"/>
                                        <p:tgtEl>
                                          <p:spTgt spid="10"/>
                                        </p:tgtEl>
                                      </p:cBhvr>
                                    </p:animEffect>
                                  </p:childTnLst>
                                </p:cTn>
                              </p:par>
                              <p:par>
                                <p:cTn id="961" presetID="18" presetClass="entr" presetSubtype="12" fill="hold" grpId="12" nodeType="withEffect">
                                  <p:stCondLst>
                                    <p:cond delay="0"/>
                                  </p:stCondLst>
                                  <p:childTnLst>
                                    <p:set>
                                      <p:cBhvr>
                                        <p:cTn id="962" dur="1" fill="hold">
                                          <p:stCondLst>
                                            <p:cond delay="0"/>
                                          </p:stCondLst>
                                        </p:cTn>
                                        <p:tgtEl>
                                          <p:spTgt spid="11"/>
                                        </p:tgtEl>
                                        <p:attrNameLst>
                                          <p:attrName>style.visibility</p:attrName>
                                        </p:attrNameLst>
                                      </p:cBhvr>
                                      <p:to>
                                        <p:strVal val="visible"/>
                                      </p:to>
                                    </p:set>
                                    <p:animEffect transition="in" filter="strips(downLeft)">
                                      <p:cBhvr>
                                        <p:cTn id="963" dur="500"/>
                                        <p:tgtEl>
                                          <p:spTgt spid="11"/>
                                        </p:tgtEl>
                                      </p:cBhvr>
                                    </p:animEffect>
                                  </p:childTnLst>
                                </p:cTn>
                              </p:par>
                              <p:par>
                                <p:cTn id="964" presetID="18" presetClass="entr" presetSubtype="12" fill="hold" grpId="12" nodeType="withEffect">
                                  <p:stCondLst>
                                    <p:cond delay="0"/>
                                  </p:stCondLst>
                                  <p:childTnLst>
                                    <p:set>
                                      <p:cBhvr>
                                        <p:cTn id="965" dur="1" fill="hold">
                                          <p:stCondLst>
                                            <p:cond delay="0"/>
                                          </p:stCondLst>
                                        </p:cTn>
                                        <p:tgtEl>
                                          <p:spTgt spid="12"/>
                                        </p:tgtEl>
                                        <p:attrNameLst>
                                          <p:attrName>style.visibility</p:attrName>
                                        </p:attrNameLst>
                                      </p:cBhvr>
                                      <p:to>
                                        <p:strVal val="visible"/>
                                      </p:to>
                                    </p:set>
                                    <p:animEffect transition="in" filter="strips(downLeft)">
                                      <p:cBhvr>
                                        <p:cTn id="966" dur="500"/>
                                        <p:tgtEl>
                                          <p:spTgt spid="12"/>
                                        </p:tgtEl>
                                      </p:cBhvr>
                                    </p:animEffect>
                                  </p:childTnLst>
                                </p:cTn>
                              </p:par>
                              <p:par>
                                <p:cTn id="967" presetID="18" presetClass="entr" presetSubtype="12" fill="hold" grpId="12" nodeType="withEffect">
                                  <p:stCondLst>
                                    <p:cond delay="0"/>
                                  </p:stCondLst>
                                  <p:childTnLst>
                                    <p:set>
                                      <p:cBhvr>
                                        <p:cTn id="968" dur="1" fill="hold">
                                          <p:stCondLst>
                                            <p:cond delay="0"/>
                                          </p:stCondLst>
                                        </p:cTn>
                                        <p:tgtEl>
                                          <p:spTgt spid="13"/>
                                        </p:tgtEl>
                                        <p:attrNameLst>
                                          <p:attrName>style.visibility</p:attrName>
                                        </p:attrNameLst>
                                      </p:cBhvr>
                                      <p:to>
                                        <p:strVal val="visible"/>
                                      </p:to>
                                    </p:set>
                                    <p:animEffect transition="in" filter="strips(downLeft)">
                                      <p:cBhvr>
                                        <p:cTn id="969" dur="500"/>
                                        <p:tgtEl>
                                          <p:spTgt spid="13"/>
                                        </p:tgtEl>
                                      </p:cBhvr>
                                    </p:animEffect>
                                  </p:childTnLst>
                                </p:cTn>
                              </p:par>
                              <p:par>
                                <p:cTn id="970" presetID="18" presetClass="entr" presetSubtype="12" fill="hold" grpId="12" nodeType="withEffect">
                                  <p:stCondLst>
                                    <p:cond delay="0"/>
                                  </p:stCondLst>
                                  <p:childTnLst>
                                    <p:set>
                                      <p:cBhvr>
                                        <p:cTn id="971" dur="1" fill="hold">
                                          <p:stCondLst>
                                            <p:cond delay="0"/>
                                          </p:stCondLst>
                                        </p:cTn>
                                        <p:tgtEl>
                                          <p:spTgt spid="14"/>
                                        </p:tgtEl>
                                        <p:attrNameLst>
                                          <p:attrName>style.visibility</p:attrName>
                                        </p:attrNameLst>
                                      </p:cBhvr>
                                      <p:to>
                                        <p:strVal val="visible"/>
                                      </p:to>
                                    </p:set>
                                    <p:animEffect transition="in" filter="strips(downLeft)">
                                      <p:cBhvr>
                                        <p:cTn id="972" dur="500"/>
                                        <p:tgtEl>
                                          <p:spTgt spid="14"/>
                                        </p:tgtEl>
                                      </p:cBhvr>
                                    </p:animEffect>
                                  </p:childTnLst>
                                </p:cTn>
                              </p:par>
                              <p:par>
                                <p:cTn id="973" presetID="18" presetClass="entr" presetSubtype="12" fill="hold" grpId="14" nodeType="withEffect">
                                  <p:stCondLst>
                                    <p:cond delay="0"/>
                                  </p:stCondLst>
                                  <p:childTnLst>
                                    <p:set>
                                      <p:cBhvr>
                                        <p:cTn id="974" dur="1" fill="hold">
                                          <p:stCondLst>
                                            <p:cond delay="0"/>
                                          </p:stCondLst>
                                        </p:cTn>
                                        <p:tgtEl>
                                          <p:spTgt spid="15"/>
                                        </p:tgtEl>
                                        <p:attrNameLst>
                                          <p:attrName>style.visibility</p:attrName>
                                        </p:attrNameLst>
                                      </p:cBhvr>
                                      <p:to>
                                        <p:strVal val="visible"/>
                                      </p:to>
                                    </p:set>
                                    <p:animEffect transition="in" filter="strips(downLeft)">
                                      <p:cBhvr>
                                        <p:cTn id="975" dur="500"/>
                                        <p:tgtEl>
                                          <p:spTgt spid="15"/>
                                        </p:tgtEl>
                                      </p:cBhvr>
                                    </p:animEffect>
                                  </p:childTnLst>
                                </p:cTn>
                              </p:par>
                              <p:par>
                                <p:cTn id="976" presetID="18" presetClass="entr" presetSubtype="12" fill="hold" grpId="14" nodeType="withEffect">
                                  <p:stCondLst>
                                    <p:cond delay="0"/>
                                  </p:stCondLst>
                                  <p:childTnLst>
                                    <p:set>
                                      <p:cBhvr>
                                        <p:cTn id="977" dur="1" fill="hold">
                                          <p:stCondLst>
                                            <p:cond delay="0"/>
                                          </p:stCondLst>
                                        </p:cTn>
                                        <p:tgtEl>
                                          <p:spTgt spid="16"/>
                                        </p:tgtEl>
                                        <p:attrNameLst>
                                          <p:attrName>style.visibility</p:attrName>
                                        </p:attrNameLst>
                                      </p:cBhvr>
                                      <p:to>
                                        <p:strVal val="visible"/>
                                      </p:to>
                                    </p:set>
                                    <p:animEffect transition="in" filter="strips(downLeft)">
                                      <p:cBhvr>
                                        <p:cTn id="978" dur="500"/>
                                        <p:tgtEl>
                                          <p:spTgt spid="16"/>
                                        </p:tgtEl>
                                      </p:cBhvr>
                                    </p:animEffect>
                                  </p:childTnLst>
                                </p:cTn>
                              </p:par>
                              <p:par>
                                <p:cTn id="979" presetID="18" presetClass="entr" presetSubtype="12" fill="hold" grpId="14" nodeType="withEffect">
                                  <p:stCondLst>
                                    <p:cond delay="0"/>
                                  </p:stCondLst>
                                  <p:childTnLst>
                                    <p:set>
                                      <p:cBhvr>
                                        <p:cTn id="980" dur="1" fill="hold">
                                          <p:stCondLst>
                                            <p:cond delay="0"/>
                                          </p:stCondLst>
                                        </p:cTn>
                                        <p:tgtEl>
                                          <p:spTgt spid="17"/>
                                        </p:tgtEl>
                                        <p:attrNameLst>
                                          <p:attrName>style.visibility</p:attrName>
                                        </p:attrNameLst>
                                      </p:cBhvr>
                                      <p:to>
                                        <p:strVal val="visible"/>
                                      </p:to>
                                    </p:set>
                                    <p:animEffect transition="in" filter="strips(downLeft)">
                                      <p:cBhvr>
                                        <p:cTn id="981" dur="500"/>
                                        <p:tgtEl>
                                          <p:spTgt spid="17"/>
                                        </p:tgtEl>
                                      </p:cBhvr>
                                    </p:animEffect>
                                  </p:childTnLst>
                                </p:cTn>
                              </p:par>
                              <p:par>
                                <p:cTn id="982" presetID="18" presetClass="entr" presetSubtype="12" fill="hold" grpId="12" nodeType="withEffect">
                                  <p:stCondLst>
                                    <p:cond delay="0"/>
                                  </p:stCondLst>
                                  <p:childTnLst>
                                    <p:set>
                                      <p:cBhvr>
                                        <p:cTn id="983" dur="1" fill="hold">
                                          <p:stCondLst>
                                            <p:cond delay="0"/>
                                          </p:stCondLst>
                                        </p:cTn>
                                        <p:tgtEl>
                                          <p:spTgt spid="18"/>
                                        </p:tgtEl>
                                        <p:attrNameLst>
                                          <p:attrName>style.visibility</p:attrName>
                                        </p:attrNameLst>
                                      </p:cBhvr>
                                      <p:to>
                                        <p:strVal val="visible"/>
                                      </p:to>
                                    </p:set>
                                    <p:animEffect transition="in" filter="strips(downLeft)">
                                      <p:cBhvr>
                                        <p:cTn id="984" dur="500"/>
                                        <p:tgtEl>
                                          <p:spTgt spid="18"/>
                                        </p:tgtEl>
                                      </p:cBhvr>
                                    </p:animEffect>
                                  </p:childTnLst>
                                </p:cTn>
                              </p:par>
                              <p:par>
                                <p:cTn id="985" presetID="6" presetClass="emph" presetSubtype="0" fill="hold" grpId="21" nodeType="withEffect">
                                  <p:stCondLst>
                                    <p:cond delay="0"/>
                                  </p:stCondLst>
                                  <p:childTnLst>
                                    <p:animScale>
                                      <p:cBhvr>
                                        <p:cTn id="986" dur="500" fill="hold"/>
                                        <p:tgtEl>
                                          <p:spTgt spid="19"/>
                                        </p:tgtEl>
                                      </p:cBhvr>
                                      <p:by x="50000" y="50000"/>
                                    </p:animScale>
                                  </p:childTnLst>
                                </p:cTn>
                              </p:par>
                              <p:par>
                                <p:cTn id="987" presetID="64" presetClass="path" presetSubtype="0" accel="50000" decel="50000" fill="hold" grpId="22" nodeType="withEffect">
                                  <p:stCondLst>
                                    <p:cond delay="0"/>
                                  </p:stCondLst>
                                  <p:childTnLst>
                                    <p:animMotion origin="layout" path="M -3.33333E-6 3.10545E-6 L 0.31667 -0.37266 " pathEditMode="relative" rAng="0" ptsTypes="AA">
                                      <p:cBhvr>
                                        <p:cTn id="988" dur="500" spd="-100000" fill="hold"/>
                                        <p:tgtEl>
                                          <p:spTgt spid="19"/>
                                        </p:tgtEl>
                                        <p:attrNameLst>
                                          <p:attrName>ppt_x</p:attrName>
                                          <p:attrName>ppt_y</p:attrName>
                                        </p:attrNameLst>
                                      </p:cBhvr>
                                      <p:rCtr x="158" y="-186"/>
                                    </p:animMotion>
                                  </p:childTnLst>
                                </p:cTn>
                              </p:par>
                            </p:childTnLst>
                          </p:cTn>
                        </p:par>
                      </p:childTnLst>
                    </p:cTn>
                  </p:par>
                </p:childTnLst>
              </p:cTn>
              <p:nextCondLst>
                <p:cond evt="onClick" delay="0">
                  <p:tgtEl>
                    <p:spTgt spid="19"/>
                  </p:tgtEl>
                </p:cond>
              </p:nextCondLst>
            </p:seq>
            <p:seq concurrent="1" nextAc="seek">
              <p:cTn id="989" restart="whenNotActive" fill="hold" evtFilter="cancelBubble" nodeType="interactiveSeq">
                <p:stCondLst>
                  <p:cond evt="onClick" delay="0">
                    <p:tgtEl>
                      <p:spTgt spid="15"/>
                    </p:tgtEl>
                  </p:cond>
                </p:stCondLst>
                <p:endSync evt="end" delay="0">
                  <p:rtn val="all"/>
                </p:endSync>
                <p:childTnLst>
                  <p:par>
                    <p:cTn id="990" fill="hold">
                      <p:stCondLst>
                        <p:cond delay="0"/>
                      </p:stCondLst>
                      <p:childTnLst>
                        <p:par>
                          <p:cTn id="991" fill="hold">
                            <p:stCondLst>
                              <p:cond delay="0"/>
                            </p:stCondLst>
                            <p:childTnLst>
                              <p:par>
                                <p:cTn id="992" presetID="3" presetClass="exit" presetSubtype="10" fill="hold" grpId="15" nodeType="clickEffect">
                                  <p:stCondLst>
                                    <p:cond delay="0"/>
                                  </p:stCondLst>
                                  <p:childTnLst>
                                    <p:animEffect transition="out" filter="blinds(horizontal)">
                                      <p:cBhvr>
                                        <p:cTn id="993" dur="500"/>
                                        <p:tgtEl>
                                          <p:spTgt spid="4"/>
                                        </p:tgtEl>
                                      </p:cBhvr>
                                    </p:animEffect>
                                    <p:set>
                                      <p:cBhvr>
                                        <p:cTn id="994" dur="1" fill="hold">
                                          <p:stCondLst>
                                            <p:cond delay="499"/>
                                          </p:stCondLst>
                                        </p:cTn>
                                        <p:tgtEl>
                                          <p:spTgt spid="4"/>
                                        </p:tgtEl>
                                        <p:attrNameLst>
                                          <p:attrName>style.visibility</p:attrName>
                                        </p:attrNameLst>
                                      </p:cBhvr>
                                      <p:to>
                                        <p:strVal val="hidden"/>
                                      </p:to>
                                    </p:set>
                                  </p:childTnLst>
                                </p:cTn>
                              </p:par>
                              <p:par>
                                <p:cTn id="995" presetID="3" presetClass="exit" presetSubtype="10" fill="hold" grpId="15" nodeType="withEffect">
                                  <p:stCondLst>
                                    <p:cond delay="0"/>
                                  </p:stCondLst>
                                  <p:childTnLst>
                                    <p:animEffect transition="out" filter="blinds(horizontal)">
                                      <p:cBhvr>
                                        <p:cTn id="996" dur="500"/>
                                        <p:tgtEl>
                                          <p:spTgt spid="5"/>
                                        </p:tgtEl>
                                      </p:cBhvr>
                                    </p:animEffect>
                                    <p:set>
                                      <p:cBhvr>
                                        <p:cTn id="997" dur="1" fill="hold">
                                          <p:stCondLst>
                                            <p:cond delay="499"/>
                                          </p:stCondLst>
                                        </p:cTn>
                                        <p:tgtEl>
                                          <p:spTgt spid="5"/>
                                        </p:tgtEl>
                                        <p:attrNameLst>
                                          <p:attrName>style.visibility</p:attrName>
                                        </p:attrNameLst>
                                      </p:cBhvr>
                                      <p:to>
                                        <p:strVal val="hidden"/>
                                      </p:to>
                                    </p:set>
                                  </p:childTnLst>
                                </p:cTn>
                              </p:par>
                              <p:par>
                                <p:cTn id="998" presetID="3" presetClass="exit" presetSubtype="10" fill="hold" grpId="15" nodeType="withEffect">
                                  <p:stCondLst>
                                    <p:cond delay="0"/>
                                  </p:stCondLst>
                                  <p:childTnLst>
                                    <p:animEffect transition="out" filter="blinds(horizontal)">
                                      <p:cBhvr>
                                        <p:cTn id="999" dur="500"/>
                                        <p:tgtEl>
                                          <p:spTgt spid="6"/>
                                        </p:tgtEl>
                                      </p:cBhvr>
                                    </p:animEffect>
                                    <p:set>
                                      <p:cBhvr>
                                        <p:cTn id="1000" dur="1" fill="hold">
                                          <p:stCondLst>
                                            <p:cond delay="499"/>
                                          </p:stCondLst>
                                        </p:cTn>
                                        <p:tgtEl>
                                          <p:spTgt spid="6"/>
                                        </p:tgtEl>
                                        <p:attrNameLst>
                                          <p:attrName>style.visibility</p:attrName>
                                        </p:attrNameLst>
                                      </p:cBhvr>
                                      <p:to>
                                        <p:strVal val="hidden"/>
                                      </p:to>
                                    </p:set>
                                  </p:childTnLst>
                                </p:cTn>
                              </p:par>
                              <p:par>
                                <p:cTn id="1001" presetID="3" presetClass="exit" presetSubtype="10" fill="hold" grpId="15" nodeType="withEffect">
                                  <p:stCondLst>
                                    <p:cond delay="0"/>
                                  </p:stCondLst>
                                  <p:childTnLst>
                                    <p:animEffect transition="out" filter="blinds(horizontal)">
                                      <p:cBhvr>
                                        <p:cTn id="1002" dur="500"/>
                                        <p:tgtEl>
                                          <p:spTgt spid="7"/>
                                        </p:tgtEl>
                                      </p:cBhvr>
                                    </p:animEffect>
                                    <p:set>
                                      <p:cBhvr>
                                        <p:cTn id="1003" dur="1" fill="hold">
                                          <p:stCondLst>
                                            <p:cond delay="499"/>
                                          </p:stCondLst>
                                        </p:cTn>
                                        <p:tgtEl>
                                          <p:spTgt spid="7"/>
                                        </p:tgtEl>
                                        <p:attrNameLst>
                                          <p:attrName>style.visibility</p:attrName>
                                        </p:attrNameLst>
                                      </p:cBhvr>
                                      <p:to>
                                        <p:strVal val="hidden"/>
                                      </p:to>
                                    </p:set>
                                  </p:childTnLst>
                                </p:cTn>
                              </p:par>
                              <p:par>
                                <p:cTn id="1004" presetID="3" presetClass="exit" presetSubtype="10" fill="hold" grpId="15" nodeType="withEffect">
                                  <p:stCondLst>
                                    <p:cond delay="0"/>
                                  </p:stCondLst>
                                  <p:childTnLst>
                                    <p:animEffect transition="out" filter="blinds(horizontal)">
                                      <p:cBhvr>
                                        <p:cTn id="1005" dur="500"/>
                                        <p:tgtEl>
                                          <p:spTgt spid="8"/>
                                        </p:tgtEl>
                                      </p:cBhvr>
                                    </p:animEffect>
                                    <p:set>
                                      <p:cBhvr>
                                        <p:cTn id="1006" dur="1" fill="hold">
                                          <p:stCondLst>
                                            <p:cond delay="499"/>
                                          </p:stCondLst>
                                        </p:cTn>
                                        <p:tgtEl>
                                          <p:spTgt spid="8"/>
                                        </p:tgtEl>
                                        <p:attrNameLst>
                                          <p:attrName>style.visibility</p:attrName>
                                        </p:attrNameLst>
                                      </p:cBhvr>
                                      <p:to>
                                        <p:strVal val="hidden"/>
                                      </p:to>
                                    </p:set>
                                  </p:childTnLst>
                                </p:cTn>
                              </p:par>
                              <p:par>
                                <p:cTn id="1007" presetID="3" presetClass="exit" presetSubtype="10" fill="hold" grpId="15" nodeType="withEffect">
                                  <p:stCondLst>
                                    <p:cond delay="0"/>
                                  </p:stCondLst>
                                  <p:childTnLst>
                                    <p:animEffect transition="out" filter="blinds(horizontal)">
                                      <p:cBhvr>
                                        <p:cTn id="1008" dur="500"/>
                                        <p:tgtEl>
                                          <p:spTgt spid="9"/>
                                        </p:tgtEl>
                                      </p:cBhvr>
                                    </p:animEffect>
                                    <p:set>
                                      <p:cBhvr>
                                        <p:cTn id="1009" dur="1" fill="hold">
                                          <p:stCondLst>
                                            <p:cond delay="499"/>
                                          </p:stCondLst>
                                        </p:cTn>
                                        <p:tgtEl>
                                          <p:spTgt spid="9"/>
                                        </p:tgtEl>
                                        <p:attrNameLst>
                                          <p:attrName>style.visibility</p:attrName>
                                        </p:attrNameLst>
                                      </p:cBhvr>
                                      <p:to>
                                        <p:strVal val="hidden"/>
                                      </p:to>
                                    </p:set>
                                  </p:childTnLst>
                                </p:cTn>
                              </p:par>
                              <p:par>
                                <p:cTn id="1010" presetID="3" presetClass="exit" presetSubtype="10" fill="hold" grpId="13" nodeType="withEffect">
                                  <p:stCondLst>
                                    <p:cond delay="0"/>
                                  </p:stCondLst>
                                  <p:childTnLst>
                                    <p:animEffect transition="out" filter="blinds(horizontal)">
                                      <p:cBhvr>
                                        <p:cTn id="1011" dur="500"/>
                                        <p:tgtEl>
                                          <p:spTgt spid="10"/>
                                        </p:tgtEl>
                                      </p:cBhvr>
                                    </p:animEffect>
                                    <p:set>
                                      <p:cBhvr>
                                        <p:cTn id="1012" dur="1" fill="hold">
                                          <p:stCondLst>
                                            <p:cond delay="499"/>
                                          </p:stCondLst>
                                        </p:cTn>
                                        <p:tgtEl>
                                          <p:spTgt spid="10"/>
                                        </p:tgtEl>
                                        <p:attrNameLst>
                                          <p:attrName>style.visibility</p:attrName>
                                        </p:attrNameLst>
                                      </p:cBhvr>
                                      <p:to>
                                        <p:strVal val="hidden"/>
                                      </p:to>
                                    </p:set>
                                  </p:childTnLst>
                                </p:cTn>
                              </p:par>
                              <p:par>
                                <p:cTn id="1013" presetID="3" presetClass="exit" presetSubtype="10" fill="hold" grpId="13" nodeType="withEffect">
                                  <p:stCondLst>
                                    <p:cond delay="0"/>
                                  </p:stCondLst>
                                  <p:childTnLst>
                                    <p:animEffect transition="out" filter="blinds(horizontal)">
                                      <p:cBhvr>
                                        <p:cTn id="1014" dur="500"/>
                                        <p:tgtEl>
                                          <p:spTgt spid="11"/>
                                        </p:tgtEl>
                                      </p:cBhvr>
                                    </p:animEffect>
                                    <p:set>
                                      <p:cBhvr>
                                        <p:cTn id="1015" dur="1" fill="hold">
                                          <p:stCondLst>
                                            <p:cond delay="499"/>
                                          </p:stCondLst>
                                        </p:cTn>
                                        <p:tgtEl>
                                          <p:spTgt spid="11"/>
                                        </p:tgtEl>
                                        <p:attrNameLst>
                                          <p:attrName>style.visibility</p:attrName>
                                        </p:attrNameLst>
                                      </p:cBhvr>
                                      <p:to>
                                        <p:strVal val="hidden"/>
                                      </p:to>
                                    </p:set>
                                  </p:childTnLst>
                                </p:cTn>
                              </p:par>
                              <p:par>
                                <p:cTn id="1016" presetID="3" presetClass="exit" presetSubtype="10" fill="hold" grpId="13" nodeType="withEffect">
                                  <p:stCondLst>
                                    <p:cond delay="0"/>
                                  </p:stCondLst>
                                  <p:childTnLst>
                                    <p:animEffect transition="out" filter="blinds(horizontal)">
                                      <p:cBhvr>
                                        <p:cTn id="1017" dur="500"/>
                                        <p:tgtEl>
                                          <p:spTgt spid="12"/>
                                        </p:tgtEl>
                                      </p:cBhvr>
                                    </p:animEffect>
                                    <p:set>
                                      <p:cBhvr>
                                        <p:cTn id="1018" dur="1" fill="hold">
                                          <p:stCondLst>
                                            <p:cond delay="499"/>
                                          </p:stCondLst>
                                        </p:cTn>
                                        <p:tgtEl>
                                          <p:spTgt spid="12"/>
                                        </p:tgtEl>
                                        <p:attrNameLst>
                                          <p:attrName>style.visibility</p:attrName>
                                        </p:attrNameLst>
                                      </p:cBhvr>
                                      <p:to>
                                        <p:strVal val="hidden"/>
                                      </p:to>
                                    </p:set>
                                  </p:childTnLst>
                                </p:cTn>
                              </p:par>
                              <p:par>
                                <p:cTn id="1019" presetID="3" presetClass="exit" presetSubtype="10" fill="hold" grpId="13" nodeType="withEffect">
                                  <p:stCondLst>
                                    <p:cond delay="0"/>
                                  </p:stCondLst>
                                  <p:childTnLst>
                                    <p:animEffect transition="out" filter="blinds(horizontal)">
                                      <p:cBhvr>
                                        <p:cTn id="1020" dur="500"/>
                                        <p:tgtEl>
                                          <p:spTgt spid="13"/>
                                        </p:tgtEl>
                                      </p:cBhvr>
                                    </p:animEffect>
                                    <p:set>
                                      <p:cBhvr>
                                        <p:cTn id="1021" dur="1" fill="hold">
                                          <p:stCondLst>
                                            <p:cond delay="499"/>
                                          </p:stCondLst>
                                        </p:cTn>
                                        <p:tgtEl>
                                          <p:spTgt spid="13"/>
                                        </p:tgtEl>
                                        <p:attrNameLst>
                                          <p:attrName>style.visibility</p:attrName>
                                        </p:attrNameLst>
                                      </p:cBhvr>
                                      <p:to>
                                        <p:strVal val="hidden"/>
                                      </p:to>
                                    </p:set>
                                  </p:childTnLst>
                                </p:cTn>
                              </p:par>
                              <p:par>
                                <p:cTn id="1022" presetID="3" presetClass="exit" presetSubtype="10" fill="hold" grpId="13" nodeType="withEffect">
                                  <p:stCondLst>
                                    <p:cond delay="0"/>
                                  </p:stCondLst>
                                  <p:childTnLst>
                                    <p:animEffect transition="out" filter="blinds(horizontal)">
                                      <p:cBhvr>
                                        <p:cTn id="1023" dur="500"/>
                                        <p:tgtEl>
                                          <p:spTgt spid="14"/>
                                        </p:tgtEl>
                                      </p:cBhvr>
                                    </p:animEffect>
                                    <p:set>
                                      <p:cBhvr>
                                        <p:cTn id="1024" dur="1" fill="hold">
                                          <p:stCondLst>
                                            <p:cond delay="499"/>
                                          </p:stCondLst>
                                        </p:cTn>
                                        <p:tgtEl>
                                          <p:spTgt spid="14"/>
                                        </p:tgtEl>
                                        <p:attrNameLst>
                                          <p:attrName>style.visibility</p:attrName>
                                        </p:attrNameLst>
                                      </p:cBhvr>
                                      <p:to>
                                        <p:strVal val="hidden"/>
                                      </p:to>
                                    </p:set>
                                  </p:childTnLst>
                                </p:cTn>
                              </p:par>
                              <p:par>
                                <p:cTn id="1025" presetID="3" presetClass="exit" presetSubtype="10" fill="hold" grpId="15" nodeType="withEffect">
                                  <p:stCondLst>
                                    <p:cond delay="0"/>
                                  </p:stCondLst>
                                  <p:childTnLst>
                                    <p:animEffect transition="out" filter="blinds(horizontal)">
                                      <p:cBhvr>
                                        <p:cTn id="1026" dur="500"/>
                                        <p:tgtEl>
                                          <p:spTgt spid="16"/>
                                        </p:tgtEl>
                                      </p:cBhvr>
                                    </p:animEffect>
                                    <p:set>
                                      <p:cBhvr>
                                        <p:cTn id="1027" dur="1" fill="hold">
                                          <p:stCondLst>
                                            <p:cond delay="499"/>
                                          </p:stCondLst>
                                        </p:cTn>
                                        <p:tgtEl>
                                          <p:spTgt spid="16"/>
                                        </p:tgtEl>
                                        <p:attrNameLst>
                                          <p:attrName>style.visibility</p:attrName>
                                        </p:attrNameLst>
                                      </p:cBhvr>
                                      <p:to>
                                        <p:strVal val="hidden"/>
                                      </p:to>
                                    </p:set>
                                  </p:childTnLst>
                                </p:cTn>
                              </p:par>
                              <p:par>
                                <p:cTn id="1028" presetID="3" presetClass="exit" presetSubtype="10" fill="hold" grpId="15" nodeType="withEffect">
                                  <p:stCondLst>
                                    <p:cond delay="0"/>
                                  </p:stCondLst>
                                  <p:childTnLst>
                                    <p:animEffect transition="out" filter="blinds(horizontal)">
                                      <p:cBhvr>
                                        <p:cTn id="1029" dur="500"/>
                                        <p:tgtEl>
                                          <p:spTgt spid="17"/>
                                        </p:tgtEl>
                                      </p:cBhvr>
                                    </p:animEffect>
                                    <p:set>
                                      <p:cBhvr>
                                        <p:cTn id="1030" dur="1" fill="hold">
                                          <p:stCondLst>
                                            <p:cond delay="499"/>
                                          </p:stCondLst>
                                        </p:cTn>
                                        <p:tgtEl>
                                          <p:spTgt spid="17"/>
                                        </p:tgtEl>
                                        <p:attrNameLst>
                                          <p:attrName>style.visibility</p:attrName>
                                        </p:attrNameLst>
                                      </p:cBhvr>
                                      <p:to>
                                        <p:strVal val="hidden"/>
                                      </p:to>
                                    </p:set>
                                  </p:childTnLst>
                                </p:cTn>
                              </p:par>
                              <p:par>
                                <p:cTn id="1031" presetID="3" presetClass="exit" presetSubtype="10" fill="hold" grpId="13" nodeType="withEffect">
                                  <p:stCondLst>
                                    <p:cond delay="0"/>
                                  </p:stCondLst>
                                  <p:childTnLst>
                                    <p:animEffect transition="out" filter="blinds(horizontal)">
                                      <p:cBhvr>
                                        <p:cTn id="1032" dur="500"/>
                                        <p:tgtEl>
                                          <p:spTgt spid="18"/>
                                        </p:tgtEl>
                                      </p:cBhvr>
                                    </p:animEffect>
                                    <p:set>
                                      <p:cBhvr>
                                        <p:cTn id="1033" dur="1" fill="hold">
                                          <p:stCondLst>
                                            <p:cond delay="499"/>
                                          </p:stCondLst>
                                        </p:cTn>
                                        <p:tgtEl>
                                          <p:spTgt spid="18"/>
                                        </p:tgtEl>
                                        <p:attrNameLst>
                                          <p:attrName>style.visibility</p:attrName>
                                        </p:attrNameLst>
                                      </p:cBhvr>
                                      <p:to>
                                        <p:strVal val="hidden"/>
                                      </p:to>
                                    </p:set>
                                  </p:childTnLst>
                                </p:cTn>
                              </p:par>
                              <p:par>
                                <p:cTn id="1034" presetID="3" presetClass="exit" presetSubtype="10" fill="hold" grpId="13" nodeType="withEffect">
                                  <p:stCondLst>
                                    <p:cond delay="0"/>
                                  </p:stCondLst>
                                  <p:childTnLst>
                                    <p:animEffect transition="out" filter="blinds(horizontal)">
                                      <p:cBhvr>
                                        <p:cTn id="1035" dur="500"/>
                                        <p:tgtEl>
                                          <p:spTgt spid="19"/>
                                        </p:tgtEl>
                                      </p:cBhvr>
                                    </p:animEffect>
                                    <p:set>
                                      <p:cBhvr>
                                        <p:cTn id="1036" dur="1" fill="hold">
                                          <p:stCondLst>
                                            <p:cond delay="499"/>
                                          </p:stCondLst>
                                        </p:cTn>
                                        <p:tgtEl>
                                          <p:spTgt spid="19"/>
                                        </p:tgtEl>
                                        <p:attrNameLst>
                                          <p:attrName>style.visibility</p:attrName>
                                        </p:attrNameLst>
                                      </p:cBhvr>
                                      <p:to>
                                        <p:strVal val="hidden"/>
                                      </p:to>
                                    </p:set>
                                  </p:childTnLst>
                                </p:cTn>
                              </p:par>
                              <p:par>
                                <p:cTn id="1037" presetID="6" presetClass="emph" presetSubtype="0" fill="hold" grpId="19" nodeType="withEffect">
                                  <p:stCondLst>
                                    <p:cond delay="0"/>
                                  </p:stCondLst>
                                  <p:childTnLst>
                                    <p:animScale>
                                      <p:cBhvr>
                                        <p:cTn id="1038" dur="500" fill="hold"/>
                                        <p:tgtEl>
                                          <p:spTgt spid="15"/>
                                        </p:tgtEl>
                                      </p:cBhvr>
                                      <p:by x="200000" y="200000"/>
                                    </p:animScale>
                                  </p:childTnLst>
                                </p:cTn>
                              </p:par>
                              <p:par>
                                <p:cTn id="1039" presetID="63" presetClass="path" presetSubtype="0" accel="50000" decel="50000" fill="hold" grpId="20" nodeType="withEffect">
                                  <p:stCondLst>
                                    <p:cond delay="0"/>
                                  </p:stCondLst>
                                  <p:childTnLst>
                                    <p:animMotion origin="layout" path="M -3.33333E-6 -1.19351E-6 L 0.31667 -0.13349 " pathEditMode="relative" rAng="0" ptsTypes="AA">
                                      <p:cBhvr>
                                        <p:cTn id="1040" dur="500" fill="hold"/>
                                        <p:tgtEl>
                                          <p:spTgt spid="15"/>
                                        </p:tgtEl>
                                        <p:attrNameLst>
                                          <p:attrName>ppt_x</p:attrName>
                                          <p:attrName>ppt_y</p:attrName>
                                        </p:attrNameLst>
                                      </p:cBhvr>
                                      <p:rCtr x="158" y="-67"/>
                                    </p:animMotion>
                                  </p:childTnLst>
                                </p:cTn>
                              </p:par>
                            </p:childTnLst>
                          </p:cTn>
                        </p:par>
                      </p:childTnLst>
                    </p:cTn>
                  </p:par>
                  <p:par>
                    <p:cTn id="1041" fill="hold">
                      <p:stCondLst>
                        <p:cond delay="indefinite"/>
                      </p:stCondLst>
                      <p:childTnLst>
                        <p:par>
                          <p:cTn id="1042" fill="hold">
                            <p:stCondLst>
                              <p:cond delay="0"/>
                            </p:stCondLst>
                            <p:childTnLst>
                              <p:par>
                                <p:cTn id="1043" presetID="3" presetClass="entr" presetSubtype="10" fill="hold" grpId="16" nodeType="clickEffect">
                                  <p:stCondLst>
                                    <p:cond delay="0"/>
                                  </p:stCondLst>
                                  <p:childTnLst>
                                    <p:set>
                                      <p:cBhvr>
                                        <p:cTn id="1044" dur="1" fill="hold">
                                          <p:stCondLst>
                                            <p:cond delay="0"/>
                                          </p:stCondLst>
                                        </p:cTn>
                                        <p:tgtEl>
                                          <p:spTgt spid="4"/>
                                        </p:tgtEl>
                                        <p:attrNameLst>
                                          <p:attrName>style.visibility</p:attrName>
                                        </p:attrNameLst>
                                      </p:cBhvr>
                                      <p:to>
                                        <p:strVal val="visible"/>
                                      </p:to>
                                    </p:set>
                                    <p:animEffect transition="in" filter="blinds(horizontal)">
                                      <p:cBhvr>
                                        <p:cTn id="1045" dur="500"/>
                                        <p:tgtEl>
                                          <p:spTgt spid="4"/>
                                        </p:tgtEl>
                                      </p:cBhvr>
                                    </p:animEffect>
                                  </p:childTnLst>
                                </p:cTn>
                              </p:par>
                              <p:par>
                                <p:cTn id="1046" presetID="3" presetClass="entr" presetSubtype="10" fill="hold" grpId="16" nodeType="withEffect">
                                  <p:stCondLst>
                                    <p:cond delay="0"/>
                                  </p:stCondLst>
                                  <p:childTnLst>
                                    <p:set>
                                      <p:cBhvr>
                                        <p:cTn id="1047" dur="1" fill="hold">
                                          <p:stCondLst>
                                            <p:cond delay="0"/>
                                          </p:stCondLst>
                                        </p:cTn>
                                        <p:tgtEl>
                                          <p:spTgt spid="5"/>
                                        </p:tgtEl>
                                        <p:attrNameLst>
                                          <p:attrName>style.visibility</p:attrName>
                                        </p:attrNameLst>
                                      </p:cBhvr>
                                      <p:to>
                                        <p:strVal val="visible"/>
                                      </p:to>
                                    </p:set>
                                    <p:animEffect transition="in" filter="blinds(horizontal)">
                                      <p:cBhvr>
                                        <p:cTn id="1048" dur="500"/>
                                        <p:tgtEl>
                                          <p:spTgt spid="5"/>
                                        </p:tgtEl>
                                      </p:cBhvr>
                                    </p:animEffect>
                                  </p:childTnLst>
                                </p:cTn>
                              </p:par>
                              <p:par>
                                <p:cTn id="1049" presetID="3" presetClass="entr" presetSubtype="10" fill="hold" grpId="16" nodeType="withEffect">
                                  <p:stCondLst>
                                    <p:cond delay="0"/>
                                  </p:stCondLst>
                                  <p:childTnLst>
                                    <p:set>
                                      <p:cBhvr>
                                        <p:cTn id="1050" dur="1" fill="hold">
                                          <p:stCondLst>
                                            <p:cond delay="0"/>
                                          </p:stCondLst>
                                        </p:cTn>
                                        <p:tgtEl>
                                          <p:spTgt spid="6"/>
                                        </p:tgtEl>
                                        <p:attrNameLst>
                                          <p:attrName>style.visibility</p:attrName>
                                        </p:attrNameLst>
                                      </p:cBhvr>
                                      <p:to>
                                        <p:strVal val="visible"/>
                                      </p:to>
                                    </p:set>
                                    <p:animEffect transition="in" filter="blinds(horizontal)">
                                      <p:cBhvr>
                                        <p:cTn id="1051" dur="500"/>
                                        <p:tgtEl>
                                          <p:spTgt spid="6"/>
                                        </p:tgtEl>
                                      </p:cBhvr>
                                    </p:animEffect>
                                  </p:childTnLst>
                                </p:cTn>
                              </p:par>
                              <p:par>
                                <p:cTn id="1052" presetID="3" presetClass="entr" presetSubtype="10" fill="hold" grpId="16" nodeType="withEffect">
                                  <p:stCondLst>
                                    <p:cond delay="0"/>
                                  </p:stCondLst>
                                  <p:childTnLst>
                                    <p:set>
                                      <p:cBhvr>
                                        <p:cTn id="1053" dur="1" fill="hold">
                                          <p:stCondLst>
                                            <p:cond delay="0"/>
                                          </p:stCondLst>
                                        </p:cTn>
                                        <p:tgtEl>
                                          <p:spTgt spid="7"/>
                                        </p:tgtEl>
                                        <p:attrNameLst>
                                          <p:attrName>style.visibility</p:attrName>
                                        </p:attrNameLst>
                                      </p:cBhvr>
                                      <p:to>
                                        <p:strVal val="visible"/>
                                      </p:to>
                                    </p:set>
                                    <p:animEffect transition="in" filter="blinds(horizontal)">
                                      <p:cBhvr>
                                        <p:cTn id="1054" dur="500"/>
                                        <p:tgtEl>
                                          <p:spTgt spid="7"/>
                                        </p:tgtEl>
                                      </p:cBhvr>
                                    </p:animEffect>
                                  </p:childTnLst>
                                </p:cTn>
                              </p:par>
                              <p:par>
                                <p:cTn id="1055" presetID="3" presetClass="entr" presetSubtype="10" fill="hold" grpId="16" nodeType="withEffect">
                                  <p:stCondLst>
                                    <p:cond delay="0"/>
                                  </p:stCondLst>
                                  <p:childTnLst>
                                    <p:set>
                                      <p:cBhvr>
                                        <p:cTn id="1056" dur="1" fill="hold">
                                          <p:stCondLst>
                                            <p:cond delay="0"/>
                                          </p:stCondLst>
                                        </p:cTn>
                                        <p:tgtEl>
                                          <p:spTgt spid="8"/>
                                        </p:tgtEl>
                                        <p:attrNameLst>
                                          <p:attrName>style.visibility</p:attrName>
                                        </p:attrNameLst>
                                      </p:cBhvr>
                                      <p:to>
                                        <p:strVal val="visible"/>
                                      </p:to>
                                    </p:set>
                                    <p:animEffect transition="in" filter="blinds(horizontal)">
                                      <p:cBhvr>
                                        <p:cTn id="1057" dur="500"/>
                                        <p:tgtEl>
                                          <p:spTgt spid="8"/>
                                        </p:tgtEl>
                                      </p:cBhvr>
                                    </p:animEffect>
                                  </p:childTnLst>
                                </p:cTn>
                              </p:par>
                              <p:par>
                                <p:cTn id="1058" presetID="3" presetClass="entr" presetSubtype="10" fill="hold" grpId="16" nodeType="withEffect">
                                  <p:stCondLst>
                                    <p:cond delay="0"/>
                                  </p:stCondLst>
                                  <p:childTnLst>
                                    <p:set>
                                      <p:cBhvr>
                                        <p:cTn id="1059" dur="1" fill="hold">
                                          <p:stCondLst>
                                            <p:cond delay="0"/>
                                          </p:stCondLst>
                                        </p:cTn>
                                        <p:tgtEl>
                                          <p:spTgt spid="9"/>
                                        </p:tgtEl>
                                        <p:attrNameLst>
                                          <p:attrName>style.visibility</p:attrName>
                                        </p:attrNameLst>
                                      </p:cBhvr>
                                      <p:to>
                                        <p:strVal val="visible"/>
                                      </p:to>
                                    </p:set>
                                    <p:animEffect transition="in" filter="blinds(horizontal)">
                                      <p:cBhvr>
                                        <p:cTn id="1060" dur="500"/>
                                        <p:tgtEl>
                                          <p:spTgt spid="9"/>
                                        </p:tgtEl>
                                      </p:cBhvr>
                                    </p:animEffect>
                                  </p:childTnLst>
                                </p:cTn>
                              </p:par>
                              <p:par>
                                <p:cTn id="1061" presetID="3" presetClass="entr" presetSubtype="10" fill="hold" grpId="14" nodeType="withEffect">
                                  <p:stCondLst>
                                    <p:cond delay="0"/>
                                  </p:stCondLst>
                                  <p:childTnLst>
                                    <p:set>
                                      <p:cBhvr>
                                        <p:cTn id="1062" dur="1" fill="hold">
                                          <p:stCondLst>
                                            <p:cond delay="0"/>
                                          </p:stCondLst>
                                        </p:cTn>
                                        <p:tgtEl>
                                          <p:spTgt spid="10"/>
                                        </p:tgtEl>
                                        <p:attrNameLst>
                                          <p:attrName>style.visibility</p:attrName>
                                        </p:attrNameLst>
                                      </p:cBhvr>
                                      <p:to>
                                        <p:strVal val="visible"/>
                                      </p:to>
                                    </p:set>
                                    <p:animEffect transition="in" filter="blinds(horizontal)">
                                      <p:cBhvr>
                                        <p:cTn id="1063" dur="500"/>
                                        <p:tgtEl>
                                          <p:spTgt spid="10"/>
                                        </p:tgtEl>
                                      </p:cBhvr>
                                    </p:animEffect>
                                  </p:childTnLst>
                                </p:cTn>
                              </p:par>
                              <p:par>
                                <p:cTn id="1064" presetID="3" presetClass="entr" presetSubtype="10" fill="hold" grpId="14" nodeType="withEffect">
                                  <p:stCondLst>
                                    <p:cond delay="0"/>
                                  </p:stCondLst>
                                  <p:childTnLst>
                                    <p:set>
                                      <p:cBhvr>
                                        <p:cTn id="1065" dur="1" fill="hold">
                                          <p:stCondLst>
                                            <p:cond delay="0"/>
                                          </p:stCondLst>
                                        </p:cTn>
                                        <p:tgtEl>
                                          <p:spTgt spid="11"/>
                                        </p:tgtEl>
                                        <p:attrNameLst>
                                          <p:attrName>style.visibility</p:attrName>
                                        </p:attrNameLst>
                                      </p:cBhvr>
                                      <p:to>
                                        <p:strVal val="visible"/>
                                      </p:to>
                                    </p:set>
                                    <p:animEffect transition="in" filter="blinds(horizontal)">
                                      <p:cBhvr>
                                        <p:cTn id="1066" dur="500"/>
                                        <p:tgtEl>
                                          <p:spTgt spid="11"/>
                                        </p:tgtEl>
                                      </p:cBhvr>
                                    </p:animEffect>
                                  </p:childTnLst>
                                </p:cTn>
                              </p:par>
                              <p:par>
                                <p:cTn id="1067" presetID="3" presetClass="entr" presetSubtype="10" fill="hold" grpId="14" nodeType="withEffect">
                                  <p:stCondLst>
                                    <p:cond delay="0"/>
                                  </p:stCondLst>
                                  <p:childTnLst>
                                    <p:set>
                                      <p:cBhvr>
                                        <p:cTn id="1068" dur="1" fill="hold">
                                          <p:stCondLst>
                                            <p:cond delay="0"/>
                                          </p:stCondLst>
                                        </p:cTn>
                                        <p:tgtEl>
                                          <p:spTgt spid="12"/>
                                        </p:tgtEl>
                                        <p:attrNameLst>
                                          <p:attrName>style.visibility</p:attrName>
                                        </p:attrNameLst>
                                      </p:cBhvr>
                                      <p:to>
                                        <p:strVal val="visible"/>
                                      </p:to>
                                    </p:set>
                                    <p:animEffect transition="in" filter="blinds(horizontal)">
                                      <p:cBhvr>
                                        <p:cTn id="1069" dur="500"/>
                                        <p:tgtEl>
                                          <p:spTgt spid="12"/>
                                        </p:tgtEl>
                                      </p:cBhvr>
                                    </p:animEffect>
                                  </p:childTnLst>
                                </p:cTn>
                              </p:par>
                              <p:par>
                                <p:cTn id="1070" presetID="3" presetClass="entr" presetSubtype="10" fill="hold" grpId="14" nodeType="withEffect">
                                  <p:stCondLst>
                                    <p:cond delay="0"/>
                                  </p:stCondLst>
                                  <p:childTnLst>
                                    <p:set>
                                      <p:cBhvr>
                                        <p:cTn id="1071" dur="1" fill="hold">
                                          <p:stCondLst>
                                            <p:cond delay="0"/>
                                          </p:stCondLst>
                                        </p:cTn>
                                        <p:tgtEl>
                                          <p:spTgt spid="13"/>
                                        </p:tgtEl>
                                        <p:attrNameLst>
                                          <p:attrName>style.visibility</p:attrName>
                                        </p:attrNameLst>
                                      </p:cBhvr>
                                      <p:to>
                                        <p:strVal val="visible"/>
                                      </p:to>
                                    </p:set>
                                    <p:animEffect transition="in" filter="blinds(horizontal)">
                                      <p:cBhvr>
                                        <p:cTn id="1072" dur="500"/>
                                        <p:tgtEl>
                                          <p:spTgt spid="13"/>
                                        </p:tgtEl>
                                      </p:cBhvr>
                                    </p:animEffect>
                                  </p:childTnLst>
                                </p:cTn>
                              </p:par>
                              <p:par>
                                <p:cTn id="1073" presetID="3" presetClass="entr" presetSubtype="10" fill="hold" grpId="14" nodeType="withEffect">
                                  <p:stCondLst>
                                    <p:cond delay="0"/>
                                  </p:stCondLst>
                                  <p:childTnLst>
                                    <p:set>
                                      <p:cBhvr>
                                        <p:cTn id="1074" dur="1" fill="hold">
                                          <p:stCondLst>
                                            <p:cond delay="0"/>
                                          </p:stCondLst>
                                        </p:cTn>
                                        <p:tgtEl>
                                          <p:spTgt spid="14"/>
                                        </p:tgtEl>
                                        <p:attrNameLst>
                                          <p:attrName>style.visibility</p:attrName>
                                        </p:attrNameLst>
                                      </p:cBhvr>
                                      <p:to>
                                        <p:strVal val="visible"/>
                                      </p:to>
                                    </p:set>
                                    <p:animEffect transition="in" filter="blinds(horizontal)">
                                      <p:cBhvr>
                                        <p:cTn id="1075" dur="500"/>
                                        <p:tgtEl>
                                          <p:spTgt spid="14"/>
                                        </p:tgtEl>
                                      </p:cBhvr>
                                    </p:animEffect>
                                  </p:childTnLst>
                                </p:cTn>
                              </p:par>
                              <p:par>
                                <p:cTn id="1076" presetID="3" presetClass="entr" presetSubtype="10" fill="hold" grpId="16" nodeType="withEffect">
                                  <p:stCondLst>
                                    <p:cond delay="0"/>
                                  </p:stCondLst>
                                  <p:childTnLst>
                                    <p:set>
                                      <p:cBhvr>
                                        <p:cTn id="1077" dur="1" fill="hold">
                                          <p:stCondLst>
                                            <p:cond delay="0"/>
                                          </p:stCondLst>
                                        </p:cTn>
                                        <p:tgtEl>
                                          <p:spTgt spid="16"/>
                                        </p:tgtEl>
                                        <p:attrNameLst>
                                          <p:attrName>style.visibility</p:attrName>
                                        </p:attrNameLst>
                                      </p:cBhvr>
                                      <p:to>
                                        <p:strVal val="visible"/>
                                      </p:to>
                                    </p:set>
                                    <p:animEffect transition="in" filter="blinds(horizontal)">
                                      <p:cBhvr>
                                        <p:cTn id="1078" dur="500"/>
                                        <p:tgtEl>
                                          <p:spTgt spid="16"/>
                                        </p:tgtEl>
                                      </p:cBhvr>
                                    </p:animEffect>
                                  </p:childTnLst>
                                </p:cTn>
                              </p:par>
                              <p:par>
                                <p:cTn id="1079" presetID="3" presetClass="entr" presetSubtype="10" fill="hold" grpId="16" nodeType="withEffect">
                                  <p:stCondLst>
                                    <p:cond delay="0"/>
                                  </p:stCondLst>
                                  <p:childTnLst>
                                    <p:set>
                                      <p:cBhvr>
                                        <p:cTn id="1080" dur="1" fill="hold">
                                          <p:stCondLst>
                                            <p:cond delay="0"/>
                                          </p:stCondLst>
                                        </p:cTn>
                                        <p:tgtEl>
                                          <p:spTgt spid="17"/>
                                        </p:tgtEl>
                                        <p:attrNameLst>
                                          <p:attrName>style.visibility</p:attrName>
                                        </p:attrNameLst>
                                      </p:cBhvr>
                                      <p:to>
                                        <p:strVal val="visible"/>
                                      </p:to>
                                    </p:set>
                                    <p:animEffect transition="in" filter="blinds(horizontal)">
                                      <p:cBhvr>
                                        <p:cTn id="1081" dur="500"/>
                                        <p:tgtEl>
                                          <p:spTgt spid="17"/>
                                        </p:tgtEl>
                                      </p:cBhvr>
                                    </p:animEffect>
                                  </p:childTnLst>
                                </p:cTn>
                              </p:par>
                              <p:par>
                                <p:cTn id="1082" presetID="3" presetClass="entr" presetSubtype="10" fill="hold" grpId="14" nodeType="withEffect">
                                  <p:stCondLst>
                                    <p:cond delay="0"/>
                                  </p:stCondLst>
                                  <p:childTnLst>
                                    <p:set>
                                      <p:cBhvr>
                                        <p:cTn id="1083" dur="1" fill="hold">
                                          <p:stCondLst>
                                            <p:cond delay="0"/>
                                          </p:stCondLst>
                                        </p:cTn>
                                        <p:tgtEl>
                                          <p:spTgt spid="18"/>
                                        </p:tgtEl>
                                        <p:attrNameLst>
                                          <p:attrName>style.visibility</p:attrName>
                                        </p:attrNameLst>
                                      </p:cBhvr>
                                      <p:to>
                                        <p:strVal val="visible"/>
                                      </p:to>
                                    </p:set>
                                    <p:animEffect transition="in" filter="blinds(horizontal)">
                                      <p:cBhvr>
                                        <p:cTn id="1084" dur="500"/>
                                        <p:tgtEl>
                                          <p:spTgt spid="18"/>
                                        </p:tgtEl>
                                      </p:cBhvr>
                                    </p:animEffect>
                                  </p:childTnLst>
                                </p:cTn>
                              </p:par>
                              <p:par>
                                <p:cTn id="1085" presetID="3" presetClass="entr" presetSubtype="10" fill="hold" grpId="14" nodeType="withEffect">
                                  <p:stCondLst>
                                    <p:cond delay="0"/>
                                  </p:stCondLst>
                                  <p:childTnLst>
                                    <p:set>
                                      <p:cBhvr>
                                        <p:cTn id="1086" dur="1" fill="hold">
                                          <p:stCondLst>
                                            <p:cond delay="0"/>
                                          </p:stCondLst>
                                        </p:cTn>
                                        <p:tgtEl>
                                          <p:spTgt spid="19"/>
                                        </p:tgtEl>
                                        <p:attrNameLst>
                                          <p:attrName>style.visibility</p:attrName>
                                        </p:attrNameLst>
                                      </p:cBhvr>
                                      <p:to>
                                        <p:strVal val="visible"/>
                                      </p:to>
                                    </p:set>
                                    <p:animEffect transition="in" filter="blinds(horizontal)">
                                      <p:cBhvr>
                                        <p:cTn id="1087" dur="500"/>
                                        <p:tgtEl>
                                          <p:spTgt spid="19"/>
                                        </p:tgtEl>
                                      </p:cBhvr>
                                    </p:animEffect>
                                  </p:childTnLst>
                                </p:cTn>
                              </p:par>
                              <p:par>
                                <p:cTn id="1088" presetID="6" presetClass="emph" presetSubtype="0" fill="hold" grpId="21" nodeType="withEffect">
                                  <p:stCondLst>
                                    <p:cond delay="0"/>
                                  </p:stCondLst>
                                  <p:childTnLst>
                                    <p:animScale>
                                      <p:cBhvr>
                                        <p:cTn id="1089" dur="500" fill="hold"/>
                                        <p:tgtEl>
                                          <p:spTgt spid="15"/>
                                        </p:tgtEl>
                                      </p:cBhvr>
                                      <p:by x="50000" y="50000"/>
                                    </p:animScale>
                                  </p:childTnLst>
                                </p:cTn>
                              </p:par>
                              <p:par>
                                <p:cTn id="1090" presetID="63" presetClass="path" presetSubtype="0" accel="50000" decel="50000" fill="hold" grpId="22" nodeType="withEffect">
                                  <p:stCondLst>
                                    <p:cond delay="0"/>
                                  </p:stCondLst>
                                  <p:childTnLst>
                                    <p:animMotion origin="layout" path="M -3.33333E-6 -1.19351E-6 L 0.31667 -0.13349 " pathEditMode="relative" rAng="0" ptsTypes="AA">
                                      <p:cBhvr>
                                        <p:cTn id="1091" dur="500" spd="-100000" fill="hold"/>
                                        <p:tgtEl>
                                          <p:spTgt spid="15"/>
                                        </p:tgtEl>
                                        <p:attrNameLst>
                                          <p:attrName>ppt_x</p:attrName>
                                          <p:attrName>ppt_y</p:attrName>
                                        </p:attrNameLst>
                                      </p:cBhvr>
                                      <p:rCtr x="158" y="-67"/>
                                    </p:animMotion>
                                  </p:childTnLst>
                                </p:cTn>
                              </p:par>
                            </p:childTnLst>
                          </p:cTn>
                        </p:par>
                      </p:childTnLst>
                    </p:cTn>
                  </p:par>
                </p:childTnLst>
              </p:cTn>
              <p:nextCondLst>
                <p:cond evt="onClick" delay="0">
                  <p:tgtEl>
                    <p:spTgt spid="15"/>
                  </p:tgtEl>
                </p:cond>
              </p:nextCondLst>
            </p:seq>
            <p:seq concurrent="1" nextAc="seek">
              <p:cTn id="1092" restart="whenNotActive" fill="hold" evtFilter="cancelBubble" nodeType="interactiveSeq">
                <p:stCondLst>
                  <p:cond evt="onClick" delay="0">
                    <p:tgtEl>
                      <p:spTgt spid="16"/>
                    </p:tgtEl>
                  </p:cond>
                </p:stCondLst>
                <p:endSync evt="end" delay="0">
                  <p:rtn val="all"/>
                </p:endSync>
                <p:childTnLst>
                  <p:par>
                    <p:cTn id="1093" fill="hold">
                      <p:stCondLst>
                        <p:cond delay="0"/>
                      </p:stCondLst>
                      <p:childTnLst>
                        <p:par>
                          <p:cTn id="1094" fill="hold">
                            <p:stCondLst>
                              <p:cond delay="0"/>
                            </p:stCondLst>
                            <p:childTnLst>
                              <p:par>
                                <p:cTn id="1095" presetID="17" presetClass="exit" presetSubtype="10" fill="hold" grpId="17" nodeType="clickEffect">
                                  <p:stCondLst>
                                    <p:cond delay="0"/>
                                  </p:stCondLst>
                                  <p:childTnLst>
                                    <p:anim calcmode="lin" valueType="num">
                                      <p:cBhvr>
                                        <p:cTn id="1096" dur="500"/>
                                        <p:tgtEl>
                                          <p:spTgt spid="4"/>
                                        </p:tgtEl>
                                        <p:attrNameLst>
                                          <p:attrName>ppt_w</p:attrName>
                                        </p:attrNameLst>
                                      </p:cBhvr>
                                      <p:tavLst>
                                        <p:tav tm="0">
                                          <p:val>
                                            <p:strVal val="ppt_w"/>
                                          </p:val>
                                        </p:tav>
                                        <p:tav tm="100000">
                                          <p:val>
                                            <p:fltVal val="0"/>
                                          </p:val>
                                        </p:tav>
                                      </p:tavLst>
                                    </p:anim>
                                    <p:anim calcmode="lin" valueType="num">
                                      <p:cBhvr>
                                        <p:cTn id="1097" dur="500"/>
                                        <p:tgtEl>
                                          <p:spTgt spid="4"/>
                                        </p:tgtEl>
                                        <p:attrNameLst>
                                          <p:attrName>ppt_h</p:attrName>
                                        </p:attrNameLst>
                                      </p:cBhvr>
                                      <p:tavLst>
                                        <p:tav tm="0">
                                          <p:val>
                                            <p:strVal val="ppt_h"/>
                                          </p:val>
                                        </p:tav>
                                        <p:tav tm="100000">
                                          <p:val>
                                            <p:strVal val="ppt_h"/>
                                          </p:val>
                                        </p:tav>
                                      </p:tavLst>
                                    </p:anim>
                                    <p:set>
                                      <p:cBhvr>
                                        <p:cTn id="1098" dur="1" fill="hold">
                                          <p:stCondLst>
                                            <p:cond delay="499"/>
                                          </p:stCondLst>
                                        </p:cTn>
                                        <p:tgtEl>
                                          <p:spTgt spid="4"/>
                                        </p:tgtEl>
                                        <p:attrNameLst>
                                          <p:attrName>style.visibility</p:attrName>
                                        </p:attrNameLst>
                                      </p:cBhvr>
                                      <p:to>
                                        <p:strVal val="hidden"/>
                                      </p:to>
                                    </p:set>
                                  </p:childTnLst>
                                </p:cTn>
                              </p:par>
                              <p:par>
                                <p:cTn id="1099" presetID="17" presetClass="exit" presetSubtype="10" fill="hold" grpId="17" nodeType="withEffect">
                                  <p:stCondLst>
                                    <p:cond delay="0"/>
                                  </p:stCondLst>
                                  <p:childTnLst>
                                    <p:anim calcmode="lin" valueType="num">
                                      <p:cBhvr>
                                        <p:cTn id="1100" dur="500"/>
                                        <p:tgtEl>
                                          <p:spTgt spid="5"/>
                                        </p:tgtEl>
                                        <p:attrNameLst>
                                          <p:attrName>ppt_w</p:attrName>
                                        </p:attrNameLst>
                                      </p:cBhvr>
                                      <p:tavLst>
                                        <p:tav tm="0">
                                          <p:val>
                                            <p:strVal val="ppt_w"/>
                                          </p:val>
                                        </p:tav>
                                        <p:tav tm="100000">
                                          <p:val>
                                            <p:fltVal val="0"/>
                                          </p:val>
                                        </p:tav>
                                      </p:tavLst>
                                    </p:anim>
                                    <p:anim calcmode="lin" valueType="num">
                                      <p:cBhvr>
                                        <p:cTn id="1101" dur="500"/>
                                        <p:tgtEl>
                                          <p:spTgt spid="5"/>
                                        </p:tgtEl>
                                        <p:attrNameLst>
                                          <p:attrName>ppt_h</p:attrName>
                                        </p:attrNameLst>
                                      </p:cBhvr>
                                      <p:tavLst>
                                        <p:tav tm="0">
                                          <p:val>
                                            <p:strVal val="ppt_h"/>
                                          </p:val>
                                        </p:tav>
                                        <p:tav tm="100000">
                                          <p:val>
                                            <p:strVal val="ppt_h"/>
                                          </p:val>
                                        </p:tav>
                                      </p:tavLst>
                                    </p:anim>
                                    <p:set>
                                      <p:cBhvr>
                                        <p:cTn id="1102" dur="1" fill="hold">
                                          <p:stCondLst>
                                            <p:cond delay="499"/>
                                          </p:stCondLst>
                                        </p:cTn>
                                        <p:tgtEl>
                                          <p:spTgt spid="5"/>
                                        </p:tgtEl>
                                        <p:attrNameLst>
                                          <p:attrName>style.visibility</p:attrName>
                                        </p:attrNameLst>
                                      </p:cBhvr>
                                      <p:to>
                                        <p:strVal val="hidden"/>
                                      </p:to>
                                    </p:set>
                                  </p:childTnLst>
                                </p:cTn>
                              </p:par>
                              <p:par>
                                <p:cTn id="1103" presetID="17" presetClass="exit" presetSubtype="10" fill="hold" grpId="17" nodeType="withEffect">
                                  <p:stCondLst>
                                    <p:cond delay="0"/>
                                  </p:stCondLst>
                                  <p:childTnLst>
                                    <p:anim calcmode="lin" valueType="num">
                                      <p:cBhvr>
                                        <p:cTn id="1104" dur="500"/>
                                        <p:tgtEl>
                                          <p:spTgt spid="6"/>
                                        </p:tgtEl>
                                        <p:attrNameLst>
                                          <p:attrName>ppt_w</p:attrName>
                                        </p:attrNameLst>
                                      </p:cBhvr>
                                      <p:tavLst>
                                        <p:tav tm="0">
                                          <p:val>
                                            <p:strVal val="ppt_w"/>
                                          </p:val>
                                        </p:tav>
                                        <p:tav tm="100000">
                                          <p:val>
                                            <p:fltVal val="0"/>
                                          </p:val>
                                        </p:tav>
                                      </p:tavLst>
                                    </p:anim>
                                    <p:anim calcmode="lin" valueType="num">
                                      <p:cBhvr>
                                        <p:cTn id="1105" dur="500"/>
                                        <p:tgtEl>
                                          <p:spTgt spid="6"/>
                                        </p:tgtEl>
                                        <p:attrNameLst>
                                          <p:attrName>ppt_h</p:attrName>
                                        </p:attrNameLst>
                                      </p:cBhvr>
                                      <p:tavLst>
                                        <p:tav tm="0">
                                          <p:val>
                                            <p:strVal val="ppt_h"/>
                                          </p:val>
                                        </p:tav>
                                        <p:tav tm="100000">
                                          <p:val>
                                            <p:strVal val="ppt_h"/>
                                          </p:val>
                                        </p:tav>
                                      </p:tavLst>
                                    </p:anim>
                                    <p:set>
                                      <p:cBhvr>
                                        <p:cTn id="1106" dur="1" fill="hold">
                                          <p:stCondLst>
                                            <p:cond delay="499"/>
                                          </p:stCondLst>
                                        </p:cTn>
                                        <p:tgtEl>
                                          <p:spTgt spid="6"/>
                                        </p:tgtEl>
                                        <p:attrNameLst>
                                          <p:attrName>style.visibility</p:attrName>
                                        </p:attrNameLst>
                                      </p:cBhvr>
                                      <p:to>
                                        <p:strVal val="hidden"/>
                                      </p:to>
                                    </p:set>
                                  </p:childTnLst>
                                </p:cTn>
                              </p:par>
                              <p:par>
                                <p:cTn id="1107" presetID="17" presetClass="exit" presetSubtype="10" fill="hold" grpId="17" nodeType="withEffect">
                                  <p:stCondLst>
                                    <p:cond delay="0"/>
                                  </p:stCondLst>
                                  <p:childTnLst>
                                    <p:anim calcmode="lin" valueType="num">
                                      <p:cBhvr>
                                        <p:cTn id="1108" dur="500"/>
                                        <p:tgtEl>
                                          <p:spTgt spid="7"/>
                                        </p:tgtEl>
                                        <p:attrNameLst>
                                          <p:attrName>ppt_w</p:attrName>
                                        </p:attrNameLst>
                                      </p:cBhvr>
                                      <p:tavLst>
                                        <p:tav tm="0">
                                          <p:val>
                                            <p:strVal val="ppt_w"/>
                                          </p:val>
                                        </p:tav>
                                        <p:tav tm="100000">
                                          <p:val>
                                            <p:fltVal val="0"/>
                                          </p:val>
                                        </p:tav>
                                      </p:tavLst>
                                    </p:anim>
                                    <p:anim calcmode="lin" valueType="num">
                                      <p:cBhvr>
                                        <p:cTn id="1109" dur="500"/>
                                        <p:tgtEl>
                                          <p:spTgt spid="7"/>
                                        </p:tgtEl>
                                        <p:attrNameLst>
                                          <p:attrName>ppt_h</p:attrName>
                                        </p:attrNameLst>
                                      </p:cBhvr>
                                      <p:tavLst>
                                        <p:tav tm="0">
                                          <p:val>
                                            <p:strVal val="ppt_h"/>
                                          </p:val>
                                        </p:tav>
                                        <p:tav tm="100000">
                                          <p:val>
                                            <p:strVal val="ppt_h"/>
                                          </p:val>
                                        </p:tav>
                                      </p:tavLst>
                                    </p:anim>
                                    <p:set>
                                      <p:cBhvr>
                                        <p:cTn id="1110" dur="1" fill="hold">
                                          <p:stCondLst>
                                            <p:cond delay="499"/>
                                          </p:stCondLst>
                                        </p:cTn>
                                        <p:tgtEl>
                                          <p:spTgt spid="7"/>
                                        </p:tgtEl>
                                        <p:attrNameLst>
                                          <p:attrName>style.visibility</p:attrName>
                                        </p:attrNameLst>
                                      </p:cBhvr>
                                      <p:to>
                                        <p:strVal val="hidden"/>
                                      </p:to>
                                    </p:set>
                                  </p:childTnLst>
                                </p:cTn>
                              </p:par>
                              <p:par>
                                <p:cTn id="1111" presetID="17" presetClass="exit" presetSubtype="10" fill="hold" grpId="17" nodeType="withEffect">
                                  <p:stCondLst>
                                    <p:cond delay="0"/>
                                  </p:stCondLst>
                                  <p:childTnLst>
                                    <p:anim calcmode="lin" valueType="num">
                                      <p:cBhvr>
                                        <p:cTn id="1112" dur="500"/>
                                        <p:tgtEl>
                                          <p:spTgt spid="8"/>
                                        </p:tgtEl>
                                        <p:attrNameLst>
                                          <p:attrName>ppt_w</p:attrName>
                                        </p:attrNameLst>
                                      </p:cBhvr>
                                      <p:tavLst>
                                        <p:tav tm="0">
                                          <p:val>
                                            <p:strVal val="ppt_w"/>
                                          </p:val>
                                        </p:tav>
                                        <p:tav tm="100000">
                                          <p:val>
                                            <p:fltVal val="0"/>
                                          </p:val>
                                        </p:tav>
                                      </p:tavLst>
                                    </p:anim>
                                    <p:anim calcmode="lin" valueType="num">
                                      <p:cBhvr>
                                        <p:cTn id="1113" dur="500"/>
                                        <p:tgtEl>
                                          <p:spTgt spid="8"/>
                                        </p:tgtEl>
                                        <p:attrNameLst>
                                          <p:attrName>ppt_h</p:attrName>
                                        </p:attrNameLst>
                                      </p:cBhvr>
                                      <p:tavLst>
                                        <p:tav tm="0">
                                          <p:val>
                                            <p:strVal val="ppt_h"/>
                                          </p:val>
                                        </p:tav>
                                        <p:tav tm="100000">
                                          <p:val>
                                            <p:strVal val="ppt_h"/>
                                          </p:val>
                                        </p:tav>
                                      </p:tavLst>
                                    </p:anim>
                                    <p:set>
                                      <p:cBhvr>
                                        <p:cTn id="1114" dur="1" fill="hold">
                                          <p:stCondLst>
                                            <p:cond delay="499"/>
                                          </p:stCondLst>
                                        </p:cTn>
                                        <p:tgtEl>
                                          <p:spTgt spid="8"/>
                                        </p:tgtEl>
                                        <p:attrNameLst>
                                          <p:attrName>style.visibility</p:attrName>
                                        </p:attrNameLst>
                                      </p:cBhvr>
                                      <p:to>
                                        <p:strVal val="hidden"/>
                                      </p:to>
                                    </p:set>
                                  </p:childTnLst>
                                </p:cTn>
                              </p:par>
                              <p:par>
                                <p:cTn id="1115" presetID="17" presetClass="exit" presetSubtype="10" fill="hold" grpId="17" nodeType="withEffect">
                                  <p:stCondLst>
                                    <p:cond delay="0"/>
                                  </p:stCondLst>
                                  <p:childTnLst>
                                    <p:anim calcmode="lin" valueType="num">
                                      <p:cBhvr>
                                        <p:cTn id="1116" dur="500"/>
                                        <p:tgtEl>
                                          <p:spTgt spid="9"/>
                                        </p:tgtEl>
                                        <p:attrNameLst>
                                          <p:attrName>ppt_w</p:attrName>
                                        </p:attrNameLst>
                                      </p:cBhvr>
                                      <p:tavLst>
                                        <p:tav tm="0">
                                          <p:val>
                                            <p:strVal val="ppt_w"/>
                                          </p:val>
                                        </p:tav>
                                        <p:tav tm="100000">
                                          <p:val>
                                            <p:fltVal val="0"/>
                                          </p:val>
                                        </p:tav>
                                      </p:tavLst>
                                    </p:anim>
                                    <p:anim calcmode="lin" valueType="num">
                                      <p:cBhvr>
                                        <p:cTn id="1117" dur="500"/>
                                        <p:tgtEl>
                                          <p:spTgt spid="9"/>
                                        </p:tgtEl>
                                        <p:attrNameLst>
                                          <p:attrName>ppt_h</p:attrName>
                                        </p:attrNameLst>
                                      </p:cBhvr>
                                      <p:tavLst>
                                        <p:tav tm="0">
                                          <p:val>
                                            <p:strVal val="ppt_h"/>
                                          </p:val>
                                        </p:tav>
                                        <p:tav tm="100000">
                                          <p:val>
                                            <p:strVal val="ppt_h"/>
                                          </p:val>
                                        </p:tav>
                                      </p:tavLst>
                                    </p:anim>
                                    <p:set>
                                      <p:cBhvr>
                                        <p:cTn id="1118" dur="1" fill="hold">
                                          <p:stCondLst>
                                            <p:cond delay="499"/>
                                          </p:stCondLst>
                                        </p:cTn>
                                        <p:tgtEl>
                                          <p:spTgt spid="9"/>
                                        </p:tgtEl>
                                        <p:attrNameLst>
                                          <p:attrName>style.visibility</p:attrName>
                                        </p:attrNameLst>
                                      </p:cBhvr>
                                      <p:to>
                                        <p:strVal val="hidden"/>
                                      </p:to>
                                    </p:set>
                                  </p:childTnLst>
                                </p:cTn>
                              </p:par>
                              <p:par>
                                <p:cTn id="1119" presetID="17" presetClass="exit" presetSubtype="10" fill="hold" grpId="15" nodeType="withEffect">
                                  <p:stCondLst>
                                    <p:cond delay="0"/>
                                  </p:stCondLst>
                                  <p:childTnLst>
                                    <p:anim calcmode="lin" valueType="num">
                                      <p:cBhvr>
                                        <p:cTn id="1120" dur="500"/>
                                        <p:tgtEl>
                                          <p:spTgt spid="10"/>
                                        </p:tgtEl>
                                        <p:attrNameLst>
                                          <p:attrName>ppt_w</p:attrName>
                                        </p:attrNameLst>
                                      </p:cBhvr>
                                      <p:tavLst>
                                        <p:tav tm="0">
                                          <p:val>
                                            <p:strVal val="ppt_w"/>
                                          </p:val>
                                        </p:tav>
                                        <p:tav tm="100000">
                                          <p:val>
                                            <p:fltVal val="0"/>
                                          </p:val>
                                        </p:tav>
                                      </p:tavLst>
                                    </p:anim>
                                    <p:anim calcmode="lin" valueType="num">
                                      <p:cBhvr>
                                        <p:cTn id="1121" dur="500"/>
                                        <p:tgtEl>
                                          <p:spTgt spid="10"/>
                                        </p:tgtEl>
                                        <p:attrNameLst>
                                          <p:attrName>ppt_h</p:attrName>
                                        </p:attrNameLst>
                                      </p:cBhvr>
                                      <p:tavLst>
                                        <p:tav tm="0">
                                          <p:val>
                                            <p:strVal val="ppt_h"/>
                                          </p:val>
                                        </p:tav>
                                        <p:tav tm="100000">
                                          <p:val>
                                            <p:strVal val="ppt_h"/>
                                          </p:val>
                                        </p:tav>
                                      </p:tavLst>
                                    </p:anim>
                                    <p:set>
                                      <p:cBhvr>
                                        <p:cTn id="1122" dur="1" fill="hold">
                                          <p:stCondLst>
                                            <p:cond delay="499"/>
                                          </p:stCondLst>
                                        </p:cTn>
                                        <p:tgtEl>
                                          <p:spTgt spid="10"/>
                                        </p:tgtEl>
                                        <p:attrNameLst>
                                          <p:attrName>style.visibility</p:attrName>
                                        </p:attrNameLst>
                                      </p:cBhvr>
                                      <p:to>
                                        <p:strVal val="hidden"/>
                                      </p:to>
                                    </p:set>
                                  </p:childTnLst>
                                </p:cTn>
                              </p:par>
                              <p:par>
                                <p:cTn id="1123" presetID="17" presetClass="exit" presetSubtype="10" fill="hold" grpId="15" nodeType="withEffect">
                                  <p:stCondLst>
                                    <p:cond delay="0"/>
                                  </p:stCondLst>
                                  <p:childTnLst>
                                    <p:anim calcmode="lin" valueType="num">
                                      <p:cBhvr>
                                        <p:cTn id="1124" dur="500"/>
                                        <p:tgtEl>
                                          <p:spTgt spid="11"/>
                                        </p:tgtEl>
                                        <p:attrNameLst>
                                          <p:attrName>ppt_w</p:attrName>
                                        </p:attrNameLst>
                                      </p:cBhvr>
                                      <p:tavLst>
                                        <p:tav tm="0">
                                          <p:val>
                                            <p:strVal val="ppt_w"/>
                                          </p:val>
                                        </p:tav>
                                        <p:tav tm="100000">
                                          <p:val>
                                            <p:fltVal val="0"/>
                                          </p:val>
                                        </p:tav>
                                      </p:tavLst>
                                    </p:anim>
                                    <p:anim calcmode="lin" valueType="num">
                                      <p:cBhvr>
                                        <p:cTn id="1125" dur="500"/>
                                        <p:tgtEl>
                                          <p:spTgt spid="11"/>
                                        </p:tgtEl>
                                        <p:attrNameLst>
                                          <p:attrName>ppt_h</p:attrName>
                                        </p:attrNameLst>
                                      </p:cBhvr>
                                      <p:tavLst>
                                        <p:tav tm="0">
                                          <p:val>
                                            <p:strVal val="ppt_h"/>
                                          </p:val>
                                        </p:tav>
                                        <p:tav tm="100000">
                                          <p:val>
                                            <p:strVal val="ppt_h"/>
                                          </p:val>
                                        </p:tav>
                                      </p:tavLst>
                                    </p:anim>
                                    <p:set>
                                      <p:cBhvr>
                                        <p:cTn id="1126" dur="1" fill="hold">
                                          <p:stCondLst>
                                            <p:cond delay="499"/>
                                          </p:stCondLst>
                                        </p:cTn>
                                        <p:tgtEl>
                                          <p:spTgt spid="11"/>
                                        </p:tgtEl>
                                        <p:attrNameLst>
                                          <p:attrName>style.visibility</p:attrName>
                                        </p:attrNameLst>
                                      </p:cBhvr>
                                      <p:to>
                                        <p:strVal val="hidden"/>
                                      </p:to>
                                    </p:set>
                                  </p:childTnLst>
                                </p:cTn>
                              </p:par>
                              <p:par>
                                <p:cTn id="1127" presetID="17" presetClass="exit" presetSubtype="10" fill="hold" grpId="15" nodeType="withEffect">
                                  <p:stCondLst>
                                    <p:cond delay="0"/>
                                  </p:stCondLst>
                                  <p:childTnLst>
                                    <p:anim calcmode="lin" valueType="num">
                                      <p:cBhvr>
                                        <p:cTn id="1128" dur="500"/>
                                        <p:tgtEl>
                                          <p:spTgt spid="12"/>
                                        </p:tgtEl>
                                        <p:attrNameLst>
                                          <p:attrName>ppt_w</p:attrName>
                                        </p:attrNameLst>
                                      </p:cBhvr>
                                      <p:tavLst>
                                        <p:tav tm="0">
                                          <p:val>
                                            <p:strVal val="ppt_w"/>
                                          </p:val>
                                        </p:tav>
                                        <p:tav tm="100000">
                                          <p:val>
                                            <p:fltVal val="0"/>
                                          </p:val>
                                        </p:tav>
                                      </p:tavLst>
                                    </p:anim>
                                    <p:anim calcmode="lin" valueType="num">
                                      <p:cBhvr>
                                        <p:cTn id="1129" dur="500"/>
                                        <p:tgtEl>
                                          <p:spTgt spid="12"/>
                                        </p:tgtEl>
                                        <p:attrNameLst>
                                          <p:attrName>ppt_h</p:attrName>
                                        </p:attrNameLst>
                                      </p:cBhvr>
                                      <p:tavLst>
                                        <p:tav tm="0">
                                          <p:val>
                                            <p:strVal val="ppt_h"/>
                                          </p:val>
                                        </p:tav>
                                        <p:tav tm="100000">
                                          <p:val>
                                            <p:strVal val="ppt_h"/>
                                          </p:val>
                                        </p:tav>
                                      </p:tavLst>
                                    </p:anim>
                                    <p:set>
                                      <p:cBhvr>
                                        <p:cTn id="1130" dur="1" fill="hold">
                                          <p:stCondLst>
                                            <p:cond delay="499"/>
                                          </p:stCondLst>
                                        </p:cTn>
                                        <p:tgtEl>
                                          <p:spTgt spid="12"/>
                                        </p:tgtEl>
                                        <p:attrNameLst>
                                          <p:attrName>style.visibility</p:attrName>
                                        </p:attrNameLst>
                                      </p:cBhvr>
                                      <p:to>
                                        <p:strVal val="hidden"/>
                                      </p:to>
                                    </p:set>
                                  </p:childTnLst>
                                </p:cTn>
                              </p:par>
                              <p:par>
                                <p:cTn id="1131" presetID="17" presetClass="exit" presetSubtype="10" fill="hold" grpId="15" nodeType="withEffect">
                                  <p:stCondLst>
                                    <p:cond delay="0"/>
                                  </p:stCondLst>
                                  <p:childTnLst>
                                    <p:anim calcmode="lin" valueType="num">
                                      <p:cBhvr>
                                        <p:cTn id="1132" dur="500"/>
                                        <p:tgtEl>
                                          <p:spTgt spid="13"/>
                                        </p:tgtEl>
                                        <p:attrNameLst>
                                          <p:attrName>ppt_w</p:attrName>
                                        </p:attrNameLst>
                                      </p:cBhvr>
                                      <p:tavLst>
                                        <p:tav tm="0">
                                          <p:val>
                                            <p:strVal val="ppt_w"/>
                                          </p:val>
                                        </p:tav>
                                        <p:tav tm="100000">
                                          <p:val>
                                            <p:fltVal val="0"/>
                                          </p:val>
                                        </p:tav>
                                      </p:tavLst>
                                    </p:anim>
                                    <p:anim calcmode="lin" valueType="num">
                                      <p:cBhvr>
                                        <p:cTn id="1133" dur="500"/>
                                        <p:tgtEl>
                                          <p:spTgt spid="13"/>
                                        </p:tgtEl>
                                        <p:attrNameLst>
                                          <p:attrName>ppt_h</p:attrName>
                                        </p:attrNameLst>
                                      </p:cBhvr>
                                      <p:tavLst>
                                        <p:tav tm="0">
                                          <p:val>
                                            <p:strVal val="ppt_h"/>
                                          </p:val>
                                        </p:tav>
                                        <p:tav tm="100000">
                                          <p:val>
                                            <p:strVal val="ppt_h"/>
                                          </p:val>
                                        </p:tav>
                                      </p:tavLst>
                                    </p:anim>
                                    <p:set>
                                      <p:cBhvr>
                                        <p:cTn id="1134" dur="1" fill="hold">
                                          <p:stCondLst>
                                            <p:cond delay="499"/>
                                          </p:stCondLst>
                                        </p:cTn>
                                        <p:tgtEl>
                                          <p:spTgt spid="13"/>
                                        </p:tgtEl>
                                        <p:attrNameLst>
                                          <p:attrName>style.visibility</p:attrName>
                                        </p:attrNameLst>
                                      </p:cBhvr>
                                      <p:to>
                                        <p:strVal val="hidden"/>
                                      </p:to>
                                    </p:set>
                                  </p:childTnLst>
                                </p:cTn>
                              </p:par>
                              <p:par>
                                <p:cTn id="1135" presetID="17" presetClass="exit" presetSubtype="10" fill="hold" grpId="15" nodeType="withEffect">
                                  <p:stCondLst>
                                    <p:cond delay="0"/>
                                  </p:stCondLst>
                                  <p:childTnLst>
                                    <p:anim calcmode="lin" valueType="num">
                                      <p:cBhvr>
                                        <p:cTn id="1136" dur="500"/>
                                        <p:tgtEl>
                                          <p:spTgt spid="14"/>
                                        </p:tgtEl>
                                        <p:attrNameLst>
                                          <p:attrName>ppt_w</p:attrName>
                                        </p:attrNameLst>
                                      </p:cBhvr>
                                      <p:tavLst>
                                        <p:tav tm="0">
                                          <p:val>
                                            <p:strVal val="ppt_w"/>
                                          </p:val>
                                        </p:tav>
                                        <p:tav tm="100000">
                                          <p:val>
                                            <p:fltVal val="0"/>
                                          </p:val>
                                        </p:tav>
                                      </p:tavLst>
                                    </p:anim>
                                    <p:anim calcmode="lin" valueType="num">
                                      <p:cBhvr>
                                        <p:cTn id="1137" dur="500"/>
                                        <p:tgtEl>
                                          <p:spTgt spid="14"/>
                                        </p:tgtEl>
                                        <p:attrNameLst>
                                          <p:attrName>ppt_h</p:attrName>
                                        </p:attrNameLst>
                                      </p:cBhvr>
                                      <p:tavLst>
                                        <p:tav tm="0">
                                          <p:val>
                                            <p:strVal val="ppt_h"/>
                                          </p:val>
                                        </p:tav>
                                        <p:tav tm="100000">
                                          <p:val>
                                            <p:strVal val="ppt_h"/>
                                          </p:val>
                                        </p:tav>
                                      </p:tavLst>
                                    </p:anim>
                                    <p:set>
                                      <p:cBhvr>
                                        <p:cTn id="1138" dur="1" fill="hold">
                                          <p:stCondLst>
                                            <p:cond delay="499"/>
                                          </p:stCondLst>
                                        </p:cTn>
                                        <p:tgtEl>
                                          <p:spTgt spid="14"/>
                                        </p:tgtEl>
                                        <p:attrNameLst>
                                          <p:attrName>style.visibility</p:attrName>
                                        </p:attrNameLst>
                                      </p:cBhvr>
                                      <p:to>
                                        <p:strVal val="hidden"/>
                                      </p:to>
                                    </p:set>
                                  </p:childTnLst>
                                </p:cTn>
                              </p:par>
                              <p:par>
                                <p:cTn id="1139" presetID="17" presetClass="exit" presetSubtype="10" fill="hold" grpId="15" nodeType="withEffect">
                                  <p:stCondLst>
                                    <p:cond delay="0"/>
                                  </p:stCondLst>
                                  <p:childTnLst>
                                    <p:anim calcmode="lin" valueType="num">
                                      <p:cBhvr>
                                        <p:cTn id="1140" dur="500"/>
                                        <p:tgtEl>
                                          <p:spTgt spid="15"/>
                                        </p:tgtEl>
                                        <p:attrNameLst>
                                          <p:attrName>ppt_w</p:attrName>
                                        </p:attrNameLst>
                                      </p:cBhvr>
                                      <p:tavLst>
                                        <p:tav tm="0">
                                          <p:val>
                                            <p:strVal val="ppt_w"/>
                                          </p:val>
                                        </p:tav>
                                        <p:tav tm="100000">
                                          <p:val>
                                            <p:fltVal val="0"/>
                                          </p:val>
                                        </p:tav>
                                      </p:tavLst>
                                    </p:anim>
                                    <p:anim calcmode="lin" valueType="num">
                                      <p:cBhvr>
                                        <p:cTn id="1141" dur="500"/>
                                        <p:tgtEl>
                                          <p:spTgt spid="15"/>
                                        </p:tgtEl>
                                        <p:attrNameLst>
                                          <p:attrName>ppt_h</p:attrName>
                                        </p:attrNameLst>
                                      </p:cBhvr>
                                      <p:tavLst>
                                        <p:tav tm="0">
                                          <p:val>
                                            <p:strVal val="ppt_h"/>
                                          </p:val>
                                        </p:tav>
                                        <p:tav tm="100000">
                                          <p:val>
                                            <p:strVal val="ppt_h"/>
                                          </p:val>
                                        </p:tav>
                                      </p:tavLst>
                                    </p:anim>
                                    <p:set>
                                      <p:cBhvr>
                                        <p:cTn id="1142" dur="1" fill="hold">
                                          <p:stCondLst>
                                            <p:cond delay="499"/>
                                          </p:stCondLst>
                                        </p:cTn>
                                        <p:tgtEl>
                                          <p:spTgt spid="15"/>
                                        </p:tgtEl>
                                        <p:attrNameLst>
                                          <p:attrName>style.visibility</p:attrName>
                                        </p:attrNameLst>
                                      </p:cBhvr>
                                      <p:to>
                                        <p:strVal val="hidden"/>
                                      </p:to>
                                    </p:set>
                                  </p:childTnLst>
                                </p:cTn>
                              </p:par>
                              <p:par>
                                <p:cTn id="1143" presetID="17" presetClass="exit" presetSubtype="10" fill="hold" grpId="17" nodeType="withEffect">
                                  <p:stCondLst>
                                    <p:cond delay="0"/>
                                  </p:stCondLst>
                                  <p:childTnLst>
                                    <p:anim calcmode="lin" valueType="num">
                                      <p:cBhvr>
                                        <p:cTn id="1144" dur="500"/>
                                        <p:tgtEl>
                                          <p:spTgt spid="17"/>
                                        </p:tgtEl>
                                        <p:attrNameLst>
                                          <p:attrName>ppt_w</p:attrName>
                                        </p:attrNameLst>
                                      </p:cBhvr>
                                      <p:tavLst>
                                        <p:tav tm="0">
                                          <p:val>
                                            <p:strVal val="ppt_w"/>
                                          </p:val>
                                        </p:tav>
                                        <p:tav tm="100000">
                                          <p:val>
                                            <p:fltVal val="0"/>
                                          </p:val>
                                        </p:tav>
                                      </p:tavLst>
                                    </p:anim>
                                    <p:anim calcmode="lin" valueType="num">
                                      <p:cBhvr>
                                        <p:cTn id="1145" dur="500"/>
                                        <p:tgtEl>
                                          <p:spTgt spid="17"/>
                                        </p:tgtEl>
                                        <p:attrNameLst>
                                          <p:attrName>ppt_h</p:attrName>
                                        </p:attrNameLst>
                                      </p:cBhvr>
                                      <p:tavLst>
                                        <p:tav tm="0">
                                          <p:val>
                                            <p:strVal val="ppt_h"/>
                                          </p:val>
                                        </p:tav>
                                        <p:tav tm="100000">
                                          <p:val>
                                            <p:strVal val="ppt_h"/>
                                          </p:val>
                                        </p:tav>
                                      </p:tavLst>
                                    </p:anim>
                                    <p:set>
                                      <p:cBhvr>
                                        <p:cTn id="1146" dur="1" fill="hold">
                                          <p:stCondLst>
                                            <p:cond delay="499"/>
                                          </p:stCondLst>
                                        </p:cTn>
                                        <p:tgtEl>
                                          <p:spTgt spid="17"/>
                                        </p:tgtEl>
                                        <p:attrNameLst>
                                          <p:attrName>style.visibility</p:attrName>
                                        </p:attrNameLst>
                                      </p:cBhvr>
                                      <p:to>
                                        <p:strVal val="hidden"/>
                                      </p:to>
                                    </p:set>
                                  </p:childTnLst>
                                </p:cTn>
                              </p:par>
                              <p:par>
                                <p:cTn id="1147" presetID="17" presetClass="exit" presetSubtype="10" fill="hold" grpId="15" nodeType="withEffect">
                                  <p:stCondLst>
                                    <p:cond delay="0"/>
                                  </p:stCondLst>
                                  <p:childTnLst>
                                    <p:anim calcmode="lin" valueType="num">
                                      <p:cBhvr>
                                        <p:cTn id="1148" dur="500"/>
                                        <p:tgtEl>
                                          <p:spTgt spid="18"/>
                                        </p:tgtEl>
                                        <p:attrNameLst>
                                          <p:attrName>ppt_w</p:attrName>
                                        </p:attrNameLst>
                                      </p:cBhvr>
                                      <p:tavLst>
                                        <p:tav tm="0">
                                          <p:val>
                                            <p:strVal val="ppt_w"/>
                                          </p:val>
                                        </p:tav>
                                        <p:tav tm="100000">
                                          <p:val>
                                            <p:fltVal val="0"/>
                                          </p:val>
                                        </p:tav>
                                      </p:tavLst>
                                    </p:anim>
                                    <p:anim calcmode="lin" valueType="num">
                                      <p:cBhvr>
                                        <p:cTn id="1149" dur="500"/>
                                        <p:tgtEl>
                                          <p:spTgt spid="18"/>
                                        </p:tgtEl>
                                        <p:attrNameLst>
                                          <p:attrName>ppt_h</p:attrName>
                                        </p:attrNameLst>
                                      </p:cBhvr>
                                      <p:tavLst>
                                        <p:tav tm="0">
                                          <p:val>
                                            <p:strVal val="ppt_h"/>
                                          </p:val>
                                        </p:tav>
                                        <p:tav tm="100000">
                                          <p:val>
                                            <p:strVal val="ppt_h"/>
                                          </p:val>
                                        </p:tav>
                                      </p:tavLst>
                                    </p:anim>
                                    <p:set>
                                      <p:cBhvr>
                                        <p:cTn id="1150" dur="1" fill="hold">
                                          <p:stCondLst>
                                            <p:cond delay="499"/>
                                          </p:stCondLst>
                                        </p:cTn>
                                        <p:tgtEl>
                                          <p:spTgt spid="18"/>
                                        </p:tgtEl>
                                        <p:attrNameLst>
                                          <p:attrName>style.visibility</p:attrName>
                                        </p:attrNameLst>
                                      </p:cBhvr>
                                      <p:to>
                                        <p:strVal val="hidden"/>
                                      </p:to>
                                    </p:set>
                                  </p:childTnLst>
                                </p:cTn>
                              </p:par>
                              <p:par>
                                <p:cTn id="1151" presetID="17" presetClass="exit" presetSubtype="10" fill="hold" grpId="15" nodeType="withEffect">
                                  <p:stCondLst>
                                    <p:cond delay="0"/>
                                  </p:stCondLst>
                                  <p:childTnLst>
                                    <p:anim calcmode="lin" valueType="num">
                                      <p:cBhvr>
                                        <p:cTn id="1152" dur="500"/>
                                        <p:tgtEl>
                                          <p:spTgt spid="19"/>
                                        </p:tgtEl>
                                        <p:attrNameLst>
                                          <p:attrName>ppt_w</p:attrName>
                                        </p:attrNameLst>
                                      </p:cBhvr>
                                      <p:tavLst>
                                        <p:tav tm="0">
                                          <p:val>
                                            <p:strVal val="ppt_w"/>
                                          </p:val>
                                        </p:tav>
                                        <p:tav tm="100000">
                                          <p:val>
                                            <p:fltVal val="0"/>
                                          </p:val>
                                        </p:tav>
                                      </p:tavLst>
                                    </p:anim>
                                    <p:anim calcmode="lin" valueType="num">
                                      <p:cBhvr>
                                        <p:cTn id="1153" dur="500"/>
                                        <p:tgtEl>
                                          <p:spTgt spid="19"/>
                                        </p:tgtEl>
                                        <p:attrNameLst>
                                          <p:attrName>ppt_h</p:attrName>
                                        </p:attrNameLst>
                                      </p:cBhvr>
                                      <p:tavLst>
                                        <p:tav tm="0">
                                          <p:val>
                                            <p:strVal val="ppt_h"/>
                                          </p:val>
                                        </p:tav>
                                        <p:tav tm="100000">
                                          <p:val>
                                            <p:strVal val="ppt_h"/>
                                          </p:val>
                                        </p:tav>
                                      </p:tavLst>
                                    </p:anim>
                                    <p:set>
                                      <p:cBhvr>
                                        <p:cTn id="1154" dur="1" fill="hold">
                                          <p:stCondLst>
                                            <p:cond delay="499"/>
                                          </p:stCondLst>
                                        </p:cTn>
                                        <p:tgtEl>
                                          <p:spTgt spid="19"/>
                                        </p:tgtEl>
                                        <p:attrNameLst>
                                          <p:attrName>style.visibility</p:attrName>
                                        </p:attrNameLst>
                                      </p:cBhvr>
                                      <p:to>
                                        <p:strVal val="hidden"/>
                                      </p:to>
                                    </p:set>
                                  </p:childTnLst>
                                </p:cTn>
                              </p:par>
                              <p:par>
                                <p:cTn id="1155" presetID="6" presetClass="emph" presetSubtype="0" fill="hold" grpId="19" nodeType="withEffect">
                                  <p:stCondLst>
                                    <p:cond delay="0"/>
                                  </p:stCondLst>
                                  <p:childTnLst>
                                    <p:animScale>
                                      <p:cBhvr>
                                        <p:cTn id="1156" dur="500" fill="hold"/>
                                        <p:tgtEl>
                                          <p:spTgt spid="16"/>
                                        </p:tgtEl>
                                      </p:cBhvr>
                                      <p:by x="200000" y="200000"/>
                                    </p:animScale>
                                  </p:childTnLst>
                                </p:cTn>
                              </p:par>
                              <p:par>
                                <p:cTn id="1157" presetID="63" presetClass="path" presetSubtype="0" accel="50000" decel="50000" fill="hold" grpId="20" nodeType="withEffect">
                                  <p:stCondLst>
                                    <p:cond delay="0"/>
                                  </p:stCondLst>
                                  <p:childTnLst>
                                    <p:animMotion origin="layout" path="M -3.33333E-6 2.25956E-6 L 0.31667 0.09293 " pathEditMode="relative" rAng="0" ptsTypes="AA">
                                      <p:cBhvr>
                                        <p:cTn id="1158" dur="500" fill="hold"/>
                                        <p:tgtEl>
                                          <p:spTgt spid="16"/>
                                        </p:tgtEl>
                                        <p:attrNameLst>
                                          <p:attrName>ppt_x</p:attrName>
                                          <p:attrName>ppt_y</p:attrName>
                                        </p:attrNameLst>
                                      </p:cBhvr>
                                      <p:rCtr x="158" y="46"/>
                                    </p:animMotion>
                                  </p:childTnLst>
                                </p:cTn>
                              </p:par>
                            </p:childTnLst>
                          </p:cTn>
                        </p:par>
                      </p:childTnLst>
                    </p:cTn>
                  </p:par>
                  <p:par>
                    <p:cTn id="1159" fill="hold">
                      <p:stCondLst>
                        <p:cond delay="indefinite"/>
                      </p:stCondLst>
                      <p:childTnLst>
                        <p:par>
                          <p:cTn id="1160" fill="hold">
                            <p:stCondLst>
                              <p:cond delay="0"/>
                            </p:stCondLst>
                            <p:childTnLst>
                              <p:par>
                                <p:cTn id="1161" presetID="48" presetClass="entr" presetSubtype="0" accel="50000" fill="hold" grpId="18" nodeType="clickEffect">
                                  <p:stCondLst>
                                    <p:cond delay="0"/>
                                  </p:stCondLst>
                                  <p:childTnLst>
                                    <p:set>
                                      <p:cBhvr>
                                        <p:cTn id="1162" dur="1" fill="hold">
                                          <p:stCondLst>
                                            <p:cond delay="0"/>
                                          </p:stCondLst>
                                        </p:cTn>
                                        <p:tgtEl>
                                          <p:spTgt spid="4"/>
                                        </p:tgtEl>
                                        <p:attrNameLst>
                                          <p:attrName>style.visibility</p:attrName>
                                        </p:attrNameLst>
                                      </p:cBhvr>
                                      <p:to>
                                        <p:strVal val="visible"/>
                                      </p:to>
                                    </p:set>
                                    <p:anim calcmode="lin" valueType="num">
                                      <p:cBhvr>
                                        <p:cTn id="1163" dur="500" fill="hold"/>
                                        <p:tgtEl>
                                          <p:spTgt spid="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164" dur="500" fill="hold"/>
                                        <p:tgtEl>
                                          <p:spTgt spid="4"/>
                                        </p:tgtEl>
                                        <p:attrNameLst>
                                          <p:attrName>ppt_x</p:attrName>
                                        </p:attrNameLst>
                                      </p:cBhvr>
                                      <p:tavLst>
                                        <p:tav tm="0">
                                          <p:val>
                                            <p:fltVal val="-1"/>
                                          </p:val>
                                        </p:tav>
                                        <p:tav tm="50000">
                                          <p:val>
                                            <p:fltVal val="0.95"/>
                                          </p:val>
                                        </p:tav>
                                        <p:tav tm="100000">
                                          <p:val>
                                            <p:strVal val="#ppt_x"/>
                                          </p:val>
                                        </p:tav>
                                      </p:tavLst>
                                    </p:anim>
                                    <p:anim calcmode="lin" valueType="num">
                                      <p:cBhvr>
                                        <p:cTn id="1165" dur="500" fill="hold"/>
                                        <p:tgtEl>
                                          <p:spTgt spid="4"/>
                                        </p:tgtEl>
                                        <p:attrNameLst>
                                          <p:attrName>ppt_y</p:attrName>
                                        </p:attrNameLst>
                                      </p:cBhvr>
                                      <p:tavLst>
                                        <p:tav tm="0">
                                          <p:val>
                                            <p:strVal val="#ppt_y"/>
                                          </p:val>
                                        </p:tav>
                                        <p:tav tm="100000">
                                          <p:val>
                                            <p:strVal val="#ppt_y"/>
                                          </p:val>
                                        </p:tav>
                                      </p:tavLst>
                                    </p:anim>
                                    <p:animEffect transition="in" filter="fade">
                                      <p:cBhvr>
                                        <p:cTn id="1166" dur="500"/>
                                        <p:tgtEl>
                                          <p:spTgt spid="4"/>
                                        </p:tgtEl>
                                      </p:cBhvr>
                                    </p:animEffect>
                                  </p:childTnLst>
                                </p:cTn>
                              </p:par>
                              <p:par>
                                <p:cTn id="1167" presetID="48" presetClass="entr" presetSubtype="0" accel="50000" fill="hold" grpId="18" nodeType="withEffect">
                                  <p:stCondLst>
                                    <p:cond delay="0"/>
                                  </p:stCondLst>
                                  <p:childTnLst>
                                    <p:set>
                                      <p:cBhvr>
                                        <p:cTn id="1168" dur="1" fill="hold">
                                          <p:stCondLst>
                                            <p:cond delay="0"/>
                                          </p:stCondLst>
                                        </p:cTn>
                                        <p:tgtEl>
                                          <p:spTgt spid="5"/>
                                        </p:tgtEl>
                                        <p:attrNameLst>
                                          <p:attrName>style.visibility</p:attrName>
                                        </p:attrNameLst>
                                      </p:cBhvr>
                                      <p:to>
                                        <p:strVal val="visible"/>
                                      </p:to>
                                    </p:set>
                                    <p:anim calcmode="lin" valueType="num">
                                      <p:cBhvr>
                                        <p:cTn id="1169" dur="500" fill="hold"/>
                                        <p:tgtEl>
                                          <p:spTgt spid="5"/>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170" dur="500" fill="hold"/>
                                        <p:tgtEl>
                                          <p:spTgt spid="5"/>
                                        </p:tgtEl>
                                        <p:attrNameLst>
                                          <p:attrName>ppt_x</p:attrName>
                                        </p:attrNameLst>
                                      </p:cBhvr>
                                      <p:tavLst>
                                        <p:tav tm="0">
                                          <p:val>
                                            <p:fltVal val="-1"/>
                                          </p:val>
                                        </p:tav>
                                        <p:tav tm="50000">
                                          <p:val>
                                            <p:fltVal val="0.95"/>
                                          </p:val>
                                        </p:tav>
                                        <p:tav tm="100000">
                                          <p:val>
                                            <p:strVal val="#ppt_x"/>
                                          </p:val>
                                        </p:tav>
                                      </p:tavLst>
                                    </p:anim>
                                    <p:anim calcmode="lin" valueType="num">
                                      <p:cBhvr>
                                        <p:cTn id="1171" dur="500" fill="hold"/>
                                        <p:tgtEl>
                                          <p:spTgt spid="5"/>
                                        </p:tgtEl>
                                        <p:attrNameLst>
                                          <p:attrName>ppt_y</p:attrName>
                                        </p:attrNameLst>
                                      </p:cBhvr>
                                      <p:tavLst>
                                        <p:tav tm="0">
                                          <p:val>
                                            <p:strVal val="#ppt_y"/>
                                          </p:val>
                                        </p:tav>
                                        <p:tav tm="100000">
                                          <p:val>
                                            <p:strVal val="#ppt_y"/>
                                          </p:val>
                                        </p:tav>
                                      </p:tavLst>
                                    </p:anim>
                                    <p:animEffect transition="in" filter="fade">
                                      <p:cBhvr>
                                        <p:cTn id="1172" dur="500"/>
                                        <p:tgtEl>
                                          <p:spTgt spid="5"/>
                                        </p:tgtEl>
                                      </p:cBhvr>
                                    </p:animEffect>
                                  </p:childTnLst>
                                </p:cTn>
                              </p:par>
                              <p:par>
                                <p:cTn id="1173" presetID="48" presetClass="entr" presetSubtype="0" accel="50000" fill="hold" grpId="18" nodeType="withEffect">
                                  <p:stCondLst>
                                    <p:cond delay="0"/>
                                  </p:stCondLst>
                                  <p:childTnLst>
                                    <p:set>
                                      <p:cBhvr>
                                        <p:cTn id="1174" dur="1" fill="hold">
                                          <p:stCondLst>
                                            <p:cond delay="0"/>
                                          </p:stCondLst>
                                        </p:cTn>
                                        <p:tgtEl>
                                          <p:spTgt spid="6"/>
                                        </p:tgtEl>
                                        <p:attrNameLst>
                                          <p:attrName>style.visibility</p:attrName>
                                        </p:attrNameLst>
                                      </p:cBhvr>
                                      <p:to>
                                        <p:strVal val="visible"/>
                                      </p:to>
                                    </p:set>
                                    <p:anim calcmode="lin" valueType="num">
                                      <p:cBhvr>
                                        <p:cTn id="1175" dur="500" fill="hold"/>
                                        <p:tgtEl>
                                          <p:spTgt spid="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176" dur="500" fill="hold"/>
                                        <p:tgtEl>
                                          <p:spTgt spid="6"/>
                                        </p:tgtEl>
                                        <p:attrNameLst>
                                          <p:attrName>ppt_x</p:attrName>
                                        </p:attrNameLst>
                                      </p:cBhvr>
                                      <p:tavLst>
                                        <p:tav tm="0">
                                          <p:val>
                                            <p:fltVal val="-1"/>
                                          </p:val>
                                        </p:tav>
                                        <p:tav tm="50000">
                                          <p:val>
                                            <p:fltVal val="0.95"/>
                                          </p:val>
                                        </p:tav>
                                        <p:tav tm="100000">
                                          <p:val>
                                            <p:strVal val="#ppt_x"/>
                                          </p:val>
                                        </p:tav>
                                      </p:tavLst>
                                    </p:anim>
                                    <p:anim calcmode="lin" valueType="num">
                                      <p:cBhvr>
                                        <p:cTn id="1177" dur="500" fill="hold"/>
                                        <p:tgtEl>
                                          <p:spTgt spid="6"/>
                                        </p:tgtEl>
                                        <p:attrNameLst>
                                          <p:attrName>ppt_y</p:attrName>
                                        </p:attrNameLst>
                                      </p:cBhvr>
                                      <p:tavLst>
                                        <p:tav tm="0">
                                          <p:val>
                                            <p:strVal val="#ppt_y"/>
                                          </p:val>
                                        </p:tav>
                                        <p:tav tm="100000">
                                          <p:val>
                                            <p:strVal val="#ppt_y"/>
                                          </p:val>
                                        </p:tav>
                                      </p:tavLst>
                                    </p:anim>
                                    <p:animEffect transition="in" filter="fade">
                                      <p:cBhvr>
                                        <p:cTn id="1178" dur="500"/>
                                        <p:tgtEl>
                                          <p:spTgt spid="6"/>
                                        </p:tgtEl>
                                      </p:cBhvr>
                                    </p:animEffect>
                                  </p:childTnLst>
                                </p:cTn>
                              </p:par>
                              <p:par>
                                <p:cTn id="1179" presetID="48" presetClass="entr" presetSubtype="0" accel="50000" fill="hold" grpId="18" nodeType="withEffect">
                                  <p:stCondLst>
                                    <p:cond delay="0"/>
                                  </p:stCondLst>
                                  <p:childTnLst>
                                    <p:set>
                                      <p:cBhvr>
                                        <p:cTn id="1180" dur="1" fill="hold">
                                          <p:stCondLst>
                                            <p:cond delay="0"/>
                                          </p:stCondLst>
                                        </p:cTn>
                                        <p:tgtEl>
                                          <p:spTgt spid="7"/>
                                        </p:tgtEl>
                                        <p:attrNameLst>
                                          <p:attrName>style.visibility</p:attrName>
                                        </p:attrNameLst>
                                      </p:cBhvr>
                                      <p:to>
                                        <p:strVal val="visible"/>
                                      </p:to>
                                    </p:set>
                                    <p:anim calcmode="lin" valueType="num">
                                      <p:cBhvr>
                                        <p:cTn id="1181" dur="500" fill="hold"/>
                                        <p:tgtEl>
                                          <p:spTgt spid="7"/>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182" dur="500" fill="hold"/>
                                        <p:tgtEl>
                                          <p:spTgt spid="7"/>
                                        </p:tgtEl>
                                        <p:attrNameLst>
                                          <p:attrName>ppt_x</p:attrName>
                                        </p:attrNameLst>
                                      </p:cBhvr>
                                      <p:tavLst>
                                        <p:tav tm="0">
                                          <p:val>
                                            <p:fltVal val="-1"/>
                                          </p:val>
                                        </p:tav>
                                        <p:tav tm="50000">
                                          <p:val>
                                            <p:fltVal val="0.95"/>
                                          </p:val>
                                        </p:tav>
                                        <p:tav tm="100000">
                                          <p:val>
                                            <p:strVal val="#ppt_x"/>
                                          </p:val>
                                        </p:tav>
                                      </p:tavLst>
                                    </p:anim>
                                    <p:anim calcmode="lin" valueType="num">
                                      <p:cBhvr>
                                        <p:cTn id="1183" dur="500" fill="hold"/>
                                        <p:tgtEl>
                                          <p:spTgt spid="7"/>
                                        </p:tgtEl>
                                        <p:attrNameLst>
                                          <p:attrName>ppt_y</p:attrName>
                                        </p:attrNameLst>
                                      </p:cBhvr>
                                      <p:tavLst>
                                        <p:tav tm="0">
                                          <p:val>
                                            <p:strVal val="#ppt_y"/>
                                          </p:val>
                                        </p:tav>
                                        <p:tav tm="100000">
                                          <p:val>
                                            <p:strVal val="#ppt_y"/>
                                          </p:val>
                                        </p:tav>
                                      </p:tavLst>
                                    </p:anim>
                                    <p:animEffect transition="in" filter="fade">
                                      <p:cBhvr>
                                        <p:cTn id="1184" dur="500"/>
                                        <p:tgtEl>
                                          <p:spTgt spid="7"/>
                                        </p:tgtEl>
                                      </p:cBhvr>
                                    </p:animEffect>
                                  </p:childTnLst>
                                </p:cTn>
                              </p:par>
                              <p:par>
                                <p:cTn id="1185" presetID="48" presetClass="entr" presetSubtype="0" accel="50000" fill="hold" grpId="18" nodeType="withEffect">
                                  <p:stCondLst>
                                    <p:cond delay="0"/>
                                  </p:stCondLst>
                                  <p:childTnLst>
                                    <p:set>
                                      <p:cBhvr>
                                        <p:cTn id="1186" dur="1" fill="hold">
                                          <p:stCondLst>
                                            <p:cond delay="0"/>
                                          </p:stCondLst>
                                        </p:cTn>
                                        <p:tgtEl>
                                          <p:spTgt spid="8"/>
                                        </p:tgtEl>
                                        <p:attrNameLst>
                                          <p:attrName>style.visibility</p:attrName>
                                        </p:attrNameLst>
                                      </p:cBhvr>
                                      <p:to>
                                        <p:strVal val="visible"/>
                                      </p:to>
                                    </p:set>
                                    <p:anim calcmode="lin" valueType="num">
                                      <p:cBhvr>
                                        <p:cTn id="1187" dur="500" fill="hold"/>
                                        <p:tgtEl>
                                          <p:spTgt spid="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188" dur="500" fill="hold"/>
                                        <p:tgtEl>
                                          <p:spTgt spid="8"/>
                                        </p:tgtEl>
                                        <p:attrNameLst>
                                          <p:attrName>ppt_x</p:attrName>
                                        </p:attrNameLst>
                                      </p:cBhvr>
                                      <p:tavLst>
                                        <p:tav tm="0">
                                          <p:val>
                                            <p:fltVal val="-1"/>
                                          </p:val>
                                        </p:tav>
                                        <p:tav tm="50000">
                                          <p:val>
                                            <p:fltVal val="0.95"/>
                                          </p:val>
                                        </p:tav>
                                        <p:tav tm="100000">
                                          <p:val>
                                            <p:strVal val="#ppt_x"/>
                                          </p:val>
                                        </p:tav>
                                      </p:tavLst>
                                    </p:anim>
                                    <p:anim calcmode="lin" valueType="num">
                                      <p:cBhvr>
                                        <p:cTn id="1189" dur="500" fill="hold"/>
                                        <p:tgtEl>
                                          <p:spTgt spid="8"/>
                                        </p:tgtEl>
                                        <p:attrNameLst>
                                          <p:attrName>ppt_y</p:attrName>
                                        </p:attrNameLst>
                                      </p:cBhvr>
                                      <p:tavLst>
                                        <p:tav tm="0">
                                          <p:val>
                                            <p:strVal val="#ppt_y"/>
                                          </p:val>
                                        </p:tav>
                                        <p:tav tm="100000">
                                          <p:val>
                                            <p:strVal val="#ppt_y"/>
                                          </p:val>
                                        </p:tav>
                                      </p:tavLst>
                                    </p:anim>
                                    <p:animEffect transition="in" filter="fade">
                                      <p:cBhvr>
                                        <p:cTn id="1190" dur="500"/>
                                        <p:tgtEl>
                                          <p:spTgt spid="8"/>
                                        </p:tgtEl>
                                      </p:cBhvr>
                                    </p:animEffect>
                                  </p:childTnLst>
                                </p:cTn>
                              </p:par>
                              <p:par>
                                <p:cTn id="1191" presetID="48" presetClass="entr" presetSubtype="0" accel="50000" fill="hold" grpId="18" nodeType="withEffect">
                                  <p:stCondLst>
                                    <p:cond delay="0"/>
                                  </p:stCondLst>
                                  <p:childTnLst>
                                    <p:set>
                                      <p:cBhvr>
                                        <p:cTn id="1192" dur="1" fill="hold">
                                          <p:stCondLst>
                                            <p:cond delay="0"/>
                                          </p:stCondLst>
                                        </p:cTn>
                                        <p:tgtEl>
                                          <p:spTgt spid="9"/>
                                        </p:tgtEl>
                                        <p:attrNameLst>
                                          <p:attrName>style.visibility</p:attrName>
                                        </p:attrNameLst>
                                      </p:cBhvr>
                                      <p:to>
                                        <p:strVal val="visible"/>
                                      </p:to>
                                    </p:set>
                                    <p:anim calcmode="lin" valueType="num">
                                      <p:cBhvr>
                                        <p:cTn id="1193" dur="500" fill="hold"/>
                                        <p:tgtEl>
                                          <p:spTgt spid="9"/>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194" dur="500" fill="hold"/>
                                        <p:tgtEl>
                                          <p:spTgt spid="9"/>
                                        </p:tgtEl>
                                        <p:attrNameLst>
                                          <p:attrName>ppt_x</p:attrName>
                                        </p:attrNameLst>
                                      </p:cBhvr>
                                      <p:tavLst>
                                        <p:tav tm="0">
                                          <p:val>
                                            <p:fltVal val="-1"/>
                                          </p:val>
                                        </p:tav>
                                        <p:tav tm="50000">
                                          <p:val>
                                            <p:fltVal val="0.95"/>
                                          </p:val>
                                        </p:tav>
                                        <p:tav tm="100000">
                                          <p:val>
                                            <p:strVal val="#ppt_x"/>
                                          </p:val>
                                        </p:tav>
                                      </p:tavLst>
                                    </p:anim>
                                    <p:anim calcmode="lin" valueType="num">
                                      <p:cBhvr>
                                        <p:cTn id="1195" dur="500" fill="hold"/>
                                        <p:tgtEl>
                                          <p:spTgt spid="9"/>
                                        </p:tgtEl>
                                        <p:attrNameLst>
                                          <p:attrName>ppt_y</p:attrName>
                                        </p:attrNameLst>
                                      </p:cBhvr>
                                      <p:tavLst>
                                        <p:tav tm="0">
                                          <p:val>
                                            <p:strVal val="#ppt_y"/>
                                          </p:val>
                                        </p:tav>
                                        <p:tav tm="100000">
                                          <p:val>
                                            <p:strVal val="#ppt_y"/>
                                          </p:val>
                                        </p:tav>
                                      </p:tavLst>
                                    </p:anim>
                                    <p:animEffect transition="in" filter="fade">
                                      <p:cBhvr>
                                        <p:cTn id="1196" dur="500"/>
                                        <p:tgtEl>
                                          <p:spTgt spid="9"/>
                                        </p:tgtEl>
                                      </p:cBhvr>
                                    </p:animEffect>
                                  </p:childTnLst>
                                </p:cTn>
                              </p:par>
                              <p:par>
                                <p:cTn id="1197" presetID="48" presetClass="entr" presetSubtype="0" accel="50000" fill="hold" grpId="16" nodeType="withEffect">
                                  <p:stCondLst>
                                    <p:cond delay="0"/>
                                  </p:stCondLst>
                                  <p:childTnLst>
                                    <p:set>
                                      <p:cBhvr>
                                        <p:cTn id="1198" dur="1" fill="hold">
                                          <p:stCondLst>
                                            <p:cond delay="0"/>
                                          </p:stCondLst>
                                        </p:cTn>
                                        <p:tgtEl>
                                          <p:spTgt spid="10"/>
                                        </p:tgtEl>
                                        <p:attrNameLst>
                                          <p:attrName>style.visibility</p:attrName>
                                        </p:attrNameLst>
                                      </p:cBhvr>
                                      <p:to>
                                        <p:strVal val="visible"/>
                                      </p:to>
                                    </p:set>
                                    <p:anim calcmode="lin" valueType="num">
                                      <p:cBhvr>
                                        <p:cTn id="1199" dur="500" fill="hold"/>
                                        <p:tgtEl>
                                          <p:spTgt spid="10"/>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00" dur="500" fill="hold"/>
                                        <p:tgtEl>
                                          <p:spTgt spid="10"/>
                                        </p:tgtEl>
                                        <p:attrNameLst>
                                          <p:attrName>ppt_x</p:attrName>
                                        </p:attrNameLst>
                                      </p:cBhvr>
                                      <p:tavLst>
                                        <p:tav tm="0">
                                          <p:val>
                                            <p:fltVal val="-1"/>
                                          </p:val>
                                        </p:tav>
                                        <p:tav tm="50000">
                                          <p:val>
                                            <p:fltVal val="0.95"/>
                                          </p:val>
                                        </p:tav>
                                        <p:tav tm="100000">
                                          <p:val>
                                            <p:strVal val="#ppt_x"/>
                                          </p:val>
                                        </p:tav>
                                      </p:tavLst>
                                    </p:anim>
                                    <p:anim calcmode="lin" valueType="num">
                                      <p:cBhvr>
                                        <p:cTn id="1201" dur="500" fill="hold"/>
                                        <p:tgtEl>
                                          <p:spTgt spid="10"/>
                                        </p:tgtEl>
                                        <p:attrNameLst>
                                          <p:attrName>ppt_y</p:attrName>
                                        </p:attrNameLst>
                                      </p:cBhvr>
                                      <p:tavLst>
                                        <p:tav tm="0">
                                          <p:val>
                                            <p:strVal val="#ppt_y"/>
                                          </p:val>
                                        </p:tav>
                                        <p:tav tm="100000">
                                          <p:val>
                                            <p:strVal val="#ppt_y"/>
                                          </p:val>
                                        </p:tav>
                                      </p:tavLst>
                                    </p:anim>
                                    <p:animEffect transition="in" filter="fade">
                                      <p:cBhvr>
                                        <p:cTn id="1202" dur="500"/>
                                        <p:tgtEl>
                                          <p:spTgt spid="10"/>
                                        </p:tgtEl>
                                      </p:cBhvr>
                                    </p:animEffect>
                                  </p:childTnLst>
                                </p:cTn>
                              </p:par>
                              <p:par>
                                <p:cTn id="1203" presetID="48" presetClass="entr" presetSubtype="0" accel="50000" fill="hold" grpId="16" nodeType="withEffect">
                                  <p:stCondLst>
                                    <p:cond delay="0"/>
                                  </p:stCondLst>
                                  <p:childTnLst>
                                    <p:set>
                                      <p:cBhvr>
                                        <p:cTn id="1204" dur="1" fill="hold">
                                          <p:stCondLst>
                                            <p:cond delay="0"/>
                                          </p:stCondLst>
                                        </p:cTn>
                                        <p:tgtEl>
                                          <p:spTgt spid="11"/>
                                        </p:tgtEl>
                                        <p:attrNameLst>
                                          <p:attrName>style.visibility</p:attrName>
                                        </p:attrNameLst>
                                      </p:cBhvr>
                                      <p:to>
                                        <p:strVal val="visible"/>
                                      </p:to>
                                    </p:set>
                                    <p:anim calcmode="lin" valueType="num">
                                      <p:cBhvr>
                                        <p:cTn id="1205" dur="500" fill="hold"/>
                                        <p:tgtEl>
                                          <p:spTgt spid="11"/>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06" dur="500" fill="hold"/>
                                        <p:tgtEl>
                                          <p:spTgt spid="11"/>
                                        </p:tgtEl>
                                        <p:attrNameLst>
                                          <p:attrName>ppt_x</p:attrName>
                                        </p:attrNameLst>
                                      </p:cBhvr>
                                      <p:tavLst>
                                        <p:tav tm="0">
                                          <p:val>
                                            <p:fltVal val="-1"/>
                                          </p:val>
                                        </p:tav>
                                        <p:tav tm="50000">
                                          <p:val>
                                            <p:fltVal val="0.95"/>
                                          </p:val>
                                        </p:tav>
                                        <p:tav tm="100000">
                                          <p:val>
                                            <p:strVal val="#ppt_x"/>
                                          </p:val>
                                        </p:tav>
                                      </p:tavLst>
                                    </p:anim>
                                    <p:anim calcmode="lin" valueType="num">
                                      <p:cBhvr>
                                        <p:cTn id="1207" dur="500" fill="hold"/>
                                        <p:tgtEl>
                                          <p:spTgt spid="11"/>
                                        </p:tgtEl>
                                        <p:attrNameLst>
                                          <p:attrName>ppt_y</p:attrName>
                                        </p:attrNameLst>
                                      </p:cBhvr>
                                      <p:tavLst>
                                        <p:tav tm="0">
                                          <p:val>
                                            <p:strVal val="#ppt_y"/>
                                          </p:val>
                                        </p:tav>
                                        <p:tav tm="100000">
                                          <p:val>
                                            <p:strVal val="#ppt_y"/>
                                          </p:val>
                                        </p:tav>
                                      </p:tavLst>
                                    </p:anim>
                                    <p:animEffect transition="in" filter="fade">
                                      <p:cBhvr>
                                        <p:cTn id="1208" dur="500"/>
                                        <p:tgtEl>
                                          <p:spTgt spid="11"/>
                                        </p:tgtEl>
                                      </p:cBhvr>
                                    </p:animEffect>
                                  </p:childTnLst>
                                </p:cTn>
                              </p:par>
                              <p:par>
                                <p:cTn id="1209" presetID="48" presetClass="entr" presetSubtype="0" accel="50000" fill="hold" grpId="16" nodeType="withEffect">
                                  <p:stCondLst>
                                    <p:cond delay="0"/>
                                  </p:stCondLst>
                                  <p:childTnLst>
                                    <p:set>
                                      <p:cBhvr>
                                        <p:cTn id="1210" dur="1" fill="hold">
                                          <p:stCondLst>
                                            <p:cond delay="0"/>
                                          </p:stCondLst>
                                        </p:cTn>
                                        <p:tgtEl>
                                          <p:spTgt spid="12"/>
                                        </p:tgtEl>
                                        <p:attrNameLst>
                                          <p:attrName>style.visibility</p:attrName>
                                        </p:attrNameLst>
                                      </p:cBhvr>
                                      <p:to>
                                        <p:strVal val="visible"/>
                                      </p:to>
                                    </p:set>
                                    <p:anim calcmode="lin" valueType="num">
                                      <p:cBhvr>
                                        <p:cTn id="1211" dur="500" fill="hold"/>
                                        <p:tgtEl>
                                          <p:spTgt spid="1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12" dur="500" fill="hold"/>
                                        <p:tgtEl>
                                          <p:spTgt spid="12"/>
                                        </p:tgtEl>
                                        <p:attrNameLst>
                                          <p:attrName>ppt_x</p:attrName>
                                        </p:attrNameLst>
                                      </p:cBhvr>
                                      <p:tavLst>
                                        <p:tav tm="0">
                                          <p:val>
                                            <p:fltVal val="-1"/>
                                          </p:val>
                                        </p:tav>
                                        <p:tav tm="50000">
                                          <p:val>
                                            <p:fltVal val="0.95"/>
                                          </p:val>
                                        </p:tav>
                                        <p:tav tm="100000">
                                          <p:val>
                                            <p:strVal val="#ppt_x"/>
                                          </p:val>
                                        </p:tav>
                                      </p:tavLst>
                                    </p:anim>
                                    <p:anim calcmode="lin" valueType="num">
                                      <p:cBhvr>
                                        <p:cTn id="1213" dur="500" fill="hold"/>
                                        <p:tgtEl>
                                          <p:spTgt spid="12"/>
                                        </p:tgtEl>
                                        <p:attrNameLst>
                                          <p:attrName>ppt_y</p:attrName>
                                        </p:attrNameLst>
                                      </p:cBhvr>
                                      <p:tavLst>
                                        <p:tav tm="0">
                                          <p:val>
                                            <p:strVal val="#ppt_y"/>
                                          </p:val>
                                        </p:tav>
                                        <p:tav tm="100000">
                                          <p:val>
                                            <p:strVal val="#ppt_y"/>
                                          </p:val>
                                        </p:tav>
                                      </p:tavLst>
                                    </p:anim>
                                    <p:animEffect transition="in" filter="fade">
                                      <p:cBhvr>
                                        <p:cTn id="1214" dur="500"/>
                                        <p:tgtEl>
                                          <p:spTgt spid="12"/>
                                        </p:tgtEl>
                                      </p:cBhvr>
                                    </p:animEffect>
                                  </p:childTnLst>
                                </p:cTn>
                              </p:par>
                              <p:par>
                                <p:cTn id="1215" presetID="48" presetClass="entr" presetSubtype="0" accel="50000" fill="hold" grpId="16" nodeType="withEffect">
                                  <p:stCondLst>
                                    <p:cond delay="0"/>
                                  </p:stCondLst>
                                  <p:childTnLst>
                                    <p:set>
                                      <p:cBhvr>
                                        <p:cTn id="1216" dur="1" fill="hold">
                                          <p:stCondLst>
                                            <p:cond delay="0"/>
                                          </p:stCondLst>
                                        </p:cTn>
                                        <p:tgtEl>
                                          <p:spTgt spid="13"/>
                                        </p:tgtEl>
                                        <p:attrNameLst>
                                          <p:attrName>style.visibility</p:attrName>
                                        </p:attrNameLst>
                                      </p:cBhvr>
                                      <p:to>
                                        <p:strVal val="visible"/>
                                      </p:to>
                                    </p:set>
                                    <p:anim calcmode="lin" valueType="num">
                                      <p:cBhvr>
                                        <p:cTn id="1217" dur="500" fill="hold"/>
                                        <p:tgtEl>
                                          <p:spTgt spid="1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18" dur="500" fill="hold"/>
                                        <p:tgtEl>
                                          <p:spTgt spid="13"/>
                                        </p:tgtEl>
                                        <p:attrNameLst>
                                          <p:attrName>ppt_x</p:attrName>
                                        </p:attrNameLst>
                                      </p:cBhvr>
                                      <p:tavLst>
                                        <p:tav tm="0">
                                          <p:val>
                                            <p:fltVal val="-1"/>
                                          </p:val>
                                        </p:tav>
                                        <p:tav tm="50000">
                                          <p:val>
                                            <p:fltVal val="0.95"/>
                                          </p:val>
                                        </p:tav>
                                        <p:tav tm="100000">
                                          <p:val>
                                            <p:strVal val="#ppt_x"/>
                                          </p:val>
                                        </p:tav>
                                      </p:tavLst>
                                    </p:anim>
                                    <p:anim calcmode="lin" valueType="num">
                                      <p:cBhvr>
                                        <p:cTn id="1219" dur="500" fill="hold"/>
                                        <p:tgtEl>
                                          <p:spTgt spid="13"/>
                                        </p:tgtEl>
                                        <p:attrNameLst>
                                          <p:attrName>ppt_y</p:attrName>
                                        </p:attrNameLst>
                                      </p:cBhvr>
                                      <p:tavLst>
                                        <p:tav tm="0">
                                          <p:val>
                                            <p:strVal val="#ppt_y"/>
                                          </p:val>
                                        </p:tav>
                                        <p:tav tm="100000">
                                          <p:val>
                                            <p:strVal val="#ppt_y"/>
                                          </p:val>
                                        </p:tav>
                                      </p:tavLst>
                                    </p:anim>
                                    <p:animEffect transition="in" filter="fade">
                                      <p:cBhvr>
                                        <p:cTn id="1220" dur="500"/>
                                        <p:tgtEl>
                                          <p:spTgt spid="13"/>
                                        </p:tgtEl>
                                      </p:cBhvr>
                                    </p:animEffect>
                                  </p:childTnLst>
                                </p:cTn>
                              </p:par>
                              <p:par>
                                <p:cTn id="1221" presetID="48" presetClass="entr" presetSubtype="0" accel="50000" fill="hold" grpId="16" nodeType="withEffect">
                                  <p:stCondLst>
                                    <p:cond delay="0"/>
                                  </p:stCondLst>
                                  <p:childTnLst>
                                    <p:set>
                                      <p:cBhvr>
                                        <p:cTn id="1222" dur="1" fill="hold">
                                          <p:stCondLst>
                                            <p:cond delay="0"/>
                                          </p:stCondLst>
                                        </p:cTn>
                                        <p:tgtEl>
                                          <p:spTgt spid="14"/>
                                        </p:tgtEl>
                                        <p:attrNameLst>
                                          <p:attrName>style.visibility</p:attrName>
                                        </p:attrNameLst>
                                      </p:cBhvr>
                                      <p:to>
                                        <p:strVal val="visible"/>
                                      </p:to>
                                    </p:set>
                                    <p:anim calcmode="lin" valueType="num">
                                      <p:cBhvr>
                                        <p:cTn id="1223" dur="500" fill="hold"/>
                                        <p:tgtEl>
                                          <p:spTgt spid="1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24" dur="500" fill="hold"/>
                                        <p:tgtEl>
                                          <p:spTgt spid="14"/>
                                        </p:tgtEl>
                                        <p:attrNameLst>
                                          <p:attrName>ppt_x</p:attrName>
                                        </p:attrNameLst>
                                      </p:cBhvr>
                                      <p:tavLst>
                                        <p:tav tm="0">
                                          <p:val>
                                            <p:fltVal val="-1"/>
                                          </p:val>
                                        </p:tav>
                                        <p:tav tm="50000">
                                          <p:val>
                                            <p:fltVal val="0.95"/>
                                          </p:val>
                                        </p:tav>
                                        <p:tav tm="100000">
                                          <p:val>
                                            <p:strVal val="#ppt_x"/>
                                          </p:val>
                                        </p:tav>
                                      </p:tavLst>
                                    </p:anim>
                                    <p:anim calcmode="lin" valueType="num">
                                      <p:cBhvr>
                                        <p:cTn id="1225" dur="500" fill="hold"/>
                                        <p:tgtEl>
                                          <p:spTgt spid="14"/>
                                        </p:tgtEl>
                                        <p:attrNameLst>
                                          <p:attrName>ppt_y</p:attrName>
                                        </p:attrNameLst>
                                      </p:cBhvr>
                                      <p:tavLst>
                                        <p:tav tm="0">
                                          <p:val>
                                            <p:strVal val="#ppt_y"/>
                                          </p:val>
                                        </p:tav>
                                        <p:tav tm="100000">
                                          <p:val>
                                            <p:strVal val="#ppt_y"/>
                                          </p:val>
                                        </p:tav>
                                      </p:tavLst>
                                    </p:anim>
                                    <p:animEffect transition="in" filter="fade">
                                      <p:cBhvr>
                                        <p:cTn id="1226" dur="500"/>
                                        <p:tgtEl>
                                          <p:spTgt spid="14"/>
                                        </p:tgtEl>
                                      </p:cBhvr>
                                    </p:animEffect>
                                  </p:childTnLst>
                                </p:cTn>
                              </p:par>
                              <p:par>
                                <p:cTn id="1227" presetID="48" presetClass="entr" presetSubtype="0" accel="50000" fill="hold" grpId="16" nodeType="withEffect">
                                  <p:stCondLst>
                                    <p:cond delay="0"/>
                                  </p:stCondLst>
                                  <p:childTnLst>
                                    <p:set>
                                      <p:cBhvr>
                                        <p:cTn id="1228" dur="1" fill="hold">
                                          <p:stCondLst>
                                            <p:cond delay="0"/>
                                          </p:stCondLst>
                                        </p:cTn>
                                        <p:tgtEl>
                                          <p:spTgt spid="15"/>
                                        </p:tgtEl>
                                        <p:attrNameLst>
                                          <p:attrName>style.visibility</p:attrName>
                                        </p:attrNameLst>
                                      </p:cBhvr>
                                      <p:to>
                                        <p:strVal val="visible"/>
                                      </p:to>
                                    </p:set>
                                    <p:anim calcmode="lin" valueType="num">
                                      <p:cBhvr>
                                        <p:cTn id="1229" dur="500" fill="hold"/>
                                        <p:tgtEl>
                                          <p:spTgt spid="15"/>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30" dur="500" fill="hold"/>
                                        <p:tgtEl>
                                          <p:spTgt spid="15"/>
                                        </p:tgtEl>
                                        <p:attrNameLst>
                                          <p:attrName>ppt_x</p:attrName>
                                        </p:attrNameLst>
                                      </p:cBhvr>
                                      <p:tavLst>
                                        <p:tav tm="0">
                                          <p:val>
                                            <p:fltVal val="-1"/>
                                          </p:val>
                                        </p:tav>
                                        <p:tav tm="50000">
                                          <p:val>
                                            <p:fltVal val="0.95"/>
                                          </p:val>
                                        </p:tav>
                                        <p:tav tm="100000">
                                          <p:val>
                                            <p:strVal val="#ppt_x"/>
                                          </p:val>
                                        </p:tav>
                                      </p:tavLst>
                                    </p:anim>
                                    <p:anim calcmode="lin" valueType="num">
                                      <p:cBhvr>
                                        <p:cTn id="1231" dur="500" fill="hold"/>
                                        <p:tgtEl>
                                          <p:spTgt spid="15"/>
                                        </p:tgtEl>
                                        <p:attrNameLst>
                                          <p:attrName>ppt_y</p:attrName>
                                        </p:attrNameLst>
                                      </p:cBhvr>
                                      <p:tavLst>
                                        <p:tav tm="0">
                                          <p:val>
                                            <p:strVal val="#ppt_y"/>
                                          </p:val>
                                        </p:tav>
                                        <p:tav tm="100000">
                                          <p:val>
                                            <p:strVal val="#ppt_y"/>
                                          </p:val>
                                        </p:tav>
                                      </p:tavLst>
                                    </p:anim>
                                    <p:animEffect transition="in" filter="fade">
                                      <p:cBhvr>
                                        <p:cTn id="1232" dur="500"/>
                                        <p:tgtEl>
                                          <p:spTgt spid="15"/>
                                        </p:tgtEl>
                                      </p:cBhvr>
                                    </p:animEffect>
                                  </p:childTnLst>
                                </p:cTn>
                              </p:par>
                              <p:par>
                                <p:cTn id="1233" presetID="48" presetClass="entr" presetSubtype="0" accel="50000" fill="hold" grpId="18" nodeType="withEffect">
                                  <p:stCondLst>
                                    <p:cond delay="0"/>
                                  </p:stCondLst>
                                  <p:childTnLst>
                                    <p:set>
                                      <p:cBhvr>
                                        <p:cTn id="1234" dur="1" fill="hold">
                                          <p:stCondLst>
                                            <p:cond delay="0"/>
                                          </p:stCondLst>
                                        </p:cTn>
                                        <p:tgtEl>
                                          <p:spTgt spid="17"/>
                                        </p:tgtEl>
                                        <p:attrNameLst>
                                          <p:attrName>style.visibility</p:attrName>
                                        </p:attrNameLst>
                                      </p:cBhvr>
                                      <p:to>
                                        <p:strVal val="visible"/>
                                      </p:to>
                                    </p:set>
                                    <p:anim calcmode="lin" valueType="num">
                                      <p:cBhvr>
                                        <p:cTn id="1235" dur="500" fill="hold"/>
                                        <p:tgtEl>
                                          <p:spTgt spid="17"/>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36" dur="500" fill="hold"/>
                                        <p:tgtEl>
                                          <p:spTgt spid="17"/>
                                        </p:tgtEl>
                                        <p:attrNameLst>
                                          <p:attrName>ppt_x</p:attrName>
                                        </p:attrNameLst>
                                      </p:cBhvr>
                                      <p:tavLst>
                                        <p:tav tm="0">
                                          <p:val>
                                            <p:fltVal val="-1"/>
                                          </p:val>
                                        </p:tav>
                                        <p:tav tm="50000">
                                          <p:val>
                                            <p:fltVal val="0.95"/>
                                          </p:val>
                                        </p:tav>
                                        <p:tav tm="100000">
                                          <p:val>
                                            <p:strVal val="#ppt_x"/>
                                          </p:val>
                                        </p:tav>
                                      </p:tavLst>
                                    </p:anim>
                                    <p:anim calcmode="lin" valueType="num">
                                      <p:cBhvr>
                                        <p:cTn id="1237" dur="500" fill="hold"/>
                                        <p:tgtEl>
                                          <p:spTgt spid="17"/>
                                        </p:tgtEl>
                                        <p:attrNameLst>
                                          <p:attrName>ppt_y</p:attrName>
                                        </p:attrNameLst>
                                      </p:cBhvr>
                                      <p:tavLst>
                                        <p:tav tm="0">
                                          <p:val>
                                            <p:strVal val="#ppt_y"/>
                                          </p:val>
                                        </p:tav>
                                        <p:tav tm="100000">
                                          <p:val>
                                            <p:strVal val="#ppt_y"/>
                                          </p:val>
                                        </p:tav>
                                      </p:tavLst>
                                    </p:anim>
                                    <p:animEffect transition="in" filter="fade">
                                      <p:cBhvr>
                                        <p:cTn id="1238" dur="500"/>
                                        <p:tgtEl>
                                          <p:spTgt spid="17"/>
                                        </p:tgtEl>
                                      </p:cBhvr>
                                    </p:animEffect>
                                  </p:childTnLst>
                                </p:cTn>
                              </p:par>
                              <p:par>
                                <p:cTn id="1239" presetID="48" presetClass="entr" presetSubtype="0" accel="50000" fill="hold" grpId="16" nodeType="withEffect">
                                  <p:stCondLst>
                                    <p:cond delay="0"/>
                                  </p:stCondLst>
                                  <p:childTnLst>
                                    <p:set>
                                      <p:cBhvr>
                                        <p:cTn id="1240" dur="1" fill="hold">
                                          <p:stCondLst>
                                            <p:cond delay="0"/>
                                          </p:stCondLst>
                                        </p:cTn>
                                        <p:tgtEl>
                                          <p:spTgt spid="18"/>
                                        </p:tgtEl>
                                        <p:attrNameLst>
                                          <p:attrName>style.visibility</p:attrName>
                                        </p:attrNameLst>
                                      </p:cBhvr>
                                      <p:to>
                                        <p:strVal val="visible"/>
                                      </p:to>
                                    </p:set>
                                    <p:anim calcmode="lin" valueType="num">
                                      <p:cBhvr>
                                        <p:cTn id="1241" dur="500" fill="hold"/>
                                        <p:tgtEl>
                                          <p:spTgt spid="1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42" dur="500" fill="hold"/>
                                        <p:tgtEl>
                                          <p:spTgt spid="18"/>
                                        </p:tgtEl>
                                        <p:attrNameLst>
                                          <p:attrName>ppt_x</p:attrName>
                                        </p:attrNameLst>
                                      </p:cBhvr>
                                      <p:tavLst>
                                        <p:tav tm="0">
                                          <p:val>
                                            <p:fltVal val="-1"/>
                                          </p:val>
                                        </p:tav>
                                        <p:tav tm="50000">
                                          <p:val>
                                            <p:fltVal val="0.95"/>
                                          </p:val>
                                        </p:tav>
                                        <p:tav tm="100000">
                                          <p:val>
                                            <p:strVal val="#ppt_x"/>
                                          </p:val>
                                        </p:tav>
                                      </p:tavLst>
                                    </p:anim>
                                    <p:anim calcmode="lin" valueType="num">
                                      <p:cBhvr>
                                        <p:cTn id="1243" dur="500" fill="hold"/>
                                        <p:tgtEl>
                                          <p:spTgt spid="18"/>
                                        </p:tgtEl>
                                        <p:attrNameLst>
                                          <p:attrName>ppt_y</p:attrName>
                                        </p:attrNameLst>
                                      </p:cBhvr>
                                      <p:tavLst>
                                        <p:tav tm="0">
                                          <p:val>
                                            <p:strVal val="#ppt_y"/>
                                          </p:val>
                                        </p:tav>
                                        <p:tav tm="100000">
                                          <p:val>
                                            <p:strVal val="#ppt_y"/>
                                          </p:val>
                                        </p:tav>
                                      </p:tavLst>
                                    </p:anim>
                                    <p:animEffect transition="in" filter="fade">
                                      <p:cBhvr>
                                        <p:cTn id="1244" dur="500"/>
                                        <p:tgtEl>
                                          <p:spTgt spid="18"/>
                                        </p:tgtEl>
                                      </p:cBhvr>
                                    </p:animEffect>
                                  </p:childTnLst>
                                </p:cTn>
                              </p:par>
                              <p:par>
                                <p:cTn id="1245" presetID="48" presetClass="entr" presetSubtype="0" accel="50000" fill="hold" grpId="16" nodeType="withEffect">
                                  <p:stCondLst>
                                    <p:cond delay="0"/>
                                  </p:stCondLst>
                                  <p:childTnLst>
                                    <p:set>
                                      <p:cBhvr>
                                        <p:cTn id="1246" dur="1" fill="hold">
                                          <p:stCondLst>
                                            <p:cond delay="0"/>
                                          </p:stCondLst>
                                        </p:cTn>
                                        <p:tgtEl>
                                          <p:spTgt spid="19"/>
                                        </p:tgtEl>
                                        <p:attrNameLst>
                                          <p:attrName>style.visibility</p:attrName>
                                        </p:attrNameLst>
                                      </p:cBhvr>
                                      <p:to>
                                        <p:strVal val="visible"/>
                                      </p:to>
                                    </p:set>
                                    <p:anim calcmode="lin" valueType="num">
                                      <p:cBhvr>
                                        <p:cTn id="1247" dur="500" fill="hold"/>
                                        <p:tgtEl>
                                          <p:spTgt spid="19"/>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248" dur="500" fill="hold"/>
                                        <p:tgtEl>
                                          <p:spTgt spid="19"/>
                                        </p:tgtEl>
                                        <p:attrNameLst>
                                          <p:attrName>ppt_x</p:attrName>
                                        </p:attrNameLst>
                                      </p:cBhvr>
                                      <p:tavLst>
                                        <p:tav tm="0">
                                          <p:val>
                                            <p:fltVal val="-1"/>
                                          </p:val>
                                        </p:tav>
                                        <p:tav tm="50000">
                                          <p:val>
                                            <p:fltVal val="0.95"/>
                                          </p:val>
                                        </p:tav>
                                        <p:tav tm="100000">
                                          <p:val>
                                            <p:strVal val="#ppt_x"/>
                                          </p:val>
                                        </p:tav>
                                      </p:tavLst>
                                    </p:anim>
                                    <p:anim calcmode="lin" valueType="num">
                                      <p:cBhvr>
                                        <p:cTn id="1249" dur="500" fill="hold"/>
                                        <p:tgtEl>
                                          <p:spTgt spid="19"/>
                                        </p:tgtEl>
                                        <p:attrNameLst>
                                          <p:attrName>ppt_y</p:attrName>
                                        </p:attrNameLst>
                                      </p:cBhvr>
                                      <p:tavLst>
                                        <p:tav tm="0">
                                          <p:val>
                                            <p:strVal val="#ppt_y"/>
                                          </p:val>
                                        </p:tav>
                                        <p:tav tm="100000">
                                          <p:val>
                                            <p:strVal val="#ppt_y"/>
                                          </p:val>
                                        </p:tav>
                                      </p:tavLst>
                                    </p:anim>
                                    <p:animEffect transition="in" filter="fade">
                                      <p:cBhvr>
                                        <p:cTn id="1250" dur="500"/>
                                        <p:tgtEl>
                                          <p:spTgt spid="19"/>
                                        </p:tgtEl>
                                      </p:cBhvr>
                                    </p:animEffect>
                                  </p:childTnLst>
                                </p:cTn>
                              </p:par>
                              <p:par>
                                <p:cTn id="1251" presetID="6" presetClass="emph" presetSubtype="0" fill="hold" grpId="21" nodeType="withEffect">
                                  <p:stCondLst>
                                    <p:cond delay="0"/>
                                  </p:stCondLst>
                                  <p:childTnLst>
                                    <p:animScale>
                                      <p:cBhvr>
                                        <p:cTn id="1252" dur="500" fill="hold"/>
                                        <p:tgtEl>
                                          <p:spTgt spid="16"/>
                                        </p:tgtEl>
                                      </p:cBhvr>
                                      <p:by x="50000" y="50000"/>
                                    </p:animScale>
                                  </p:childTnLst>
                                </p:cTn>
                              </p:par>
                              <p:par>
                                <p:cTn id="1253" presetID="63" presetClass="path" presetSubtype="0" accel="50000" decel="50000" fill="hold" grpId="22" nodeType="withEffect">
                                  <p:stCondLst>
                                    <p:cond delay="0"/>
                                  </p:stCondLst>
                                  <p:childTnLst>
                                    <p:animMotion origin="layout" path="M -3.33333E-6 2.25956E-6 L 0.31667 0.09293 " pathEditMode="relative" rAng="0" ptsTypes="AA">
                                      <p:cBhvr>
                                        <p:cTn id="1254" dur="500" spd="-100000" fill="hold"/>
                                        <p:tgtEl>
                                          <p:spTgt spid="16"/>
                                        </p:tgtEl>
                                        <p:attrNameLst>
                                          <p:attrName>ppt_x</p:attrName>
                                          <p:attrName>ppt_y</p:attrName>
                                        </p:attrNameLst>
                                      </p:cBhvr>
                                      <p:rCtr x="158" y="46"/>
                                    </p:animMotion>
                                  </p:childTnLst>
                                </p:cTn>
                              </p:par>
                            </p:childTnLst>
                          </p:cTn>
                        </p:par>
                      </p:childTnLst>
                    </p:cTn>
                  </p:par>
                </p:childTnLst>
              </p:cTn>
              <p:nextCondLst>
                <p:cond evt="onClick" delay="0">
                  <p:tgtEl>
                    <p:spTgt spid="16"/>
                  </p:tgtEl>
                </p:cond>
              </p:nextCondLst>
            </p:seq>
            <p:seq concurrent="1" nextAc="seek">
              <p:cTn id="1255" restart="whenNotActive" fill="hold" evtFilter="cancelBubble" nodeType="interactiveSeq">
                <p:stCondLst>
                  <p:cond evt="onClick" delay="0">
                    <p:tgtEl>
                      <p:spTgt spid="17"/>
                    </p:tgtEl>
                  </p:cond>
                </p:stCondLst>
                <p:endSync evt="end" delay="0">
                  <p:rtn val="all"/>
                </p:endSync>
                <p:childTnLst>
                  <p:par>
                    <p:cTn id="1256" fill="hold">
                      <p:stCondLst>
                        <p:cond delay="0"/>
                      </p:stCondLst>
                      <p:childTnLst>
                        <p:par>
                          <p:cTn id="1257" fill="hold">
                            <p:stCondLst>
                              <p:cond delay="0"/>
                            </p:stCondLst>
                            <p:childTnLst>
                              <p:par>
                                <p:cTn id="1258" presetID="37" presetClass="exit" presetSubtype="0" fill="hold" grpId="19" nodeType="clickEffect">
                                  <p:stCondLst>
                                    <p:cond delay="0"/>
                                  </p:stCondLst>
                                  <p:childTnLst>
                                    <p:animEffect transition="out" filter="fade">
                                      <p:cBhvr>
                                        <p:cTn id="1259" dur="500"/>
                                        <p:tgtEl>
                                          <p:spTgt spid="4"/>
                                        </p:tgtEl>
                                      </p:cBhvr>
                                    </p:animEffect>
                                    <p:anim calcmode="lin" valueType="num">
                                      <p:cBhvr>
                                        <p:cTn id="1260" dur="500"/>
                                        <p:tgtEl>
                                          <p:spTgt spid="4"/>
                                        </p:tgtEl>
                                        <p:attrNameLst>
                                          <p:attrName>ppt_x</p:attrName>
                                        </p:attrNameLst>
                                      </p:cBhvr>
                                      <p:tavLst>
                                        <p:tav tm="0">
                                          <p:val>
                                            <p:strVal val="ppt_x"/>
                                          </p:val>
                                        </p:tav>
                                        <p:tav tm="100000">
                                          <p:val>
                                            <p:strVal val="ppt_x"/>
                                          </p:val>
                                        </p:tav>
                                      </p:tavLst>
                                    </p:anim>
                                    <p:anim calcmode="lin" valueType="num">
                                      <p:cBhvr>
                                        <p:cTn id="1261" dur="50" decel="100000"/>
                                        <p:tgtEl>
                                          <p:spTgt spid="4"/>
                                        </p:tgtEl>
                                        <p:attrNameLst>
                                          <p:attrName>ppt_y</p:attrName>
                                        </p:attrNameLst>
                                      </p:cBhvr>
                                      <p:tavLst>
                                        <p:tav tm="0">
                                          <p:val>
                                            <p:strVal val="ppt_y"/>
                                          </p:val>
                                        </p:tav>
                                        <p:tav tm="100000">
                                          <p:val>
                                            <p:strVal val="ppt_y-.03"/>
                                          </p:val>
                                        </p:tav>
                                      </p:tavLst>
                                    </p:anim>
                                    <p:anim calcmode="lin" valueType="num">
                                      <p:cBhvr>
                                        <p:cTn id="1262" dur="450" accel="100000">
                                          <p:stCondLst>
                                            <p:cond delay="50"/>
                                          </p:stCondLst>
                                        </p:cTn>
                                        <p:tgtEl>
                                          <p:spTgt spid="4"/>
                                        </p:tgtEl>
                                        <p:attrNameLst>
                                          <p:attrName>ppt_y</p:attrName>
                                        </p:attrNameLst>
                                      </p:cBhvr>
                                      <p:tavLst>
                                        <p:tav tm="0">
                                          <p:val>
                                            <p:strVal val="ppt_y"/>
                                          </p:val>
                                        </p:tav>
                                        <p:tav tm="100000">
                                          <p:val>
                                            <p:strVal val="ppt_y+1"/>
                                          </p:val>
                                        </p:tav>
                                      </p:tavLst>
                                    </p:anim>
                                    <p:set>
                                      <p:cBhvr>
                                        <p:cTn id="1263" dur="1" fill="hold">
                                          <p:stCondLst>
                                            <p:cond delay="499"/>
                                          </p:stCondLst>
                                        </p:cTn>
                                        <p:tgtEl>
                                          <p:spTgt spid="4"/>
                                        </p:tgtEl>
                                        <p:attrNameLst>
                                          <p:attrName>style.visibility</p:attrName>
                                        </p:attrNameLst>
                                      </p:cBhvr>
                                      <p:to>
                                        <p:strVal val="hidden"/>
                                      </p:to>
                                    </p:set>
                                  </p:childTnLst>
                                </p:cTn>
                              </p:par>
                              <p:par>
                                <p:cTn id="1264" presetID="37" presetClass="exit" presetSubtype="0" fill="hold" grpId="19" nodeType="withEffect">
                                  <p:stCondLst>
                                    <p:cond delay="0"/>
                                  </p:stCondLst>
                                  <p:childTnLst>
                                    <p:animEffect transition="out" filter="fade">
                                      <p:cBhvr>
                                        <p:cTn id="1265" dur="500"/>
                                        <p:tgtEl>
                                          <p:spTgt spid="5"/>
                                        </p:tgtEl>
                                      </p:cBhvr>
                                    </p:animEffect>
                                    <p:anim calcmode="lin" valueType="num">
                                      <p:cBhvr>
                                        <p:cTn id="1266" dur="500"/>
                                        <p:tgtEl>
                                          <p:spTgt spid="5"/>
                                        </p:tgtEl>
                                        <p:attrNameLst>
                                          <p:attrName>ppt_x</p:attrName>
                                        </p:attrNameLst>
                                      </p:cBhvr>
                                      <p:tavLst>
                                        <p:tav tm="0">
                                          <p:val>
                                            <p:strVal val="ppt_x"/>
                                          </p:val>
                                        </p:tav>
                                        <p:tav tm="100000">
                                          <p:val>
                                            <p:strVal val="ppt_x"/>
                                          </p:val>
                                        </p:tav>
                                      </p:tavLst>
                                    </p:anim>
                                    <p:anim calcmode="lin" valueType="num">
                                      <p:cBhvr>
                                        <p:cTn id="1267" dur="50" decel="100000"/>
                                        <p:tgtEl>
                                          <p:spTgt spid="5"/>
                                        </p:tgtEl>
                                        <p:attrNameLst>
                                          <p:attrName>ppt_y</p:attrName>
                                        </p:attrNameLst>
                                      </p:cBhvr>
                                      <p:tavLst>
                                        <p:tav tm="0">
                                          <p:val>
                                            <p:strVal val="ppt_y"/>
                                          </p:val>
                                        </p:tav>
                                        <p:tav tm="100000">
                                          <p:val>
                                            <p:strVal val="ppt_y-.03"/>
                                          </p:val>
                                        </p:tav>
                                      </p:tavLst>
                                    </p:anim>
                                    <p:anim calcmode="lin" valueType="num">
                                      <p:cBhvr>
                                        <p:cTn id="1268" dur="450" accel="100000">
                                          <p:stCondLst>
                                            <p:cond delay="50"/>
                                          </p:stCondLst>
                                        </p:cTn>
                                        <p:tgtEl>
                                          <p:spTgt spid="5"/>
                                        </p:tgtEl>
                                        <p:attrNameLst>
                                          <p:attrName>ppt_y</p:attrName>
                                        </p:attrNameLst>
                                      </p:cBhvr>
                                      <p:tavLst>
                                        <p:tav tm="0">
                                          <p:val>
                                            <p:strVal val="ppt_y"/>
                                          </p:val>
                                        </p:tav>
                                        <p:tav tm="100000">
                                          <p:val>
                                            <p:strVal val="ppt_y+1"/>
                                          </p:val>
                                        </p:tav>
                                      </p:tavLst>
                                    </p:anim>
                                    <p:set>
                                      <p:cBhvr>
                                        <p:cTn id="1269" dur="1" fill="hold">
                                          <p:stCondLst>
                                            <p:cond delay="499"/>
                                          </p:stCondLst>
                                        </p:cTn>
                                        <p:tgtEl>
                                          <p:spTgt spid="5"/>
                                        </p:tgtEl>
                                        <p:attrNameLst>
                                          <p:attrName>style.visibility</p:attrName>
                                        </p:attrNameLst>
                                      </p:cBhvr>
                                      <p:to>
                                        <p:strVal val="hidden"/>
                                      </p:to>
                                    </p:set>
                                  </p:childTnLst>
                                </p:cTn>
                              </p:par>
                              <p:par>
                                <p:cTn id="1270" presetID="37" presetClass="exit" presetSubtype="0" fill="hold" grpId="19" nodeType="withEffect">
                                  <p:stCondLst>
                                    <p:cond delay="0"/>
                                  </p:stCondLst>
                                  <p:childTnLst>
                                    <p:animEffect transition="out" filter="fade">
                                      <p:cBhvr>
                                        <p:cTn id="1271" dur="500"/>
                                        <p:tgtEl>
                                          <p:spTgt spid="6"/>
                                        </p:tgtEl>
                                      </p:cBhvr>
                                    </p:animEffect>
                                    <p:anim calcmode="lin" valueType="num">
                                      <p:cBhvr>
                                        <p:cTn id="1272" dur="500"/>
                                        <p:tgtEl>
                                          <p:spTgt spid="6"/>
                                        </p:tgtEl>
                                        <p:attrNameLst>
                                          <p:attrName>ppt_x</p:attrName>
                                        </p:attrNameLst>
                                      </p:cBhvr>
                                      <p:tavLst>
                                        <p:tav tm="0">
                                          <p:val>
                                            <p:strVal val="ppt_x"/>
                                          </p:val>
                                        </p:tav>
                                        <p:tav tm="100000">
                                          <p:val>
                                            <p:strVal val="ppt_x"/>
                                          </p:val>
                                        </p:tav>
                                      </p:tavLst>
                                    </p:anim>
                                    <p:anim calcmode="lin" valueType="num">
                                      <p:cBhvr>
                                        <p:cTn id="1273" dur="50" decel="100000"/>
                                        <p:tgtEl>
                                          <p:spTgt spid="6"/>
                                        </p:tgtEl>
                                        <p:attrNameLst>
                                          <p:attrName>ppt_y</p:attrName>
                                        </p:attrNameLst>
                                      </p:cBhvr>
                                      <p:tavLst>
                                        <p:tav tm="0">
                                          <p:val>
                                            <p:strVal val="ppt_y"/>
                                          </p:val>
                                        </p:tav>
                                        <p:tav tm="100000">
                                          <p:val>
                                            <p:strVal val="ppt_y-.03"/>
                                          </p:val>
                                        </p:tav>
                                      </p:tavLst>
                                    </p:anim>
                                    <p:anim calcmode="lin" valueType="num">
                                      <p:cBhvr>
                                        <p:cTn id="1274" dur="450" accel="100000">
                                          <p:stCondLst>
                                            <p:cond delay="50"/>
                                          </p:stCondLst>
                                        </p:cTn>
                                        <p:tgtEl>
                                          <p:spTgt spid="6"/>
                                        </p:tgtEl>
                                        <p:attrNameLst>
                                          <p:attrName>ppt_y</p:attrName>
                                        </p:attrNameLst>
                                      </p:cBhvr>
                                      <p:tavLst>
                                        <p:tav tm="0">
                                          <p:val>
                                            <p:strVal val="ppt_y"/>
                                          </p:val>
                                        </p:tav>
                                        <p:tav tm="100000">
                                          <p:val>
                                            <p:strVal val="ppt_y+1"/>
                                          </p:val>
                                        </p:tav>
                                      </p:tavLst>
                                    </p:anim>
                                    <p:set>
                                      <p:cBhvr>
                                        <p:cTn id="1275" dur="1" fill="hold">
                                          <p:stCondLst>
                                            <p:cond delay="499"/>
                                          </p:stCondLst>
                                        </p:cTn>
                                        <p:tgtEl>
                                          <p:spTgt spid="6"/>
                                        </p:tgtEl>
                                        <p:attrNameLst>
                                          <p:attrName>style.visibility</p:attrName>
                                        </p:attrNameLst>
                                      </p:cBhvr>
                                      <p:to>
                                        <p:strVal val="hidden"/>
                                      </p:to>
                                    </p:set>
                                  </p:childTnLst>
                                </p:cTn>
                              </p:par>
                              <p:par>
                                <p:cTn id="1276" presetID="37" presetClass="exit" presetSubtype="0" fill="hold" grpId="19" nodeType="withEffect">
                                  <p:stCondLst>
                                    <p:cond delay="0"/>
                                  </p:stCondLst>
                                  <p:childTnLst>
                                    <p:animEffect transition="out" filter="fade">
                                      <p:cBhvr>
                                        <p:cTn id="1277" dur="500"/>
                                        <p:tgtEl>
                                          <p:spTgt spid="7"/>
                                        </p:tgtEl>
                                      </p:cBhvr>
                                    </p:animEffect>
                                    <p:anim calcmode="lin" valueType="num">
                                      <p:cBhvr>
                                        <p:cTn id="1278" dur="500"/>
                                        <p:tgtEl>
                                          <p:spTgt spid="7"/>
                                        </p:tgtEl>
                                        <p:attrNameLst>
                                          <p:attrName>ppt_x</p:attrName>
                                        </p:attrNameLst>
                                      </p:cBhvr>
                                      <p:tavLst>
                                        <p:tav tm="0">
                                          <p:val>
                                            <p:strVal val="ppt_x"/>
                                          </p:val>
                                        </p:tav>
                                        <p:tav tm="100000">
                                          <p:val>
                                            <p:strVal val="ppt_x"/>
                                          </p:val>
                                        </p:tav>
                                      </p:tavLst>
                                    </p:anim>
                                    <p:anim calcmode="lin" valueType="num">
                                      <p:cBhvr>
                                        <p:cTn id="1279" dur="50" decel="100000"/>
                                        <p:tgtEl>
                                          <p:spTgt spid="7"/>
                                        </p:tgtEl>
                                        <p:attrNameLst>
                                          <p:attrName>ppt_y</p:attrName>
                                        </p:attrNameLst>
                                      </p:cBhvr>
                                      <p:tavLst>
                                        <p:tav tm="0">
                                          <p:val>
                                            <p:strVal val="ppt_y"/>
                                          </p:val>
                                        </p:tav>
                                        <p:tav tm="100000">
                                          <p:val>
                                            <p:strVal val="ppt_y-.03"/>
                                          </p:val>
                                        </p:tav>
                                      </p:tavLst>
                                    </p:anim>
                                    <p:anim calcmode="lin" valueType="num">
                                      <p:cBhvr>
                                        <p:cTn id="1280" dur="450" accel="100000">
                                          <p:stCondLst>
                                            <p:cond delay="50"/>
                                          </p:stCondLst>
                                        </p:cTn>
                                        <p:tgtEl>
                                          <p:spTgt spid="7"/>
                                        </p:tgtEl>
                                        <p:attrNameLst>
                                          <p:attrName>ppt_y</p:attrName>
                                        </p:attrNameLst>
                                      </p:cBhvr>
                                      <p:tavLst>
                                        <p:tav tm="0">
                                          <p:val>
                                            <p:strVal val="ppt_y"/>
                                          </p:val>
                                        </p:tav>
                                        <p:tav tm="100000">
                                          <p:val>
                                            <p:strVal val="ppt_y+1"/>
                                          </p:val>
                                        </p:tav>
                                      </p:tavLst>
                                    </p:anim>
                                    <p:set>
                                      <p:cBhvr>
                                        <p:cTn id="1281" dur="1" fill="hold">
                                          <p:stCondLst>
                                            <p:cond delay="499"/>
                                          </p:stCondLst>
                                        </p:cTn>
                                        <p:tgtEl>
                                          <p:spTgt spid="7"/>
                                        </p:tgtEl>
                                        <p:attrNameLst>
                                          <p:attrName>style.visibility</p:attrName>
                                        </p:attrNameLst>
                                      </p:cBhvr>
                                      <p:to>
                                        <p:strVal val="hidden"/>
                                      </p:to>
                                    </p:set>
                                  </p:childTnLst>
                                </p:cTn>
                              </p:par>
                              <p:par>
                                <p:cTn id="1282" presetID="37" presetClass="exit" presetSubtype="0" fill="hold" grpId="19" nodeType="withEffect">
                                  <p:stCondLst>
                                    <p:cond delay="0"/>
                                  </p:stCondLst>
                                  <p:childTnLst>
                                    <p:animEffect transition="out" filter="fade">
                                      <p:cBhvr>
                                        <p:cTn id="1283" dur="500"/>
                                        <p:tgtEl>
                                          <p:spTgt spid="8"/>
                                        </p:tgtEl>
                                      </p:cBhvr>
                                    </p:animEffect>
                                    <p:anim calcmode="lin" valueType="num">
                                      <p:cBhvr>
                                        <p:cTn id="1284" dur="500"/>
                                        <p:tgtEl>
                                          <p:spTgt spid="8"/>
                                        </p:tgtEl>
                                        <p:attrNameLst>
                                          <p:attrName>ppt_x</p:attrName>
                                        </p:attrNameLst>
                                      </p:cBhvr>
                                      <p:tavLst>
                                        <p:tav tm="0">
                                          <p:val>
                                            <p:strVal val="ppt_x"/>
                                          </p:val>
                                        </p:tav>
                                        <p:tav tm="100000">
                                          <p:val>
                                            <p:strVal val="ppt_x"/>
                                          </p:val>
                                        </p:tav>
                                      </p:tavLst>
                                    </p:anim>
                                    <p:anim calcmode="lin" valueType="num">
                                      <p:cBhvr>
                                        <p:cTn id="1285" dur="50" decel="100000"/>
                                        <p:tgtEl>
                                          <p:spTgt spid="8"/>
                                        </p:tgtEl>
                                        <p:attrNameLst>
                                          <p:attrName>ppt_y</p:attrName>
                                        </p:attrNameLst>
                                      </p:cBhvr>
                                      <p:tavLst>
                                        <p:tav tm="0">
                                          <p:val>
                                            <p:strVal val="ppt_y"/>
                                          </p:val>
                                        </p:tav>
                                        <p:tav tm="100000">
                                          <p:val>
                                            <p:strVal val="ppt_y-.03"/>
                                          </p:val>
                                        </p:tav>
                                      </p:tavLst>
                                    </p:anim>
                                    <p:anim calcmode="lin" valueType="num">
                                      <p:cBhvr>
                                        <p:cTn id="1286" dur="450" accel="100000">
                                          <p:stCondLst>
                                            <p:cond delay="50"/>
                                          </p:stCondLst>
                                        </p:cTn>
                                        <p:tgtEl>
                                          <p:spTgt spid="8"/>
                                        </p:tgtEl>
                                        <p:attrNameLst>
                                          <p:attrName>ppt_y</p:attrName>
                                        </p:attrNameLst>
                                      </p:cBhvr>
                                      <p:tavLst>
                                        <p:tav tm="0">
                                          <p:val>
                                            <p:strVal val="ppt_y"/>
                                          </p:val>
                                        </p:tav>
                                        <p:tav tm="100000">
                                          <p:val>
                                            <p:strVal val="ppt_y+1"/>
                                          </p:val>
                                        </p:tav>
                                      </p:tavLst>
                                    </p:anim>
                                    <p:set>
                                      <p:cBhvr>
                                        <p:cTn id="1287" dur="1" fill="hold">
                                          <p:stCondLst>
                                            <p:cond delay="499"/>
                                          </p:stCondLst>
                                        </p:cTn>
                                        <p:tgtEl>
                                          <p:spTgt spid="8"/>
                                        </p:tgtEl>
                                        <p:attrNameLst>
                                          <p:attrName>style.visibility</p:attrName>
                                        </p:attrNameLst>
                                      </p:cBhvr>
                                      <p:to>
                                        <p:strVal val="hidden"/>
                                      </p:to>
                                    </p:set>
                                  </p:childTnLst>
                                </p:cTn>
                              </p:par>
                              <p:par>
                                <p:cTn id="1288" presetID="37" presetClass="exit" presetSubtype="0" fill="hold" grpId="19" nodeType="withEffect">
                                  <p:stCondLst>
                                    <p:cond delay="0"/>
                                  </p:stCondLst>
                                  <p:childTnLst>
                                    <p:animEffect transition="out" filter="fade">
                                      <p:cBhvr>
                                        <p:cTn id="1289" dur="500"/>
                                        <p:tgtEl>
                                          <p:spTgt spid="9"/>
                                        </p:tgtEl>
                                      </p:cBhvr>
                                    </p:animEffect>
                                    <p:anim calcmode="lin" valueType="num">
                                      <p:cBhvr>
                                        <p:cTn id="1290" dur="500"/>
                                        <p:tgtEl>
                                          <p:spTgt spid="9"/>
                                        </p:tgtEl>
                                        <p:attrNameLst>
                                          <p:attrName>ppt_x</p:attrName>
                                        </p:attrNameLst>
                                      </p:cBhvr>
                                      <p:tavLst>
                                        <p:tav tm="0">
                                          <p:val>
                                            <p:strVal val="ppt_x"/>
                                          </p:val>
                                        </p:tav>
                                        <p:tav tm="100000">
                                          <p:val>
                                            <p:strVal val="ppt_x"/>
                                          </p:val>
                                        </p:tav>
                                      </p:tavLst>
                                    </p:anim>
                                    <p:anim calcmode="lin" valueType="num">
                                      <p:cBhvr>
                                        <p:cTn id="1291" dur="50" decel="100000"/>
                                        <p:tgtEl>
                                          <p:spTgt spid="9"/>
                                        </p:tgtEl>
                                        <p:attrNameLst>
                                          <p:attrName>ppt_y</p:attrName>
                                        </p:attrNameLst>
                                      </p:cBhvr>
                                      <p:tavLst>
                                        <p:tav tm="0">
                                          <p:val>
                                            <p:strVal val="ppt_y"/>
                                          </p:val>
                                        </p:tav>
                                        <p:tav tm="100000">
                                          <p:val>
                                            <p:strVal val="ppt_y-.03"/>
                                          </p:val>
                                        </p:tav>
                                      </p:tavLst>
                                    </p:anim>
                                    <p:anim calcmode="lin" valueType="num">
                                      <p:cBhvr>
                                        <p:cTn id="1292" dur="450" accel="100000">
                                          <p:stCondLst>
                                            <p:cond delay="50"/>
                                          </p:stCondLst>
                                        </p:cTn>
                                        <p:tgtEl>
                                          <p:spTgt spid="9"/>
                                        </p:tgtEl>
                                        <p:attrNameLst>
                                          <p:attrName>ppt_y</p:attrName>
                                        </p:attrNameLst>
                                      </p:cBhvr>
                                      <p:tavLst>
                                        <p:tav tm="0">
                                          <p:val>
                                            <p:strVal val="ppt_y"/>
                                          </p:val>
                                        </p:tav>
                                        <p:tav tm="100000">
                                          <p:val>
                                            <p:strVal val="ppt_y+1"/>
                                          </p:val>
                                        </p:tav>
                                      </p:tavLst>
                                    </p:anim>
                                    <p:set>
                                      <p:cBhvr>
                                        <p:cTn id="1293" dur="1" fill="hold">
                                          <p:stCondLst>
                                            <p:cond delay="499"/>
                                          </p:stCondLst>
                                        </p:cTn>
                                        <p:tgtEl>
                                          <p:spTgt spid="9"/>
                                        </p:tgtEl>
                                        <p:attrNameLst>
                                          <p:attrName>style.visibility</p:attrName>
                                        </p:attrNameLst>
                                      </p:cBhvr>
                                      <p:to>
                                        <p:strVal val="hidden"/>
                                      </p:to>
                                    </p:set>
                                  </p:childTnLst>
                                </p:cTn>
                              </p:par>
                              <p:par>
                                <p:cTn id="1294" presetID="37" presetClass="exit" presetSubtype="0" fill="hold" grpId="17" nodeType="withEffect">
                                  <p:stCondLst>
                                    <p:cond delay="0"/>
                                  </p:stCondLst>
                                  <p:childTnLst>
                                    <p:animEffect transition="out" filter="fade">
                                      <p:cBhvr>
                                        <p:cTn id="1295" dur="500"/>
                                        <p:tgtEl>
                                          <p:spTgt spid="10"/>
                                        </p:tgtEl>
                                      </p:cBhvr>
                                    </p:animEffect>
                                    <p:anim calcmode="lin" valueType="num">
                                      <p:cBhvr>
                                        <p:cTn id="1296" dur="500"/>
                                        <p:tgtEl>
                                          <p:spTgt spid="10"/>
                                        </p:tgtEl>
                                        <p:attrNameLst>
                                          <p:attrName>ppt_x</p:attrName>
                                        </p:attrNameLst>
                                      </p:cBhvr>
                                      <p:tavLst>
                                        <p:tav tm="0">
                                          <p:val>
                                            <p:strVal val="ppt_x"/>
                                          </p:val>
                                        </p:tav>
                                        <p:tav tm="100000">
                                          <p:val>
                                            <p:strVal val="ppt_x"/>
                                          </p:val>
                                        </p:tav>
                                      </p:tavLst>
                                    </p:anim>
                                    <p:anim calcmode="lin" valueType="num">
                                      <p:cBhvr>
                                        <p:cTn id="1297" dur="50" decel="100000"/>
                                        <p:tgtEl>
                                          <p:spTgt spid="10"/>
                                        </p:tgtEl>
                                        <p:attrNameLst>
                                          <p:attrName>ppt_y</p:attrName>
                                        </p:attrNameLst>
                                      </p:cBhvr>
                                      <p:tavLst>
                                        <p:tav tm="0">
                                          <p:val>
                                            <p:strVal val="ppt_y"/>
                                          </p:val>
                                        </p:tav>
                                        <p:tav tm="100000">
                                          <p:val>
                                            <p:strVal val="ppt_y-.03"/>
                                          </p:val>
                                        </p:tav>
                                      </p:tavLst>
                                    </p:anim>
                                    <p:anim calcmode="lin" valueType="num">
                                      <p:cBhvr>
                                        <p:cTn id="1298" dur="450" accel="100000">
                                          <p:stCondLst>
                                            <p:cond delay="50"/>
                                          </p:stCondLst>
                                        </p:cTn>
                                        <p:tgtEl>
                                          <p:spTgt spid="10"/>
                                        </p:tgtEl>
                                        <p:attrNameLst>
                                          <p:attrName>ppt_y</p:attrName>
                                        </p:attrNameLst>
                                      </p:cBhvr>
                                      <p:tavLst>
                                        <p:tav tm="0">
                                          <p:val>
                                            <p:strVal val="ppt_y"/>
                                          </p:val>
                                        </p:tav>
                                        <p:tav tm="100000">
                                          <p:val>
                                            <p:strVal val="ppt_y+1"/>
                                          </p:val>
                                        </p:tav>
                                      </p:tavLst>
                                    </p:anim>
                                    <p:set>
                                      <p:cBhvr>
                                        <p:cTn id="1299" dur="1" fill="hold">
                                          <p:stCondLst>
                                            <p:cond delay="499"/>
                                          </p:stCondLst>
                                        </p:cTn>
                                        <p:tgtEl>
                                          <p:spTgt spid="10"/>
                                        </p:tgtEl>
                                        <p:attrNameLst>
                                          <p:attrName>style.visibility</p:attrName>
                                        </p:attrNameLst>
                                      </p:cBhvr>
                                      <p:to>
                                        <p:strVal val="hidden"/>
                                      </p:to>
                                    </p:set>
                                  </p:childTnLst>
                                </p:cTn>
                              </p:par>
                              <p:par>
                                <p:cTn id="1300" presetID="37" presetClass="exit" presetSubtype="0" fill="hold" grpId="17" nodeType="withEffect">
                                  <p:stCondLst>
                                    <p:cond delay="0"/>
                                  </p:stCondLst>
                                  <p:childTnLst>
                                    <p:animEffect transition="out" filter="fade">
                                      <p:cBhvr>
                                        <p:cTn id="1301" dur="500"/>
                                        <p:tgtEl>
                                          <p:spTgt spid="11"/>
                                        </p:tgtEl>
                                      </p:cBhvr>
                                    </p:animEffect>
                                    <p:anim calcmode="lin" valueType="num">
                                      <p:cBhvr>
                                        <p:cTn id="1302" dur="500"/>
                                        <p:tgtEl>
                                          <p:spTgt spid="11"/>
                                        </p:tgtEl>
                                        <p:attrNameLst>
                                          <p:attrName>ppt_x</p:attrName>
                                        </p:attrNameLst>
                                      </p:cBhvr>
                                      <p:tavLst>
                                        <p:tav tm="0">
                                          <p:val>
                                            <p:strVal val="ppt_x"/>
                                          </p:val>
                                        </p:tav>
                                        <p:tav tm="100000">
                                          <p:val>
                                            <p:strVal val="ppt_x"/>
                                          </p:val>
                                        </p:tav>
                                      </p:tavLst>
                                    </p:anim>
                                    <p:anim calcmode="lin" valueType="num">
                                      <p:cBhvr>
                                        <p:cTn id="1303" dur="50" decel="100000"/>
                                        <p:tgtEl>
                                          <p:spTgt spid="11"/>
                                        </p:tgtEl>
                                        <p:attrNameLst>
                                          <p:attrName>ppt_y</p:attrName>
                                        </p:attrNameLst>
                                      </p:cBhvr>
                                      <p:tavLst>
                                        <p:tav tm="0">
                                          <p:val>
                                            <p:strVal val="ppt_y"/>
                                          </p:val>
                                        </p:tav>
                                        <p:tav tm="100000">
                                          <p:val>
                                            <p:strVal val="ppt_y-.03"/>
                                          </p:val>
                                        </p:tav>
                                      </p:tavLst>
                                    </p:anim>
                                    <p:anim calcmode="lin" valueType="num">
                                      <p:cBhvr>
                                        <p:cTn id="1304" dur="450" accel="100000">
                                          <p:stCondLst>
                                            <p:cond delay="50"/>
                                          </p:stCondLst>
                                        </p:cTn>
                                        <p:tgtEl>
                                          <p:spTgt spid="11"/>
                                        </p:tgtEl>
                                        <p:attrNameLst>
                                          <p:attrName>ppt_y</p:attrName>
                                        </p:attrNameLst>
                                      </p:cBhvr>
                                      <p:tavLst>
                                        <p:tav tm="0">
                                          <p:val>
                                            <p:strVal val="ppt_y"/>
                                          </p:val>
                                        </p:tav>
                                        <p:tav tm="100000">
                                          <p:val>
                                            <p:strVal val="ppt_y+1"/>
                                          </p:val>
                                        </p:tav>
                                      </p:tavLst>
                                    </p:anim>
                                    <p:set>
                                      <p:cBhvr>
                                        <p:cTn id="1305" dur="1" fill="hold">
                                          <p:stCondLst>
                                            <p:cond delay="499"/>
                                          </p:stCondLst>
                                        </p:cTn>
                                        <p:tgtEl>
                                          <p:spTgt spid="11"/>
                                        </p:tgtEl>
                                        <p:attrNameLst>
                                          <p:attrName>style.visibility</p:attrName>
                                        </p:attrNameLst>
                                      </p:cBhvr>
                                      <p:to>
                                        <p:strVal val="hidden"/>
                                      </p:to>
                                    </p:set>
                                  </p:childTnLst>
                                </p:cTn>
                              </p:par>
                              <p:par>
                                <p:cTn id="1306" presetID="37" presetClass="exit" presetSubtype="0" fill="hold" grpId="17" nodeType="withEffect">
                                  <p:stCondLst>
                                    <p:cond delay="0"/>
                                  </p:stCondLst>
                                  <p:childTnLst>
                                    <p:animEffect transition="out" filter="fade">
                                      <p:cBhvr>
                                        <p:cTn id="1307" dur="500"/>
                                        <p:tgtEl>
                                          <p:spTgt spid="12"/>
                                        </p:tgtEl>
                                      </p:cBhvr>
                                    </p:animEffect>
                                    <p:anim calcmode="lin" valueType="num">
                                      <p:cBhvr>
                                        <p:cTn id="1308" dur="500"/>
                                        <p:tgtEl>
                                          <p:spTgt spid="12"/>
                                        </p:tgtEl>
                                        <p:attrNameLst>
                                          <p:attrName>ppt_x</p:attrName>
                                        </p:attrNameLst>
                                      </p:cBhvr>
                                      <p:tavLst>
                                        <p:tav tm="0">
                                          <p:val>
                                            <p:strVal val="ppt_x"/>
                                          </p:val>
                                        </p:tav>
                                        <p:tav tm="100000">
                                          <p:val>
                                            <p:strVal val="ppt_x"/>
                                          </p:val>
                                        </p:tav>
                                      </p:tavLst>
                                    </p:anim>
                                    <p:anim calcmode="lin" valueType="num">
                                      <p:cBhvr>
                                        <p:cTn id="1309" dur="50" decel="100000"/>
                                        <p:tgtEl>
                                          <p:spTgt spid="12"/>
                                        </p:tgtEl>
                                        <p:attrNameLst>
                                          <p:attrName>ppt_y</p:attrName>
                                        </p:attrNameLst>
                                      </p:cBhvr>
                                      <p:tavLst>
                                        <p:tav tm="0">
                                          <p:val>
                                            <p:strVal val="ppt_y"/>
                                          </p:val>
                                        </p:tav>
                                        <p:tav tm="100000">
                                          <p:val>
                                            <p:strVal val="ppt_y-.03"/>
                                          </p:val>
                                        </p:tav>
                                      </p:tavLst>
                                    </p:anim>
                                    <p:anim calcmode="lin" valueType="num">
                                      <p:cBhvr>
                                        <p:cTn id="1310" dur="450" accel="100000">
                                          <p:stCondLst>
                                            <p:cond delay="50"/>
                                          </p:stCondLst>
                                        </p:cTn>
                                        <p:tgtEl>
                                          <p:spTgt spid="12"/>
                                        </p:tgtEl>
                                        <p:attrNameLst>
                                          <p:attrName>ppt_y</p:attrName>
                                        </p:attrNameLst>
                                      </p:cBhvr>
                                      <p:tavLst>
                                        <p:tav tm="0">
                                          <p:val>
                                            <p:strVal val="ppt_y"/>
                                          </p:val>
                                        </p:tav>
                                        <p:tav tm="100000">
                                          <p:val>
                                            <p:strVal val="ppt_y+1"/>
                                          </p:val>
                                        </p:tav>
                                      </p:tavLst>
                                    </p:anim>
                                    <p:set>
                                      <p:cBhvr>
                                        <p:cTn id="1311" dur="1" fill="hold">
                                          <p:stCondLst>
                                            <p:cond delay="499"/>
                                          </p:stCondLst>
                                        </p:cTn>
                                        <p:tgtEl>
                                          <p:spTgt spid="12"/>
                                        </p:tgtEl>
                                        <p:attrNameLst>
                                          <p:attrName>style.visibility</p:attrName>
                                        </p:attrNameLst>
                                      </p:cBhvr>
                                      <p:to>
                                        <p:strVal val="hidden"/>
                                      </p:to>
                                    </p:set>
                                  </p:childTnLst>
                                </p:cTn>
                              </p:par>
                              <p:par>
                                <p:cTn id="1312" presetID="37" presetClass="exit" presetSubtype="0" fill="hold" grpId="17" nodeType="withEffect">
                                  <p:stCondLst>
                                    <p:cond delay="0"/>
                                  </p:stCondLst>
                                  <p:childTnLst>
                                    <p:animEffect transition="out" filter="fade">
                                      <p:cBhvr>
                                        <p:cTn id="1313" dur="500"/>
                                        <p:tgtEl>
                                          <p:spTgt spid="13"/>
                                        </p:tgtEl>
                                      </p:cBhvr>
                                    </p:animEffect>
                                    <p:anim calcmode="lin" valueType="num">
                                      <p:cBhvr>
                                        <p:cTn id="1314" dur="500"/>
                                        <p:tgtEl>
                                          <p:spTgt spid="13"/>
                                        </p:tgtEl>
                                        <p:attrNameLst>
                                          <p:attrName>ppt_x</p:attrName>
                                        </p:attrNameLst>
                                      </p:cBhvr>
                                      <p:tavLst>
                                        <p:tav tm="0">
                                          <p:val>
                                            <p:strVal val="ppt_x"/>
                                          </p:val>
                                        </p:tav>
                                        <p:tav tm="100000">
                                          <p:val>
                                            <p:strVal val="ppt_x"/>
                                          </p:val>
                                        </p:tav>
                                      </p:tavLst>
                                    </p:anim>
                                    <p:anim calcmode="lin" valueType="num">
                                      <p:cBhvr>
                                        <p:cTn id="1315" dur="50" decel="100000"/>
                                        <p:tgtEl>
                                          <p:spTgt spid="13"/>
                                        </p:tgtEl>
                                        <p:attrNameLst>
                                          <p:attrName>ppt_y</p:attrName>
                                        </p:attrNameLst>
                                      </p:cBhvr>
                                      <p:tavLst>
                                        <p:tav tm="0">
                                          <p:val>
                                            <p:strVal val="ppt_y"/>
                                          </p:val>
                                        </p:tav>
                                        <p:tav tm="100000">
                                          <p:val>
                                            <p:strVal val="ppt_y-.03"/>
                                          </p:val>
                                        </p:tav>
                                      </p:tavLst>
                                    </p:anim>
                                    <p:anim calcmode="lin" valueType="num">
                                      <p:cBhvr>
                                        <p:cTn id="1316" dur="450" accel="100000">
                                          <p:stCondLst>
                                            <p:cond delay="50"/>
                                          </p:stCondLst>
                                        </p:cTn>
                                        <p:tgtEl>
                                          <p:spTgt spid="13"/>
                                        </p:tgtEl>
                                        <p:attrNameLst>
                                          <p:attrName>ppt_y</p:attrName>
                                        </p:attrNameLst>
                                      </p:cBhvr>
                                      <p:tavLst>
                                        <p:tav tm="0">
                                          <p:val>
                                            <p:strVal val="ppt_y"/>
                                          </p:val>
                                        </p:tav>
                                        <p:tav tm="100000">
                                          <p:val>
                                            <p:strVal val="ppt_y+1"/>
                                          </p:val>
                                        </p:tav>
                                      </p:tavLst>
                                    </p:anim>
                                    <p:set>
                                      <p:cBhvr>
                                        <p:cTn id="1317" dur="1" fill="hold">
                                          <p:stCondLst>
                                            <p:cond delay="499"/>
                                          </p:stCondLst>
                                        </p:cTn>
                                        <p:tgtEl>
                                          <p:spTgt spid="13"/>
                                        </p:tgtEl>
                                        <p:attrNameLst>
                                          <p:attrName>style.visibility</p:attrName>
                                        </p:attrNameLst>
                                      </p:cBhvr>
                                      <p:to>
                                        <p:strVal val="hidden"/>
                                      </p:to>
                                    </p:set>
                                  </p:childTnLst>
                                </p:cTn>
                              </p:par>
                              <p:par>
                                <p:cTn id="1318" presetID="37" presetClass="exit" presetSubtype="0" fill="hold" grpId="17" nodeType="withEffect">
                                  <p:stCondLst>
                                    <p:cond delay="0"/>
                                  </p:stCondLst>
                                  <p:childTnLst>
                                    <p:animEffect transition="out" filter="fade">
                                      <p:cBhvr>
                                        <p:cTn id="1319" dur="500"/>
                                        <p:tgtEl>
                                          <p:spTgt spid="14"/>
                                        </p:tgtEl>
                                      </p:cBhvr>
                                    </p:animEffect>
                                    <p:anim calcmode="lin" valueType="num">
                                      <p:cBhvr>
                                        <p:cTn id="1320" dur="500"/>
                                        <p:tgtEl>
                                          <p:spTgt spid="14"/>
                                        </p:tgtEl>
                                        <p:attrNameLst>
                                          <p:attrName>ppt_x</p:attrName>
                                        </p:attrNameLst>
                                      </p:cBhvr>
                                      <p:tavLst>
                                        <p:tav tm="0">
                                          <p:val>
                                            <p:strVal val="ppt_x"/>
                                          </p:val>
                                        </p:tav>
                                        <p:tav tm="100000">
                                          <p:val>
                                            <p:strVal val="ppt_x"/>
                                          </p:val>
                                        </p:tav>
                                      </p:tavLst>
                                    </p:anim>
                                    <p:anim calcmode="lin" valueType="num">
                                      <p:cBhvr>
                                        <p:cTn id="1321" dur="50" decel="100000"/>
                                        <p:tgtEl>
                                          <p:spTgt spid="14"/>
                                        </p:tgtEl>
                                        <p:attrNameLst>
                                          <p:attrName>ppt_y</p:attrName>
                                        </p:attrNameLst>
                                      </p:cBhvr>
                                      <p:tavLst>
                                        <p:tav tm="0">
                                          <p:val>
                                            <p:strVal val="ppt_y"/>
                                          </p:val>
                                        </p:tav>
                                        <p:tav tm="100000">
                                          <p:val>
                                            <p:strVal val="ppt_y-.03"/>
                                          </p:val>
                                        </p:tav>
                                      </p:tavLst>
                                    </p:anim>
                                    <p:anim calcmode="lin" valueType="num">
                                      <p:cBhvr>
                                        <p:cTn id="1322" dur="450" accel="100000">
                                          <p:stCondLst>
                                            <p:cond delay="50"/>
                                          </p:stCondLst>
                                        </p:cTn>
                                        <p:tgtEl>
                                          <p:spTgt spid="14"/>
                                        </p:tgtEl>
                                        <p:attrNameLst>
                                          <p:attrName>ppt_y</p:attrName>
                                        </p:attrNameLst>
                                      </p:cBhvr>
                                      <p:tavLst>
                                        <p:tav tm="0">
                                          <p:val>
                                            <p:strVal val="ppt_y"/>
                                          </p:val>
                                        </p:tav>
                                        <p:tav tm="100000">
                                          <p:val>
                                            <p:strVal val="ppt_y+1"/>
                                          </p:val>
                                        </p:tav>
                                      </p:tavLst>
                                    </p:anim>
                                    <p:set>
                                      <p:cBhvr>
                                        <p:cTn id="1323" dur="1" fill="hold">
                                          <p:stCondLst>
                                            <p:cond delay="499"/>
                                          </p:stCondLst>
                                        </p:cTn>
                                        <p:tgtEl>
                                          <p:spTgt spid="14"/>
                                        </p:tgtEl>
                                        <p:attrNameLst>
                                          <p:attrName>style.visibility</p:attrName>
                                        </p:attrNameLst>
                                      </p:cBhvr>
                                      <p:to>
                                        <p:strVal val="hidden"/>
                                      </p:to>
                                    </p:set>
                                  </p:childTnLst>
                                </p:cTn>
                              </p:par>
                              <p:par>
                                <p:cTn id="1324" presetID="37" presetClass="exit" presetSubtype="0" fill="hold" grpId="17" nodeType="withEffect">
                                  <p:stCondLst>
                                    <p:cond delay="0"/>
                                  </p:stCondLst>
                                  <p:childTnLst>
                                    <p:animEffect transition="out" filter="fade">
                                      <p:cBhvr>
                                        <p:cTn id="1325" dur="500"/>
                                        <p:tgtEl>
                                          <p:spTgt spid="15"/>
                                        </p:tgtEl>
                                      </p:cBhvr>
                                    </p:animEffect>
                                    <p:anim calcmode="lin" valueType="num">
                                      <p:cBhvr>
                                        <p:cTn id="1326" dur="500"/>
                                        <p:tgtEl>
                                          <p:spTgt spid="15"/>
                                        </p:tgtEl>
                                        <p:attrNameLst>
                                          <p:attrName>ppt_x</p:attrName>
                                        </p:attrNameLst>
                                      </p:cBhvr>
                                      <p:tavLst>
                                        <p:tav tm="0">
                                          <p:val>
                                            <p:strVal val="ppt_x"/>
                                          </p:val>
                                        </p:tav>
                                        <p:tav tm="100000">
                                          <p:val>
                                            <p:strVal val="ppt_x"/>
                                          </p:val>
                                        </p:tav>
                                      </p:tavLst>
                                    </p:anim>
                                    <p:anim calcmode="lin" valueType="num">
                                      <p:cBhvr>
                                        <p:cTn id="1327" dur="50" decel="100000"/>
                                        <p:tgtEl>
                                          <p:spTgt spid="15"/>
                                        </p:tgtEl>
                                        <p:attrNameLst>
                                          <p:attrName>ppt_y</p:attrName>
                                        </p:attrNameLst>
                                      </p:cBhvr>
                                      <p:tavLst>
                                        <p:tav tm="0">
                                          <p:val>
                                            <p:strVal val="ppt_y"/>
                                          </p:val>
                                        </p:tav>
                                        <p:tav tm="100000">
                                          <p:val>
                                            <p:strVal val="ppt_y-.03"/>
                                          </p:val>
                                        </p:tav>
                                      </p:tavLst>
                                    </p:anim>
                                    <p:anim calcmode="lin" valueType="num">
                                      <p:cBhvr>
                                        <p:cTn id="1328" dur="450" accel="100000">
                                          <p:stCondLst>
                                            <p:cond delay="50"/>
                                          </p:stCondLst>
                                        </p:cTn>
                                        <p:tgtEl>
                                          <p:spTgt spid="15"/>
                                        </p:tgtEl>
                                        <p:attrNameLst>
                                          <p:attrName>ppt_y</p:attrName>
                                        </p:attrNameLst>
                                      </p:cBhvr>
                                      <p:tavLst>
                                        <p:tav tm="0">
                                          <p:val>
                                            <p:strVal val="ppt_y"/>
                                          </p:val>
                                        </p:tav>
                                        <p:tav tm="100000">
                                          <p:val>
                                            <p:strVal val="ppt_y+1"/>
                                          </p:val>
                                        </p:tav>
                                      </p:tavLst>
                                    </p:anim>
                                    <p:set>
                                      <p:cBhvr>
                                        <p:cTn id="1329" dur="1" fill="hold">
                                          <p:stCondLst>
                                            <p:cond delay="499"/>
                                          </p:stCondLst>
                                        </p:cTn>
                                        <p:tgtEl>
                                          <p:spTgt spid="15"/>
                                        </p:tgtEl>
                                        <p:attrNameLst>
                                          <p:attrName>style.visibility</p:attrName>
                                        </p:attrNameLst>
                                      </p:cBhvr>
                                      <p:to>
                                        <p:strVal val="hidden"/>
                                      </p:to>
                                    </p:set>
                                  </p:childTnLst>
                                </p:cTn>
                              </p:par>
                              <p:par>
                                <p:cTn id="1330" presetID="37" presetClass="exit" presetSubtype="0" fill="hold" grpId="17" nodeType="withEffect">
                                  <p:stCondLst>
                                    <p:cond delay="0"/>
                                  </p:stCondLst>
                                  <p:childTnLst>
                                    <p:animEffect transition="out" filter="fade">
                                      <p:cBhvr>
                                        <p:cTn id="1331" dur="500"/>
                                        <p:tgtEl>
                                          <p:spTgt spid="16"/>
                                        </p:tgtEl>
                                      </p:cBhvr>
                                    </p:animEffect>
                                    <p:anim calcmode="lin" valueType="num">
                                      <p:cBhvr>
                                        <p:cTn id="1332" dur="500"/>
                                        <p:tgtEl>
                                          <p:spTgt spid="16"/>
                                        </p:tgtEl>
                                        <p:attrNameLst>
                                          <p:attrName>ppt_x</p:attrName>
                                        </p:attrNameLst>
                                      </p:cBhvr>
                                      <p:tavLst>
                                        <p:tav tm="0">
                                          <p:val>
                                            <p:strVal val="ppt_x"/>
                                          </p:val>
                                        </p:tav>
                                        <p:tav tm="100000">
                                          <p:val>
                                            <p:strVal val="ppt_x"/>
                                          </p:val>
                                        </p:tav>
                                      </p:tavLst>
                                    </p:anim>
                                    <p:anim calcmode="lin" valueType="num">
                                      <p:cBhvr>
                                        <p:cTn id="1333" dur="50" decel="100000"/>
                                        <p:tgtEl>
                                          <p:spTgt spid="16"/>
                                        </p:tgtEl>
                                        <p:attrNameLst>
                                          <p:attrName>ppt_y</p:attrName>
                                        </p:attrNameLst>
                                      </p:cBhvr>
                                      <p:tavLst>
                                        <p:tav tm="0">
                                          <p:val>
                                            <p:strVal val="ppt_y"/>
                                          </p:val>
                                        </p:tav>
                                        <p:tav tm="100000">
                                          <p:val>
                                            <p:strVal val="ppt_y-.03"/>
                                          </p:val>
                                        </p:tav>
                                      </p:tavLst>
                                    </p:anim>
                                    <p:anim calcmode="lin" valueType="num">
                                      <p:cBhvr>
                                        <p:cTn id="1334" dur="450" accel="100000">
                                          <p:stCondLst>
                                            <p:cond delay="50"/>
                                          </p:stCondLst>
                                        </p:cTn>
                                        <p:tgtEl>
                                          <p:spTgt spid="16"/>
                                        </p:tgtEl>
                                        <p:attrNameLst>
                                          <p:attrName>ppt_y</p:attrName>
                                        </p:attrNameLst>
                                      </p:cBhvr>
                                      <p:tavLst>
                                        <p:tav tm="0">
                                          <p:val>
                                            <p:strVal val="ppt_y"/>
                                          </p:val>
                                        </p:tav>
                                        <p:tav tm="100000">
                                          <p:val>
                                            <p:strVal val="ppt_y+1"/>
                                          </p:val>
                                        </p:tav>
                                      </p:tavLst>
                                    </p:anim>
                                    <p:set>
                                      <p:cBhvr>
                                        <p:cTn id="1335" dur="1" fill="hold">
                                          <p:stCondLst>
                                            <p:cond delay="499"/>
                                          </p:stCondLst>
                                        </p:cTn>
                                        <p:tgtEl>
                                          <p:spTgt spid="16"/>
                                        </p:tgtEl>
                                        <p:attrNameLst>
                                          <p:attrName>style.visibility</p:attrName>
                                        </p:attrNameLst>
                                      </p:cBhvr>
                                      <p:to>
                                        <p:strVal val="hidden"/>
                                      </p:to>
                                    </p:set>
                                  </p:childTnLst>
                                </p:cTn>
                              </p:par>
                              <p:par>
                                <p:cTn id="1336" presetID="37" presetClass="exit" presetSubtype="0" fill="hold" grpId="17" nodeType="withEffect">
                                  <p:stCondLst>
                                    <p:cond delay="0"/>
                                  </p:stCondLst>
                                  <p:childTnLst>
                                    <p:animEffect transition="out" filter="fade">
                                      <p:cBhvr>
                                        <p:cTn id="1337" dur="500"/>
                                        <p:tgtEl>
                                          <p:spTgt spid="18"/>
                                        </p:tgtEl>
                                      </p:cBhvr>
                                    </p:animEffect>
                                    <p:anim calcmode="lin" valueType="num">
                                      <p:cBhvr>
                                        <p:cTn id="1338" dur="500"/>
                                        <p:tgtEl>
                                          <p:spTgt spid="18"/>
                                        </p:tgtEl>
                                        <p:attrNameLst>
                                          <p:attrName>ppt_x</p:attrName>
                                        </p:attrNameLst>
                                      </p:cBhvr>
                                      <p:tavLst>
                                        <p:tav tm="0">
                                          <p:val>
                                            <p:strVal val="ppt_x"/>
                                          </p:val>
                                        </p:tav>
                                        <p:tav tm="100000">
                                          <p:val>
                                            <p:strVal val="ppt_x"/>
                                          </p:val>
                                        </p:tav>
                                      </p:tavLst>
                                    </p:anim>
                                    <p:anim calcmode="lin" valueType="num">
                                      <p:cBhvr>
                                        <p:cTn id="1339" dur="50" decel="100000"/>
                                        <p:tgtEl>
                                          <p:spTgt spid="18"/>
                                        </p:tgtEl>
                                        <p:attrNameLst>
                                          <p:attrName>ppt_y</p:attrName>
                                        </p:attrNameLst>
                                      </p:cBhvr>
                                      <p:tavLst>
                                        <p:tav tm="0">
                                          <p:val>
                                            <p:strVal val="ppt_y"/>
                                          </p:val>
                                        </p:tav>
                                        <p:tav tm="100000">
                                          <p:val>
                                            <p:strVal val="ppt_y-.03"/>
                                          </p:val>
                                        </p:tav>
                                      </p:tavLst>
                                    </p:anim>
                                    <p:anim calcmode="lin" valueType="num">
                                      <p:cBhvr>
                                        <p:cTn id="1340" dur="450" accel="100000">
                                          <p:stCondLst>
                                            <p:cond delay="50"/>
                                          </p:stCondLst>
                                        </p:cTn>
                                        <p:tgtEl>
                                          <p:spTgt spid="18"/>
                                        </p:tgtEl>
                                        <p:attrNameLst>
                                          <p:attrName>ppt_y</p:attrName>
                                        </p:attrNameLst>
                                      </p:cBhvr>
                                      <p:tavLst>
                                        <p:tav tm="0">
                                          <p:val>
                                            <p:strVal val="ppt_y"/>
                                          </p:val>
                                        </p:tav>
                                        <p:tav tm="100000">
                                          <p:val>
                                            <p:strVal val="ppt_y+1"/>
                                          </p:val>
                                        </p:tav>
                                      </p:tavLst>
                                    </p:anim>
                                    <p:set>
                                      <p:cBhvr>
                                        <p:cTn id="1341" dur="1" fill="hold">
                                          <p:stCondLst>
                                            <p:cond delay="499"/>
                                          </p:stCondLst>
                                        </p:cTn>
                                        <p:tgtEl>
                                          <p:spTgt spid="18"/>
                                        </p:tgtEl>
                                        <p:attrNameLst>
                                          <p:attrName>style.visibility</p:attrName>
                                        </p:attrNameLst>
                                      </p:cBhvr>
                                      <p:to>
                                        <p:strVal val="hidden"/>
                                      </p:to>
                                    </p:set>
                                  </p:childTnLst>
                                </p:cTn>
                              </p:par>
                              <p:par>
                                <p:cTn id="1342" presetID="37" presetClass="exit" presetSubtype="0" fill="hold" grpId="17" nodeType="withEffect">
                                  <p:stCondLst>
                                    <p:cond delay="0"/>
                                  </p:stCondLst>
                                  <p:childTnLst>
                                    <p:animEffect transition="out" filter="fade">
                                      <p:cBhvr>
                                        <p:cTn id="1343" dur="500"/>
                                        <p:tgtEl>
                                          <p:spTgt spid="19"/>
                                        </p:tgtEl>
                                      </p:cBhvr>
                                    </p:animEffect>
                                    <p:anim calcmode="lin" valueType="num">
                                      <p:cBhvr>
                                        <p:cTn id="1344" dur="500"/>
                                        <p:tgtEl>
                                          <p:spTgt spid="19"/>
                                        </p:tgtEl>
                                        <p:attrNameLst>
                                          <p:attrName>ppt_x</p:attrName>
                                        </p:attrNameLst>
                                      </p:cBhvr>
                                      <p:tavLst>
                                        <p:tav tm="0">
                                          <p:val>
                                            <p:strVal val="ppt_x"/>
                                          </p:val>
                                        </p:tav>
                                        <p:tav tm="100000">
                                          <p:val>
                                            <p:strVal val="ppt_x"/>
                                          </p:val>
                                        </p:tav>
                                      </p:tavLst>
                                    </p:anim>
                                    <p:anim calcmode="lin" valueType="num">
                                      <p:cBhvr>
                                        <p:cTn id="1345" dur="50" decel="100000"/>
                                        <p:tgtEl>
                                          <p:spTgt spid="19"/>
                                        </p:tgtEl>
                                        <p:attrNameLst>
                                          <p:attrName>ppt_y</p:attrName>
                                        </p:attrNameLst>
                                      </p:cBhvr>
                                      <p:tavLst>
                                        <p:tav tm="0">
                                          <p:val>
                                            <p:strVal val="ppt_y"/>
                                          </p:val>
                                        </p:tav>
                                        <p:tav tm="100000">
                                          <p:val>
                                            <p:strVal val="ppt_y-.03"/>
                                          </p:val>
                                        </p:tav>
                                      </p:tavLst>
                                    </p:anim>
                                    <p:anim calcmode="lin" valueType="num">
                                      <p:cBhvr>
                                        <p:cTn id="1346" dur="450" accel="100000">
                                          <p:stCondLst>
                                            <p:cond delay="50"/>
                                          </p:stCondLst>
                                        </p:cTn>
                                        <p:tgtEl>
                                          <p:spTgt spid="19"/>
                                        </p:tgtEl>
                                        <p:attrNameLst>
                                          <p:attrName>ppt_y</p:attrName>
                                        </p:attrNameLst>
                                      </p:cBhvr>
                                      <p:tavLst>
                                        <p:tav tm="0">
                                          <p:val>
                                            <p:strVal val="ppt_y"/>
                                          </p:val>
                                        </p:tav>
                                        <p:tav tm="100000">
                                          <p:val>
                                            <p:strVal val="ppt_y+1"/>
                                          </p:val>
                                        </p:tav>
                                      </p:tavLst>
                                    </p:anim>
                                    <p:set>
                                      <p:cBhvr>
                                        <p:cTn id="1347" dur="1" fill="hold">
                                          <p:stCondLst>
                                            <p:cond delay="499"/>
                                          </p:stCondLst>
                                        </p:cTn>
                                        <p:tgtEl>
                                          <p:spTgt spid="19"/>
                                        </p:tgtEl>
                                        <p:attrNameLst>
                                          <p:attrName>style.visibility</p:attrName>
                                        </p:attrNameLst>
                                      </p:cBhvr>
                                      <p:to>
                                        <p:strVal val="hidden"/>
                                      </p:to>
                                    </p:set>
                                  </p:childTnLst>
                                </p:cTn>
                              </p:par>
                              <p:par>
                                <p:cTn id="1348" presetID="6" presetClass="emph" presetSubtype="0" fill="hold" grpId="19" nodeType="withEffect">
                                  <p:stCondLst>
                                    <p:cond delay="0"/>
                                  </p:stCondLst>
                                  <p:childTnLst>
                                    <p:animScale>
                                      <p:cBhvr>
                                        <p:cTn id="1349" dur="500" fill="hold"/>
                                        <p:tgtEl>
                                          <p:spTgt spid="17"/>
                                        </p:tgtEl>
                                      </p:cBhvr>
                                      <p:by x="200000" y="200000"/>
                                    </p:animScale>
                                  </p:childTnLst>
                                </p:cTn>
                              </p:par>
                              <p:par>
                                <p:cTn id="1350" presetID="63" presetClass="path" presetSubtype="0" accel="50000" decel="50000" fill="hold" grpId="20" nodeType="withEffect">
                                  <p:stCondLst>
                                    <p:cond delay="0"/>
                                  </p:stCondLst>
                                  <p:childTnLst>
                                    <p:animMotion origin="layout" path="M -2.22222E-6 -3.74276E-6 L 0.30278 0.29479 " pathEditMode="relative" rAng="0" ptsTypes="AA">
                                      <p:cBhvr>
                                        <p:cTn id="1351" dur="500" fill="hold"/>
                                        <p:tgtEl>
                                          <p:spTgt spid="17"/>
                                        </p:tgtEl>
                                        <p:attrNameLst>
                                          <p:attrName>ppt_x</p:attrName>
                                          <p:attrName>ppt_y</p:attrName>
                                        </p:attrNameLst>
                                      </p:cBhvr>
                                      <p:rCtr x="151" y="147"/>
                                    </p:animMotion>
                                  </p:childTnLst>
                                </p:cTn>
                              </p:par>
                            </p:childTnLst>
                          </p:cTn>
                        </p:par>
                      </p:childTnLst>
                    </p:cTn>
                  </p:par>
                  <p:par>
                    <p:cTn id="1352" fill="hold">
                      <p:stCondLst>
                        <p:cond delay="indefinite"/>
                      </p:stCondLst>
                      <p:childTnLst>
                        <p:par>
                          <p:cTn id="1353" fill="hold">
                            <p:stCondLst>
                              <p:cond delay="0"/>
                            </p:stCondLst>
                            <p:childTnLst>
                              <p:par>
                                <p:cTn id="1354" presetID="48" presetClass="entr" presetSubtype="0" accel="50000" fill="hold" grpId="20" nodeType="clickEffect">
                                  <p:stCondLst>
                                    <p:cond delay="0"/>
                                  </p:stCondLst>
                                  <p:childTnLst>
                                    <p:set>
                                      <p:cBhvr>
                                        <p:cTn id="1355" dur="1" fill="hold">
                                          <p:stCondLst>
                                            <p:cond delay="0"/>
                                          </p:stCondLst>
                                        </p:cTn>
                                        <p:tgtEl>
                                          <p:spTgt spid="4"/>
                                        </p:tgtEl>
                                        <p:attrNameLst>
                                          <p:attrName>style.visibility</p:attrName>
                                        </p:attrNameLst>
                                      </p:cBhvr>
                                      <p:to>
                                        <p:strVal val="visible"/>
                                      </p:to>
                                    </p:set>
                                    <p:anim calcmode="lin" valueType="num">
                                      <p:cBhvr>
                                        <p:cTn id="1356" dur="500" fill="hold"/>
                                        <p:tgtEl>
                                          <p:spTgt spid="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57" dur="500" fill="hold"/>
                                        <p:tgtEl>
                                          <p:spTgt spid="4"/>
                                        </p:tgtEl>
                                        <p:attrNameLst>
                                          <p:attrName>ppt_x</p:attrName>
                                        </p:attrNameLst>
                                      </p:cBhvr>
                                      <p:tavLst>
                                        <p:tav tm="0">
                                          <p:val>
                                            <p:fltVal val="-1"/>
                                          </p:val>
                                        </p:tav>
                                        <p:tav tm="50000">
                                          <p:val>
                                            <p:fltVal val="0.95"/>
                                          </p:val>
                                        </p:tav>
                                        <p:tav tm="100000">
                                          <p:val>
                                            <p:strVal val="#ppt_x"/>
                                          </p:val>
                                        </p:tav>
                                      </p:tavLst>
                                    </p:anim>
                                    <p:anim calcmode="lin" valueType="num">
                                      <p:cBhvr>
                                        <p:cTn id="1358" dur="500" fill="hold"/>
                                        <p:tgtEl>
                                          <p:spTgt spid="4"/>
                                        </p:tgtEl>
                                        <p:attrNameLst>
                                          <p:attrName>ppt_y</p:attrName>
                                        </p:attrNameLst>
                                      </p:cBhvr>
                                      <p:tavLst>
                                        <p:tav tm="0">
                                          <p:val>
                                            <p:strVal val="#ppt_y"/>
                                          </p:val>
                                        </p:tav>
                                        <p:tav tm="100000">
                                          <p:val>
                                            <p:strVal val="#ppt_y"/>
                                          </p:val>
                                        </p:tav>
                                      </p:tavLst>
                                    </p:anim>
                                    <p:animEffect transition="in" filter="fade">
                                      <p:cBhvr>
                                        <p:cTn id="1359" dur="500"/>
                                        <p:tgtEl>
                                          <p:spTgt spid="4"/>
                                        </p:tgtEl>
                                      </p:cBhvr>
                                    </p:animEffect>
                                  </p:childTnLst>
                                </p:cTn>
                              </p:par>
                              <p:par>
                                <p:cTn id="1360" presetID="48" presetClass="entr" presetSubtype="0" accel="50000" fill="hold" grpId="20" nodeType="withEffect">
                                  <p:stCondLst>
                                    <p:cond delay="0"/>
                                  </p:stCondLst>
                                  <p:childTnLst>
                                    <p:set>
                                      <p:cBhvr>
                                        <p:cTn id="1361" dur="1" fill="hold">
                                          <p:stCondLst>
                                            <p:cond delay="0"/>
                                          </p:stCondLst>
                                        </p:cTn>
                                        <p:tgtEl>
                                          <p:spTgt spid="5"/>
                                        </p:tgtEl>
                                        <p:attrNameLst>
                                          <p:attrName>style.visibility</p:attrName>
                                        </p:attrNameLst>
                                      </p:cBhvr>
                                      <p:to>
                                        <p:strVal val="visible"/>
                                      </p:to>
                                    </p:set>
                                    <p:anim calcmode="lin" valueType="num">
                                      <p:cBhvr>
                                        <p:cTn id="1362" dur="500" fill="hold"/>
                                        <p:tgtEl>
                                          <p:spTgt spid="5"/>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63" dur="500" fill="hold"/>
                                        <p:tgtEl>
                                          <p:spTgt spid="5"/>
                                        </p:tgtEl>
                                        <p:attrNameLst>
                                          <p:attrName>ppt_x</p:attrName>
                                        </p:attrNameLst>
                                      </p:cBhvr>
                                      <p:tavLst>
                                        <p:tav tm="0">
                                          <p:val>
                                            <p:fltVal val="-1"/>
                                          </p:val>
                                        </p:tav>
                                        <p:tav tm="50000">
                                          <p:val>
                                            <p:fltVal val="0.95"/>
                                          </p:val>
                                        </p:tav>
                                        <p:tav tm="100000">
                                          <p:val>
                                            <p:strVal val="#ppt_x"/>
                                          </p:val>
                                        </p:tav>
                                      </p:tavLst>
                                    </p:anim>
                                    <p:anim calcmode="lin" valueType="num">
                                      <p:cBhvr>
                                        <p:cTn id="1364" dur="500" fill="hold"/>
                                        <p:tgtEl>
                                          <p:spTgt spid="5"/>
                                        </p:tgtEl>
                                        <p:attrNameLst>
                                          <p:attrName>ppt_y</p:attrName>
                                        </p:attrNameLst>
                                      </p:cBhvr>
                                      <p:tavLst>
                                        <p:tav tm="0">
                                          <p:val>
                                            <p:strVal val="#ppt_y"/>
                                          </p:val>
                                        </p:tav>
                                        <p:tav tm="100000">
                                          <p:val>
                                            <p:strVal val="#ppt_y"/>
                                          </p:val>
                                        </p:tav>
                                      </p:tavLst>
                                    </p:anim>
                                    <p:animEffect transition="in" filter="fade">
                                      <p:cBhvr>
                                        <p:cTn id="1365" dur="500"/>
                                        <p:tgtEl>
                                          <p:spTgt spid="5"/>
                                        </p:tgtEl>
                                      </p:cBhvr>
                                    </p:animEffect>
                                  </p:childTnLst>
                                </p:cTn>
                              </p:par>
                              <p:par>
                                <p:cTn id="1366" presetID="48" presetClass="entr" presetSubtype="0" accel="50000" fill="hold" grpId="20" nodeType="withEffect">
                                  <p:stCondLst>
                                    <p:cond delay="0"/>
                                  </p:stCondLst>
                                  <p:childTnLst>
                                    <p:set>
                                      <p:cBhvr>
                                        <p:cTn id="1367" dur="1" fill="hold">
                                          <p:stCondLst>
                                            <p:cond delay="0"/>
                                          </p:stCondLst>
                                        </p:cTn>
                                        <p:tgtEl>
                                          <p:spTgt spid="6"/>
                                        </p:tgtEl>
                                        <p:attrNameLst>
                                          <p:attrName>style.visibility</p:attrName>
                                        </p:attrNameLst>
                                      </p:cBhvr>
                                      <p:to>
                                        <p:strVal val="visible"/>
                                      </p:to>
                                    </p:set>
                                    <p:anim calcmode="lin" valueType="num">
                                      <p:cBhvr>
                                        <p:cTn id="1368" dur="500" fill="hold"/>
                                        <p:tgtEl>
                                          <p:spTgt spid="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69" dur="500" fill="hold"/>
                                        <p:tgtEl>
                                          <p:spTgt spid="6"/>
                                        </p:tgtEl>
                                        <p:attrNameLst>
                                          <p:attrName>ppt_x</p:attrName>
                                        </p:attrNameLst>
                                      </p:cBhvr>
                                      <p:tavLst>
                                        <p:tav tm="0">
                                          <p:val>
                                            <p:fltVal val="-1"/>
                                          </p:val>
                                        </p:tav>
                                        <p:tav tm="50000">
                                          <p:val>
                                            <p:fltVal val="0.95"/>
                                          </p:val>
                                        </p:tav>
                                        <p:tav tm="100000">
                                          <p:val>
                                            <p:strVal val="#ppt_x"/>
                                          </p:val>
                                        </p:tav>
                                      </p:tavLst>
                                    </p:anim>
                                    <p:anim calcmode="lin" valueType="num">
                                      <p:cBhvr>
                                        <p:cTn id="1370" dur="500" fill="hold"/>
                                        <p:tgtEl>
                                          <p:spTgt spid="6"/>
                                        </p:tgtEl>
                                        <p:attrNameLst>
                                          <p:attrName>ppt_y</p:attrName>
                                        </p:attrNameLst>
                                      </p:cBhvr>
                                      <p:tavLst>
                                        <p:tav tm="0">
                                          <p:val>
                                            <p:strVal val="#ppt_y"/>
                                          </p:val>
                                        </p:tav>
                                        <p:tav tm="100000">
                                          <p:val>
                                            <p:strVal val="#ppt_y"/>
                                          </p:val>
                                        </p:tav>
                                      </p:tavLst>
                                    </p:anim>
                                    <p:animEffect transition="in" filter="fade">
                                      <p:cBhvr>
                                        <p:cTn id="1371" dur="500"/>
                                        <p:tgtEl>
                                          <p:spTgt spid="6"/>
                                        </p:tgtEl>
                                      </p:cBhvr>
                                    </p:animEffect>
                                  </p:childTnLst>
                                </p:cTn>
                              </p:par>
                              <p:par>
                                <p:cTn id="1372" presetID="48" presetClass="entr" presetSubtype="0" accel="50000" fill="hold" grpId="20" nodeType="withEffect">
                                  <p:stCondLst>
                                    <p:cond delay="0"/>
                                  </p:stCondLst>
                                  <p:childTnLst>
                                    <p:set>
                                      <p:cBhvr>
                                        <p:cTn id="1373" dur="1" fill="hold">
                                          <p:stCondLst>
                                            <p:cond delay="0"/>
                                          </p:stCondLst>
                                        </p:cTn>
                                        <p:tgtEl>
                                          <p:spTgt spid="7"/>
                                        </p:tgtEl>
                                        <p:attrNameLst>
                                          <p:attrName>style.visibility</p:attrName>
                                        </p:attrNameLst>
                                      </p:cBhvr>
                                      <p:to>
                                        <p:strVal val="visible"/>
                                      </p:to>
                                    </p:set>
                                    <p:anim calcmode="lin" valueType="num">
                                      <p:cBhvr>
                                        <p:cTn id="1374" dur="500" fill="hold"/>
                                        <p:tgtEl>
                                          <p:spTgt spid="7"/>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75" dur="500" fill="hold"/>
                                        <p:tgtEl>
                                          <p:spTgt spid="7"/>
                                        </p:tgtEl>
                                        <p:attrNameLst>
                                          <p:attrName>ppt_x</p:attrName>
                                        </p:attrNameLst>
                                      </p:cBhvr>
                                      <p:tavLst>
                                        <p:tav tm="0">
                                          <p:val>
                                            <p:fltVal val="-1"/>
                                          </p:val>
                                        </p:tav>
                                        <p:tav tm="50000">
                                          <p:val>
                                            <p:fltVal val="0.95"/>
                                          </p:val>
                                        </p:tav>
                                        <p:tav tm="100000">
                                          <p:val>
                                            <p:strVal val="#ppt_x"/>
                                          </p:val>
                                        </p:tav>
                                      </p:tavLst>
                                    </p:anim>
                                    <p:anim calcmode="lin" valueType="num">
                                      <p:cBhvr>
                                        <p:cTn id="1376" dur="500" fill="hold"/>
                                        <p:tgtEl>
                                          <p:spTgt spid="7"/>
                                        </p:tgtEl>
                                        <p:attrNameLst>
                                          <p:attrName>ppt_y</p:attrName>
                                        </p:attrNameLst>
                                      </p:cBhvr>
                                      <p:tavLst>
                                        <p:tav tm="0">
                                          <p:val>
                                            <p:strVal val="#ppt_y"/>
                                          </p:val>
                                        </p:tav>
                                        <p:tav tm="100000">
                                          <p:val>
                                            <p:strVal val="#ppt_y"/>
                                          </p:val>
                                        </p:tav>
                                      </p:tavLst>
                                    </p:anim>
                                    <p:animEffect transition="in" filter="fade">
                                      <p:cBhvr>
                                        <p:cTn id="1377" dur="500"/>
                                        <p:tgtEl>
                                          <p:spTgt spid="7"/>
                                        </p:tgtEl>
                                      </p:cBhvr>
                                    </p:animEffect>
                                  </p:childTnLst>
                                </p:cTn>
                              </p:par>
                              <p:par>
                                <p:cTn id="1378" presetID="48" presetClass="entr" presetSubtype="0" accel="50000" fill="hold" grpId="20" nodeType="withEffect">
                                  <p:stCondLst>
                                    <p:cond delay="0"/>
                                  </p:stCondLst>
                                  <p:childTnLst>
                                    <p:set>
                                      <p:cBhvr>
                                        <p:cTn id="1379" dur="1" fill="hold">
                                          <p:stCondLst>
                                            <p:cond delay="0"/>
                                          </p:stCondLst>
                                        </p:cTn>
                                        <p:tgtEl>
                                          <p:spTgt spid="8"/>
                                        </p:tgtEl>
                                        <p:attrNameLst>
                                          <p:attrName>style.visibility</p:attrName>
                                        </p:attrNameLst>
                                      </p:cBhvr>
                                      <p:to>
                                        <p:strVal val="visible"/>
                                      </p:to>
                                    </p:set>
                                    <p:anim calcmode="lin" valueType="num">
                                      <p:cBhvr>
                                        <p:cTn id="1380" dur="500" fill="hold"/>
                                        <p:tgtEl>
                                          <p:spTgt spid="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81" dur="500" fill="hold"/>
                                        <p:tgtEl>
                                          <p:spTgt spid="8"/>
                                        </p:tgtEl>
                                        <p:attrNameLst>
                                          <p:attrName>ppt_x</p:attrName>
                                        </p:attrNameLst>
                                      </p:cBhvr>
                                      <p:tavLst>
                                        <p:tav tm="0">
                                          <p:val>
                                            <p:fltVal val="-1"/>
                                          </p:val>
                                        </p:tav>
                                        <p:tav tm="50000">
                                          <p:val>
                                            <p:fltVal val="0.95"/>
                                          </p:val>
                                        </p:tav>
                                        <p:tav tm="100000">
                                          <p:val>
                                            <p:strVal val="#ppt_x"/>
                                          </p:val>
                                        </p:tav>
                                      </p:tavLst>
                                    </p:anim>
                                    <p:anim calcmode="lin" valueType="num">
                                      <p:cBhvr>
                                        <p:cTn id="1382" dur="500" fill="hold"/>
                                        <p:tgtEl>
                                          <p:spTgt spid="8"/>
                                        </p:tgtEl>
                                        <p:attrNameLst>
                                          <p:attrName>ppt_y</p:attrName>
                                        </p:attrNameLst>
                                      </p:cBhvr>
                                      <p:tavLst>
                                        <p:tav tm="0">
                                          <p:val>
                                            <p:strVal val="#ppt_y"/>
                                          </p:val>
                                        </p:tav>
                                        <p:tav tm="100000">
                                          <p:val>
                                            <p:strVal val="#ppt_y"/>
                                          </p:val>
                                        </p:tav>
                                      </p:tavLst>
                                    </p:anim>
                                    <p:animEffect transition="in" filter="fade">
                                      <p:cBhvr>
                                        <p:cTn id="1383" dur="500"/>
                                        <p:tgtEl>
                                          <p:spTgt spid="8"/>
                                        </p:tgtEl>
                                      </p:cBhvr>
                                    </p:animEffect>
                                  </p:childTnLst>
                                </p:cTn>
                              </p:par>
                              <p:par>
                                <p:cTn id="1384" presetID="48" presetClass="entr" presetSubtype="0" accel="50000" fill="hold" grpId="20" nodeType="withEffect">
                                  <p:stCondLst>
                                    <p:cond delay="0"/>
                                  </p:stCondLst>
                                  <p:childTnLst>
                                    <p:set>
                                      <p:cBhvr>
                                        <p:cTn id="1385" dur="1" fill="hold">
                                          <p:stCondLst>
                                            <p:cond delay="0"/>
                                          </p:stCondLst>
                                        </p:cTn>
                                        <p:tgtEl>
                                          <p:spTgt spid="9"/>
                                        </p:tgtEl>
                                        <p:attrNameLst>
                                          <p:attrName>style.visibility</p:attrName>
                                        </p:attrNameLst>
                                      </p:cBhvr>
                                      <p:to>
                                        <p:strVal val="visible"/>
                                      </p:to>
                                    </p:set>
                                    <p:anim calcmode="lin" valueType="num">
                                      <p:cBhvr>
                                        <p:cTn id="1386" dur="500" fill="hold"/>
                                        <p:tgtEl>
                                          <p:spTgt spid="9"/>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87" dur="500" fill="hold"/>
                                        <p:tgtEl>
                                          <p:spTgt spid="9"/>
                                        </p:tgtEl>
                                        <p:attrNameLst>
                                          <p:attrName>ppt_x</p:attrName>
                                        </p:attrNameLst>
                                      </p:cBhvr>
                                      <p:tavLst>
                                        <p:tav tm="0">
                                          <p:val>
                                            <p:fltVal val="-1"/>
                                          </p:val>
                                        </p:tav>
                                        <p:tav tm="50000">
                                          <p:val>
                                            <p:fltVal val="0.95"/>
                                          </p:val>
                                        </p:tav>
                                        <p:tav tm="100000">
                                          <p:val>
                                            <p:strVal val="#ppt_x"/>
                                          </p:val>
                                        </p:tav>
                                      </p:tavLst>
                                    </p:anim>
                                    <p:anim calcmode="lin" valueType="num">
                                      <p:cBhvr>
                                        <p:cTn id="1388" dur="500" fill="hold"/>
                                        <p:tgtEl>
                                          <p:spTgt spid="9"/>
                                        </p:tgtEl>
                                        <p:attrNameLst>
                                          <p:attrName>ppt_y</p:attrName>
                                        </p:attrNameLst>
                                      </p:cBhvr>
                                      <p:tavLst>
                                        <p:tav tm="0">
                                          <p:val>
                                            <p:strVal val="#ppt_y"/>
                                          </p:val>
                                        </p:tav>
                                        <p:tav tm="100000">
                                          <p:val>
                                            <p:strVal val="#ppt_y"/>
                                          </p:val>
                                        </p:tav>
                                      </p:tavLst>
                                    </p:anim>
                                    <p:animEffect transition="in" filter="fade">
                                      <p:cBhvr>
                                        <p:cTn id="1389" dur="500"/>
                                        <p:tgtEl>
                                          <p:spTgt spid="9"/>
                                        </p:tgtEl>
                                      </p:cBhvr>
                                    </p:animEffect>
                                  </p:childTnLst>
                                </p:cTn>
                              </p:par>
                              <p:par>
                                <p:cTn id="1390" presetID="48" presetClass="entr" presetSubtype="0" accel="50000" fill="hold" grpId="18" nodeType="withEffect">
                                  <p:stCondLst>
                                    <p:cond delay="0"/>
                                  </p:stCondLst>
                                  <p:childTnLst>
                                    <p:set>
                                      <p:cBhvr>
                                        <p:cTn id="1391" dur="1" fill="hold">
                                          <p:stCondLst>
                                            <p:cond delay="0"/>
                                          </p:stCondLst>
                                        </p:cTn>
                                        <p:tgtEl>
                                          <p:spTgt spid="10"/>
                                        </p:tgtEl>
                                        <p:attrNameLst>
                                          <p:attrName>style.visibility</p:attrName>
                                        </p:attrNameLst>
                                      </p:cBhvr>
                                      <p:to>
                                        <p:strVal val="visible"/>
                                      </p:to>
                                    </p:set>
                                    <p:anim calcmode="lin" valueType="num">
                                      <p:cBhvr>
                                        <p:cTn id="1392" dur="500" fill="hold"/>
                                        <p:tgtEl>
                                          <p:spTgt spid="10"/>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93" dur="500" fill="hold"/>
                                        <p:tgtEl>
                                          <p:spTgt spid="10"/>
                                        </p:tgtEl>
                                        <p:attrNameLst>
                                          <p:attrName>ppt_x</p:attrName>
                                        </p:attrNameLst>
                                      </p:cBhvr>
                                      <p:tavLst>
                                        <p:tav tm="0">
                                          <p:val>
                                            <p:fltVal val="-1"/>
                                          </p:val>
                                        </p:tav>
                                        <p:tav tm="50000">
                                          <p:val>
                                            <p:fltVal val="0.95"/>
                                          </p:val>
                                        </p:tav>
                                        <p:tav tm="100000">
                                          <p:val>
                                            <p:strVal val="#ppt_x"/>
                                          </p:val>
                                        </p:tav>
                                      </p:tavLst>
                                    </p:anim>
                                    <p:anim calcmode="lin" valueType="num">
                                      <p:cBhvr>
                                        <p:cTn id="1394" dur="500" fill="hold"/>
                                        <p:tgtEl>
                                          <p:spTgt spid="10"/>
                                        </p:tgtEl>
                                        <p:attrNameLst>
                                          <p:attrName>ppt_y</p:attrName>
                                        </p:attrNameLst>
                                      </p:cBhvr>
                                      <p:tavLst>
                                        <p:tav tm="0">
                                          <p:val>
                                            <p:strVal val="#ppt_y"/>
                                          </p:val>
                                        </p:tav>
                                        <p:tav tm="100000">
                                          <p:val>
                                            <p:strVal val="#ppt_y"/>
                                          </p:val>
                                        </p:tav>
                                      </p:tavLst>
                                    </p:anim>
                                    <p:animEffect transition="in" filter="fade">
                                      <p:cBhvr>
                                        <p:cTn id="1395" dur="500"/>
                                        <p:tgtEl>
                                          <p:spTgt spid="10"/>
                                        </p:tgtEl>
                                      </p:cBhvr>
                                    </p:animEffect>
                                  </p:childTnLst>
                                </p:cTn>
                              </p:par>
                              <p:par>
                                <p:cTn id="1396" presetID="48" presetClass="entr" presetSubtype="0" accel="50000" fill="hold" grpId="18" nodeType="withEffect">
                                  <p:stCondLst>
                                    <p:cond delay="0"/>
                                  </p:stCondLst>
                                  <p:childTnLst>
                                    <p:set>
                                      <p:cBhvr>
                                        <p:cTn id="1397" dur="1" fill="hold">
                                          <p:stCondLst>
                                            <p:cond delay="0"/>
                                          </p:stCondLst>
                                        </p:cTn>
                                        <p:tgtEl>
                                          <p:spTgt spid="11"/>
                                        </p:tgtEl>
                                        <p:attrNameLst>
                                          <p:attrName>style.visibility</p:attrName>
                                        </p:attrNameLst>
                                      </p:cBhvr>
                                      <p:to>
                                        <p:strVal val="visible"/>
                                      </p:to>
                                    </p:set>
                                    <p:anim calcmode="lin" valueType="num">
                                      <p:cBhvr>
                                        <p:cTn id="1398" dur="500" fill="hold"/>
                                        <p:tgtEl>
                                          <p:spTgt spid="11"/>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99" dur="500" fill="hold"/>
                                        <p:tgtEl>
                                          <p:spTgt spid="11"/>
                                        </p:tgtEl>
                                        <p:attrNameLst>
                                          <p:attrName>ppt_x</p:attrName>
                                        </p:attrNameLst>
                                      </p:cBhvr>
                                      <p:tavLst>
                                        <p:tav tm="0">
                                          <p:val>
                                            <p:fltVal val="-1"/>
                                          </p:val>
                                        </p:tav>
                                        <p:tav tm="50000">
                                          <p:val>
                                            <p:fltVal val="0.95"/>
                                          </p:val>
                                        </p:tav>
                                        <p:tav tm="100000">
                                          <p:val>
                                            <p:strVal val="#ppt_x"/>
                                          </p:val>
                                        </p:tav>
                                      </p:tavLst>
                                    </p:anim>
                                    <p:anim calcmode="lin" valueType="num">
                                      <p:cBhvr>
                                        <p:cTn id="1400" dur="500" fill="hold"/>
                                        <p:tgtEl>
                                          <p:spTgt spid="11"/>
                                        </p:tgtEl>
                                        <p:attrNameLst>
                                          <p:attrName>ppt_y</p:attrName>
                                        </p:attrNameLst>
                                      </p:cBhvr>
                                      <p:tavLst>
                                        <p:tav tm="0">
                                          <p:val>
                                            <p:strVal val="#ppt_y"/>
                                          </p:val>
                                        </p:tav>
                                        <p:tav tm="100000">
                                          <p:val>
                                            <p:strVal val="#ppt_y"/>
                                          </p:val>
                                        </p:tav>
                                      </p:tavLst>
                                    </p:anim>
                                    <p:animEffect transition="in" filter="fade">
                                      <p:cBhvr>
                                        <p:cTn id="1401" dur="500"/>
                                        <p:tgtEl>
                                          <p:spTgt spid="11"/>
                                        </p:tgtEl>
                                      </p:cBhvr>
                                    </p:animEffect>
                                  </p:childTnLst>
                                </p:cTn>
                              </p:par>
                              <p:par>
                                <p:cTn id="1402" presetID="48" presetClass="entr" presetSubtype="0" accel="50000" fill="hold" grpId="18" nodeType="withEffect">
                                  <p:stCondLst>
                                    <p:cond delay="0"/>
                                  </p:stCondLst>
                                  <p:childTnLst>
                                    <p:set>
                                      <p:cBhvr>
                                        <p:cTn id="1403" dur="1" fill="hold">
                                          <p:stCondLst>
                                            <p:cond delay="0"/>
                                          </p:stCondLst>
                                        </p:cTn>
                                        <p:tgtEl>
                                          <p:spTgt spid="12"/>
                                        </p:tgtEl>
                                        <p:attrNameLst>
                                          <p:attrName>style.visibility</p:attrName>
                                        </p:attrNameLst>
                                      </p:cBhvr>
                                      <p:to>
                                        <p:strVal val="visible"/>
                                      </p:to>
                                    </p:set>
                                    <p:anim calcmode="lin" valueType="num">
                                      <p:cBhvr>
                                        <p:cTn id="1404" dur="500" fill="hold"/>
                                        <p:tgtEl>
                                          <p:spTgt spid="1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05" dur="500" fill="hold"/>
                                        <p:tgtEl>
                                          <p:spTgt spid="12"/>
                                        </p:tgtEl>
                                        <p:attrNameLst>
                                          <p:attrName>ppt_x</p:attrName>
                                        </p:attrNameLst>
                                      </p:cBhvr>
                                      <p:tavLst>
                                        <p:tav tm="0">
                                          <p:val>
                                            <p:fltVal val="-1"/>
                                          </p:val>
                                        </p:tav>
                                        <p:tav tm="50000">
                                          <p:val>
                                            <p:fltVal val="0.95"/>
                                          </p:val>
                                        </p:tav>
                                        <p:tav tm="100000">
                                          <p:val>
                                            <p:strVal val="#ppt_x"/>
                                          </p:val>
                                        </p:tav>
                                      </p:tavLst>
                                    </p:anim>
                                    <p:anim calcmode="lin" valueType="num">
                                      <p:cBhvr>
                                        <p:cTn id="1406" dur="500" fill="hold"/>
                                        <p:tgtEl>
                                          <p:spTgt spid="12"/>
                                        </p:tgtEl>
                                        <p:attrNameLst>
                                          <p:attrName>ppt_y</p:attrName>
                                        </p:attrNameLst>
                                      </p:cBhvr>
                                      <p:tavLst>
                                        <p:tav tm="0">
                                          <p:val>
                                            <p:strVal val="#ppt_y"/>
                                          </p:val>
                                        </p:tav>
                                        <p:tav tm="100000">
                                          <p:val>
                                            <p:strVal val="#ppt_y"/>
                                          </p:val>
                                        </p:tav>
                                      </p:tavLst>
                                    </p:anim>
                                    <p:animEffect transition="in" filter="fade">
                                      <p:cBhvr>
                                        <p:cTn id="1407" dur="500"/>
                                        <p:tgtEl>
                                          <p:spTgt spid="12"/>
                                        </p:tgtEl>
                                      </p:cBhvr>
                                    </p:animEffect>
                                  </p:childTnLst>
                                </p:cTn>
                              </p:par>
                              <p:par>
                                <p:cTn id="1408" presetID="48" presetClass="entr" presetSubtype="0" accel="50000" fill="hold" grpId="18" nodeType="withEffect">
                                  <p:stCondLst>
                                    <p:cond delay="0"/>
                                  </p:stCondLst>
                                  <p:childTnLst>
                                    <p:set>
                                      <p:cBhvr>
                                        <p:cTn id="1409" dur="1" fill="hold">
                                          <p:stCondLst>
                                            <p:cond delay="0"/>
                                          </p:stCondLst>
                                        </p:cTn>
                                        <p:tgtEl>
                                          <p:spTgt spid="13"/>
                                        </p:tgtEl>
                                        <p:attrNameLst>
                                          <p:attrName>style.visibility</p:attrName>
                                        </p:attrNameLst>
                                      </p:cBhvr>
                                      <p:to>
                                        <p:strVal val="visible"/>
                                      </p:to>
                                    </p:set>
                                    <p:anim calcmode="lin" valueType="num">
                                      <p:cBhvr>
                                        <p:cTn id="1410" dur="500" fill="hold"/>
                                        <p:tgtEl>
                                          <p:spTgt spid="1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11" dur="500" fill="hold"/>
                                        <p:tgtEl>
                                          <p:spTgt spid="13"/>
                                        </p:tgtEl>
                                        <p:attrNameLst>
                                          <p:attrName>ppt_x</p:attrName>
                                        </p:attrNameLst>
                                      </p:cBhvr>
                                      <p:tavLst>
                                        <p:tav tm="0">
                                          <p:val>
                                            <p:fltVal val="-1"/>
                                          </p:val>
                                        </p:tav>
                                        <p:tav tm="50000">
                                          <p:val>
                                            <p:fltVal val="0.95"/>
                                          </p:val>
                                        </p:tav>
                                        <p:tav tm="100000">
                                          <p:val>
                                            <p:strVal val="#ppt_x"/>
                                          </p:val>
                                        </p:tav>
                                      </p:tavLst>
                                    </p:anim>
                                    <p:anim calcmode="lin" valueType="num">
                                      <p:cBhvr>
                                        <p:cTn id="1412" dur="500" fill="hold"/>
                                        <p:tgtEl>
                                          <p:spTgt spid="13"/>
                                        </p:tgtEl>
                                        <p:attrNameLst>
                                          <p:attrName>ppt_y</p:attrName>
                                        </p:attrNameLst>
                                      </p:cBhvr>
                                      <p:tavLst>
                                        <p:tav tm="0">
                                          <p:val>
                                            <p:strVal val="#ppt_y"/>
                                          </p:val>
                                        </p:tav>
                                        <p:tav tm="100000">
                                          <p:val>
                                            <p:strVal val="#ppt_y"/>
                                          </p:val>
                                        </p:tav>
                                      </p:tavLst>
                                    </p:anim>
                                    <p:animEffect transition="in" filter="fade">
                                      <p:cBhvr>
                                        <p:cTn id="1413" dur="500"/>
                                        <p:tgtEl>
                                          <p:spTgt spid="13"/>
                                        </p:tgtEl>
                                      </p:cBhvr>
                                    </p:animEffect>
                                  </p:childTnLst>
                                </p:cTn>
                              </p:par>
                              <p:par>
                                <p:cTn id="1414" presetID="48" presetClass="entr" presetSubtype="0" accel="50000" fill="hold" grpId="18" nodeType="withEffect">
                                  <p:stCondLst>
                                    <p:cond delay="0"/>
                                  </p:stCondLst>
                                  <p:childTnLst>
                                    <p:set>
                                      <p:cBhvr>
                                        <p:cTn id="1415" dur="1" fill="hold">
                                          <p:stCondLst>
                                            <p:cond delay="0"/>
                                          </p:stCondLst>
                                        </p:cTn>
                                        <p:tgtEl>
                                          <p:spTgt spid="14"/>
                                        </p:tgtEl>
                                        <p:attrNameLst>
                                          <p:attrName>style.visibility</p:attrName>
                                        </p:attrNameLst>
                                      </p:cBhvr>
                                      <p:to>
                                        <p:strVal val="visible"/>
                                      </p:to>
                                    </p:set>
                                    <p:anim calcmode="lin" valueType="num">
                                      <p:cBhvr>
                                        <p:cTn id="1416" dur="500" fill="hold"/>
                                        <p:tgtEl>
                                          <p:spTgt spid="1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17" dur="500" fill="hold"/>
                                        <p:tgtEl>
                                          <p:spTgt spid="14"/>
                                        </p:tgtEl>
                                        <p:attrNameLst>
                                          <p:attrName>ppt_x</p:attrName>
                                        </p:attrNameLst>
                                      </p:cBhvr>
                                      <p:tavLst>
                                        <p:tav tm="0">
                                          <p:val>
                                            <p:fltVal val="-1"/>
                                          </p:val>
                                        </p:tav>
                                        <p:tav tm="50000">
                                          <p:val>
                                            <p:fltVal val="0.95"/>
                                          </p:val>
                                        </p:tav>
                                        <p:tav tm="100000">
                                          <p:val>
                                            <p:strVal val="#ppt_x"/>
                                          </p:val>
                                        </p:tav>
                                      </p:tavLst>
                                    </p:anim>
                                    <p:anim calcmode="lin" valueType="num">
                                      <p:cBhvr>
                                        <p:cTn id="1418" dur="500" fill="hold"/>
                                        <p:tgtEl>
                                          <p:spTgt spid="14"/>
                                        </p:tgtEl>
                                        <p:attrNameLst>
                                          <p:attrName>ppt_y</p:attrName>
                                        </p:attrNameLst>
                                      </p:cBhvr>
                                      <p:tavLst>
                                        <p:tav tm="0">
                                          <p:val>
                                            <p:strVal val="#ppt_y"/>
                                          </p:val>
                                        </p:tav>
                                        <p:tav tm="100000">
                                          <p:val>
                                            <p:strVal val="#ppt_y"/>
                                          </p:val>
                                        </p:tav>
                                      </p:tavLst>
                                    </p:anim>
                                    <p:animEffect transition="in" filter="fade">
                                      <p:cBhvr>
                                        <p:cTn id="1419" dur="500"/>
                                        <p:tgtEl>
                                          <p:spTgt spid="14"/>
                                        </p:tgtEl>
                                      </p:cBhvr>
                                    </p:animEffect>
                                  </p:childTnLst>
                                </p:cTn>
                              </p:par>
                              <p:par>
                                <p:cTn id="1420" presetID="48" presetClass="entr" presetSubtype="0" accel="50000" fill="hold" grpId="18" nodeType="withEffect">
                                  <p:stCondLst>
                                    <p:cond delay="0"/>
                                  </p:stCondLst>
                                  <p:childTnLst>
                                    <p:set>
                                      <p:cBhvr>
                                        <p:cTn id="1421" dur="1" fill="hold">
                                          <p:stCondLst>
                                            <p:cond delay="0"/>
                                          </p:stCondLst>
                                        </p:cTn>
                                        <p:tgtEl>
                                          <p:spTgt spid="15"/>
                                        </p:tgtEl>
                                        <p:attrNameLst>
                                          <p:attrName>style.visibility</p:attrName>
                                        </p:attrNameLst>
                                      </p:cBhvr>
                                      <p:to>
                                        <p:strVal val="visible"/>
                                      </p:to>
                                    </p:set>
                                    <p:anim calcmode="lin" valueType="num">
                                      <p:cBhvr>
                                        <p:cTn id="1422" dur="500" fill="hold"/>
                                        <p:tgtEl>
                                          <p:spTgt spid="15"/>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23" dur="500" fill="hold"/>
                                        <p:tgtEl>
                                          <p:spTgt spid="15"/>
                                        </p:tgtEl>
                                        <p:attrNameLst>
                                          <p:attrName>ppt_x</p:attrName>
                                        </p:attrNameLst>
                                      </p:cBhvr>
                                      <p:tavLst>
                                        <p:tav tm="0">
                                          <p:val>
                                            <p:fltVal val="-1"/>
                                          </p:val>
                                        </p:tav>
                                        <p:tav tm="50000">
                                          <p:val>
                                            <p:fltVal val="0.95"/>
                                          </p:val>
                                        </p:tav>
                                        <p:tav tm="100000">
                                          <p:val>
                                            <p:strVal val="#ppt_x"/>
                                          </p:val>
                                        </p:tav>
                                      </p:tavLst>
                                    </p:anim>
                                    <p:anim calcmode="lin" valueType="num">
                                      <p:cBhvr>
                                        <p:cTn id="1424" dur="500" fill="hold"/>
                                        <p:tgtEl>
                                          <p:spTgt spid="15"/>
                                        </p:tgtEl>
                                        <p:attrNameLst>
                                          <p:attrName>ppt_y</p:attrName>
                                        </p:attrNameLst>
                                      </p:cBhvr>
                                      <p:tavLst>
                                        <p:tav tm="0">
                                          <p:val>
                                            <p:strVal val="#ppt_y"/>
                                          </p:val>
                                        </p:tav>
                                        <p:tav tm="100000">
                                          <p:val>
                                            <p:strVal val="#ppt_y"/>
                                          </p:val>
                                        </p:tav>
                                      </p:tavLst>
                                    </p:anim>
                                    <p:animEffect transition="in" filter="fade">
                                      <p:cBhvr>
                                        <p:cTn id="1425" dur="500"/>
                                        <p:tgtEl>
                                          <p:spTgt spid="15"/>
                                        </p:tgtEl>
                                      </p:cBhvr>
                                    </p:animEffect>
                                  </p:childTnLst>
                                </p:cTn>
                              </p:par>
                              <p:par>
                                <p:cTn id="1426" presetID="48" presetClass="entr" presetSubtype="0" accel="50000" fill="hold" grpId="18" nodeType="withEffect">
                                  <p:stCondLst>
                                    <p:cond delay="0"/>
                                  </p:stCondLst>
                                  <p:childTnLst>
                                    <p:set>
                                      <p:cBhvr>
                                        <p:cTn id="1427" dur="1" fill="hold">
                                          <p:stCondLst>
                                            <p:cond delay="0"/>
                                          </p:stCondLst>
                                        </p:cTn>
                                        <p:tgtEl>
                                          <p:spTgt spid="16"/>
                                        </p:tgtEl>
                                        <p:attrNameLst>
                                          <p:attrName>style.visibility</p:attrName>
                                        </p:attrNameLst>
                                      </p:cBhvr>
                                      <p:to>
                                        <p:strVal val="visible"/>
                                      </p:to>
                                    </p:set>
                                    <p:anim calcmode="lin" valueType="num">
                                      <p:cBhvr>
                                        <p:cTn id="1428" dur="500" fill="hold"/>
                                        <p:tgtEl>
                                          <p:spTgt spid="1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29" dur="500" fill="hold"/>
                                        <p:tgtEl>
                                          <p:spTgt spid="16"/>
                                        </p:tgtEl>
                                        <p:attrNameLst>
                                          <p:attrName>ppt_x</p:attrName>
                                        </p:attrNameLst>
                                      </p:cBhvr>
                                      <p:tavLst>
                                        <p:tav tm="0">
                                          <p:val>
                                            <p:fltVal val="-1"/>
                                          </p:val>
                                        </p:tav>
                                        <p:tav tm="50000">
                                          <p:val>
                                            <p:fltVal val="0.95"/>
                                          </p:val>
                                        </p:tav>
                                        <p:tav tm="100000">
                                          <p:val>
                                            <p:strVal val="#ppt_x"/>
                                          </p:val>
                                        </p:tav>
                                      </p:tavLst>
                                    </p:anim>
                                    <p:anim calcmode="lin" valueType="num">
                                      <p:cBhvr>
                                        <p:cTn id="1430" dur="500" fill="hold"/>
                                        <p:tgtEl>
                                          <p:spTgt spid="16"/>
                                        </p:tgtEl>
                                        <p:attrNameLst>
                                          <p:attrName>ppt_y</p:attrName>
                                        </p:attrNameLst>
                                      </p:cBhvr>
                                      <p:tavLst>
                                        <p:tav tm="0">
                                          <p:val>
                                            <p:strVal val="#ppt_y"/>
                                          </p:val>
                                        </p:tav>
                                        <p:tav tm="100000">
                                          <p:val>
                                            <p:strVal val="#ppt_y"/>
                                          </p:val>
                                        </p:tav>
                                      </p:tavLst>
                                    </p:anim>
                                    <p:animEffect transition="in" filter="fade">
                                      <p:cBhvr>
                                        <p:cTn id="1431" dur="500"/>
                                        <p:tgtEl>
                                          <p:spTgt spid="16"/>
                                        </p:tgtEl>
                                      </p:cBhvr>
                                    </p:animEffect>
                                  </p:childTnLst>
                                </p:cTn>
                              </p:par>
                              <p:par>
                                <p:cTn id="1432" presetID="48" presetClass="entr" presetSubtype="0" accel="50000" fill="hold" grpId="18" nodeType="withEffect">
                                  <p:stCondLst>
                                    <p:cond delay="0"/>
                                  </p:stCondLst>
                                  <p:childTnLst>
                                    <p:set>
                                      <p:cBhvr>
                                        <p:cTn id="1433" dur="1" fill="hold">
                                          <p:stCondLst>
                                            <p:cond delay="0"/>
                                          </p:stCondLst>
                                        </p:cTn>
                                        <p:tgtEl>
                                          <p:spTgt spid="18"/>
                                        </p:tgtEl>
                                        <p:attrNameLst>
                                          <p:attrName>style.visibility</p:attrName>
                                        </p:attrNameLst>
                                      </p:cBhvr>
                                      <p:to>
                                        <p:strVal val="visible"/>
                                      </p:to>
                                    </p:set>
                                    <p:anim calcmode="lin" valueType="num">
                                      <p:cBhvr>
                                        <p:cTn id="1434" dur="500" fill="hold"/>
                                        <p:tgtEl>
                                          <p:spTgt spid="1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35" dur="500" fill="hold"/>
                                        <p:tgtEl>
                                          <p:spTgt spid="18"/>
                                        </p:tgtEl>
                                        <p:attrNameLst>
                                          <p:attrName>ppt_x</p:attrName>
                                        </p:attrNameLst>
                                      </p:cBhvr>
                                      <p:tavLst>
                                        <p:tav tm="0">
                                          <p:val>
                                            <p:fltVal val="-1"/>
                                          </p:val>
                                        </p:tav>
                                        <p:tav tm="50000">
                                          <p:val>
                                            <p:fltVal val="0.95"/>
                                          </p:val>
                                        </p:tav>
                                        <p:tav tm="100000">
                                          <p:val>
                                            <p:strVal val="#ppt_x"/>
                                          </p:val>
                                        </p:tav>
                                      </p:tavLst>
                                    </p:anim>
                                    <p:anim calcmode="lin" valueType="num">
                                      <p:cBhvr>
                                        <p:cTn id="1436" dur="500" fill="hold"/>
                                        <p:tgtEl>
                                          <p:spTgt spid="18"/>
                                        </p:tgtEl>
                                        <p:attrNameLst>
                                          <p:attrName>ppt_y</p:attrName>
                                        </p:attrNameLst>
                                      </p:cBhvr>
                                      <p:tavLst>
                                        <p:tav tm="0">
                                          <p:val>
                                            <p:strVal val="#ppt_y"/>
                                          </p:val>
                                        </p:tav>
                                        <p:tav tm="100000">
                                          <p:val>
                                            <p:strVal val="#ppt_y"/>
                                          </p:val>
                                        </p:tav>
                                      </p:tavLst>
                                    </p:anim>
                                    <p:animEffect transition="in" filter="fade">
                                      <p:cBhvr>
                                        <p:cTn id="1437" dur="500"/>
                                        <p:tgtEl>
                                          <p:spTgt spid="18"/>
                                        </p:tgtEl>
                                      </p:cBhvr>
                                    </p:animEffect>
                                  </p:childTnLst>
                                </p:cTn>
                              </p:par>
                              <p:par>
                                <p:cTn id="1438" presetID="48" presetClass="entr" presetSubtype="0" accel="50000" fill="hold" grpId="18" nodeType="withEffect">
                                  <p:stCondLst>
                                    <p:cond delay="0"/>
                                  </p:stCondLst>
                                  <p:childTnLst>
                                    <p:set>
                                      <p:cBhvr>
                                        <p:cTn id="1439" dur="1" fill="hold">
                                          <p:stCondLst>
                                            <p:cond delay="0"/>
                                          </p:stCondLst>
                                        </p:cTn>
                                        <p:tgtEl>
                                          <p:spTgt spid="19"/>
                                        </p:tgtEl>
                                        <p:attrNameLst>
                                          <p:attrName>style.visibility</p:attrName>
                                        </p:attrNameLst>
                                      </p:cBhvr>
                                      <p:to>
                                        <p:strVal val="visible"/>
                                      </p:to>
                                    </p:set>
                                    <p:anim calcmode="lin" valueType="num">
                                      <p:cBhvr>
                                        <p:cTn id="1440" dur="500" fill="hold"/>
                                        <p:tgtEl>
                                          <p:spTgt spid="19"/>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41" dur="500" fill="hold"/>
                                        <p:tgtEl>
                                          <p:spTgt spid="19"/>
                                        </p:tgtEl>
                                        <p:attrNameLst>
                                          <p:attrName>ppt_x</p:attrName>
                                        </p:attrNameLst>
                                      </p:cBhvr>
                                      <p:tavLst>
                                        <p:tav tm="0">
                                          <p:val>
                                            <p:fltVal val="-1"/>
                                          </p:val>
                                        </p:tav>
                                        <p:tav tm="50000">
                                          <p:val>
                                            <p:fltVal val="0.95"/>
                                          </p:val>
                                        </p:tav>
                                        <p:tav tm="100000">
                                          <p:val>
                                            <p:strVal val="#ppt_x"/>
                                          </p:val>
                                        </p:tav>
                                      </p:tavLst>
                                    </p:anim>
                                    <p:anim calcmode="lin" valueType="num">
                                      <p:cBhvr>
                                        <p:cTn id="1442" dur="500" fill="hold"/>
                                        <p:tgtEl>
                                          <p:spTgt spid="19"/>
                                        </p:tgtEl>
                                        <p:attrNameLst>
                                          <p:attrName>ppt_y</p:attrName>
                                        </p:attrNameLst>
                                      </p:cBhvr>
                                      <p:tavLst>
                                        <p:tav tm="0">
                                          <p:val>
                                            <p:strVal val="#ppt_y"/>
                                          </p:val>
                                        </p:tav>
                                        <p:tav tm="100000">
                                          <p:val>
                                            <p:strVal val="#ppt_y"/>
                                          </p:val>
                                        </p:tav>
                                      </p:tavLst>
                                    </p:anim>
                                    <p:animEffect transition="in" filter="fade">
                                      <p:cBhvr>
                                        <p:cTn id="1443" dur="500"/>
                                        <p:tgtEl>
                                          <p:spTgt spid="19"/>
                                        </p:tgtEl>
                                      </p:cBhvr>
                                    </p:animEffect>
                                  </p:childTnLst>
                                </p:cTn>
                              </p:par>
                              <p:par>
                                <p:cTn id="1444" presetID="6" presetClass="emph" presetSubtype="0" fill="hold" grpId="21" nodeType="withEffect">
                                  <p:stCondLst>
                                    <p:cond delay="0"/>
                                  </p:stCondLst>
                                  <p:childTnLst>
                                    <p:animScale>
                                      <p:cBhvr>
                                        <p:cTn id="1445" dur="500" fill="hold"/>
                                        <p:tgtEl>
                                          <p:spTgt spid="17"/>
                                        </p:tgtEl>
                                      </p:cBhvr>
                                      <p:by x="50000" y="50000"/>
                                    </p:animScale>
                                  </p:childTnLst>
                                </p:cTn>
                              </p:par>
                              <p:par>
                                <p:cTn id="1446" presetID="63" presetClass="path" presetSubtype="0" accel="50000" decel="50000" fill="hold" grpId="22" nodeType="withEffect">
                                  <p:stCondLst>
                                    <p:cond delay="0"/>
                                  </p:stCondLst>
                                  <p:childTnLst>
                                    <p:animMotion origin="layout" path="M -2.22222E-6 -3.74276E-6 L 0.30278 0.29479 " pathEditMode="relative" rAng="0" ptsTypes="AA">
                                      <p:cBhvr>
                                        <p:cTn id="1447" dur="500" spd="-100000" fill="hold"/>
                                        <p:tgtEl>
                                          <p:spTgt spid="17"/>
                                        </p:tgtEl>
                                        <p:attrNameLst>
                                          <p:attrName>ppt_x</p:attrName>
                                          <p:attrName>ppt_y</p:attrName>
                                        </p:attrNameLst>
                                      </p:cBhvr>
                                      <p:rCtr x="151" y="147"/>
                                    </p:animMotion>
                                  </p:childTnLst>
                                </p:cTn>
                              </p:par>
                            </p:childTnLst>
                          </p:cTn>
                        </p:par>
                      </p:childTnLst>
                    </p:cTn>
                  </p:par>
                </p:childTnLst>
              </p:cTn>
              <p:nextCondLst>
                <p:cond evt="onClick" delay="0">
                  <p:tgtEl>
                    <p:spTgt spid="17"/>
                  </p:tgtEl>
                </p:cond>
              </p:nextCondLst>
            </p:seq>
          </p:childTnLst>
        </p:cTn>
      </p:par>
    </p:tnLst>
    <p:bldLst>
      <p:bldP spid="4" grpId="0" animBg="1"/>
      <p:bldP spid="4" grpId="1" animBg="1"/>
      <p:bldP spid="4" grpId="2" animBg="1"/>
      <p:bldP spid="4" grpId="3" animBg="1"/>
      <p:bldP spid="4" grpId="4" animBg="1"/>
      <p:bldP spid="4" grpId="5" animBg="1"/>
      <p:bldP spid="4" grpId="6" animBg="1"/>
      <p:bldP spid="4" grpId="7" animBg="1"/>
      <p:bldP spid="4" grpId="8" animBg="1"/>
      <p:bldP spid="4" grpId="9" animBg="1"/>
      <p:bldP spid="4" grpId="10" animBg="1"/>
      <p:bldP spid="4" grpId="11" animBg="1"/>
      <p:bldP spid="4" grpId="12" animBg="1"/>
      <p:bldP spid="4" grpId="13" animBg="1"/>
      <p:bldP spid="4" grpId="14" animBg="1"/>
      <p:bldP spid="4" grpId="15" animBg="1"/>
      <p:bldP spid="4" grpId="16" animBg="1"/>
      <p:bldP spid="4" grpId="17" animBg="1"/>
      <p:bldP spid="4" grpId="18" animBg="1"/>
      <p:bldP spid="4" grpId="19" animBg="1"/>
      <p:bldP spid="4" grpId="20" animBg="1"/>
      <p:bldP spid="5" grpId="0" animBg="1"/>
      <p:bldP spid="5" grpId="1" animBg="1"/>
      <p:bldP spid="5" grpId="2" animBg="1"/>
      <p:bldP spid="5" grpId="3" animBg="1"/>
      <p:bldP spid="5" grpId="4" animBg="1"/>
      <p:bldP spid="5" grpId="5" animBg="1"/>
      <p:bldP spid="5" grpId="6" animBg="1"/>
      <p:bldP spid="5" grpId="7" animBg="1"/>
      <p:bldP spid="5" grpId="8" animBg="1"/>
      <p:bldP spid="5" grpId="9" animBg="1"/>
      <p:bldP spid="5" grpId="10" animBg="1"/>
      <p:bldP spid="5" grpId="11" animBg="1"/>
      <p:bldP spid="5" grpId="12" animBg="1"/>
      <p:bldP spid="5" grpId="13" animBg="1"/>
      <p:bldP spid="5" grpId="14" animBg="1"/>
      <p:bldP spid="5" grpId="15" animBg="1"/>
      <p:bldP spid="5" grpId="16" animBg="1"/>
      <p:bldP spid="5" grpId="17" animBg="1"/>
      <p:bldP spid="5" grpId="18" animBg="1"/>
      <p:bldP spid="5" grpId="19" animBg="1"/>
      <p:bldP spid="5" grpId="20" animBg="1"/>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4" animBg="1"/>
      <p:bldP spid="7" grpId="15" animBg="1"/>
      <p:bldP spid="7" grpId="16" animBg="1"/>
      <p:bldP spid="7" grpId="17" animBg="1"/>
      <p:bldP spid="7" grpId="18" animBg="1"/>
      <p:bldP spid="7" grpId="19" animBg="1"/>
      <p:bldP spid="7" grpId="20"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9" grpId="0" animBg="1"/>
      <p:bldP spid="9" grpId="1" animBg="1"/>
      <p:bldP spid="9" grpId="2" animBg="1"/>
      <p:bldP spid="9" grpId="3" animBg="1"/>
      <p:bldP spid="9" grpId="4" animBg="1"/>
      <p:bldP spid="9" grpId="5" animBg="1"/>
      <p:bldP spid="9" grpId="6" animBg="1"/>
      <p:bldP spid="9" grpId="7" animBg="1"/>
      <p:bldP spid="9" grpId="8" animBg="1"/>
      <p:bldP spid="9" grpId="9" animBg="1"/>
      <p:bldP spid="9" grpId="10" animBg="1"/>
      <p:bldP spid="9" grpId="11" animBg="1"/>
      <p:bldP spid="9" grpId="12" animBg="1"/>
      <p:bldP spid="9" grpId="13" animBg="1"/>
      <p:bldP spid="9" grpId="14" animBg="1"/>
      <p:bldP spid="9" grpId="15" animBg="1"/>
      <p:bldP spid="9" grpId="16" animBg="1"/>
      <p:bldP spid="9" grpId="17" animBg="1"/>
      <p:bldP spid="9" grpId="18" animBg="1"/>
      <p:bldP spid="9" grpId="19" animBg="1"/>
      <p:bldP spid="9" grpId="20" animBg="1"/>
      <p:bldP spid="10" grpId="0" animBg="1"/>
      <p:bldP spid="10" grpId="1" animBg="1"/>
      <p:bldP spid="10" grpId="2" animBg="1"/>
      <p:bldP spid="10" grpId="3" animBg="1"/>
      <p:bldP spid="10" grpId="4" animBg="1"/>
      <p:bldP spid="10" grpId="5" animBg="1"/>
      <p:bldP spid="10" grpId="6" animBg="1"/>
      <p:bldP spid="10" grpId="7" animBg="1"/>
      <p:bldP spid="10" grpId="8" animBg="1"/>
      <p:bldP spid="10" grpId="9" animBg="1"/>
      <p:bldP spid="10" grpId="10" animBg="1"/>
      <p:bldP spid="10" grpId="11" animBg="1"/>
      <p:bldP spid="10" grpId="12" animBg="1"/>
      <p:bldP spid="10" grpId="13" animBg="1"/>
      <p:bldP spid="10" grpId="14" animBg="1"/>
      <p:bldP spid="10" grpId="15" animBg="1"/>
      <p:bldP spid="10" grpId="16" animBg="1"/>
      <p:bldP spid="10" grpId="17" animBg="1"/>
      <p:bldP spid="10" grpId="18" animBg="1"/>
      <p:bldP spid="10" grpId="19" animBg="1"/>
      <p:bldP spid="10" grpId="20" animBg="1"/>
      <p:bldP spid="10" grpId="21" animBg="1"/>
      <p:bldP spid="10" grpId="22" animBg="1"/>
      <p:bldP spid="11" grpId="0" animBg="1"/>
      <p:bldP spid="11" grpId="1" animBg="1"/>
      <p:bldP spid="11" grpId="2" animBg="1"/>
      <p:bldP spid="11" grpId="3" animBg="1"/>
      <p:bldP spid="11" grpId="4" animBg="1"/>
      <p:bldP spid="11" grpId="5" animBg="1"/>
      <p:bldP spid="11" grpId="6" animBg="1"/>
      <p:bldP spid="11" grpId="7" animBg="1"/>
      <p:bldP spid="11" grpId="8" animBg="1"/>
      <p:bldP spid="11" grpId="9" animBg="1"/>
      <p:bldP spid="11" grpId="10" animBg="1"/>
      <p:bldP spid="11" grpId="11" animBg="1"/>
      <p:bldP spid="11" grpId="12" animBg="1"/>
      <p:bldP spid="11" grpId="13" animBg="1"/>
      <p:bldP spid="11" grpId="14" animBg="1"/>
      <p:bldP spid="11" grpId="15" animBg="1"/>
      <p:bldP spid="11" grpId="16" animBg="1"/>
      <p:bldP spid="11" grpId="17" animBg="1"/>
      <p:bldP spid="11" grpId="18" animBg="1"/>
      <p:bldP spid="11" grpId="19" animBg="1"/>
      <p:bldP spid="11" grpId="20" animBg="1"/>
      <p:bldP spid="11" grpId="21" animBg="1"/>
      <p:bldP spid="11" grpId="22" animBg="1"/>
      <p:bldP spid="12" grpId="0" animBg="1"/>
      <p:bldP spid="12" grpId="1" animBg="1"/>
      <p:bldP spid="12" grpId="2" animBg="1"/>
      <p:bldP spid="12" grpId="3" animBg="1"/>
      <p:bldP spid="12" grpId="4" animBg="1"/>
      <p:bldP spid="12" grpId="5" animBg="1"/>
      <p:bldP spid="12" grpId="6" animBg="1"/>
      <p:bldP spid="12" grpId="7" animBg="1"/>
      <p:bldP spid="12" grpId="8" animBg="1"/>
      <p:bldP spid="12" grpId="9" animBg="1"/>
      <p:bldP spid="12" grpId="10" animBg="1"/>
      <p:bldP spid="12" grpId="11" animBg="1"/>
      <p:bldP spid="12" grpId="12" animBg="1"/>
      <p:bldP spid="12" grpId="13" animBg="1"/>
      <p:bldP spid="12" grpId="14" animBg="1"/>
      <p:bldP spid="12" grpId="15" animBg="1"/>
      <p:bldP spid="12" grpId="16" animBg="1"/>
      <p:bldP spid="12" grpId="17" animBg="1"/>
      <p:bldP spid="12" grpId="18" animBg="1"/>
      <p:bldP spid="12" grpId="19" animBg="1"/>
      <p:bldP spid="12" grpId="20" animBg="1"/>
      <p:bldP spid="12" grpId="21" animBg="1"/>
      <p:bldP spid="12" grpId="22" animBg="1"/>
      <p:bldP spid="13" grpId="0" animBg="1"/>
      <p:bldP spid="13" grpId="1" animBg="1"/>
      <p:bldP spid="13" grpId="2" animBg="1"/>
      <p:bldP spid="13" grpId="3" animBg="1"/>
      <p:bldP spid="13" grpId="4" animBg="1"/>
      <p:bldP spid="13" grpId="5" animBg="1"/>
      <p:bldP spid="13" grpId="6" animBg="1"/>
      <p:bldP spid="13" grpId="7" animBg="1"/>
      <p:bldP spid="13" grpId="8" animBg="1"/>
      <p:bldP spid="13" grpId="9" animBg="1"/>
      <p:bldP spid="13" grpId="10" animBg="1"/>
      <p:bldP spid="13" grpId="11" animBg="1"/>
      <p:bldP spid="13" grpId="12" animBg="1"/>
      <p:bldP spid="13" grpId="13" animBg="1"/>
      <p:bldP spid="13" grpId="14" animBg="1"/>
      <p:bldP spid="13" grpId="15" animBg="1"/>
      <p:bldP spid="13" grpId="16" animBg="1"/>
      <p:bldP spid="13" grpId="17" animBg="1"/>
      <p:bldP spid="13" grpId="18" animBg="1"/>
      <p:bldP spid="13" grpId="19" animBg="1"/>
      <p:bldP spid="13" grpId="20" animBg="1"/>
      <p:bldP spid="13" grpId="21" animBg="1"/>
      <p:bldP spid="13" grpId="22" animBg="1"/>
      <p:bldP spid="14" grpId="0" animBg="1"/>
      <p:bldP spid="14" grpId="1" animBg="1"/>
      <p:bldP spid="14" grpId="2" animBg="1"/>
      <p:bldP spid="14" grpId="3" animBg="1"/>
      <p:bldP spid="14" grpId="4" animBg="1"/>
      <p:bldP spid="14" grpId="5" animBg="1"/>
      <p:bldP spid="14" grpId="6" animBg="1"/>
      <p:bldP spid="14" grpId="7" animBg="1"/>
      <p:bldP spid="14" grpId="8" animBg="1"/>
      <p:bldP spid="14" grpId="9" animBg="1"/>
      <p:bldP spid="14" grpId="10" animBg="1"/>
      <p:bldP spid="14" grpId="11" animBg="1"/>
      <p:bldP spid="14" grpId="12" animBg="1"/>
      <p:bldP spid="14" grpId="13" animBg="1"/>
      <p:bldP spid="14" grpId="14" animBg="1"/>
      <p:bldP spid="14" grpId="15" animBg="1"/>
      <p:bldP spid="14" grpId="16" animBg="1"/>
      <p:bldP spid="14" grpId="17" animBg="1"/>
      <p:bldP spid="14" grpId="18" animBg="1"/>
      <p:bldP spid="14" grpId="19" animBg="1"/>
      <p:bldP spid="14" grpId="20" animBg="1"/>
      <p:bldP spid="14" grpId="21" animBg="1"/>
      <p:bldP spid="14" grpId="22" animBg="1"/>
      <p:bldP spid="15" grpId="0" animBg="1"/>
      <p:bldP spid="15" grpId="1" animBg="1"/>
      <p:bldP spid="15" grpId="2" animBg="1"/>
      <p:bldP spid="15" grpId="3" animBg="1"/>
      <p:bldP spid="15" grpId="4" animBg="1"/>
      <p:bldP spid="15" grpId="5" animBg="1"/>
      <p:bldP spid="15" grpId="6" animBg="1"/>
      <p:bldP spid="15" grpId="7" animBg="1"/>
      <p:bldP spid="15" grpId="8" animBg="1"/>
      <p:bldP spid="15" grpId="9" animBg="1"/>
      <p:bldP spid="15" grpId="10" animBg="1"/>
      <p:bldP spid="15" grpId="11" animBg="1"/>
      <p:bldP spid="15" grpId="12" animBg="1"/>
      <p:bldP spid="15" grpId="13" animBg="1"/>
      <p:bldP spid="15" grpId="14" animBg="1"/>
      <p:bldP spid="15" grpId="15" animBg="1"/>
      <p:bldP spid="15" grpId="16" animBg="1"/>
      <p:bldP spid="15" grpId="17" animBg="1"/>
      <p:bldP spid="15" grpId="18" animBg="1"/>
      <p:bldP spid="15" grpId="19" animBg="1"/>
      <p:bldP spid="15" grpId="20" animBg="1"/>
      <p:bldP spid="15" grpId="21" animBg="1"/>
      <p:bldP spid="15" grpId="22" animBg="1"/>
      <p:bldP spid="16" grpId="0" animBg="1"/>
      <p:bldP spid="16" grpId="1" animBg="1"/>
      <p:bldP spid="16" grpId="2" animBg="1"/>
      <p:bldP spid="16" grpId="3" animBg="1"/>
      <p:bldP spid="16" grpId="4" animBg="1"/>
      <p:bldP spid="16" grpId="5" animBg="1"/>
      <p:bldP spid="16" grpId="6" animBg="1"/>
      <p:bldP spid="16" grpId="7" animBg="1"/>
      <p:bldP spid="16" grpId="8" animBg="1"/>
      <p:bldP spid="16" grpId="9" animBg="1"/>
      <p:bldP spid="16" grpId="10" animBg="1"/>
      <p:bldP spid="16" grpId="11" animBg="1"/>
      <p:bldP spid="16" grpId="12" animBg="1"/>
      <p:bldP spid="16" grpId="13" animBg="1"/>
      <p:bldP spid="16" grpId="14" animBg="1"/>
      <p:bldP spid="16" grpId="15" animBg="1"/>
      <p:bldP spid="16" grpId="16" animBg="1"/>
      <p:bldP spid="16" grpId="17" animBg="1"/>
      <p:bldP spid="16" grpId="18" animBg="1"/>
      <p:bldP spid="16" grpId="19" animBg="1"/>
      <p:bldP spid="16" grpId="20" animBg="1"/>
      <p:bldP spid="16" grpId="21" animBg="1"/>
      <p:bldP spid="16" grpId="22" animBg="1"/>
      <p:bldP spid="17" grpId="0" animBg="1"/>
      <p:bldP spid="17" grpId="1" animBg="1"/>
      <p:bldP spid="17" grpId="2" animBg="1"/>
      <p:bldP spid="17" grpId="3" animBg="1"/>
      <p:bldP spid="17" grpId="4" animBg="1"/>
      <p:bldP spid="17" grpId="5" animBg="1"/>
      <p:bldP spid="17" grpId="6" animBg="1"/>
      <p:bldP spid="17" grpId="7" animBg="1"/>
      <p:bldP spid="17" grpId="8" animBg="1"/>
      <p:bldP spid="17" grpId="9" animBg="1"/>
      <p:bldP spid="17" grpId="10" animBg="1"/>
      <p:bldP spid="17" grpId="11" animBg="1"/>
      <p:bldP spid="17" grpId="12" animBg="1"/>
      <p:bldP spid="17" grpId="13" animBg="1"/>
      <p:bldP spid="17" grpId="14" animBg="1"/>
      <p:bldP spid="17" grpId="15" animBg="1"/>
      <p:bldP spid="17" grpId="16" animBg="1"/>
      <p:bldP spid="17" grpId="17" animBg="1"/>
      <p:bldP spid="17" grpId="18" animBg="1"/>
      <p:bldP spid="17" grpId="19" animBg="1"/>
      <p:bldP spid="17" grpId="20" animBg="1"/>
      <p:bldP spid="17" grpId="21" animBg="1"/>
      <p:bldP spid="17" grpId="22" animBg="1"/>
      <p:bldP spid="18" grpId="0" animBg="1"/>
      <p:bldP spid="18" grpId="1" animBg="1"/>
      <p:bldP spid="18" grpId="2" animBg="1"/>
      <p:bldP spid="18" grpId="3" animBg="1"/>
      <p:bldP spid="18" grpId="4" animBg="1"/>
      <p:bldP spid="18" grpId="5" animBg="1"/>
      <p:bldP spid="18" grpId="6" animBg="1"/>
      <p:bldP spid="18" grpId="7" animBg="1"/>
      <p:bldP spid="18" grpId="8" animBg="1"/>
      <p:bldP spid="18" grpId="9" animBg="1"/>
      <p:bldP spid="18" grpId="10" animBg="1"/>
      <p:bldP spid="18" grpId="11" animBg="1"/>
      <p:bldP spid="18" grpId="12" animBg="1"/>
      <p:bldP spid="18" grpId="13" animBg="1"/>
      <p:bldP spid="18" grpId="14" animBg="1"/>
      <p:bldP spid="18" grpId="15" animBg="1"/>
      <p:bldP spid="18" grpId="16" animBg="1"/>
      <p:bldP spid="18" grpId="17" animBg="1"/>
      <p:bldP spid="18" grpId="18" animBg="1"/>
      <p:bldP spid="18" grpId="19" animBg="1"/>
      <p:bldP spid="18" grpId="20" animBg="1"/>
      <p:bldP spid="18" grpId="21" animBg="1"/>
      <p:bldP spid="18" grpId="22" animBg="1"/>
      <p:bldP spid="19" grpId="0" animBg="1"/>
      <p:bldP spid="19" grpId="1" animBg="1"/>
      <p:bldP spid="19" grpId="2" animBg="1"/>
      <p:bldP spid="19" grpId="3" animBg="1"/>
      <p:bldP spid="19" grpId="4" animBg="1"/>
      <p:bldP spid="19" grpId="5" animBg="1"/>
      <p:bldP spid="19" grpId="6" animBg="1"/>
      <p:bldP spid="19" grpId="7" animBg="1"/>
      <p:bldP spid="19" grpId="8" animBg="1"/>
      <p:bldP spid="19" grpId="9" animBg="1"/>
      <p:bldP spid="19" grpId="10" animBg="1"/>
      <p:bldP spid="19" grpId="11" animBg="1"/>
      <p:bldP spid="19" grpId="12" animBg="1"/>
      <p:bldP spid="19" grpId="13" animBg="1"/>
      <p:bldP spid="19" grpId="14" animBg="1"/>
      <p:bldP spid="19" grpId="15" animBg="1"/>
      <p:bldP spid="19" grpId="16" animBg="1"/>
      <p:bldP spid="19" grpId="17" animBg="1"/>
      <p:bldP spid="19" grpId="18" animBg="1"/>
      <p:bldP spid="19" grpId="19" animBg="1"/>
      <p:bldP spid="19" grpId="20" animBg="1"/>
      <p:bldP spid="19" grpId="21" animBg="1"/>
      <p:bldP spid="19" grpId="22"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4157d5b4783f6c5589e41d9ba8f186b6e1d8d"/>
</p:tagLst>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901</TotalTime>
  <Words>2294</Words>
  <Application>Microsoft Office PowerPoint</Application>
  <PresentationFormat>On-screen Show (4:3)</PresentationFormat>
  <Paragraphs>191</Paragraphs>
  <Slides>50</Slides>
  <Notes>7</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Beautiful Every Time</vt:lpstr>
      <vt:lpstr>Bodoni MT Black</vt:lpstr>
      <vt:lpstr>Calibri</vt:lpstr>
      <vt:lpstr>Candara</vt:lpstr>
      <vt:lpstr>Century Gothic</vt:lpstr>
      <vt:lpstr>Trebuchet MS</vt:lpstr>
      <vt:lpstr>Wingdings</vt:lpstr>
      <vt:lpstr>Wingdings 3</vt:lpstr>
      <vt:lpstr>Wisp</vt:lpstr>
      <vt:lpstr>HUKUM DAN HAM</vt:lpstr>
      <vt:lpstr>Negara hukum</vt:lpstr>
      <vt:lpstr>Achmad Ali (2002)</vt:lpstr>
      <vt:lpstr>Unsur negara hukum</vt:lpstr>
      <vt:lpstr>Montesquiue</vt:lpstr>
      <vt:lpstr>PowerPoint Presentation</vt:lpstr>
      <vt:lpstr>PowerPoint Presentation</vt:lpstr>
      <vt:lpstr>PowerPoint Presentation</vt:lpstr>
      <vt:lpstr>Ciri Negara Hukum</vt:lpstr>
      <vt:lpstr>Fredrich Julius Stahl</vt:lpstr>
      <vt:lpstr>Anglo Saxon, A.V.Dicey </vt:lpstr>
      <vt:lpstr>Budiardjo (1988) </vt:lpstr>
      <vt:lpstr>Negara Hukum di Indonesia?</vt:lpstr>
      <vt:lpstr>PowerPoint Presentation</vt:lpstr>
      <vt:lpstr>PowerPoint Presentation</vt:lpstr>
      <vt:lpstr>PowerPoint Presentation</vt:lpstr>
      <vt:lpstr>RUANG LINGKUP MATERI HAM</vt:lpstr>
      <vt:lpstr>PENGERTIAN HAM</vt:lpstr>
      <vt:lpstr>PENGERTIAN HAM</vt:lpstr>
      <vt:lpstr>KARAKTERISTIK HAM</vt:lpstr>
      <vt:lpstr>PowerPoint Presentation</vt:lpstr>
      <vt:lpstr>PowerPoint Presentation</vt:lpstr>
      <vt:lpstr>PowerPoint Presentation</vt:lpstr>
      <vt:lpstr>PowerPoint Presentation</vt:lpstr>
      <vt:lpstr>PowerPoint Presentation</vt:lpstr>
      <vt:lpstr>PowerPoint Presentation</vt:lpstr>
      <vt:lpstr>KATEGORI HAM</vt:lpstr>
      <vt:lpstr>Tiga generasi hak asasi manusia</vt:lpstr>
      <vt:lpstr>PowerPoint Presentation</vt:lpstr>
      <vt:lpstr>PowerPoint Presentation</vt:lpstr>
      <vt:lpstr>PRINSIP-PRINSIP POKOK HAM</vt:lpstr>
      <vt:lpstr>SEJARAH PERKEMBANGAN HAM</vt:lpstr>
      <vt:lpstr>SEJARAH PERKEMBANGAN HAM</vt:lpstr>
      <vt:lpstr>SEJARAH PERKEMBANGAN HAM</vt:lpstr>
      <vt:lpstr>SEJARAH PERKEMBANGAN HAM</vt:lpstr>
      <vt:lpstr>SEJARAH PERKEMBANGAN HAM</vt:lpstr>
      <vt:lpstr>Universal Declaration of Human Rights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PERJUANGAN HAM DI INDONESIA </vt:lpstr>
      <vt:lpstr>PowerPoint Presentation</vt:lpstr>
      <vt:lpstr>PERJUANGAN HAM DI INDONESIA </vt:lpstr>
      <vt:lpstr>HAM DALAM UUD 1945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HAK ASASI MANUSIA</dc:title>
  <dc:creator>DIKDIK</dc:creator>
  <cp:lastModifiedBy>Redi Yamanto</cp:lastModifiedBy>
  <cp:revision>58</cp:revision>
  <dcterms:created xsi:type="dcterms:W3CDTF">2011-11-24T01:59:04Z</dcterms:created>
  <dcterms:modified xsi:type="dcterms:W3CDTF">2022-12-13T01:03:33Z</dcterms:modified>
</cp:coreProperties>
</file>