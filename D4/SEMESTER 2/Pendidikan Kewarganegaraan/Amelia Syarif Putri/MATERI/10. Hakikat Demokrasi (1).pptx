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75" r:id="rId4"/>
    <p:sldId id="276" r:id="rId5"/>
    <p:sldId id="277" r:id="rId6"/>
    <p:sldId id="258" r:id="rId7"/>
    <p:sldId id="259" r:id="rId8"/>
    <p:sldId id="271" r:id="rId9"/>
    <p:sldId id="272" r:id="rId10"/>
    <p:sldId id="273" r:id="rId11"/>
    <p:sldId id="266" r:id="rId12"/>
    <p:sldId id="263" r:id="rId13"/>
    <p:sldId id="264" r:id="rId14"/>
    <p:sldId id="267" r:id="rId15"/>
    <p:sldId id="274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57620-CDB1-42FA-A08F-57E4F97CC1E2}" type="datetimeFigureOut">
              <a:rPr lang="id-ID" smtClean="0"/>
              <a:t>03/05/2021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8FD68-3430-4884-8834-11EF078B67D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70669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8FD68-3430-4884-8834-11EF078B67D7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70977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95578-3C94-4C7E-B71A-2D9DF8AE69D2}" type="datetimeFigureOut">
              <a:rPr lang="en-US" smtClean="0"/>
              <a:t>5/3/2021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E1F507-5198-421E-8E2E-557DFBC156A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A95578-3C94-4C7E-B71A-2D9DF8AE69D2}" type="datetimeFigureOut">
              <a:rPr lang="en-US" smtClean="0"/>
              <a:t>5/3/2021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E1E1F507-5198-421E-8E2E-557DFBC156AE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95578-3C94-4C7E-B71A-2D9DF8AE69D2}" type="datetimeFigureOut">
              <a:rPr lang="en-US" smtClean="0"/>
              <a:t>5/3/2021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F507-5198-421E-8E2E-557DFBC156A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95578-3C94-4C7E-B71A-2D9DF8AE69D2}" type="datetimeFigureOut">
              <a:rPr lang="en-US" smtClean="0"/>
              <a:t>5/3/2021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F507-5198-421E-8E2E-557DFBC156A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F507-5198-421E-8E2E-557DFBC156A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95578-3C94-4C7E-B71A-2D9DF8AE69D2}" type="datetimeFigureOut">
              <a:rPr lang="en-US" smtClean="0"/>
              <a:t>5/3/2021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95578-3C94-4C7E-B71A-2D9DF8AE69D2}" type="datetimeFigureOut">
              <a:rPr lang="en-US" smtClean="0"/>
              <a:t>5/3/2021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F507-5198-421E-8E2E-557DFBC156A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95578-3C94-4C7E-B71A-2D9DF8AE69D2}" type="datetimeFigureOut">
              <a:rPr lang="en-US" smtClean="0"/>
              <a:t>5/3/2021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F507-5198-421E-8E2E-557DFBC156A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A95578-3C94-4C7E-B71A-2D9DF8AE69D2}" type="datetimeFigureOut">
              <a:rPr lang="en-US" smtClean="0"/>
              <a:t>5/3/2021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E1F507-5198-421E-8E2E-557DFBC156A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95578-3C94-4C7E-B71A-2D9DF8AE69D2}" type="datetimeFigureOut">
              <a:rPr lang="en-US" smtClean="0"/>
              <a:t>5/3/2021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E1F507-5198-421E-8E2E-557DFBC156A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95578-3C94-4C7E-B71A-2D9DF8AE69D2}" type="datetimeFigureOut">
              <a:rPr lang="en-US" smtClean="0"/>
              <a:t>5/3/2021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F507-5198-421E-8E2E-557DFBC156A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95578-3C94-4C7E-B71A-2D9DF8AE69D2}" type="datetimeFigureOut">
              <a:rPr lang="en-US" smtClean="0"/>
              <a:t>5/3/2021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F507-5198-421E-8E2E-557DFBC156A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6EA95578-3C94-4C7E-B71A-2D9DF8AE69D2}" type="datetimeFigureOut">
              <a:rPr lang="en-US" smtClean="0"/>
              <a:t>5/3/2021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E1E1F507-5198-421E-8E2E-557DFBC156A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Hakikat</a:t>
            </a:r>
            <a:r>
              <a:rPr lang="en-US" dirty="0"/>
              <a:t> </a:t>
            </a:r>
            <a:r>
              <a:rPr lang="en-US" dirty="0" err="1"/>
              <a:t>Demokrasi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599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US" sz="6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government from the people, by the people and for the people 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Apa dan mengapa demokrasi?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980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id-ID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Demokrasi bisa tertindas sementara karena kesalahan sendiri, tetapi setelah ia mengalami cobaan yang pahit, ia akan muncul kembali dengan penuh keinsafan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/>
              <a:t>Hatta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30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d-ID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Demokrasi diyakini sebagai “tolak ukur tak terbantahkan dari keabsahan politik” hampir semua negara di dunia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31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d-ID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Dari sudut bahasa (etimologis), demokrasi berasal dari bahasa yunani </a:t>
            </a:r>
            <a:r>
              <a:rPr lang="id-ID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demos</a:t>
            </a:r>
            <a:r>
              <a:rPr lang="id-ID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yang berarti rakyat dan </a:t>
            </a:r>
            <a:r>
              <a:rPr lang="id-ID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cratos</a:t>
            </a:r>
            <a:r>
              <a:rPr lang="id-ID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atau </a:t>
            </a:r>
            <a:r>
              <a:rPr lang="id-ID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cratein</a:t>
            </a:r>
            <a:r>
              <a:rPr lang="id-ID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yang berarti pemerintahan atau kekuasaan.</a:t>
            </a:r>
          </a:p>
          <a:p>
            <a:pPr marL="0" indent="0">
              <a:buNone/>
            </a:pPr>
            <a:r>
              <a:rPr lang="id-ID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Jadi secara bahasa berarti pemerintahan rakyat atau kekuasaan rakyat.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64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Kedaulatan rakyat</a:t>
            </a:r>
          </a:p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Pemerintahan berdasarkan persetujuan dari yang diperintah</a:t>
            </a:r>
          </a:p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Kekuasaan mayoritas</a:t>
            </a:r>
          </a:p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Hak-hak minoritas</a:t>
            </a:r>
          </a:p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Jaminan hak asasi manusia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Soko guru demokrasi</a:t>
            </a:r>
          </a:p>
        </p:txBody>
      </p:sp>
    </p:spTree>
    <p:extLst>
      <p:ext uri="{BB962C8B-B14F-4D97-AF65-F5344CB8AC3E}">
        <p14:creationId xmlns:p14="http://schemas.microsoft.com/office/powerpoint/2010/main" val="2665684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3200" b="1" dirty="0"/>
              <a:t>Pemilihan yang bebas dan jujur</a:t>
            </a:r>
          </a:p>
          <a:p>
            <a:r>
              <a:rPr lang="en-US" sz="3200" b="1" dirty="0"/>
              <a:t>Persamaan didepan hukum</a:t>
            </a:r>
          </a:p>
          <a:p>
            <a:r>
              <a:rPr lang="en-US" sz="3200" b="1" dirty="0"/>
              <a:t>Proses hukum yang wajar</a:t>
            </a:r>
          </a:p>
          <a:p>
            <a:r>
              <a:rPr lang="en-US" sz="3200" b="1" dirty="0"/>
              <a:t>Pembatasan pemerintah secara konstitusional</a:t>
            </a:r>
          </a:p>
          <a:p>
            <a:r>
              <a:rPr lang="en-US" sz="3200" b="1" dirty="0" err="1"/>
              <a:t>Pluralisme</a:t>
            </a:r>
            <a:r>
              <a:rPr lang="en-US" sz="3200" b="1" dirty="0"/>
              <a:t> sosial, ekonomi dan politik</a:t>
            </a:r>
          </a:p>
          <a:p>
            <a:r>
              <a:rPr lang="fi-FI" sz="2800" b="1" dirty="0"/>
              <a:t>Nilai-nilai toleransi, pragmatisme, kerjasama dan mufakat</a:t>
            </a:r>
            <a:endParaRPr lang="en-US" sz="28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</p:spTree>
    <p:extLst>
      <p:ext uri="{BB962C8B-B14F-4D97-AF65-F5344CB8AC3E}">
        <p14:creationId xmlns:p14="http://schemas.microsoft.com/office/powerpoint/2010/main" val="1753780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i-FI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Demokrasi berdasarkan Ketuhanan Yang Maha Esa</a:t>
            </a:r>
          </a:p>
          <a:p>
            <a:pPr marL="0" indent="0">
              <a:buNone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Demokrasi berdasarkan Hak Asasi Manusia</a:t>
            </a:r>
          </a:p>
          <a:p>
            <a:pPr marL="0" indent="0">
              <a:buNone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Demokrasi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berdasarkan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Kedaulatan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Rakyat</a:t>
            </a:r>
          </a:p>
          <a:p>
            <a:pPr marL="0" indent="0">
              <a:buNone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Demokrasi berdasarkan Kecerdasan Rakyat</a:t>
            </a:r>
          </a:p>
          <a:p>
            <a:pPr marL="0" indent="0">
              <a:buNone/>
            </a:pPr>
            <a:r>
              <a:rPr lang="fi-FI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Demokrasi berdasarkan Pemisahan Kekuasaan Negara</a:t>
            </a:r>
          </a:p>
          <a:p>
            <a:pPr marL="0" indent="0">
              <a:buNone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Demokrasi berdasarkan Otonomi Daerah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Ten Pilars of Indonesian Constitutional Democracy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30514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Demokrasi berdasarkan Supremasi Hukum (</a:t>
            </a:r>
            <a:r>
              <a:rPr lang="en-US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Rule of Law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None/>
            </a:pPr>
            <a:r>
              <a:rPr lang="sv-SE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 Demokrasi berdasarkan Peradilan yang bebas</a:t>
            </a:r>
            <a:endParaRPr lang="fi-FI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fi-FI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9. Demokrasi berdasarkan Kesejahteraan Rakyat</a:t>
            </a:r>
          </a:p>
          <a:p>
            <a:pPr marL="0" indent="0">
              <a:buNone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10. Demokrasi berdasarkan Keadilan Sosial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</p:spTree>
    <p:extLst>
      <p:ext uri="{BB962C8B-B14F-4D97-AF65-F5344CB8AC3E}">
        <p14:creationId xmlns:p14="http://schemas.microsoft.com/office/powerpoint/2010/main" val="4014010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Bahmueller</a:t>
            </a:r>
            <a:r>
              <a:rPr lang="en-US" dirty="0"/>
              <a:t> (1996) mengemukakan bahwa ada tiga faktor yang dapat mempengaruhi penegakan demokrasi konstitusional di suatu negara:</a:t>
            </a:r>
          </a:p>
          <a:p>
            <a:pPr marL="514350" indent="-514350" algn="r">
              <a:buAutoNum type="arabicParenR"/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Ekonomi</a:t>
            </a:r>
          </a:p>
          <a:p>
            <a:pPr marL="514350" indent="-514350" algn="r">
              <a:buAutoNum type="arabicParenR"/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Sosial Politik</a:t>
            </a:r>
          </a:p>
          <a:p>
            <a:pPr marL="514350" indent="-514350" algn="r">
              <a:buAutoNum type="arabicParenR"/>
            </a:pP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Budaya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kewarganegaraan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akar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sejarah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05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Demokrasi dalam Sila Ke - 4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78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Soekarno, 1 Juni 1945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Negara Indonesia bukan satu negara untuk satu orang, bukan satu negara untuk satu golongan walaupun golongan kaya. Tetapi, kita mendirikan negara “semua buat semua”, “satu buat semua, semua buat satu”.</a:t>
            </a:r>
          </a:p>
          <a:p>
            <a:pPr marL="0" indent="0" algn="ctr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Saya yakin, bahwa syarat mutlak untuk kuatnya Negara Indonesia ialah permusyawaratan, perwakilan. ... Kalau kita mencari demokrasi,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hendaklah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bukan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</a:rPr>
              <a:t> demokrasi barat, tetapi permusyawarahan yang memberi hidup</a:t>
            </a:r>
          </a:p>
        </p:txBody>
      </p:sp>
    </p:spTree>
    <p:extLst>
      <p:ext uri="{BB962C8B-B14F-4D97-AF65-F5344CB8AC3E}">
        <p14:creationId xmlns:p14="http://schemas.microsoft.com/office/powerpoint/2010/main" val="776613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Kekuasaan berasal dari rakyat yang diperintah (</a:t>
            </a: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the notion that a government deriving its power from the consent of the governed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)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Kekuasan itu harus dibatasi (</a:t>
            </a: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limited government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)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Pemerintah harus berdaulat (</a:t>
            </a: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Sovereign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), artinya harus cukup kuat untuk menjalankan pemerintahan secara efektif dan efisien.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Tiga Pokok Demokrasi (</a:t>
            </a:r>
            <a:r>
              <a:rPr lang="en-US" dirty="0" err="1"/>
              <a:t>Kusuma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94188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Tradisi kolektivisme dari permusyawarahan desa</a:t>
            </a:r>
          </a:p>
          <a:p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Ajaran Islam</a:t>
            </a:r>
          </a:p>
          <a:p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Paham Sosialis Barat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Tiga Sumber historis Demokrasi (Hatta)</a:t>
            </a:r>
          </a:p>
        </p:txBody>
      </p:sp>
    </p:spTree>
    <p:extLst>
      <p:ext uri="{BB962C8B-B14F-4D97-AF65-F5344CB8AC3E}">
        <p14:creationId xmlns:p14="http://schemas.microsoft.com/office/powerpoint/2010/main" val="2883106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id-ID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Pertama, </a:t>
            </a:r>
            <a:r>
              <a:rPr lang="id-ID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harus didasarkan pada asas rasionalitas dan keadilan bukan pada subjektivitis idelogis</a:t>
            </a:r>
          </a:p>
          <a:p>
            <a:r>
              <a:rPr lang="id-ID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Kedua, </a:t>
            </a:r>
            <a:r>
              <a:rPr lang="id-ID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didedikasikan untuk kepentingan banyak orang bukan perorangan atau golongan</a:t>
            </a:r>
          </a:p>
          <a:p>
            <a:r>
              <a:rPr lang="id-ID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Ketiga, </a:t>
            </a:r>
            <a:r>
              <a:rPr lang="id-ID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berorientasi jauh ke depan bukan demi kepentingan jangka pendek</a:t>
            </a:r>
            <a:endParaRPr lang="en-US" sz="36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Demokrasi Permusyawaratan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37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659</TotalTime>
  <Words>440</Words>
  <Application>Microsoft Office PowerPoint</Application>
  <PresentationFormat>On-screen Show (4:3)</PresentationFormat>
  <Paragraphs>57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Book Antiqua</vt:lpstr>
      <vt:lpstr>Calibri</vt:lpstr>
      <vt:lpstr>Comic Sans MS</vt:lpstr>
      <vt:lpstr>Constantia</vt:lpstr>
      <vt:lpstr>Wingdings 2</vt:lpstr>
      <vt:lpstr>Paper</vt:lpstr>
      <vt:lpstr>Hakikat Demokrasi</vt:lpstr>
      <vt:lpstr>Apa dan mengapa demokrasi?</vt:lpstr>
      <vt:lpstr>Hatta</vt:lpstr>
      <vt:lpstr>PowerPoint Presentation</vt:lpstr>
      <vt:lpstr>PowerPoint Presentation</vt:lpstr>
      <vt:lpstr>Soko guru demokrasi</vt:lpstr>
      <vt:lpstr>Continue</vt:lpstr>
      <vt:lpstr>The Ten Pilars of Indonesian Constitutional Democracy </vt:lpstr>
      <vt:lpstr>Continue</vt:lpstr>
      <vt:lpstr>PowerPoint Presentation</vt:lpstr>
      <vt:lpstr>PowerPoint Presentation</vt:lpstr>
      <vt:lpstr>Soekarno, 1 Juni 1945</vt:lpstr>
      <vt:lpstr>Tiga Pokok Demokrasi (Kusuma)</vt:lpstr>
      <vt:lpstr>Tiga Sumber historis Demokrasi (Hatta)</vt:lpstr>
      <vt:lpstr>Demokrasi Permusyawaratan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Demokrasi dan Hak asasi Manusia</dc:title>
  <dc:creator>ismail - [2010]</dc:creator>
  <cp:lastModifiedBy>Redi Yamanto</cp:lastModifiedBy>
  <cp:revision>30</cp:revision>
  <dcterms:created xsi:type="dcterms:W3CDTF">2015-04-07T15:01:51Z</dcterms:created>
  <dcterms:modified xsi:type="dcterms:W3CDTF">2021-05-03T06:43:54Z</dcterms:modified>
</cp:coreProperties>
</file>