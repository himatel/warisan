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6" r:id="rId1"/>
  </p:sldMasterIdLst>
  <p:notesMasterIdLst>
    <p:notesMasterId r:id="rId20"/>
  </p:notesMasterIdLst>
  <p:sldIdLst>
    <p:sldId id="256" r:id="rId2"/>
    <p:sldId id="268" r:id="rId3"/>
    <p:sldId id="352" r:id="rId4"/>
    <p:sldId id="353" r:id="rId5"/>
    <p:sldId id="355" r:id="rId6"/>
    <p:sldId id="270" r:id="rId7"/>
    <p:sldId id="356" r:id="rId8"/>
    <p:sldId id="357" r:id="rId9"/>
    <p:sldId id="263" r:id="rId10"/>
    <p:sldId id="349" r:id="rId11"/>
    <p:sldId id="267" r:id="rId12"/>
    <p:sldId id="354" r:id="rId13"/>
    <p:sldId id="350" r:id="rId14"/>
    <p:sldId id="271" r:id="rId15"/>
    <p:sldId id="358" r:id="rId16"/>
    <p:sldId id="262" r:id="rId17"/>
    <p:sldId id="351" r:id="rId18"/>
    <p:sldId id="258" r:id="rId19"/>
  </p:sldIdLst>
  <p:sldSz cx="9144000" cy="5143500" type="screen16x9"/>
  <p:notesSz cx="6858000" cy="9144000"/>
  <p:embeddedFontLst>
    <p:embeddedFont>
      <p:font typeface="Commissioner" panose="020B0604020202020204" charset="0"/>
      <p:regular r:id="rId21"/>
      <p:bold r:id="rId22"/>
    </p:embeddedFont>
    <p:embeddedFont>
      <p:font typeface="Fondamento" panose="020B0604020202020204" charset="0"/>
      <p:regular r:id="rId23"/>
      <p: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534CD95-93A7-4A81-B028-18A4791B6344}">
  <a:tblStyle styleId="{A534CD95-93A7-4A81-B028-18A4791B634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98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8"/>
        <p:cNvGrpSpPr/>
        <p:nvPr/>
      </p:nvGrpSpPr>
      <p:grpSpPr>
        <a:xfrm>
          <a:off x="0" y="0"/>
          <a:ext cx="0" cy="0"/>
          <a:chOff x="0" y="0"/>
          <a:chExt cx="0" cy="0"/>
        </a:xfrm>
      </p:grpSpPr>
      <p:sp>
        <p:nvSpPr>
          <p:cNvPr id="5849" name="Google Shape;5849;g7b4d0d3b5d_0_2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0" name="Google Shape;5850;g7b4d0d3b5d_0_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1"/>
        <p:cNvGrpSpPr/>
        <p:nvPr/>
      </p:nvGrpSpPr>
      <p:grpSpPr>
        <a:xfrm>
          <a:off x="0" y="0"/>
          <a:ext cx="0" cy="0"/>
          <a:chOff x="0" y="0"/>
          <a:chExt cx="0" cy="0"/>
        </a:xfrm>
      </p:grpSpPr>
      <p:sp>
        <p:nvSpPr>
          <p:cNvPr id="6582" name="Google Shape;6582;gdb921451d0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83" name="Google Shape;6583;gdb921451d0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6"/>
        <p:cNvGrpSpPr/>
        <p:nvPr/>
      </p:nvGrpSpPr>
      <p:grpSpPr>
        <a:xfrm>
          <a:off x="0" y="0"/>
          <a:ext cx="0" cy="0"/>
          <a:chOff x="0" y="0"/>
          <a:chExt cx="0" cy="0"/>
        </a:xfrm>
      </p:grpSpPr>
      <p:sp>
        <p:nvSpPr>
          <p:cNvPr id="6627" name="Google Shape;6627;gdb921451d0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28" name="Google Shape;6628;gdb921451d0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2"/>
        <p:cNvGrpSpPr/>
        <p:nvPr/>
      </p:nvGrpSpPr>
      <p:grpSpPr>
        <a:xfrm>
          <a:off x="0" y="0"/>
          <a:ext cx="0" cy="0"/>
          <a:chOff x="0" y="0"/>
          <a:chExt cx="0" cy="0"/>
        </a:xfrm>
      </p:grpSpPr>
      <p:sp>
        <p:nvSpPr>
          <p:cNvPr id="6723" name="Google Shape;6723;gfbd0572506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24" name="Google Shape;6724;gfbd0572506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5471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2"/>
        <p:cNvGrpSpPr/>
        <p:nvPr/>
      </p:nvGrpSpPr>
      <p:grpSpPr>
        <a:xfrm>
          <a:off x="0" y="0"/>
          <a:ext cx="0" cy="0"/>
          <a:chOff x="0" y="0"/>
          <a:chExt cx="0" cy="0"/>
        </a:xfrm>
      </p:grpSpPr>
      <p:sp>
        <p:nvSpPr>
          <p:cNvPr id="6723" name="Google Shape;6723;gfbd0572506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24" name="Google Shape;6724;gfbd0572506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2508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3"/>
        <p:cNvGrpSpPr/>
        <p:nvPr/>
      </p:nvGrpSpPr>
      <p:grpSpPr>
        <a:xfrm>
          <a:off x="0" y="0"/>
          <a:ext cx="0" cy="0"/>
          <a:chOff x="0" y="0"/>
          <a:chExt cx="0" cy="0"/>
        </a:xfrm>
      </p:grpSpPr>
      <p:sp>
        <p:nvSpPr>
          <p:cNvPr id="6404" name="Google Shape;6404;gfba9b911c4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05" name="Google Shape;6405;gfba9b911c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6"/>
        <p:cNvGrpSpPr/>
        <p:nvPr/>
      </p:nvGrpSpPr>
      <p:grpSpPr>
        <a:xfrm>
          <a:off x="0" y="0"/>
          <a:ext cx="0" cy="0"/>
          <a:chOff x="0" y="0"/>
          <a:chExt cx="0" cy="0"/>
        </a:xfrm>
      </p:grpSpPr>
      <p:sp>
        <p:nvSpPr>
          <p:cNvPr id="6557" name="Google Shape;6557;gfbd0572506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58" name="Google Shape;6558;gfbd0572506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id-ID" dirty="0"/>
          </a:p>
        </p:txBody>
      </p:sp>
    </p:spTree>
    <p:extLst>
      <p:ext uri="{BB962C8B-B14F-4D97-AF65-F5344CB8AC3E}">
        <p14:creationId xmlns:p14="http://schemas.microsoft.com/office/powerpoint/2010/main" val="4743375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6"/>
        <p:cNvGrpSpPr/>
        <p:nvPr/>
      </p:nvGrpSpPr>
      <p:grpSpPr>
        <a:xfrm>
          <a:off x="0" y="0"/>
          <a:ext cx="0" cy="0"/>
          <a:chOff x="0" y="0"/>
          <a:chExt cx="0" cy="0"/>
        </a:xfrm>
      </p:grpSpPr>
      <p:sp>
        <p:nvSpPr>
          <p:cNvPr id="6657" name="Google Shape;6657;gfba9b911c4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58" name="Google Shape;6658;gfba9b911c4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2"/>
        <p:cNvGrpSpPr/>
        <p:nvPr/>
      </p:nvGrpSpPr>
      <p:grpSpPr>
        <a:xfrm>
          <a:off x="0" y="0"/>
          <a:ext cx="0" cy="0"/>
          <a:chOff x="0" y="0"/>
          <a:chExt cx="0" cy="0"/>
        </a:xfrm>
      </p:grpSpPr>
      <p:sp>
        <p:nvSpPr>
          <p:cNvPr id="6723" name="Google Shape;6723;gfbd0572506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24" name="Google Shape;6724;gfbd0572506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34017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2"/>
        <p:cNvGrpSpPr/>
        <p:nvPr/>
      </p:nvGrpSpPr>
      <p:grpSpPr>
        <a:xfrm>
          <a:off x="0" y="0"/>
          <a:ext cx="0" cy="0"/>
          <a:chOff x="0" y="0"/>
          <a:chExt cx="0" cy="0"/>
        </a:xfrm>
      </p:grpSpPr>
      <p:sp>
        <p:nvSpPr>
          <p:cNvPr id="6383" name="Google Shape;6383;gd7cfa11f14_0_5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84" name="Google Shape;6384;gd7cfa11f14_0_5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5"/>
        <p:cNvGrpSpPr/>
        <p:nvPr/>
      </p:nvGrpSpPr>
      <p:grpSpPr>
        <a:xfrm>
          <a:off x="0" y="0"/>
          <a:ext cx="0" cy="0"/>
          <a:chOff x="0" y="0"/>
          <a:chExt cx="0" cy="0"/>
        </a:xfrm>
      </p:grpSpPr>
      <p:sp>
        <p:nvSpPr>
          <p:cNvPr id="5866" name="Google Shape;5866;gd979b00247_1_38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67" name="Google Shape;5867;gd979b00247_1_38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 Id="rId5" Type="http://schemas.openxmlformats.org/officeDocument/2006/relationships/slide" Target="../slides/slide16.xml"/><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t="7798" b="7806"/>
          <a:stretch/>
        </p:blipFill>
        <p:spPr>
          <a:xfrm>
            <a:off x="0" y="0"/>
            <a:ext cx="9144003" cy="5143501"/>
          </a:xfrm>
          <a:prstGeom prst="rect">
            <a:avLst/>
          </a:prstGeom>
          <a:noFill/>
          <a:ln>
            <a:noFill/>
          </a:ln>
        </p:spPr>
      </p:pic>
      <p:sp>
        <p:nvSpPr>
          <p:cNvPr id="10" name="Google Shape;10;p2"/>
          <p:cNvSpPr txBox="1">
            <a:spLocks noGrp="1"/>
          </p:cNvSpPr>
          <p:nvPr>
            <p:ph type="ctrTitle"/>
          </p:nvPr>
        </p:nvSpPr>
        <p:spPr>
          <a:xfrm>
            <a:off x="919925" y="1291938"/>
            <a:ext cx="7291200" cy="1320600"/>
          </a:xfrm>
          <a:prstGeom prst="rect">
            <a:avLst/>
          </a:prstGeom>
        </p:spPr>
        <p:txBody>
          <a:bodyPr spcFirstLastPara="1" wrap="square" lIns="91425" tIns="91425" rIns="91425" bIns="91425" anchor="ctr" anchorCtr="0">
            <a:noAutofit/>
          </a:bodyPr>
          <a:lstStyle>
            <a:lvl1pPr lvl="0" algn="ctr">
              <a:spcBef>
                <a:spcPts val="0"/>
              </a:spcBef>
              <a:spcAft>
                <a:spcPts val="0"/>
              </a:spcAft>
              <a:buSzPts val="5200"/>
              <a:buNone/>
              <a:defRPr sz="4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1849350" y="3414438"/>
            <a:ext cx="5445300" cy="4371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1800">
                <a:solidFill>
                  <a:schemeClr val="dk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ubTitle" idx="2"/>
          </p:nvPr>
        </p:nvSpPr>
        <p:spPr>
          <a:xfrm>
            <a:off x="926550" y="2612550"/>
            <a:ext cx="7291200" cy="665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3500" b="1">
                <a:latin typeface="Fondamento"/>
                <a:ea typeface="Fondamento"/>
                <a:cs typeface="Fondamento"/>
                <a:sym typeface="Fondamento"/>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3" name="Google Shape;13;p2"/>
          <p:cNvSpPr txBox="1">
            <a:spLocks noGrp="1"/>
          </p:cNvSpPr>
          <p:nvPr>
            <p:ph type="subTitle" idx="3"/>
          </p:nvPr>
        </p:nvSpPr>
        <p:spPr>
          <a:xfrm>
            <a:off x="7688125" y="408875"/>
            <a:ext cx="856800" cy="579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1600">
                <a:solidFill>
                  <a:schemeClr val="lt2"/>
                </a:solidFill>
                <a:latin typeface="Fondamento"/>
                <a:ea typeface="Fondamento"/>
                <a:cs typeface="Fondamento"/>
                <a:sym typeface="Fondamento"/>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grpSp>
        <p:nvGrpSpPr>
          <p:cNvPr id="14" name="Google Shape;14;p2"/>
          <p:cNvGrpSpPr/>
          <p:nvPr/>
        </p:nvGrpSpPr>
        <p:grpSpPr>
          <a:xfrm>
            <a:off x="714208" y="355816"/>
            <a:ext cx="7715881" cy="314092"/>
            <a:chOff x="714181" y="414418"/>
            <a:chExt cx="7556440" cy="307601"/>
          </a:xfrm>
        </p:grpSpPr>
        <p:grpSp>
          <p:nvGrpSpPr>
            <p:cNvPr id="15" name="Google Shape;15;p2"/>
            <p:cNvGrpSpPr/>
            <p:nvPr/>
          </p:nvGrpSpPr>
          <p:grpSpPr>
            <a:xfrm>
              <a:off x="882905" y="536157"/>
              <a:ext cx="7163972" cy="64150"/>
              <a:chOff x="1299890" y="844622"/>
              <a:chExt cx="6544233" cy="64143"/>
            </a:xfrm>
          </p:grpSpPr>
          <p:grpSp>
            <p:nvGrpSpPr>
              <p:cNvPr id="16" name="Google Shape;16;p2"/>
              <p:cNvGrpSpPr/>
              <p:nvPr/>
            </p:nvGrpSpPr>
            <p:grpSpPr>
              <a:xfrm>
                <a:off x="4528885" y="844622"/>
                <a:ext cx="3315238" cy="64143"/>
                <a:chOff x="896765" y="648922"/>
                <a:chExt cx="3315238" cy="64143"/>
              </a:xfrm>
            </p:grpSpPr>
            <p:sp>
              <p:nvSpPr>
                <p:cNvPr id="17" name="Google Shape;17;p2"/>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2"/>
              <p:cNvGrpSpPr/>
              <p:nvPr/>
            </p:nvGrpSpPr>
            <p:grpSpPr>
              <a:xfrm>
                <a:off x="1299890" y="844622"/>
                <a:ext cx="3315238" cy="64143"/>
                <a:chOff x="896765" y="648922"/>
                <a:chExt cx="3315238" cy="64143"/>
              </a:xfrm>
            </p:grpSpPr>
            <p:sp>
              <p:nvSpPr>
                <p:cNvPr id="51" name="Google Shape;51;p2"/>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4" name="Google Shape;84;p2"/>
            <p:cNvGrpSpPr/>
            <p:nvPr/>
          </p:nvGrpSpPr>
          <p:grpSpPr>
            <a:xfrm>
              <a:off x="714181" y="414418"/>
              <a:ext cx="310295" cy="307601"/>
              <a:chOff x="1969331" y="802493"/>
              <a:chExt cx="310295" cy="307601"/>
            </a:xfrm>
          </p:grpSpPr>
          <p:sp>
            <p:nvSpPr>
              <p:cNvPr id="85" name="Google Shape;85;p2"/>
              <p:cNvSpPr/>
              <p:nvPr/>
            </p:nvSpPr>
            <p:spPr>
              <a:xfrm rot="10800000">
                <a:off x="2159912" y="1003137"/>
                <a:ext cx="201" cy="201"/>
              </a:xfrm>
              <a:custGeom>
                <a:avLst/>
                <a:gdLst/>
                <a:ahLst/>
                <a:cxnLst/>
                <a:rect l="l" t="t" r="r" b="b"/>
                <a:pathLst>
                  <a:path w="1" h="1" extrusionOk="0">
                    <a:moveTo>
                      <a:pt x="1" y="0"/>
                    </a:move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 name="Google Shape;86;p2"/>
              <p:cNvGrpSpPr/>
              <p:nvPr/>
            </p:nvGrpSpPr>
            <p:grpSpPr>
              <a:xfrm>
                <a:off x="1969331" y="802493"/>
                <a:ext cx="310295" cy="307601"/>
                <a:chOff x="4037750" y="3523325"/>
                <a:chExt cx="108975" cy="108025"/>
              </a:xfrm>
            </p:grpSpPr>
            <p:sp>
              <p:nvSpPr>
                <p:cNvPr id="87" name="Google Shape;87;p2"/>
                <p:cNvSpPr/>
                <p:nvPr/>
              </p:nvSpPr>
              <p:spPr>
                <a:xfrm>
                  <a:off x="4037750" y="3570375"/>
                  <a:ext cx="59975" cy="60975"/>
                </a:xfrm>
                <a:custGeom>
                  <a:avLst/>
                  <a:gdLst/>
                  <a:ahLst/>
                  <a:cxnLst/>
                  <a:rect l="l" t="t" r="r" b="b"/>
                  <a:pathLst>
                    <a:path w="2399" h="2439" extrusionOk="0">
                      <a:moveTo>
                        <a:pt x="13" y="2426"/>
                      </a:moveTo>
                      <a:lnTo>
                        <a:pt x="0" y="2438"/>
                      </a:lnTo>
                      <a:lnTo>
                        <a:pt x="64" y="2438"/>
                      </a:lnTo>
                      <a:lnTo>
                        <a:pt x="13" y="2426"/>
                      </a:lnTo>
                      <a:close/>
                      <a:moveTo>
                        <a:pt x="1558" y="1"/>
                      </a:moveTo>
                      <a:cubicBezTo>
                        <a:pt x="1429" y="1"/>
                        <a:pt x="1299" y="24"/>
                        <a:pt x="1173" y="66"/>
                      </a:cubicBezTo>
                      <a:cubicBezTo>
                        <a:pt x="954" y="156"/>
                        <a:pt x="774" y="298"/>
                        <a:pt x="632" y="478"/>
                      </a:cubicBezTo>
                      <a:cubicBezTo>
                        <a:pt x="503" y="646"/>
                        <a:pt x="413" y="840"/>
                        <a:pt x="361" y="1046"/>
                      </a:cubicBezTo>
                      <a:cubicBezTo>
                        <a:pt x="348" y="1149"/>
                        <a:pt x="335" y="1239"/>
                        <a:pt x="335" y="1342"/>
                      </a:cubicBezTo>
                      <a:lnTo>
                        <a:pt x="335" y="1407"/>
                      </a:lnTo>
                      <a:lnTo>
                        <a:pt x="335" y="1446"/>
                      </a:lnTo>
                      <a:lnTo>
                        <a:pt x="335" y="1471"/>
                      </a:lnTo>
                      <a:cubicBezTo>
                        <a:pt x="348" y="1510"/>
                        <a:pt x="348" y="1562"/>
                        <a:pt x="348" y="1600"/>
                      </a:cubicBezTo>
                      <a:cubicBezTo>
                        <a:pt x="361" y="1742"/>
                        <a:pt x="361" y="1897"/>
                        <a:pt x="361" y="2039"/>
                      </a:cubicBezTo>
                      <a:cubicBezTo>
                        <a:pt x="361" y="2155"/>
                        <a:pt x="322" y="2258"/>
                        <a:pt x="271" y="2361"/>
                      </a:cubicBezTo>
                      <a:cubicBezTo>
                        <a:pt x="219" y="2413"/>
                        <a:pt x="155" y="2438"/>
                        <a:pt x="77" y="2438"/>
                      </a:cubicBezTo>
                      <a:lnTo>
                        <a:pt x="168" y="2438"/>
                      </a:lnTo>
                      <a:cubicBezTo>
                        <a:pt x="206" y="2426"/>
                        <a:pt x="258" y="2400"/>
                        <a:pt x="284" y="2374"/>
                      </a:cubicBezTo>
                      <a:cubicBezTo>
                        <a:pt x="361" y="2284"/>
                        <a:pt x="413" y="2168"/>
                        <a:pt x="426" y="2039"/>
                      </a:cubicBezTo>
                      <a:cubicBezTo>
                        <a:pt x="451" y="1884"/>
                        <a:pt x="451" y="1729"/>
                        <a:pt x="451" y="1587"/>
                      </a:cubicBezTo>
                      <a:lnTo>
                        <a:pt x="451" y="1394"/>
                      </a:lnTo>
                      <a:lnTo>
                        <a:pt x="451" y="1330"/>
                      </a:lnTo>
                      <a:cubicBezTo>
                        <a:pt x="464" y="1239"/>
                        <a:pt x="477" y="1149"/>
                        <a:pt x="490" y="1072"/>
                      </a:cubicBezTo>
                      <a:cubicBezTo>
                        <a:pt x="542" y="891"/>
                        <a:pt x="619" y="723"/>
                        <a:pt x="748" y="582"/>
                      </a:cubicBezTo>
                      <a:cubicBezTo>
                        <a:pt x="877" y="427"/>
                        <a:pt x="1044" y="311"/>
                        <a:pt x="1225" y="246"/>
                      </a:cubicBezTo>
                      <a:cubicBezTo>
                        <a:pt x="1322" y="208"/>
                        <a:pt x="1422" y="188"/>
                        <a:pt x="1520" y="188"/>
                      </a:cubicBezTo>
                      <a:cubicBezTo>
                        <a:pt x="1618" y="188"/>
                        <a:pt x="1715" y="208"/>
                        <a:pt x="1805" y="246"/>
                      </a:cubicBezTo>
                      <a:cubicBezTo>
                        <a:pt x="1896" y="272"/>
                        <a:pt x="1973" y="337"/>
                        <a:pt x="2037" y="401"/>
                      </a:cubicBezTo>
                      <a:cubicBezTo>
                        <a:pt x="2102" y="478"/>
                        <a:pt x="2141" y="556"/>
                        <a:pt x="2166" y="646"/>
                      </a:cubicBezTo>
                      <a:cubicBezTo>
                        <a:pt x="2218" y="827"/>
                        <a:pt x="2179" y="1020"/>
                        <a:pt x="2076" y="1175"/>
                      </a:cubicBezTo>
                      <a:cubicBezTo>
                        <a:pt x="2050" y="1201"/>
                        <a:pt x="2012" y="1239"/>
                        <a:pt x="1986" y="1265"/>
                      </a:cubicBezTo>
                      <a:lnTo>
                        <a:pt x="1973" y="1278"/>
                      </a:lnTo>
                      <a:lnTo>
                        <a:pt x="1934" y="1291"/>
                      </a:lnTo>
                      <a:cubicBezTo>
                        <a:pt x="1921" y="1304"/>
                        <a:pt x="1908" y="1317"/>
                        <a:pt x="1883" y="1317"/>
                      </a:cubicBezTo>
                      <a:cubicBezTo>
                        <a:pt x="1825" y="1346"/>
                        <a:pt x="1767" y="1360"/>
                        <a:pt x="1709" y="1360"/>
                      </a:cubicBezTo>
                      <a:cubicBezTo>
                        <a:pt x="1689" y="1360"/>
                        <a:pt x="1670" y="1359"/>
                        <a:pt x="1651" y="1355"/>
                      </a:cubicBezTo>
                      <a:cubicBezTo>
                        <a:pt x="1496" y="1317"/>
                        <a:pt x="1354" y="1213"/>
                        <a:pt x="1289" y="1072"/>
                      </a:cubicBezTo>
                      <a:cubicBezTo>
                        <a:pt x="1225" y="956"/>
                        <a:pt x="1251" y="801"/>
                        <a:pt x="1341" y="711"/>
                      </a:cubicBezTo>
                      <a:cubicBezTo>
                        <a:pt x="1354" y="698"/>
                        <a:pt x="1367" y="685"/>
                        <a:pt x="1380" y="672"/>
                      </a:cubicBezTo>
                      <a:lnTo>
                        <a:pt x="1393" y="659"/>
                      </a:lnTo>
                      <a:cubicBezTo>
                        <a:pt x="1406" y="659"/>
                        <a:pt x="1406" y="646"/>
                        <a:pt x="1406" y="646"/>
                      </a:cubicBezTo>
                      <a:cubicBezTo>
                        <a:pt x="1431" y="633"/>
                        <a:pt x="1457" y="620"/>
                        <a:pt x="1483" y="607"/>
                      </a:cubicBezTo>
                      <a:cubicBezTo>
                        <a:pt x="1498" y="604"/>
                        <a:pt x="1512" y="602"/>
                        <a:pt x="1526" y="602"/>
                      </a:cubicBezTo>
                      <a:cubicBezTo>
                        <a:pt x="1558" y="602"/>
                        <a:pt x="1588" y="611"/>
                        <a:pt x="1625" y="620"/>
                      </a:cubicBezTo>
                      <a:cubicBezTo>
                        <a:pt x="1663" y="646"/>
                        <a:pt x="1689" y="672"/>
                        <a:pt x="1702" y="711"/>
                      </a:cubicBezTo>
                      <a:cubicBezTo>
                        <a:pt x="1715" y="736"/>
                        <a:pt x="1728" y="762"/>
                        <a:pt x="1715" y="788"/>
                      </a:cubicBezTo>
                      <a:cubicBezTo>
                        <a:pt x="1715" y="814"/>
                        <a:pt x="1715" y="827"/>
                        <a:pt x="1702" y="852"/>
                      </a:cubicBezTo>
                      <a:cubicBezTo>
                        <a:pt x="1741" y="801"/>
                        <a:pt x="1754" y="749"/>
                        <a:pt x="1728" y="685"/>
                      </a:cubicBezTo>
                      <a:cubicBezTo>
                        <a:pt x="1715" y="646"/>
                        <a:pt x="1676" y="607"/>
                        <a:pt x="1638" y="582"/>
                      </a:cubicBezTo>
                      <a:cubicBezTo>
                        <a:pt x="1600" y="563"/>
                        <a:pt x="1562" y="551"/>
                        <a:pt x="1519" y="551"/>
                      </a:cubicBezTo>
                      <a:cubicBezTo>
                        <a:pt x="1504" y="551"/>
                        <a:pt x="1487" y="552"/>
                        <a:pt x="1470" y="556"/>
                      </a:cubicBezTo>
                      <a:cubicBezTo>
                        <a:pt x="1431" y="556"/>
                        <a:pt x="1406" y="569"/>
                        <a:pt x="1380" y="582"/>
                      </a:cubicBezTo>
                      <a:lnTo>
                        <a:pt x="1354" y="595"/>
                      </a:lnTo>
                      <a:lnTo>
                        <a:pt x="1328" y="607"/>
                      </a:lnTo>
                      <a:cubicBezTo>
                        <a:pt x="1315" y="620"/>
                        <a:pt x="1302" y="633"/>
                        <a:pt x="1289" y="646"/>
                      </a:cubicBezTo>
                      <a:cubicBezTo>
                        <a:pt x="1238" y="698"/>
                        <a:pt x="1186" y="775"/>
                        <a:pt x="1161" y="852"/>
                      </a:cubicBezTo>
                      <a:cubicBezTo>
                        <a:pt x="1148" y="930"/>
                        <a:pt x="1148" y="1033"/>
                        <a:pt x="1173" y="1110"/>
                      </a:cubicBezTo>
                      <a:cubicBezTo>
                        <a:pt x="1251" y="1304"/>
                        <a:pt x="1418" y="1446"/>
                        <a:pt x="1612" y="1497"/>
                      </a:cubicBezTo>
                      <a:cubicBezTo>
                        <a:pt x="1653" y="1506"/>
                        <a:pt x="1694" y="1511"/>
                        <a:pt x="1735" y="1511"/>
                      </a:cubicBezTo>
                      <a:cubicBezTo>
                        <a:pt x="1808" y="1511"/>
                        <a:pt x="1880" y="1496"/>
                        <a:pt x="1947" y="1471"/>
                      </a:cubicBezTo>
                      <a:cubicBezTo>
                        <a:pt x="1973" y="1458"/>
                        <a:pt x="2012" y="1446"/>
                        <a:pt x="2037" y="1433"/>
                      </a:cubicBezTo>
                      <a:lnTo>
                        <a:pt x="2063" y="1420"/>
                      </a:lnTo>
                      <a:lnTo>
                        <a:pt x="2076" y="1420"/>
                      </a:lnTo>
                      <a:lnTo>
                        <a:pt x="2089" y="1407"/>
                      </a:lnTo>
                      <a:cubicBezTo>
                        <a:pt x="2141" y="1368"/>
                        <a:pt x="2179" y="1330"/>
                        <a:pt x="2218" y="1278"/>
                      </a:cubicBezTo>
                      <a:cubicBezTo>
                        <a:pt x="2295" y="1188"/>
                        <a:pt x="2347" y="1072"/>
                        <a:pt x="2373" y="956"/>
                      </a:cubicBezTo>
                      <a:cubicBezTo>
                        <a:pt x="2398" y="840"/>
                        <a:pt x="2398" y="711"/>
                        <a:pt x="2360" y="595"/>
                      </a:cubicBezTo>
                      <a:cubicBezTo>
                        <a:pt x="2308" y="350"/>
                        <a:pt x="2128" y="143"/>
                        <a:pt x="1883" y="53"/>
                      </a:cubicBezTo>
                      <a:cubicBezTo>
                        <a:pt x="1776" y="17"/>
                        <a:pt x="1667" y="1"/>
                        <a:pt x="15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4046775" y="3579750"/>
                  <a:ext cx="15800" cy="39350"/>
                </a:xfrm>
                <a:custGeom>
                  <a:avLst/>
                  <a:gdLst/>
                  <a:ahLst/>
                  <a:cxnLst/>
                  <a:rect l="l" t="t" r="r" b="b"/>
                  <a:pathLst>
                    <a:path w="632" h="1574" extrusionOk="0">
                      <a:moveTo>
                        <a:pt x="580" y="0"/>
                      </a:moveTo>
                      <a:lnTo>
                        <a:pt x="529" y="65"/>
                      </a:lnTo>
                      <a:lnTo>
                        <a:pt x="503" y="103"/>
                      </a:lnTo>
                      <a:lnTo>
                        <a:pt x="477" y="142"/>
                      </a:lnTo>
                      <a:cubicBezTo>
                        <a:pt x="477" y="155"/>
                        <a:pt x="464" y="181"/>
                        <a:pt x="451" y="194"/>
                      </a:cubicBezTo>
                      <a:lnTo>
                        <a:pt x="426" y="258"/>
                      </a:lnTo>
                      <a:cubicBezTo>
                        <a:pt x="413" y="310"/>
                        <a:pt x="400" y="361"/>
                        <a:pt x="400" y="413"/>
                      </a:cubicBezTo>
                      <a:cubicBezTo>
                        <a:pt x="387" y="465"/>
                        <a:pt x="387" y="516"/>
                        <a:pt x="387" y="568"/>
                      </a:cubicBezTo>
                      <a:cubicBezTo>
                        <a:pt x="387" y="632"/>
                        <a:pt x="387" y="684"/>
                        <a:pt x="400" y="748"/>
                      </a:cubicBezTo>
                      <a:lnTo>
                        <a:pt x="413" y="903"/>
                      </a:lnTo>
                      <a:cubicBezTo>
                        <a:pt x="426" y="955"/>
                        <a:pt x="426" y="1006"/>
                        <a:pt x="413" y="1058"/>
                      </a:cubicBezTo>
                      <a:cubicBezTo>
                        <a:pt x="413" y="1083"/>
                        <a:pt x="413" y="1109"/>
                        <a:pt x="400" y="1122"/>
                      </a:cubicBezTo>
                      <a:cubicBezTo>
                        <a:pt x="400" y="1148"/>
                        <a:pt x="387" y="1174"/>
                        <a:pt x="387" y="1200"/>
                      </a:cubicBezTo>
                      <a:cubicBezTo>
                        <a:pt x="361" y="1238"/>
                        <a:pt x="348" y="1277"/>
                        <a:pt x="322" y="1316"/>
                      </a:cubicBezTo>
                      <a:cubicBezTo>
                        <a:pt x="310" y="1328"/>
                        <a:pt x="297" y="1341"/>
                        <a:pt x="284" y="1367"/>
                      </a:cubicBezTo>
                      <a:cubicBezTo>
                        <a:pt x="271" y="1380"/>
                        <a:pt x="258" y="1393"/>
                        <a:pt x="232" y="1406"/>
                      </a:cubicBezTo>
                      <a:cubicBezTo>
                        <a:pt x="219" y="1419"/>
                        <a:pt x="206" y="1432"/>
                        <a:pt x="193" y="1445"/>
                      </a:cubicBezTo>
                      <a:cubicBezTo>
                        <a:pt x="181" y="1457"/>
                        <a:pt x="168" y="1470"/>
                        <a:pt x="155" y="1470"/>
                      </a:cubicBezTo>
                      <a:cubicBezTo>
                        <a:pt x="129" y="1496"/>
                        <a:pt x="103" y="1509"/>
                        <a:pt x="77" y="1522"/>
                      </a:cubicBezTo>
                      <a:lnTo>
                        <a:pt x="0" y="1573"/>
                      </a:lnTo>
                      <a:lnTo>
                        <a:pt x="103" y="1573"/>
                      </a:lnTo>
                      <a:cubicBezTo>
                        <a:pt x="129" y="1573"/>
                        <a:pt x="168" y="1573"/>
                        <a:pt x="193" y="1561"/>
                      </a:cubicBezTo>
                      <a:cubicBezTo>
                        <a:pt x="245" y="1548"/>
                        <a:pt x="284" y="1535"/>
                        <a:pt x="322" y="1522"/>
                      </a:cubicBezTo>
                      <a:cubicBezTo>
                        <a:pt x="361" y="1496"/>
                        <a:pt x="413" y="1457"/>
                        <a:pt x="451" y="1432"/>
                      </a:cubicBezTo>
                      <a:cubicBezTo>
                        <a:pt x="490" y="1380"/>
                        <a:pt x="529" y="1341"/>
                        <a:pt x="555" y="1277"/>
                      </a:cubicBezTo>
                      <a:cubicBezTo>
                        <a:pt x="593" y="1225"/>
                        <a:pt x="619" y="1161"/>
                        <a:pt x="619" y="1096"/>
                      </a:cubicBezTo>
                      <a:cubicBezTo>
                        <a:pt x="632" y="1032"/>
                        <a:pt x="632" y="967"/>
                        <a:pt x="619" y="903"/>
                      </a:cubicBezTo>
                      <a:cubicBezTo>
                        <a:pt x="619" y="838"/>
                        <a:pt x="606" y="774"/>
                        <a:pt x="593" y="722"/>
                      </a:cubicBezTo>
                      <a:cubicBezTo>
                        <a:pt x="593" y="671"/>
                        <a:pt x="593" y="619"/>
                        <a:pt x="567" y="568"/>
                      </a:cubicBezTo>
                      <a:cubicBezTo>
                        <a:pt x="555" y="516"/>
                        <a:pt x="555" y="465"/>
                        <a:pt x="555" y="413"/>
                      </a:cubicBezTo>
                      <a:lnTo>
                        <a:pt x="555" y="284"/>
                      </a:lnTo>
                      <a:lnTo>
                        <a:pt x="555" y="220"/>
                      </a:lnTo>
                      <a:lnTo>
                        <a:pt x="555" y="168"/>
                      </a:lnTo>
                      <a:cubicBezTo>
                        <a:pt x="555" y="142"/>
                        <a:pt x="567" y="103"/>
                        <a:pt x="567" y="78"/>
                      </a:cubicBezTo>
                      <a:cubicBezTo>
                        <a:pt x="580" y="26"/>
                        <a:pt x="580" y="0"/>
                        <a:pt x="5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4085125" y="3523325"/>
                  <a:ext cx="61600" cy="60300"/>
                </a:xfrm>
                <a:custGeom>
                  <a:avLst/>
                  <a:gdLst/>
                  <a:ahLst/>
                  <a:cxnLst/>
                  <a:rect l="l" t="t" r="r" b="b"/>
                  <a:pathLst>
                    <a:path w="2464" h="2412" extrusionOk="0">
                      <a:moveTo>
                        <a:pt x="2425" y="1"/>
                      </a:moveTo>
                      <a:lnTo>
                        <a:pt x="2425" y="27"/>
                      </a:lnTo>
                      <a:cubicBezTo>
                        <a:pt x="2438" y="39"/>
                        <a:pt x="2438" y="52"/>
                        <a:pt x="2438" y="78"/>
                      </a:cubicBezTo>
                      <a:cubicBezTo>
                        <a:pt x="2438" y="117"/>
                        <a:pt x="2438" y="143"/>
                        <a:pt x="2438" y="181"/>
                      </a:cubicBezTo>
                      <a:cubicBezTo>
                        <a:pt x="2430" y="204"/>
                        <a:pt x="2423" y="226"/>
                        <a:pt x="2410" y="249"/>
                      </a:cubicBezTo>
                      <a:lnTo>
                        <a:pt x="2410" y="249"/>
                      </a:lnTo>
                      <a:cubicBezTo>
                        <a:pt x="2448" y="204"/>
                        <a:pt x="2463" y="151"/>
                        <a:pt x="2463" y="91"/>
                      </a:cubicBezTo>
                      <a:cubicBezTo>
                        <a:pt x="2463" y="78"/>
                        <a:pt x="2463" y="52"/>
                        <a:pt x="2463" y="39"/>
                      </a:cubicBezTo>
                      <a:lnTo>
                        <a:pt x="2425" y="1"/>
                      </a:lnTo>
                      <a:close/>
                      <a:moveTo>
                        <a:pt x="2410" y="249"/>
                      </a:moveTo>
                      <a:cubicBezTo>
                        <a:pt x="2400" y="261"/>
                        <a:pt x="2387" y="273"/>
                        <a:pt x="2373" y="284"/>
                      </a:cubicBezTo>
                      <a:cubicBezTo>
                        <a:pt x="2283" y="336"/>
                        <a:pt x="2180" y="375"/>
                        <a:pt x="2064" y="375"/>
                      </a:cubicBezTo>
                      <a:cubicBezTo>
                        <a:pt x="1922" y="375"/>
                        <a:pt x="1767" y="375"/>
                        <a:pt x="1625" y="362"/>
                      </a:cubicBezTo>
                      <a:lnTo>
                        <a:pt x="1496" y="349"/>
                      </a:lnTo>
                      <a:lnTo>
                        <a:pt x="1354" y="349"/>
                      </a:lnTo>
                      <a:cubicBezTo>
                        <a:pt x="1264" y="349"/>
                        <a:pt x="1161" y="362"/>
                        <a:pt x="1071" y="375"/>
                      </a:cubicBezTo>
                      <a:cubicBezTo>
                        <a:pt x="864" y="413"/>
                        <a:pt x="671" y="504"/>
                        <a:pt x="503" y="646"/>
                      </a:cubicBezTo>
                      <a:cubicBezTo>
                        <a:pt x="310" y="774"/>
                        <a:pt x="181" y="968"/>
                        <a:pt x="91" y="1187"/>
                      </a:cubicBezTo>
                      <a:cubicBezTo>
                        <a:pt x="13" y="1419"/>
                        <a:pt x="1" y="1664"/>
                        <a:pt x="78" y="1896"/>
                      </a:cubicBezTo>
                      <a:cubicBezTo>
                        <a:pt x="168" y="2141"/>
                        <a:pt x="374" y="2322"/>
                        <a:pt x="619" y="2386"/>
                      </a:cubicBezTo>
                      <a:cubicBezTo>
                        <a:pt x="680" y="2403"/>
                        <a:pt x="742" y="2411"/>
                        <a:pt x="804" y="2411"/>
                      </a:cubicBezTo>
                      <a:cubicBezTo>
                        <a:pt x="981" y="2411"/>
                        <a:pt x="1160" y="2346"/>
                        <a:pt x="1303" y="2232"/>
                      </a:cubicBezTo>
                      <a:cubicBezTo>
                        <a:pt x="1342" y="2193"/>
                        <a:pt x="1393" y="2154"/>
                        <a:pt x="1419" y="2115"/>
                      </a:cubicBezTo>
                      <a:lnTo>
                        <a:pt x="1432" y="2090"/>
                      </a:lnTo>
                      <a:lnTo>
                        <a:pt x="1458" y="2051"/>
                      </a:lnTo>
                      <a:cubicBezTo>
                        <a:pt x="1470" y="2025"/>
                        <a:pt x="1483" y="1999"/>
                        <a:pt x="1496" y="1974"/>
                      </a:cubicBezTo>
                      <a:cubicBezTo>
                        <a:pt x="1535" y="1858"/>
                        <a:pt x="1548" y="1742"/>
                        <a:pt x="1509" y="1638"/>
                      </a:cubicBezTo>
                      <a:cubicBezTo>
                        <a:pt x="1470" y="1432"/>
                        <a:pt x="1329" y="1277"/>
                        <a:pt x="1135" y="1200"/>
                      </a:cubicBezTo>
                      <a:cubicBezTo>
                        <a:pt x="1079" y="1184"/>
                        <a:pt x="1024" y="1173"/>
                        <a:pt x="968" y="1173"/>
                      </a:cubicBezTo>
                      <a:cubicBezTo>
                        <a:pt x="933" y="1173"/>
                        <a:pt x="899" y="1177"/>
                        <a:pt x="864" y="1187"/>
                      </a:cubicBezTo>
                      <a:cubicBezTo>
                        <a:pt x="787" y="1213"/>
                        <a:pt x="723" y="1252"/>
                        <a:pt x="671" y="1316"/>
                      </a:cubicBezTo>
                      <a:cubicBezTo>
                        <a:pt x="658" y="1329"/>
                        <a:pt x="645" y="1342"/>
                        <a:pt x="632" y="1355"/>
                      </a:cubicBezTo>
                      <a:lnTo>
                        <a:pt x="619" y="1381"/>
                      </a:lnTo>
                      <a:cubicBezTo>
                        <a:pt x="607" y="1381"/>
                        <a:pt x="607" y="1393"/>
                        <a:pt x="607" y="1393"/>
                      </a:cubicBezTo>
                      <a:cubicBezTo>
                        <a:pt x="594" y="1432"/>
                        <a:pt x="581" y="1458"/>
                        <a:pt x="568" y="1497"/>
                      </a:cubicBezTo>
                      <a:cubicBezTo>
                        <a:pt x="555" y="1548"/>
                        <a:pt x="568" y="1613"/>
                        <a:pt x="607" y="1664"/>
                      </a:cubicBezTo>
                      <a:cubicBezTo>
                        <a:pt x="632" y="1703"/>
                        <a:pt x="671" y="1729"/>
                        <a:pt x="710" y="1754"/>
                      </a:cubicBezTo>
                      <a:lnTo>
                        <a:pt x="813" y="1754"/>
                      </a:lnTo>
                      <a:cubicBezTo>
                        <a:pt x="826" y="1742"/>
                        <a:pt x="852" y="1729"/>
                        <a:pt x="864" y="1729"/>
                      </a:cubicBezTo>
                      <a:lnTo>
                        <a:pt x="877" y="1716"/>
                      </a:lnTo>
                      <a:lnTo>
                        <a:pt x="864" y="1716"/>
                      </a:lnTo>
                      <a:cubicBezTo>
                        <a:pt x="852" y="1716"/>
                        <a:pt x="826" y="1729"/>
                        <a:pt x="813" y="1729"/>
                      </a:cubicBezTo>
                      <a:cubicBezTo>
                        <a:pt x="774" y="1729"/>
                        <a:pt x="748" y="1729"/>
                        <a:pt x="723" y="1716"/>
                      </a:cubicBezTo>
                      <a:cubicBezTo>
                        <a:pt x="684" y="1703"/>
                        <a:pt x="658" y="1664"/>
                        <a:pt x="632" y="1638"/>
                      </a:cubicBezTo>
                      <a:cubicBezTo>
                        <a:pt x="619" y="1587"/>
                        <a:pt x="607" y="1535"/>
                        <a:pt x="619" y="1497"/>
                      </a:cubicBezTo>
                      <a:cubicBezTo>
                        <a:pt x="632" y="1471"/>
                        <a:pt x="645" y="1445"/>
                        <a:pt x="658" y="1419"/>
                      </a:cubicBezTo>
                      <a:lnTo>
                        <a:pt x="671" y="1406"/>
                      </a:lnTo>
                      <a:lnTo>
                        <a:pt x="684" y="1393"/>
                      </a:lnTo>
                      <a:cubicBezTo>
                        <a:pt x="697" y="1381"/>
                        <a:pt x="710" y="1368"/>
                        <a:pt x="723" y="1355"/>
                      </a:cubicBezTo>
                      <a:cubicBezTo>
                        <a:pt x="761" y="1316"/>
                        <a:pt x="826" y="1290"/>
                        <a:pt x="877" y="1277"/>
                      </a:cubicBezTo>
                      <a:cubicBezTo>
                        <a:pt x="906" y="1273"/>
                        <a:pt x="932" y="1270"/>
                        <a:pt x="958" y="1270"/>
                      </a:cubicBezTo>
                      <a:cubicBezTo>
                        <a:pt x="1002" y="1270"/>
                        <a:pt x="1043" y="1279"/>
                        <a:pt x="1084" y="1303"/>
                      </a:cubicBezTo>
                      <a:cubicBezTo>
                        <a:pt x="1225" y="1368"/>
                        <a:pt x="1329" y="1497"/>
                        <a:pt x="1354" y="1651"/>
                      </a:cubicBezTo>
                      <a:cubicBezTo>
                        <a:pt x="1367" y="1742"/>
                        <a:pt x="1367" y="1819"/>
                        <a:pt x="1329" y="1896"/>
                      </a:cubicBezTo>
                      <a:cubicBezTo>
                        <a:pt x="1316" y="1909"/>
                        <a:pt x="1303" y="1922"/>
                        <a:pt x="1303" y="1948"/>
                      </a:cubicBezTo>
                      <a:lnTo>
                        <a:pt x="1277" y="1974"/>
                      </a:lnTo>
                      <a:lnTo>
                        <a:pt x="1264" y="1987"/>
                      </a:lnTo>
                      <a:cubicBezTo>
                        <a:pt x="1238" y="2025"/>
                        <a:pt x="1213" y="2051"/>
                        <a:pt x="1174" y="2090"/>
                      </a:cubicBezTo>
                      <a:cubicBezTo>
                        <a:pt x="1065" y="2162"/>
                        <a:pt x="938" y="2203"/>
                        <a:pt x="813" y="2203"/>
                      </a:cubicBezTo>
                      <a:cubicBezTo>
                        <a:pt x="760" y="2203"/>
                        <a:pt x="708" y="2195"/>
                        <a:pt x="658" y="2180"/>
                      </a:cubicBezTo>
                      <a:cubicBezTo>
                        <a:pt x="555" y="2154"/>
                        <a:pt x="478" y="2115"/>
                        <a:pt x="413" y="2051"/>
                      </a:cubicBezTo>
                      <a:cubicBezTo>
                        <a:pt x="336" y="1987"/>
                        <a:pt x="284" y="1909"/>
                        <a:pt x="246" y="1819"/>
                      </a:cubicBezTo>
                      <a:cubicBezTo>
                        <a:pt x="181" y="1626"/>
                        <a:pt x="181" y="1419"/>
                        <a:pt x="246" y="1239"/>
                      </a:cubicBezTo>
                      <a:cubicBezTo>
                        <a:pt x="310" y="1045"/>
                        <a:pt x="426" y="891"/>
                        <a:pt x="581" y="762"/>
                      </a:cubicBezTo>
                      <a:cubicBezTo>
                        <a:pt x="723" y="633"/>
                        <a:pt x="890" y="555"/>
                        <a:pt x="1084" y="504"/>
                      </a:cubicBezTo>
                      <a:cubicBezTo>
                        <a:pt x="1161" y="478"/>
                        <a:pt x="1251" y="465"/>
                        <a:pt x="1342" y="465"/>
                      </a:cubicBezTo>
                      <a:lnTo>
                        <a:pt x="1599" y="465"/>
                      </a:lnTo>
                      <a:cubicBezTo>
                        <a:pt x="1741" y="465"/>
                        <a:pt x="1896" y="452"/>
                        <a:pt x="2051" y="439"/>
                      </a:cubicBezTo>
                      <a:cubicBezTo>
                        <a:pt x="2167" y="426"/>
                        <a:pt x="2283" y="375"/>
                        <a:pt x="2373" y="297"/>
                      </a:cubicBezTo>
                      <a:cubicBezTo>
                        <a:pt x="2389" y="281"/>
                        <a:pt x="2401" y="265"/>
                        <a:pt x="2410" y="24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4093175" y="3532675"/>
                  <a:ext cx="39350" cy="15325"/>
                </a:xfrm>
                <a:custGeom>
                  <a:avLst/>
                  <a:gdLst/>
                  <a:ahLst/>
                  <a:cxnLst/>
                  <a:rect l="l" t="t" r="r" b="b"/>
                  <a:pathLst>
                    <a:path w="1574" h="613" extrusionOk="0">
                      <a:moveTo>
                        <a:pt x="1574" y="1"/>
                      </a:moveTo>
                      <a:lnTo>
                        <a:pt x="1522" y="65"/>
                      </a:lnTo>
                      <a:cubicBezTo>
                        <a:pt x="1510" y="78"/>
                        <a:pt x="1497" y="104"/>
                        <a:pt x="1471" y="143"/>
                      </a:cubicBezTo>
                      <a:cubicBezTo>
                        <a:pt x="1471" y="155"/>
                        <a:pt x="1458" y="168"/>
                        <a:pt x="1445" y="181"/>
                      </a:cubicBezTo>
                      <a:cubicBezTo>
                        <a:pt x="1432" y="194"/>
                        <a:pt x="1419" y="207"/>
                        <a:pt x="1406" y="220"/>
                      </a:cubicBezTo>
                      <a:lnTo>
                        <a:pt x="1355" y="272"/>
                      </a:lnTo>
                      <a:cubicBezTo>
                        <a:pt x="1342" y="284"/>
                        <a:pt x="1329" y="297"/>
                        <a:pt x="1316" y="310"/>
                      </a:cubicBezTo>
                      <a:cubicBezTo>
                        <a:pt x="1277" y="336"/>
                        <a:pt x="1239" y="349"/>
                        <a:pt x="1187" y="375"/>
                      </a:cubicBezTo>
                      <a:cubicBezTo>
                        <a:pt x="1174" y="375"/>
                        <a:pt x="1148" y="388"/>
                        <a:pt x="1123" y="388"/>
                      </a:cubicBezTo>
                      <a:cubicBezTo>
                        <a:pt x="1097" y="388"/>
                        <a:pt x="1084" y="400"/>
                        <a:pt x="1058" y="400"/>
                      </a:cubicBezTo>
                      <a:lnTo>
                        <a:pt x="903" y="400"/>
                      </a:lnTo>
                      <a:lnTo>
                        <a:pt x="749" y="375"/>
                      </a:lnTo>
                      <a:lnTo>
                        <a:pt x="568" y="375"/>
                      </a:lnTo>
                      <a:cubicBezTo>
                        <a:pt x="551" y="370"/>
                        <a:pt x="534" y="369"/>
                        <a:pt x="517" y="369"/>
                      </a:cubicBezTo>
                      <a:cubicBezTo>
                        <a:pt x="482" y="369"/>
                        <a:pt x="448" y="375"/>
                        <a:pt x="414" y="375"/>
                      </a:cubicBezTo>
                      <a:cubicBezTo>
                        <a:pt x="362" y="388"/>
                        <a:pt x="310" y="400"/>
                        <a:pt x="259" y="413"/>
                      </a:cubicBezTo>
                      <a:lnTo>
                        <a:pt x="194" y="439"/>
                      </a:lnTo>
                      <a:cubicBezTo>
                        <a:pt x="181" y="452"/>
                        <a:pt x="156" y="465"/>
                        <a:pt x="143" y="465"/>
                      </a:cubicBezTo>
                      <a:lnTo>
                        <a:pt x="104" y="491"/>
                      </a:lnTo>
                      <a:cubicBezTo>
                        <a:pt x="91" y="504"/>
                        <a:pt x="78" y="504"/>
                        <a:pt x="65" y="517"/>
                      </a:cubicBezTo>
                      <a:cubicBezTo>
                        <a:pt x="40" y="529"/>
                        <a:pt x="14" y="555"/>
                        <a:pt x="1" y="568"/>
                      </a:cubicBezTo>
                      <a:lnTo>
                        <a:pt x="78" y="555"/>
                      </a:lnTo>
                      <a:cubicBezTo>
                        <a:pt x="104" y="542"/>
                        <a:pt x="143" y="542"/>
                        <a:pt x="169" y="542"/>
                      </a:cubicBezTo>
                      <a:lnTo>
                        <a:pt x="414" y="542"/>
                      </a:lnTo>
                      <a:cubicBezTo>
                        <a:pt x="465" y="542"/>
                        <a:pt x="504" y="555"/>
                        <a:pt x="568" y="555"/>
                      </a:cubicBezTo>
                      <a:cubicBezTo>
                        <a:pt x="620" y="568"/>
                        <a:pt x="671" y="568"/>
                        <a:pt x="723" y="581"/>
                      </a:cubicBezTo>
                      <a:cubicBezTo>
                        <a:pt x="787" y="594"/>
                        <a:pt x="839" y="607"/>
                        <a:pt x="903" y="607"/>
                      </a:cubicBezTo>
                      <a:cubicBezTo>
                        <a:pt x="925" y="611"/>
                        <a:pt x="946" y="613"/>
                        <a:pt x="968" y="613"/>
                      </a:cubicBezTo>
                      <a:cubicBezTo>
                        <a:pt x="1011" y="613"/>
                        <a:pt x="1054" y="607"/>
                        <a:pt x="1097" y="607"/>
                      </a:cubicBezTo>
                      <a:cubicBezTo>
                        <a:pt x="1226" y="581"/>
                        <a:pt x="1329" y="517"/>
                        <a:pt x="1419" y="426"/>
                      </a:cubicBezTo>
                      <a:cubicBezTo>
                        <a:pt x="1458" y="388"/>
                        <a:pt x="1484" y="349"/>
                        <a:pt x="1510" y="297"/>
                      </a:cubicBezTo>
                      <a:cubicBezTo>
                        <a:pt x="1535" y="259"/>
                        <a:pt x="1548" y="220"/>
                        <a:pt x="1561" y="181"/>
                      </a:cubicBezTo>
                      <a:cubicBezTo>
                        <a:pt x="1561" y="143"/>
                        <a:pt x="1574" y="117"/>
                        <a:pt x="1574" y="78"/>
                      </a:cubicBezTo>
                      <a:lnTo>
                        <a:pt x="1574" y="14"/>
                      </a:lnTo>
                      <a:lnTo>
                        <a:pt x="15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4074425" y="3588300"/>
                  <a:ext cx="7750" cy="5375"/>
                </a:xfrm>
                <a:custGeom>
                  <a:avLst/>
                  <a:gdLst/>
                  <a:ahLst/>
                  <a:cxnLst/>
                  <a:rect l="l" t="t" r="r" b="b"/>
                  <a:pathLst>
                    <a:path w="310" h="215" extrusionOk="0">
                      <a:moveTo>
                        <a:pt x="147" y="1"/>
                      </a:moveTo>
                      <a:cubicBezTo>
                        <a:pt x="66" y="1"/>
                        <a:pt x="0" y="92"/>
                        <a:pt x="42" y="174"/>
                      </a:cubicBezTo>
                      <a:cubicBezTo>
                        <a:pt x="59" y="203"/>
                        <a:pt x="83" y="214"/>
                        <a:pt x="108" y="214"/>
                      </a:cubicBezTo>
                      <a:cubicBezTo>
                        <a:pt x="199" y="214"/>
                        <a:pt x="310" y="70"/>
                        <a:pt x="209" y="19"/>
                      </a:cubicBezTo>
                      <a:cubicBezTo>
                        <a:pt x="189" y="6"/>
                        <a:pt x="168"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4101900" y="3560575"/>
                  <a:ext cx="6450" cy="5325"/>
                </a:xfrm>
                <a:custGeom>
                  <a:avLst/>
                  <a:gdLst/>
                  <a:ahLst/>
                  <a:cxnLst/>
                  <a:rect l="l" t="t" r="r" b="b"/>
                  <a:pathLst>
                    <a:path w="258" h="213" extrusionOk="0">
                      <a:moveTo>
                        <a:pt x="156" y="1"/>
                      </a:moveTo>
                      <a:cubicBezTo>
                        <a:pt x="72" y="1"/>
                        <a:pt x="0" y="92"/>
                        <a:pt x="52" y="174"/>
                      </a:cubicBezTo>
                      <a:cubicBezTo>
                        <a:pt x="77" y="200"/>
                        <a:pt x="106" y="213"/>
                        <a:pt x="135" y="213"/>
                      </a:cubicBezTo>
                      <a:cubicBezTo>
                        <a:pt x="164" y="213"/>
                        <a:pt x="193" y="200"/>
                        <a:pt x="219" y="174"/>
                      </a:cubicBezTo>
                      <a:cubicBezTo>
                        <a:pt x="258" y="136"/>
                        <a:pt x="258" y="58"/>
                        <a:pt x="219" y="19"/>
                      </a:cubicBezTo>
                      <a:cubicBezTo>
                        <a:pt x="199" y="7"/>
                        <a:pt x="177" y="1"/>
                        <a:pt x="1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3" name="Google Shape;93;p2"/>
            <p:cNvGrpSpPr/>
            <p:nvPr/>
          </p:nvGrpSpPr>
          <p:grpSpPr>
            <a:xfrm flipH="1">
              <a:off x="7960325" y="414418"/>
              <a:ext cx="310295" cy="307601"/>
              <a:chOff x="1969331" y="802493"/>
              <a:chExt cx="310295" cy="307601"/>
            </a:xfrm>
          </p:grpSpPr>
          <p:sp>
            <p:nvSpPr>
              <p:cNvPr id="94" name="Google Shape;94;p2"/>
              <p:cNvSpPr/>
              <p:nvPr/>
            </p:nvSpPr>
            <p:spPr>
              <a:xfrm rot="10800000">
                <a:off x="2159912" y="1003137"/>
                <a:ext cx="201" cy="201"/>
              </a:xfrm>
              <a:custGeom>
                <a:avLst/>
                <a:gdLst/>
                <a:ahLst/>
                <a:cxnLst/>
                <a:rect l="l" t="t" r="r" b="b"/>
                <a:pathLst>
                  <a:path w="1" h="1" extrusionOk="0">
                    <a:moveTo>
                      <a:pt x="1" y="0"/>
                    </a:move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 name="Google Shape;95;p2"/>
              <p:cNvGrpSpPr/>
              <p:nvPr/>
            </p:nvGrpSpPr>
            <p:grpSpPr>
              <a:xfrm>
                <a:off x="1969331" y="802493"/>
                <a:ext cx="310295" cy="307601"/>
                <a:chOff x="4037750" y="3523325"/>
                <a:chExt cx="108975" cy="108025"/>
              </a:xfrm>
            </p:grpSpPr>
            <p:sp>
              <p:nvSpPr>
                <p:cNvPr id="96" name="Google Shape;96;p2"/>
                <p:cNvSpPr/>
                <p:nvPr/>
              </p:nvSpPr>
              <p:spPr>
                <a:xfrm>
                  <a:off x="4037750" y="3570375"/>
                  <a:ext cx="59975" cy="60975"/>
                </a:xfrm>
                <a:custGeom>
                  <a:avLst/>
                  <a:gdLst/>
                  <a:ahLst/>
                  <a:cxnLst/>
                  <a:rect l="l" t="t" r="r" b="b"/>
                  <a:pathLst>
                    <a:path w="2399" h="2439" extrusionOk="0">
                      <a:moveTo>
                        <a:pt x="13" y="2426"/>
                      </a:moveTo>
                      <a:lnTo>
                        <a:pt x="0" y="2438"/>
                      </a:lnTo>
                      <a:lnTo>
                        <a:pt x="64" y="2438"/>
                      </a:lnTo>
                      <a:lnTo>
                        <a:pt x="13" y="2426"/>
                      </a:lnTo>
                      <a:close/>
                      <a:moveTo>
                        <a:pt x="1558" y="1"/>
                      </a:moveTo>
                      <a:cubicBezTo>
                        <a:pt x="1429" y="1"/>
                        <a:pt x="1299" y="24"/>
                        <a:pt x="1173" y="66"/>
                      </a:cubicBezTo>
                      <a:cubicBezTo>
                        <a:pt x="954" y="156"/>
                        <a:pt x="774" y="298"/>
                        <a:pt x="632" y="478"/>
                      </a:cubicBezTo>
                      <a:cubicBezTo>
                        <a:pt x="503" y="646"/>
                        <a:pt x="413" y="840"/>
                        <a:pt x="361" y="1046"/>
                      </a:cubicBezTo>
                      <a:cubicBezTo>
                        <a:pt x="348" y="1149"/>
                        <a:pt x="335" y="1239"/>
                        <a:pt x="335" y="1342"/>
                      </a:cubicBezTo>
                      <a:lnTo>
                        <a:pt x="335" y="1407"/>
                      </a:lnTo>
                      <a:lnTo>
                        <a:pt x="335" y="1446"/>
                      </a:lnTo>
                      <a:lnTo>
                        <a:pt x="335" y="1471"/>
                      </a:lnTo>
                      <a:cubicBezTo>
                        <a:pt x="348" y="1510"/>
                        <a:pt x="348" y="1562"/>
                        <a:pt x="348" y="1600"/>
                      </a:cubicBezTo>
                      <a:cubicBezTo>
                        <a:pt x="361" y="1742"/>
                        <a:pt x="361" y="1897"/>
                        <a:pt x="361" y="2039"/>
                      </a:cubicBezTo>
                      <a:cubicBezTo>
                        <a:pt x="361" y="2155"/>
                        <a:pt x="322" y="2258"/>
                        <a:pt x="271" y="2361"/>
                      </a:cubicBezTo>
                      <a:cubicBezTo>
                        <a:pt x="219" y="2413"/>
                        <a:pt x="155" y="2438"/>
                        <a:pt x="77" y="2438"/>
                      </a:cubicBezTo>
                      <a:lnTo>
                        <a:pt x="168" y="2438"/>
                      </a:lnTo>
                      <a:cubicBezTo>
                        <a:pt x="206" y="2426"/>
                        <a:pt x="258" y="2400"/>
                        <a:pt x="284" y="2374"/>
                      </a:cubicBezTo>
                      <a:cubicBezTo>
                        <a:pt x="361" y="2284"/>
                        <a:pt x="413" y="2168"/>
                        <a:pt x="426" y="2039"/>
                      </a:cubicBezTo>
                      <a:cubicBezTo>
                        <a:pt x="451" y="1884"/>
                        <a:pt x="451" y="1729"/>
                        <a:pt x="451" y="1587"/>
                      </a:cubicBezTo>
                      <a:lnTo>
                        <a:pt x="451" y="1394"/>
                      </a:lnTo>
                      <a:lnTo>
                        <a:pt x="451" y="1330"/>
                      </a:lnTo>
                      <a:cubicBezTo>
                        <a:pt x="464" y="1239"/>
                        <a:pt x="477" y="1149"/>
                        <a:pt x="490" y="1072"/>
                      </a:cubicBezTo>
                      <a:cubicBezTo>
                        <a:pt x="542" y="891"/>
                        <a:pt x="619" y="723"/>
                        <a:pt x="748" y="582"/>
                      </a:cubicBezTo>
                      <a:cubicBezTo>
                        <a:pt x="877" y="427"/>
                        <a:pt x="1044" y="311"/>
                        <a:pt x="1225" y="246"/>
                      </a:cubicBezTo>
                      <a:cubicBezTo>
                        <a:pt x="1322" y="208"/>
                        <a:pt x="1422" y="188"/>
                        <a:pt x="1520" y="188"/>
                      </a:cubicBezTo>
                      <a:cubicBezTo>
                        <a:pt x="1618" y="188"/>
                        <a:pt x="1715" y="208"/>
                        <a:pt x="1805" y="246"/>
                      </a:cubicBezTo>
                      <a:cubicBezTo>
                        <a:pt x="1896" y="272"/>
                        <a:pt x="1973" y="337"/>
                        <a:pt x="2037" y="401"/>
                      </a:cubicBezTo>
                      <a:cubicBezTo>
                        <a:pt x="2102" y="478"/>
                        <a:pt x="2141" y="556"/>
                        <a:pt x="2166" y="646"/>
                      </a:cubicBezTo>
                      <a:cubicBezTo>
                        <a:pt x="2218" y="827"/>
                        <a:pt x="2179" y="1020"/>
                        <a:pt x="2076" y="1175"/>
                      </a:cubicBezTo>
                      <a:cubicBezTo>
                        <a:pt x="2050" y="1201"/>
                        <a:pt x="2012" y="1239"/>
                        <a:pt x="1986" y="1265"/>
                      </a:cubicBezTo>
                      <a:lnTo>
                        <a:pt x="1973" y="1278"/>
                      </a:lnTo>
                      <a:lnTo>
                        <a:pt x="1934" y="1291"/>
                      </a:lnTo>
                      <a:cubicBezTo>
                        <a:pt x="1921" y="1304"/>
                        <a:pt x="1908" y="1317"/>
                        <a:pt x="1883" y="1317"/>
                      </a:cubicBezTo>
                      <a:cubicBezTo>
                        <a:pt x="1825" y="1346"/>
                        <a:pt x="1767" y="1360"/>
                        <a:pt x="1709" y="1360"/>
                      </a:cubicBezTo>
                      <a:cubicBezTo>
                        <a:pt x="1689" y="1360"/>
                        <a:pt x="1670" y="1359"/>
                        <a:pt x="1651" y="1355"/>
                      </a:cubicBezTo>
                      <a:cubicBezTo>
                        <a:pt x="1496" y="1317"/>
                        <a:pt x="1354" y="1213"/>
                        <a:pt x="1289" y="1072"/>
                      </a:cubicBezTo>
                      <a:cubicBezTo>
                        <a:pt x="1225" y="956"/>
                        <a:pt x="1251" y="801"/>
                        <a:pt x="1341" y="711"/>
                      </a:cubicBezTo>
                      <a:cubicBezTo>
                        <a:pt x="1354" y="698"/>
                        <a:pt x="1367" y="685"/>
                        <a:pt x="1380" y="672"/>
                      </a:cubicBezTo>
                      <a:lnTo>
                        <a:pt x="1393" y="659"/>
                      </a:lnTo>
                      <a:cubicBezTo>
                        <a:pt x="1406" y="659"/>
                        <a:pt x="1406" y="646"/>
                        <a:pt x="1406" y="646"/>
                      </a:cubicBezTo>
                      <a:cubicBezTo>
                        <a:pt x="1431" y="633"/>
                        <a:pt x="1457" y="620"/>
                        <a:pt x="1483" y="607"/>
                      </a:cubicBezTo>
                      <a:cubicBezTo>
                        <a:pt x="1498" y="604"/>
                        <a:pt x="1512" y="602"/>
                        <a:pt x="1526" y="602"/>
                      </a:cubicBezTo>
                      <a:cubicBezTo>
                        <a:pt x="1558" y="602"/>
                        <a:pt x="1588" y="611"/>
                        <a:pt x="1625" y="620"/>
                      </a:cubicBezTo>
                      <a:cubicBezTo>
                        <a:pt x="1663" y="646"/>
                        <a:pt x="1689" y="672"/>
                        <a:pt x="1702" y="711"/>
                      </a:cubicBezTo>
                      <a:cubicBezTo>
                        <a:pt x="1715" y="736"/>
                        <a:pt x="1728" y="762"/>
                        <a:pt x="1715" y="788"/>
                      </a:cubicBezTo>
                      <a:cubicBezTo>
                        <a:pt x="1715" y="814"/>
                        <a:pt x="1715" y="827"/>
                        <a:pt x="1702" y="852"/>
                      </a:cubicBezTo>
                      <a:cubicBezTo>
                        <a:pt x="1741" y="801"/>
                        <a:pt x="1754" y="749"/>
                        <a:pt x="1728" y="685"/>
                      </a:cubicBezTo>
                      <a:cubicBezTo>
                        <a:pt x="1715" y="646"/>
                        <a:pt x="1676" y="607"/>
                        <a:pt x="1638" y="582"/>
                      </a:cubicBezTo>
                      <a:cubicBezTo>
                        <a:pt x="1600" y="563"/>
                        <a:pt x="1562" y="551"/>
                        <a:pt x="1519" y="551"/>
                      </a:cubicBezTo>
                      <a:cubicBezTo>
                        <a:pt x="1504" y="551"/>
                        <a:pt x="1487" y="552"/>
                        <a:pt x="1470" y="556"/>
                      </a:cubicBezTo>
                      <a:cubicBezTo>
                        <a:pt x="1431" y="556"/>
                        <a:pt x="1406" y="569"/>
                        <a:pt x="1380" y="582"/>
                      </a:cubicBezTo>
                      <a:lnTo>
                        <a:pt x="1354" y="595"/>
                      </a:lnTo>
                      <a:lnTo>
                        <a:pt x="1328" y="607"/>
                      </a:lnTo>
                      <a:cubicBezTo>
                        <a:pt x="1315" y="620"/>
                        <a:pt x="1302" y="633"/>
                        <a:pt x="1289" y="646"/>
                      </a:cubicBezTo>
                      <a:cubicBezTo>
                        <a:pt x="1238" y="698"/>
                        <a:pt x="1186" y="775"/>
                        <a:pt x="1161" y="852"/>
                      </a:cubicBezTo>
                      <a:cubicBezTo>
                        <a:pt x="1148" y="930"/>
                        <a:pt x="1148" y="1033"/>
                        <a:pt x="1173" y="1110"/>
                      </a:cubicBezTo>
                      <a:cubicBezTo>
                        <a:pt x="1251" y="1304"/>
                        <a:pt x="1418" y="1446"/>
                        <a:pt x="1612" y="1497"/>
                      </a:cubicBezTo>
                      <a:cubicBezTo>
                        <a:pt x="1653" y="1506"/>
                        <a:pt x="1694" y="1511"/>
                        <a:pt x="1735" y="1511"/>
                      </a:cubicBezTo>
                      <a:cubicBezTo>
                        <a:pt x="1808" y="1511"/>
                        <a:pt x="1880" y="1496"/>
                        <a:pt x="1947" y="1471"/>
                      </a:cubicBezTo>
                      <a:cubicBezTo>
                        <a:pt x="1973" y="1458"/>
                        <a:pt x="2012" y="1446"/>
                        <a:pt x="2037" y="1433"/>
                      </a:cubicBezTo>
                      <a:lnTo>
                        <a:pt x="2063" y="1420"/>
                      </a:lnTo>
                      <a:lnTo>
                        <a:pt x="2076" y="1420"/>
                      </a:lnTo>
                      <a:lnTo>
                        <a:pt x="2089" y="1407"/>
                      </a:lnTo>
                      <a:cubicBezTo>
                        <a:pt x="2141" y="1368"/>
                        <a:pt x="2179" y="1330"/>
                        <a:pt x="2218" y="1278"/>
                      </a:cubicBezTo>
                      <a:cubicBezTo>
                        <a:pt x="2295" y="1188"/>
                        <a:pt x="2347" y="1072"/>
                        <a:pt x="2373" y="956"/>
                      </a:cubicBezTo>
                      <a:cubicBezTo>
                        <a:pt x="2398" y="840"/>
                        <a:pt x="2398" y="711"/>
                        <a:pt x="2360" y="595"/>
                      </a:cubicBezTo>
                      <a:cubicBezTo>
                        <a:pt x="2308" y="350"/>
                        <a:pt x="2128" y="143"/>
                        <a:pt x="1883" y="53"/>
                      </a:cubicBezTo>
                      <a:cubicBezTo>
                        <a:pt x="1776" y="17"/>
                        <a:pt x="1667" y="1"/>
                        <a:pt x="15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4046775" y="3579750"/>
                  <a:ext cx="15800" cy="39350"/>
                </a:xfrm>
                <a:custGeom>
                  <a:avLst/>
                  <a:gdLst/>
                  <a:ahLst/>
                  <a:cxnLst/>
                  <a:rect l="l" t="t" r="r" b="b"/>
                  <a:pathLst>
                    <a:path w="632" h="1574" extrusionOk="0">
                      <a:moveTo>
                        <a:pt x="580" y="0"/>
                      </a:moveTo>
                      <a:lnTo>
                        <a:pt x="529" y="65"/>
                      </a:lnTo>
                      <a:lnTo>
                        <a:pt x="503" y="103"/>
                      </a:lnTo>
                      <a:lnTo>
                        <a:pt x="477" y="142"/>
                      </a:lnTo>
                      <a:cubicBezTo>
                        <a:pt x="477" y="155"/>
                        <a:pt x="464" y="181"/>
                        <a:pt x="451" y="194"/>
                      </a:cubicBezTo>
                      <a:lnTo>
                        <a:pt x="426" y="258"/>
                      </a:lnTo>
                      <a:cubicBezTo>
                        <a:pt x="413" y="310"/>
                        <a:pt x="400" y="361"/>
                        <a:pt x="400" y="413"/>
                      </a:cubicBezTo>
                      <a:cubicBezTo>
                        <a:pt x="387" y="465"/>
                        <a:pt x="387" y="516"/>
                        <a:pt x="387" y="568"/>
                      </a:cubicBezTo>
                      <a:cubicBezTo>
                        <a:pt x="387" y="632"/>
                        <a:pt x="387" y="684"/>
                        <a:pt x="400" y="748"/>
                      </a:cubicBezTo>
                      <a:lnTo>
                        <a:pt x="413" y="903"/>
                      </a:lnTo>
                      <a:cubicBezTo>
                        <a:pt x="426" y="955"/>
                        <a:pt x="426" y="1006"/>
                        <a:pt x="413" y="1058"/>
                      </a:cubicBezTo>
                      <a:cubicBezTo>
                        <a:pt x="413" y="1083"/>
                        <a:pt x="413" y="1109"/>
                        <a:pt x="400" y="1122"/>
                      </a:cubicBezTo>
                      <a:cubicBezTo>
                        <a:pt x="400" y="1148"/>
                        <a:pt x="387" y="1174"/>
                        <a:pt x="387" y="1200"/>
                      </a:cubicBezTo>
                      <a:cubicBezTo>
                        <a:pt x="361" y="1238"/>
                        <a:pt x="348" y="1277"/>
                        <a:pt x="322" y="1316"/>
                      </a:cubicBezTo>
                      <a:cubicBezTo>
                        <a:pt x="310" y="1328"/>
                        <a:pt x="297" y="1341"/>
                        <a:pt x="284" y="1367"/>
                      </a:cubicBezTo>
                      <a:cubicBezTo>
                        <a:pt x="271" y="1380"/>
                        <a:pt x="258" y="1393"/>
                        <a:pt x="232" y="1406"/>
                      </a:cubicBezTo>
                      <a:cubicBezTo>
                        <a:pt x="219" y="1419"/>
                        <a:pt x="206" y="1432"/>
                        <a:pt x="193" y="1445"/>
                      </a:cubicBezTo>
                      <a:cubicBezTo>
                        <a:pt x="181" y="1457"/>
                        <a:pt x="168" y="1470"/>
                        <a:pt x="155" y="1470"/>
                      </a:cubicBezTo>
                      <a:cubicBezTo>
                        <a:pt x="129" y="1496"/>
                        <a:pt x="103" y="1509"/>
                        <a:pt x="77" y="1522"/>
                      </a:cubicBezTo>
                      <a:lnTo>
                        <a:pt x="0" y="1573"/>
                      </a:lnTo>
                      <a:lnTo>
                        <a:pt x="103" y="1573"/>
                      </a:lnTo>
                      <a:cubicBezTo>
                        <a:pt x="129" y="1573"/>
                        <a:pt x="168" y="1573"/>
                        <a:pt x="193" y="1561"/>
                      </a:cubicBezTo>
                      <a:cubicBezTo>
                        <a:pt x="245" y="1548"/>
                        <a:pt x="284" y="1535"/>
                        <a:pt x="322" y="1522"/>
                      </a:cubicBezTo>
                      <a:cubicBezTo>
                        <a:pt x="361" y="1496"/>
                        <a:pt x="413" y="1457"/>
                        <a:pt x="451" y="1432"/>
                      </a:cubicBezTo>
                      <a:cubicBezTo>
                        <a:pt x="490" y="1380"/>
                        <a:pt x="529" y="1341"/>
                        <a:pt x="555" y="1277"/>
                      </a:cubicBezTo>
                      <a:cubicBezTo>
                        <a:pt x="593" y="1225"/>
                        <a:pt x="619" y="1161"/>
                        <a:pt x="619" y="1096"/>
                      </a:cubicBezTo>
                      <a:cubicBezTo>
                        <a:pt x="632" y="1032"/>
                        <a:pt x="632" y="967"/>
                        <a:pt x="619" y="903"/>
                      </a:cubicBezTo>
                      <a:cubicBezTo>
                        <a:pt x="619" y="838"/>
                        <a:pt x="606" y="774"/>
                        <a:pt x="593" y="722"/>
                      </a:cubicBezTo>
                      <a:cubicBezTo>
                        <a:pt x="593" y="671"/>
                        <a:pt x="593" y="619"/>
                        <a:pt x="567" y="568"/>
                      </a:cubicBezTo>
                      <a:cubicBezTo>
                        <a:pt x="555" y="516"/>
                        <a:pt x="555" y="465"/>
                        <a:pt x="555" y="413"/>
                      </a:cubicBezTo>
                      <a:lnTo>
                        <a:pt x="555" y="284"/>
                      </a:lnTo>
                      <a:lnTo>
                        <a:pt x="555" y="220"/>
                      </a:lnTo>
                      <a:lnTo>
                        <a:pt x="555" y="168"/>
                      </a:lnTo>
                      <a:cubicBezTo>
                        <a:pt x="555" y="142"/>
                        <a:pt x="567" y="103"/>
                        <a:pt x="567" y="78"/>
                      </a:cubicBezTo>
                      <a:cubicBezTo>
                        <a:pt x="580" y="26"/>
                        <a:pt x="580" y="0"/>
                        <a:pt x="5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4085125" y="3523325"/>
                  <a:ext cx="61600" cy="60300"/>
                </a:xfrm>
                <a:custGeom>
                  <a:avLst/>
                  <a:gdLst/>
                  <a:ahLst/>
                  <a:cxnLst/>
                  <a:rect l="l" t="t" r="r" b="b"/>
                  <a:pathLst>
                    <a:path w="2464" h="2412" extrusionOk="0">
                      <a:moveTo>
                        <a:pt x="2425" y="1"/>
                      </a:moveTo>
                      <a:lnTo>
                        <a:pt x="2425" y="27"/>
                      </a:lnTo>
                      <a:cubicBezTo>
                        <a:pt x="2438" y="39"/>
                        <a:pt x="2438" y="52"/>
                        <a:pt x="2438" y="78"/>
                      </a:cubicBezTo>
                      <a:cubicBezTo>
                        <a:pt x="2438" y="117"/>
                        <a:pt x="2438" y="143"/>
                        <a:pt x="2438" y="181"/>
                      </a:cubicBezTo>
                      <a:cubicBezTo>
                        <a:pt x="2430" y="204"/>
                        <a:pt x="2423" y="226"/>
                        <a:pt x="2410" y="249"/>
                      </a:cubicBezTo>
                      <a:lnTo>
                        <a:pt x="2410" y="249"/>
                      </a:lnTo>
                      <a:cubicBezTo>
                        <a:pt x="2448" y="204"/>
                        <a:pt x="2463" y="151"/>
                        <a:pt x="2463" y="91"/>
                      </a:cubicBezTo>
                      <a:cubicBezTo>
                        <a:pt x="2463" y="78"/>
                        <a:pt x="2463" y="52"/>
                        <a:pt x="2463" y="39"/>
                      </a:cubicBezTo>
                      <a:lnTo>
                        <a:pt x="2425" y="1"/>
                      </a:lnTo>
                      <a:close/>
                      <a:moveTo>
                        <a:pt x="2410" y="249"/>
                      </a:moveTo>
                      <a:cubicBezTo>
                        <a:pt x="2400" y="261"/>
                        <a:pt x="2387" y="273"/>
                        <a:pt x="2373" y="284"/>
                      </a:cubicBezTo>
                      <a:cubicBezTo>
                        <a:pt x="2283" y="336"/>
                        <a:pt x="2180" y="375"/>
                        <a:pt x="2064" y="375"/>
                      </a:cubicBezTo>
                      <a:cubicBezTo>
                        <a:pt x="1922" y="375"/>
                        <a:pt x="1767" y="375"/>
                        <a:pt x="1625" y="362"/>
                      </a:cubicBezTo>
                      <a:lnTo>
                        <a:pt x="1496" y="349"/>
                      </a:lnTo>
                      <a:lnTo>
                        <a:pt x="1354" y="349"/>
                      </a:lnTo>
                      <a:cubicBezTo>
                        <a:pt x="1264" y="349"/>
                        <a:pt x="1161" y="362"/>
                        <a:pt x="1071" y="375"/>
                      </a:cubicBezTo>
                      <a:cubicBezTo>
                        <a:pt x="864" y="413"/>
                        <a:pt x="671" y="504"/>
                        <a:pt x="503" y="646"/>
                      </a:cubicBezTo>
                      <a:cubicBezTo>
                        <a:pt x="310" y="774"/>
                        <a:pt x="181" y="968"/>
                        <a:pt x="91" y="1187"/>
                      </a:cubicBezTo>
                      <a:cubicBezTo>
                        <a:pt x="13" y="1419"/>
                        <a:pt x="1" y="1664"/>
                        <a:pt x="78" y="1896"/>
                      </a:cubicBezTo>
                      <a:cubicBezTo>
                        <a:pt x="168" y="2141"/>
                        <a:pt x="374" y="2322"/>
                        <a:pt x="619" y="2386"/>
                      </a:cubicBezTo>
                      <a:cubicBezTo>
                        <a:pt x="680" y="2403"/>
                        <a:pt x="742" y="2411"/>
                        <a:pt x="804" y="2411"/>
                      </a:cubicBezTo>
                      <a:cubicBezTo>
                        <a:pt x="981" y="2411"/>
                        <a:pt x="1160" y="2346"/>
                        <a:pt x="1303" y="2232"/>
                      </a:cubicBezTo>
                      <a:cubicBezTo>
                        <a:pt x="1342" y="2193"/>
                        <a:pt x="1393" y="2154"/>
                        <a:pt x="1419" y="2115"/>
                      </a:cubicBezTo>
                      <a:lnTo>
                        <a:pt x="1432" y="2090"/>
                      </a:lnTo>
                      <a:lnTo>
                        <a:pt x="1458" y="2051"/>
                      </a:lnTo>
                      <a:cubicBezTo>
                        <a:pt x="1470" y="2025"/>
                        <a:pt x="1483" y="1999"/>
                        <a:pt x="1496" y="1974"/>
                      </a:cubicBezTo>
                      <a:cubicBezTo>
                        <a:pt x="1535" y="1858"/>
                        <a:pt x="1548" y="1742"/>
                        <a:pt x="1509" y="1638"/>
                      </a:cubicBezTo>
                      <a:cubicBezTo>
                        <a:pt x="1470" y="1432"/>
                        <a:pt x="1329" y="1277"/>
                        <a:pt x="1135" y="1200"/>
                      </a:cubicBezTo>
                      <a:cubicBezTo>
                        <a:pt x="1079" y="1184"/>
                        <a:pt x="1024" y="1173"/>
                        <a:pt x="968" y="1173"/>
                      </a:cubicBezTo>
                      <a:cubicBezTo>
                        <a:pt x="933" y="1173"/>
                        <a:pt x="899" y="1177"/>
                        <a:pt x="864" y="1187"/>
                      </a:cubicBezTo>
                      <a:cubicBezTo>
                        <a:pt x="787" y="1213"/>
                        <a:pt x="723" y="1252"/>
                        <a:pt x="671" y="1316"/>
                      </a:cubicBezTo>
                      <a:cubicBezTo>
                        <a:pt x="658" y="1329"/>
                        <a:pt x="645" y="1342"/>
                        <a:pt x="632" y="1355"/>
                      </a:cubicBezTo>
                      <a:lnTo>
                        <a:pt x="619" y="1381"/>
                      </a:lnTo>
                      <a:cubicBezTo>
                        <a:pt x="607" y="1381"/>
                        <a:pt x="607" y="1393"/>
                        <a:pt x="607" y="1393"/>
                      </a:cubicBezTo>
                      <a:cubicBezTo>
                        <a:pt x="594" y="1432"/>
                        <a:pt x="581" y="1458"/>
                        <a:pt x="568" y="1497"/>
                      </a:cubicBezTo>
                      <a:cubicBezTo>
                        <a:pt x="555" y="1548"/>
                        <a:pt x="568" y="1613"/>
                        <a:pt x="607" y="1664"/>
                      </a:cubicBezTo>
                      <a:cubicBezTo>
                        <a:pt x="632" y="1703"/>
                        <a:pt x="671" y="1729"/>
                        <a:pt x="710" y="1754"/>
                      </a:cubicBezTo>
                      <a:lnTo>
                        <a:pt x="813" y="1754"/>
                      </a:lnTo>
                      <a:cubicBezTo>
                        <a:pt x="826" y="1742"/>
                        <a:pt x="852" y="1729"/>
                        <a:pt x="864" y="1729"/>
                      </a:cubicBezTo>
                      <a:lnTo>
                        <a:pt x="877" y="1716"/>
                      </a:lnTo>
                      <a:lnTo>
                        <a:pt x="864" y="1716"/>
                      </a:lnTo>
                      <a:cubicBezTo>
                        <a:pt x="852" y="1716"/>
                        <a:pt x="826" y="1729"/>
                        <a:pt x="813" y="1729"/>
                      </a:cubicBezTo>
                      <a:cubicBezTo>
                        <a:pt x="774" y="1729"/>
                        <a:pt x="748" y="1729"/>
                        <a:pt x="723" y="1716"/>
                      </a:cubicBezTo>
                      <a:cubicBezTo>
                        <a:pt x="684" y="1703"/>
                        <a:pt x="658" y="1664"/>
                        <a:pt x="632" y="1638"/>
                      </a:cubicBezTo>
                      <a:cubicBezTo>
                        <a:pt x="619" y="1587"/>
                        <a:pt x="607" y="1535"/>
                        <a:pt x="619" y="1497"/>
                      </a:cubicBezTo>
                      <a:cubicBezTo>
                        <a:pt x="632" y="1471"/>
                        <a:pt x="645" y="1445"/>
                        <a:pt x="658" y="1419"/>
                      </a:cubicBezTo>
                      <a:lnTo>
                        <a:pt x="671" y="1406"/>
                      </a:lnTo>
                      <a:lnTo>
                        <a:pt x="684" y="1393"/>
                      </a:lnTo>
                      <a:cubicBezTo>
                        <a:pt x="697" y="1381"/>
                        <a:pt x="710" y="1368"/>
                        <a:pt x="723" y="1355"/>
                      </a:cubicBezTo>
                      <a:cubicBezTo>
                        <a:pt x="761" y="1316"/>
                        <a:pt x="826" y="1290"/>
                        <a:pt x="877" y="1277"/>
                      </a:cubicBezTo>
                      <a:cubicBezTo>
                        <a:pt x="906" y="1273"/>
                        <a:pt x="932" y="1270"/>
                        <a:pt x="958" y="1270"/>
                      </a:cubicBezTo>
                      <a:cubicBezTo>
                        <a:pt x="1002" y="1270"/>
                        <a:pt x="1043" y="1279"/>
                        <a:pt x="1084" y="1303"/>
                      </a:cubicBezTo>
                      <a:cubicBezTo>
                        <a:pt x="1225" y="1368"/>
                        <a:pt x="1329" y="1497"/>
                        <a:pt x="1354" y="1651"/>
                      </a:cubicBezTo>
                      <a:cubicBezTo>
                        <a:pt x="1367" y="1742"/>
                        <a:pt x="1367" y="1819"/>
                        <a:pt x="1329" y="1896"/>
                      </a:cubicBezTo>
                      <a:cubicBezTo>
                        <a:pt x="1316" y="1909"/>
                        <a:pt x="1303" y="1922"/>
                        <a:pt x="1303" y="1948"/>
                      </a:cubicBezTo>
                      <a:lnTo>
                        <a:pt x="1277" y="1974"/>
                      </a:lnTo>
                      <a:lnTo>
                        <a:pt x="1264" y="1987"/>
                      </a:lnTo>
                      <a:cubicBezTo>
                        <a:pt x="1238" y="2025"/>
                        <a:pt x="1213" y="2051"/>
                        <a:pt x="1174" y="2090"/>
                      </a:cubicBezTo>
                      <a:cubicBezTo>
                        <a:pt x="1065" y="2162"/>
                        <a:pt x="938" y="2203"/>
                        <a:pt x="813" y="2203"/>
                      </a:cubicBezTo>
                      <a:cubicBezTo>
                        <a:pt x="760" y="2203"/>
                        <a:pt x="708" y="2195"/>
                        <a:pt x="658" y="2180"/>
                      </a:cubicBezTo>
                      <a:cubicBezTo>
                        <a:pt x="555" y="2154"/>
                        <a:pt x="478" y="2115"/>
                        <a:pt x="413" y="2051"/>
                      </a:cubicBezTo>
                      <a:cubicBezTo>
                        <a:pt x="336" y="1987"/>
                        <a:pt x="284" y="1909"/>
                        <a:pt x="246" y="1819"/>
                      </a:cubicBezTo>
                      <a:cubicBezTo>
                        <a:pt x="181" y="1626"/>
                        <a:pt x="181" y="1419"/>
                        <a:pt x="246" y="1239"/>
                      </a:cubicBezTo>
                      <a:cubicBezTo>
                        <a:pt x="310" y="1045"/>
                        <a:pt x="426" y="891"/>
                        <a:pt x="581" y="762"/>
                      </a:cubicBezTo>
                      <a:cubicBezTo>
                        <a:pt x="723" y="633"/>
                        <a:pt x="890" y="555"/>
                        <a:pt x="1084" y="504"/>
                      </a:cubicBezTo>
                      <a:cubicBezTo>
                        <a:pt x="1161" y="478"/>
                        <a:pt x="1251" y="465"/>
                        <a:pt x="1342" y="465"/>
                      </a:cubicBezTo>
                      <a:lnTo>
                        <a:pt x="1599" y="465"/>
                      </a:lnTo>
                      <a:cubicBezTo>
                        <a:pt x="1741" y="465"/>
                        <a:pt x="1896" y="452"/>
                        <a:pt x="2051" y="439"/>
                      </a:cubicBezTo>
                      <a:cubicBezTo>
                        <a:pt x="2167" y="426"/>
                        <a:pt x="2283" y="375"/>
                        <a:pt x="2373" y="297"/>
                      </a:cubicBezTo>
                      <a:cubicBezTo>
                        <a:pt x="2389" y="281"/>
                        <a:pt x="2401" y="265"/>
                        <a:pt x="2410" y="24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4093175" y="3532675"/>
                  <a:ext cx="39350" cy="15325"/>
                </a:xfrm>
                <a:custGeom>
                  <a:avLst/>
                  <a:gdLst/>
                  <a:ahLst/>
                  <a:cxnLst/>
                  <a:rect l="l" t="t" r="r" b="b"/>
                  <a:pathLst>
                    <a:path w="1574" h="613" extrusionOk="0">
                      <a:moveTo>
                        <a:pt x="1574" y="1"/>
                      </a:moveTo>
                      <a:lnTo>
                        <a:pt x="1522" y="65"/>
                      </a:lnTo>
                      <a:cubicBezTo>
                        <a:pt x="1510" y="78"/>
                        <a:pt x="1497" y="104"/>
                        <a:pt x="1471" y="143"/>
                      </a:cubicBezTo>
                      <a:cubicBezTo>
                        <a:pt x="1471" y="155"/>
                        <a:pt x="1458" y="168"/>
                        <a:pt x="1445" y="181"/>
                      </a:cubicBezTo>
                      <a:cubicBezTo>
                        <a:pt x="1432" y="194"/>
                        <a:pt x="1419" y="207"/>
                        <a:pt x="1406" y="220"/>
                      </a:cubicBezTo>
                      <a:lnTo>
                        <a:pt x="1355" y="272"/>
                      </a:lnTo>
                      <a:cubicBezTo>
                        <a:pt x="1342" y="284"/>
                        <a:pt x="1329" y="297"/>
                        <a:pt x="1316" y="310"/>
                      </a:cubicBezTo>
                      <a:cubicBezTo>
                        <a:pt x="1277" y="336"/>
                        <a:pt x="1239" y="349"/>
                        <a:pt x="1187" y="375"/>
                      </a:cubicBezTo>
                      <a:cubicBezTo>
                        <a:pt x="1174" y="375"/>
                        <a:pt x="1148" y="388"/>
                        <a:pt x="1123" y="388"/>
                      </a:cubicBezTo>
                      <a:cubicBezTo>
                        <a:pt x="1097" y="388"/>
                        <a:pt x="1084" y="400"/>
                        <a:pt x="1058" y="400"/>
                      </a:cubicBezTo>
                      <a:lnTo>
                        <a:pt x="903" y="400"/>
                      </a:lnTo>
                      <a:lnTo>
                        <a:pt x="749" y="375"/>
                      </a:lnTo>
                      <a:lnTo>
                        <a:pt x="568" y="375"/>
                      </a:lnTo>
                      <a:cubicBezTo>
                        <a:pt x="551" y="370"/>
                        <a:pt x="534" y="369"/>
                        <a:pt x="517" y="369"/>
                      </a:cubicBezTo>
                      <a:cubicBezTo>
                        <a:pt x="482" y="369"/>
                        <a:pt x="448" y="375"/>
                        <a:pt x="414" y="375"/>
                      </a:cubicBezTo>
                      <a:cubicBezTo>
                        <a:pt x="362" y="388"/>
                        <a:pt x="310" y="400"/>
                        <a:pt x="259" y="413"/>
                      </a:cubicBezTo>
                      <a:lnTo>
                        <a:pt x="194" y="439"/>
                      </a:lnTo>
                      <a:cubicBezTo>
                        <a:pt x="181" y="452"/>
                        <a:pt x="156" y="465"/>
                        <a:pt x="143" y="465"/>
                      </a:cubicBezTo>
                      <a:lnTo>
                        <a:pt x="104" y="491"/>
                      </a:lnTo>
                      <a:cubicBezTo>
                        <a:pt x="91" y="504"/>
                        <a:pt x="78" y="504"/>
                        <a:pt x="65" y="517"/>
                      </a:cubicBezTo>
                      <a:cubicBezTo>
                        <a:pt x="40" y="529"/>
                        <a:pt x="14" y="555"/>
                        <a:pt x="1" y="568"/>
                      </a:cubicBezTo>
                      <a:lnTo>
                        <a:pt x="78" y="555"/>
                      </a:lnTo>
                      <a:cubicBezTo>
                        <a:pt x="104" y="542"/>
                        <a:pt x="143" y="542"/>
                        <a:pt x="169" y="542"/>
                      </a:cubicBezTo>
                      <a:lnTo>
                        <a:pt x="414" y="542"/>
                      </a:lnTo>
                      <a:cubicBezTo>
                        <a:pt x="465" y="542"/>
                        <a:pt x="504" y="555"/>
                        <a:pt x="568" y="555"/>
                      </a:cubicBezTo>
                      <a:cubicBezTo>
                        <a:pt x="620" y="568"/>
                        <a:pt x="671" y="568"/>
                        <a:pt x="723" y="581"/>
                      </a:cubicBezTo>
                      <a:cubicBezTo>
                        <a:pt x="787" y="594"/>
                        <a:pt x="839" y="607"/>
                        <a:pt x="903" y="607"/>
                      </a:cubicBezTo>
                      <a:cubicBezTo>
                        <a:pt x="925" y="611"/>
                        <a:pt x="946" y="613"/>
                        <a:pt x="968" y="613"/>
                      </a:cubicBezTo>
                      <a:cubicBezTo>
                        <a:pt x="1011" y="613"/>
                        <a:pt x="1054" y="607"/>
                        <a:pt x="1097" y="607"/>
                      </a:cubicBezTo>
                      <a:cubicBezTo>
                        <a:pt x="1226" y="581"/>
                        <a:pt x="1329" y="517"/>
                        <a:pt x="1419" y="426"/>
                      </a:cubicBezTo>
                      <a:cubicBezTo>
                        <a:pt x="1458" y="388"/>
                        <a:pt x="1484" y="349"/>
                        <a:pt x="1510" y="297"/>
                      </a:cubicBezTo>
                      <a:cubicBezTo>
                        <a:pt x="1535" y="259"/>
                        <a:pt x="1548" y="220"/>
                        <a:pt x="1561" y="181"/>
                      </a:cubicBezTo>
                      <a:cubicBezTo>
                        <a:pt x="1561" y="143"/>
                        <a:pt x="1574" y="117"/>
                        <a:pt x="1574" y="78"/>
                      </a:cubicBezTo>
                      <a:lnTo>
                        <a:pt x="1574" y="14"/>
                      </a:lnTo>
                      <a:lnTo>
                        <a:pt x="15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4074425" y="3588300"/>
                  <a:ext cx="7750" cy="5375"/>
                </a:xfrm>
                <a:custGeom>
                  <a:avLst/>
                  <a:gdLst/>
                  <a:ahLst/>
                  <a:cxnLst/>
                  <a:rect l="l" t="t" r="r" b="b"/>
                  <a:pathLst>
                    <a:path w="310" h="215" extrusionOk="0">
                      <a:moveTo>
                        <a:pt x="147" y="1"/>
                      </a:moveTo>
                      <a:cubicBezTo>
                        <a:pt x="66" y="1"/>
                        <a:pt x="0" y="92"/>
                        <a:pt x="42" y="174"/>
                      </a:cubicBezTo>
                      <a:cubicBezTo>
                        <a:pt x="59" y="203"/>
                        <a:pt x="83" y="214"/>
                        <a:pt x="108" y="214"/>
                      </a:cubicBezTo>
                      <a:cubicBezTo>
                        <a:pt x="199" y="214"/>
                        <a:pt x="310" y="70"/>
                        <a:pt x="209" y="19"/>
                      </a:cubicBezTo>
                      <a:cubicBezTo>
                        <a:pt x="189" y="6"/>
                        <a:pt x="168"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4101900" y="3560575"/>
                  <a:ext cx="6450" cy="5325"/>
                </a:xfrm>
                <a:custGeom>
                  <a:avLst/>
                  <a:gdLst/>
                  <a:ahLst/>
                  <a:cxnLst/>
                  <a:rect l="l" t="t" r="r" b="b"/>
                  <a:pathLst>
                    <a:path w="258" h="213" extrusionOk="0">
                      <a:moveTo>
                        <a:pt x="156" y="1"/>
                      </a:moveTo>
                      <a:cubicBezTo>
                        <a:pt x="72" y="1"/>
                        <a:pt x="0" y="92"/>
                        <a:pt x="52" y="174"/>
                      </a:cubicBezTo>
                      <a:cubicBezTo>
                        <a:pt x="77" y="200"/>
                        <a:pt x="106" y="213"/>
                        <a:pt x="135" y="213"/>
                      </a:cubicBezTo>
                      <a:cubicBezTo>
                        <a:pt x="164" y="213"/>
                        <a:pt x="193" y="200"/>
                        <a:pt x="219" y="174"/>
                      </a:cubicBezTo>
                      <a:cubicBezTo>
                        <a:pt x="258" y="136"/>
                        <a:pt x="258" y="58"/>
                        <a:pt x="219" y="19"/>
                      </a:cubicBezTo>
                      <a:cubicBezTo>
                        <a:pt x="199" y="7"/>
                        <a:pt x="177" y="1"/>
                        <a:pt x="1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02" name="Google Shape;102;p2"/>
          <p:cNvGrpSpPr/>
          <p:nvPr/>
        </p:nvGrpSpPr>
        <p:grpSpPr>
          <a:xfrm>
            <a:off x="714214" y="4473580"/>
            <a:ext cx="7715881" cy="314092"/>
            <a:chOff x="946206" y="1234018"/>
            <a:chExt cx="7556440" cy="307601"/>
          </a:xfrm>
        </p:grpSpPr>
        <p:grpSp>
          <p:nvGrpSpPr>
            <p:cNvPr id="103" name="Google Shape;103;p2"/>
            <p:cNvGrpSpPr/>
            <p:nvPr/>
          </p:nvGrpSpPr>
          <p:grpSpPr>
            <a:xfrm>
              <a:off x="1114930" y="1355757"/>
              <a:ext cx="7163972" cy="64150"/>
              <a:chOff x="1299890" y="844622"/>
              <a:chExt cx="6544233" cy="64143"/>
            </a:xfrm>
          </p:grpSpPr>
          <p:grpSp>
            <p:nvGrpSpPr>
              <p:cNvPr id="104" name="Google Shape;104;p2"/>
              <p:cNvGrpSpPr/>
              <p:nvPr/>
            </p:nvGrpSpPr>
            <p:grpSpPr>
              <a:xfrm>
                <a:off x="4528885" y="844622"/>
                <a:ext cx="3315238" cy="64143"/>
                <a:chOff x="896765" y="648922"/>
                <a:chExt cx="3315238" cy="64143"/>
              </a:xfrm>
            </p:grpSpPr>
            <p:sp>
              <p:nvSpPr>
                <p:cNvPr id="105" name="Google Shape;105;p2"/>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 name="Google Shape;138;p2"/>
              <p:cNvGrpSpPr/>
              <p:nvPr/>
            </p:nvGrpSpPr>
            <p:grpSpPr>
              <a:xfrm>
                <a:off x="1299890" y="844622"/>
                <a:ext cx="3315238" cy="64143"/>
                <a:chOff x="896765" y="648922"/>
                <a:chExt cx="3315238" cy="64143"/>
              </a:xfrm>
            </p:grpSpPr>
            <p:sp>
              <p:nvSpPr>
                <p:cNvPr id="139" name="Google Shape;139;p2"/>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2" name="Google Shape;172;p2"/>
            <p:cNvGrpSpPr/>
            <p:nvPr/>
          </p:nvGrpSpPr>
          <p:grpSpPr>
            <a:xfrm>
              <a:off x="946206" y="1234018"/>
              <a:ext cx="310295" cy="307601"/>
              <a:chOff x="1969331" y="802493"/>
              <a:chExt cx="310295" cy="307601"/>
            </a:xfrm>
          </p:grpSpPr>
          <p:sp>
            <p:nvSpPr>
              <p:cNvPr id="173" name="Google Shape;173;p2"/>
              <p:cNvSpPr/>
              <p:nvPr/>
            </p:nvSpPr>
            <p:spPr>
              <a:xfrm rot="10800000">
                <a:off x="2159912" y="1003137"/>
                <a:ext cx="201" cy="201"/>
              </a:xfrm>
              <a:custGeom>
                <a:avLst/>
                <a:gdLst/>
                <a:ahLst/>
                <a:cxnLst/>
                <a:rect l="l" t="t" r="r" b="b"/>
                <a:pathLst>
                  <a:path w="1" h="1" extrusionOk="0">
                    <a:moveTo>
                      <a:pt x="1" y="0"/>
                    </a:move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4" name="Google Shape;174;p2"/>
              <p:cNvGrpSpPr/>
              <p:nvPr/>
            </p:nvGrpSpPr>
            <p:grpSpPr>
              <a:xfrm>
                <a:off x="1969331" y="802493"/>
                <a:ext cx="310295" cy="307601"/>
                <a:chOff x="4037750" y="3523325"/>
                <a:chExt cx="108975" cy="108025"/>
              </a:xfrm>
            </p:grpSpPr>
            <p:sp>
              <p:nvSpPr>
                <p:cNvPr id="175" name="Google Shape;175;p2"/>
                <p:cNvSpPr/>
                <p:nvPr/>
              </p:nvSpPr>
              <p:spPr>
                <a:xfrm>
                  <a:off x="4037750" y="3570375"/>
                  <a:ext cx="59975" cy="60975"/>
                </a:xfrm>
                <a:custGeom>
                  <a:avLst/>
                  <a:gdLst/>
                  <a:ahLst/>
                  <a:cxnLst/>
                  <a:rect l="l" t="t" r="r" b="b"/>
                  <a:pathLst>
                    <a:path w="2399" h="2439" extrusionOk="0">
                      <a:moveTo>
                        <a:pt x="13" y="2426"/>
                      </a:moveTo>
                      <a:lnTo>
                        <a:pt x="0" y="2438"/>
                      </a:lnTo>
                      <a:lnTo>
                        <a:pt x="64" y="2438"/>
                      </a:lnTo>
                      <a:lnTo>
                        <a:pt x="13" y="2426"/>
                      </a:lnTo>
                      <a:close/>
                      <a:moveTo>
                        <a:pt x="1558" y="1"/>
                      </a:moveTo>
                      <a:cubicBezTo>
                        <a:pt x="1429" y="1"/>
                        <a:pt x="1299" y="24"/>
                        <a:pt x="1173" y="66"/>
                      </a:cubicBezTo>
                      <a:cubicBezTo>
                        <a:pt x="954" y="156"/>
                        <a:pt x="774" y="298"/>
                        <a:pt x="632" y="478"/>
                      </a:cubicBezTo>
                      <a:cubicBezTo>
                        <a:pt x="503" y="646"/>
                        <a:pt x="413" y="840"/>
                        <a:pt x="361" y="1046"/>
                      </a:cubicBezTo>
                      <a:cubicBezTo>
                        <a:pt x="348" y="1149"/>
                        <a:pt x="335" y="1239"/>
                        <a:pt x="335" y="1342"/>
                      </a:cubicBezTo>
                      <a:lnTo>
                        <a:pt x="335" y="1407"/>
                      </a:lnTo>
                      <a:lnTo>
                        <a:pt x="335" y="1446"/>
                      </a:lnTo>
                      <a:lnTo>
                        <a:pt x="335" y="1471"/>
                      </a:lnTo>
                      <a:cubicBezTo>
                        <a:pt x="348" y="1510"/>
                        <a:pt x="348" y="1562"/>
                        <a:pt x="348" y="1600"/>
                      </a:cubicBezTo>
                      <a:cubicBezTo>
                        <a:pt x="361" y="1742"/>
                        <a:pt x="361" y="1897"/>
                        <a:pt x="361" y="2039"/>
                      </a:cubicBezTo>
                      <a:cubicBezTo>
                        <a:pt x="361" y="2155"/>
                        <a:pt x="322" y="2258"/>
                        <a:pt x="271" y="2361"/>
                      </a:cubicBezTo>
                      <a:cubicBezTo>
                        <a:pt x="219" y="2413"/>
                        <a:pt x="155" y="2438"/>
                        <a:pt x="77" y="2438"/>
                      </a:cubicBezTo>
                      <a:lnTo>
                        <a:pt x="168" y="2438"/>
                      </a:lnTo>
                      <a:cubicBezTo>
                        <a:pt x="206" y="2426"/>
                        <a:pt x="258" y="2400"/>
                        <a:pt x="284" y="2374"/>
                      </a:cubicBezTo>
                      <a:cubicBezTo>
                        <a:pt x="361" y="2284"/>
                        <a:pt x="413" y="2168"/>
                        <a:pt x="426" y="2039"/>
                      </a:cubicBezTo>
                      <a:cubicBezTo>
                        <a:pt x="451" y="1884"/>
                        <a:pt x="451" y="1729"/>
                        <a:pt x="451" y="1587"/>
                      </a:cubicBezTo>
                      <a:lnTo>
                        <a:pt x="451" y="1394"/>
                      </a:lnTo>
                      <a:lnTo>
                        <a:pt x="451" y="1330"/>
                      </a:lnTo>
                      <a:cubicBezTo>
                        <a:pt x="464" y="1239"/>
                        <a:pt x="477" y="1149"/>
                        <a:pt x="490" y="1072"/>
                      </a:cubicBezTo>
                      <a:cubicBezTo>
                        <a:pt x="542" y="891"/>
                        <a:pt x="619" y="723"/>
                        <a:pt x="748" y="582"/>
                      </a:cubicBezTo>
                      <a:cubicBezTo>
                        <a:pt x="877" y="427"/>
                        <a:pt x="1044" y="311"/>
                        <a:pt x="1225" y="246"/>
                      </a:cubicBezTo>
                      <a:cubicBezTo>
                        <a:pt x="1322" y="208"/>
                        <a:pt x="1422" y="188"/>
                        <a:pt x="1520" y="188"/>
                      </a:cubicBezTo>
                      <a:cubicBezTo>
                        <a:pt x="1618" y="188"/>
                        <a:pt x="1715" y="208"/>
                        <a:pt x="1805" y="246"/>
                      </a:cubicBezTo>
                      <a:cubicBezTo>
                        <a:pt x="1896" y="272"/>
                        <a:pt x="1973" y="337"/>
                        <a:pt x="2037" y="401"/>
                      </a:cubicBezTo>
                      <a:cubicBezTo>
                        <a:pt x="2102" y="478"/>
                        <a:pt x="2141" y="556"/>
                        <a:pt x="2166" y="646"/>
                      </a:cubicBezTo>
                      <a:cubicBezTo>
                        <a:pt x="2218" y="827"/>
                        <a:pt x="2179" y="1020"/>
                        <a:pt x="2076" y="1175"/>
                      </a:cubicBezTo>
                      <a:cubicBezTo>
                        <a:pt x="2050" y="1201"/>
                        <a:pt x="2012" y="1239"/>
                        <a:pt x="1986" y="1265"/>
                      </a:cubicBezTo>
                      <a:lnTo>
                        <a:pt x="1973" y="1278"/>
                      </a:lnTo>
                      <a:lnTo>
                        <a:pt x="1934" y="1291"/>
                      </a:lnTo>
                      <a:cubicBezTo>
                        <a:pt x="1921" y="1304"/>
                        <a:pt x="1908" y="1317"/>
                        <a:pt x="1883" y="1317"/>
                      </a:cubicBezTo>
                      <a:cubicBezTo>
                        <a:pt x="1825" y="1346"/>
                        <a:pt x="1767" y="1360"/>
                        <a:pt x="1709" y="1360"/>
                      </a:cubicBezTo>
                      <a:cubicBezTo>
                        <a:pt x="1689" y="1360"/>
                        <a:pt x="1670" y="1359"/>
                        <a:pt x="1651" y="1355"/>
                      </a:cubicBezTo>
                      <a:cubicBezTo>
                        <a:pt x="1496" y="1317"/>
                        <a:pt x="1354" y="1213"/>
                        <a:pt x="1289" y="1072"/>
                      </a:cubicBezTo>
                      <a:cubicBezTo>
                        <a:pt x="1225" y="956"/>
                        <a:pt x="1251" y="801"/>
                        <a:pt x="1341" y="711"/>
                      </a:cubicBezTo>
                      <a:cubicBezTo>
                        <a:pt x="1354" y="698"/>
                        <a:pt x="1367" y="685"/>
                        <a:pt x="1380" y="672"/>
                      </a:cubicBezTo>
                      <a:lnTo>
                        <a:pt x="1393" y="659"/>
                      </a:lnTo>
                      <a:cubicBezTo>
                        <a:pt x="1406" y="659"/>
                        <a:pt x="1406" y="646"/>
                        <a:pt x="1406" y="646"/>
                      </a:cubicBezTo>
                      <a:cubicBezTo>
                        <a:pt x="1431" y="633"/>
                        <a:pt x="1457" y="620"/>
                        <a:pt x="1483" y="607"/>
                      </a:cubicBezTo>
                      <a:cubicBezTo>
                        <a:pt x="1498" y="604"/>
                        <a:pt x="1512" y="602"/>
                        <a:pt x="1526" y="602"/>
                      </a:cubicBezTo>
                      <a:cubicBezTo>
                        <a:pt x="1558" y="602"/>
                        <a:pt x="1588" y="611"/>
                        <a:pt x="1625" y="620"/>
                      </a:cubicBezTo>
                      <a:cubicBezTo>
                        <a:pt x="1663" y="646"/>
                        <a:pt x="1689" y="672"/>
                        <a:pt x="1702" y="711"/>
                      </a:cubicBezTo>
                      <a:cubicBezTo>
                        <a:pt x="1715" y="736"/>
                        <a:pt x="1728" y="762"/>
                        <a:pt x="1715" y="788"/>
                      </a:cubicBezTo>
                      <a:cubicBezTo>
                        <a:pt x="1715" y="814"/>
                        <a:pt x="1715" y="827"/>
                        <a:pt x="1702" y="852"/>
                      </a:cubicBezTo>
                      <a:cubicBezTo>
                        <a:pt x="1741" y="801"/>
                        <a:pt x="1754" y="749"/>
                        <a:pt x="1728" y="685"/>
                      </a:cubicBezTo>
                      <a:cubicBezTo>
                        <a:pt x="1715" y="646"/>
                        <a:pt x="1676" y="607"/>
                        <a:pt x="1638" y="582"/>
                      </a:cubicBezTo>
                      <a:cubicBezTo>
                        <a:pt x="1600" y="563"/>
                        <a:pt x="1562" y="551"/>
                        <a:pt x="1519" y="551"/>
                      </a:cubicBezTo>
                      <a:cubicBezTo>
                        <a:pt x="1504" y="551"/>
                        <a:pt x="1487" y="552"/>
                        <a:pt x="1470" y="556"/>
                      </a:cubicBezTo>
                      <a:cubicBezTo>
                        <a:pt x="1431" y="556"/>
                        <a:pt x="1406" y="569"/>
                        <a:pt x="1380" y="582"/>
                      </a:cubicBezTo>
                      <a:lnTo>
                        <a:pt x="1354" y="595"/>
                      </a:lnTo>
                      <a:lnTo>
                        <a:pt x="1328" y="607"/>
                      </a:lnTo>
                      <a:cubicBezTo>
                        <a:pt x="1315" y="620"/>
                        <a:pt x="1302" y="633"/>
                        <a:pt x="1289" y="646"/>
                      </a:cubicBezTo>
                      <a:cubicBezTo>
                        <a:pt x="1238" y="698"/>
                        <a:pt x="1186" y="775"/>
                        <a:pt x="1161" y="852"/>
                      </a:cubicBezTo>
                      <a:cubicBezTo>
                        <a:pt x="1148" y="930"/>
                        <a:pt x="1148" y="1033"/>
                        <a:pt x="1173" y="1110"/>
                      </a:cubicBezTo>
                      <a:cubicBezTo>
                        <a:pt x="1251" y="1304"/>
                        <a:pt x="1418" y="1446"/>
                        <a:pt x="1612" y="1497"/>
                      </a:cubicBezTo>
                      <a:cubicBezTo>
                        <a:pt x="1653" y="1506"/>
                        <a:pt x="1694" y="1511"/>
                        <a:pt x="1735" y="1511"/>
                      </a:cubicBezTo>
                      <a:cubicBezTo>
                        <a:pt x="1808" y="1511"/>
                        <a:pt x="1880" y="1496"/>
                        <a:pt x="1947" y="1471"/>
                      </a:cubicBezTo>
                      <a:cubicBezTo>
                        <a:pt x="1973" y="1458"/>
                        <a:pt x="2012" y="1446"/>
                        <a:pt x="2037" y="1433"/>
                      </a:cubicBezTo>
                      <a:lnTo>
                        <a:pt x="2063" y="1420"/>
                      </a:lnTo>
                      <a:lnTo>
                        <a:pt x="2076" y="1420"/>
                      </a:lnTo>
                      <a:lnTo>
                        <a:pt x="2089" y="1407"/>
                      </a:lnTo>
                      <a:cubicBezTo>
                        <a:pt x="2141" y="1368"/>
                        <a:pt x="2179" y="1330"/>
                        <a:pt x="2218" y="1278"/>
                      </a:cubicBezTo>
                      <a:cubicBezTo>
                        <a:pt x="2295" y="1188"/>
                        <a:pt x="2347" y="1072"/>
                        <a:pt x="2373" y="956"/>
                      </a:cubicBezTo>
                      <a:cubicBezTo>
                        <a:pt x="2398" y="840"/>
                        <a:pt x="2398" y="711"/>
                        <a:pt x="2360" y="595"/>
                      </a:cubicBezTo>
                      <a:cubicBezTo>
                        <a:pt x="2308" y="350"/>
                        <a:pt x="2128" y="143"/>
                        <a:pt x="1883" y="53"/>
                      </a:cubicBezTo>
                      <a:cubicBezTo>
                        <a:pt x="1776" y="17"/>
                        <a:pt x="1667" y="1"/>
                        <a:pt x="15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
                <p:cNvSpPr/>
                <p:nvPr/>
              </p:nvSpPr>
              <p:spPr>
                <a:xfrm>
                  <a:off x="4046775" y="3579750"/>
                  <a:ext cx="15800" cy="39350"/>
                </a:xfrm>
                <a:custGeom>
                  <a:avLst/>
                  <a:gdLst/>
                  <a:ahLst/>
                  <a:cxnLst/>
                  <a:rect l="l" t="t" r="r" b="b"/>
                  <a:pathLst>
                    <a:path w="632" h="1574" extrusionOk="0">
                      <a:moveTo>
                        <a:pt x="580" y="0"/>
                      </a:moveTo>
                      <a:lnTo>
                        <a:pt x="529" y="65"/>
                      </a:lnTo>
                      <a:lnTo>
                        <a:pt x="503" y="103"/>
                      </a:lnTo>
                      <a:lnTo>
                        <a:pt x="477" y="142"/>
                      </a:lnTo>
                      <a:cubicBezTo>
                        <a:pt x="477" y="155"/>
                        <a:pt x="464" y="181"/>
                        <a:pt x="451" y="194"/>
                      </a:cubicBezTo>
                      <a:lnTo>
                        <a:pt x="426" y="258"/>
                      </a:lnTo>
                      <a:cubicBezTo>
                        <a:pt x="413" y="310"/>
                        <a:pt x="400" y="361"/>
                        <a:pt x="400" y="413"/>
                      </a:cubicBezTo>
                      <a:cubicBezTo>
                        <a:pt x="387" y="465"/>
                        <a:pt x="387" y="516"/>
                        <a:pt x="387" y="568"/>
                      </a:cubicBezTo>
                      <a:cubicBezTo>
                        <a:pt x="387" y="632"/>
                        <a:pt x="387" y="684"/>
                        <a:pt x="400" y="748"/>
                      </a:cubicBezTo>
                      <a:lnTo>
                        <a:pt x="413" y="903"/>
                      </a:lnTo>
                      <a:cubicBezTo>
                        <a:pt x="426" y="955"/>
                        <a:pt x="426" y="1006"/>
                        <a:pt x="413" y="1058"/>
                      </a:cubicBezTo>
                      <a:cubicBezTo>
                        <a:pt x="413" y="1083"/>
                        <a:pt x="413" y="1109"/>
                        <a:pt x="400" y="1122"/>
                      </a:cubicBezTo>
                      <a:cubicBezTo>
                        <a:pt x="400" y="1148"/>
                        <a:pt x="387" y="1174"/>
                        <a:pt x="387" y="1200"/>
                      </a:cubicBezTo>
                      <a:cubicBezTo>
                        <a:pt x="361" y="1238"/>
                        <a:pt x="348" y="1277"/>
                        <a:pt x="322" y="1316"/>
                      </a:cubicBezTo>
                      <a:cubicBezTo>
                        <a:pt x="310" y="1328"/>
                        <a:pt x="297" y="1341"/>
                        <a:pt x="284" y="1367"/>
                      </a:cubicBezTo>
                      <a:cubicBezTo>
                        <a:pt x="271" y="1380"/>
                        <a:pt x="258" y="1393"/>
                        <a:pt x="232" y="1406"/>
                      </a:cubicBezTo>
                      <a:cubicBezTo>
                        <a:pt x="219" y="1419"/>
                        <a:pt x="206" y="1432"/>
                        <a:pt x="193" y="1445"/>
                      </a:cubicBezTo>
                      <a:cubicBezTo>
                        <a:pt x="181" y="1457"/>
                        <a:pt x="168" y="1470"/>
                        <a:pt x="155" y="1470"/>
                      </a:cubicBezTo>
                      <a:cubicBezTo>
                        <a:pt x="129" y="1496"/>
                        <a:pt x="103" y="1509"/>
                        <a:pt x="77" y="1522"/>
                      </a:cubicBezTo>
                      <a:lnTo>
                        <a:pt x="0" y="1573"/>
                      </a:lnTo>
                      <a:lnTo>
                        <a:pt x="103" y="1573"/>
                      </a:lnTo>
                      <a:cubicBezTo>
                        <a:pt x="129" y="1573"/>
                        <a:pt x="168" y="1573"/>
                        <a:pt x="193" y="1561"/>
                      </a:cubicBezTo>
                      <a:cubicBezTo>
                        <a:pt x="245" y="1548"/>
                        <a:pt x="284" y="1535"/>
                        <a:pt x="322" y="1522"/>
                      </a:cubicBezTo>
                      <a:cubicBezTo>
                        <a:pt x="361" y="1496"/>
                        <a:pt x="413" y="1457"/>
                        <a:pt x="451" y="1432"/>
                      </a:cubicBezTo>
                      <a:cubicBezTo>
                        <a:pt x="490" y="1380"/>
                        <a:pt x="529" y="1341"/>
                        <a:pt x="555" y="1277"/>
                      </a:cubicBezTo>
                      <a:cubicBezTo>
                        <a:pt x="593" y="1225"/>
                        <a:pt x="619" y="1161"/>
                        <a:pt x="619" y="1096"/>
                      </a:cubicBezTo>
                      <a:cubicBezTo>
                        <a:pt x="632" y="1032"/>
                        <a:pt x="632" y="967"/>
                        <a:pt x="619" y="903"/>
                      </a:cubicBezTo>
                      <a:cubicBezTo>
                        <a:pt x="619" y="838"/>
                        <a:pt x="606" y="774"/>
                        <a:pt x="593" y="722"/>
                      </a:cubicBezTo>
                      <a:cubicBezTo>
                        <a:pt x="593" y="671"/>
                        <a:pt x="593" y="619"/>
                        <a:pt x="567" y="568"/>
                      </a:cubicBezTo>
                      <a:cubicBezTo>
                        <a:pt x="555" y="516"/>
                        <a:pt x="555" y="465"/>
                        <a:pt x="555" y="413"/>
                      </a:cubicBezTo>
                      <a:lnTo>
                        <a:pt x="555" y="284"/>
                      </a:lnTo>
                      <a:lnTo>
                        <a:pt x="555" y="220"/>
                      </a:lnTo>
                      <a:lnTo>
                        <a:pt x="555" y="168"/>
                      </a:lnTo>
                      <a:cubicBezTo>
                        <a:pt x="555" y="142"/>
                        <a:pt x="567" y="103"/>
                        <a:pt x="567" y="78"/>
                      </a:cubicBezTo>
                      <a:cubicBezTo>
                        <a:pt x="580" y="26"/>
                        <a:pt x="580" y="0"/>
                        <a:pt x="5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a:off x="4085125" y="3523325"/>
                  <a:ext cx="61600" cy="60300"/>
                </a:xfrm>
                <a:custGeom>
                  <a:avLst/>
                  <a:gdLst/>
                  <a:ahLst/>
                  <a:cxnLst/>
                  <a:rect l="l" t="t" r="r" b="b"/>
                  <a:pathLst>
                    <a:path w="2464" h="2412" extrusionOk="0">
                      <a:moveTo>
                        <a:pt x="2425" y="1"/>
                      </a:moveTo>
                      <a:lnTo>
                        <a:pt x="2425" y="27"/>
                      </a:lnTo>
                      <a:cubicBezTo>
                        <a:pt x="2438" y="39"/>
                        <a:pt x="2438" y="52"/>
                        <a:pt x="2438" y="78"/>
                      </a:cubicBezTo>
                      <a:cubicBezTo>
                        <a:pt x="2438" y="117"/>
                        <a:pt x="2438" y="143"/>
                        <a:pt x="2438" y="181"/>
                      </a:cubicBezTo>
                      <a:cubicBezTo>
                        <a:pt x="2430" y="204"/>
                        <a:pt x="2423" y="226"/>
                        <a:pt x="2410" y="249"/>
                      </a:cubicBezTo>
                      <a:lnTo>
                        <a:pt x="2410" y="249"/>
                      </a:lnTo>
                      <a:cubicBezTo>
                        <a:pt x="2448" y="204"/>
                        <a:pt x="2463" y="151"/>
                        <a:pt x="2463" y="91"/>
                      </a:cubicBezTo>
                      <a:cubicBezTo>
                        <a:pt x="2463" y="78"/>
                        <a:pt x="2463" y="52"/>
                        <a:pt x="2463" y="39"/>
                      </a:cubicBezTo>
                      <a:lnTo>
                        <a:pt x="2425" y="1"/>
                      </a:lnTo>
                      <a:close/>
                      <a:moveTo>
                        <a:pt x="2410" y="249"/>
                      </a:moveTo>
                      <a:cubicBezTo>
                        <a:pt x="2400" y="261"/>
                        <a:pt x="2387" y="273"/>
                        <a:pt x="2373" y="284"/>
                      </a:cubicBezTo>
                      <a:cubicBezTo>
                        <a:pt x="2283" y="336"/>
                        <a:pt x="2180" y="375"/>
                        <a:pt x="2064" y="375"/>
                      </a:cubicBezTo>
                      <a:cubicBezTo>
                        <a:pt x="1922" y="375"/>
                        <a:pt x="1767" y="375"/>
                        <a:pt x="1625" y="362"/>
                      </a:cubicBezTo>
                      <a:lnTo>
                        <a:pt x="1496" y="349"/>
                      </a:lnTo>
                      <a:lnTo>
                        <a:pt x="1354" y="349"/>
                      </a:lnTo>
                      <a:cubicBezTo>
                        <a:pt x="1264" y="349"/>
                        <a:pt x="1161" y="362"/>
                        <a:pt x="1071" y="375"/>
                      </a:cubicBezTo>
                      <a:cubicBezTo>
                        <a:pt x="864" y="413"/>
                        <a:pt x="671" y="504"/>
                        <a:pt x="503" y="646"/>
                      </a:cubicBezTo>
                      <a:cubicBezTo>
                        <a:pt x="310" y="774"/>
                        <a:pt x="181" y="968"/>
                        <a:pt x="91" y="1187"/>
                      </a:cubicBezTo>
                      <a:cubicBezTo>
                        <a:pt x="13" y="1419"/>
                        <a:pt x="1" y="1664"/>
                        <a:pt x="78" y="1896"/>
                      </a:cubicBezTo>
                      <a:cubicBezTo>
                        <a:pt x="168" y="2141"/>
                        <a:pt x="374" y="2322"/>
                        <a:pt x="619" y="2386"/>
                      </a:cubicBezTo>
                      <a:cubicBezTo>
                        <a:pt x="680" y="2403"/>
                        <a:pt x="742" y="2411"/>
                        <a:pt x="804" y="2411"/>
                      </a:cubicBezTo>
                      <a:cubicBezTo>
                        <a:pt x="981" y="2411"/>
                        <a:pt x="1160" y="2346"/>
                        <a:pt x="1303" y="2232"/>
                      </a:cubicBezTo>
                      <a:cubicBezTo>
                        <a:pt x="1342" y="2193"/>
                        <a:pt x="1393" y="2154"/>
                        <a:pt x="1419" y="2115"/>
                      </a:cubicBezTo>
                      <a:lnTo>
                        <a:pt x="1432" y="2090"/>
                      </a:lnTo>
                      <a:lnTo>
                        <a:pt x="1458" y="2051"/>
                      </a:lnTo>
                      <a:cubicBezTo>
                        <a:pt x="1470" y="2025"/>
                        <a:pt x="1483" y="1999"/>
                        <a:pt x="1496" y="1974"/>
                      </a:cubicBezTo>
                      <a:cubicBezTo>
                        <a:pt x="1535" y="1858"/>
                        <a:pt x="1548" y="1742"/>
                        <a:pt x="1509" y="1638"/>
                      </a:cubicBezTo>
                      <a:cubicBezTo>
                        <a:pt x="1470" y="1432"/>
                        <a:pt x="1329" y="1277"/>
                        <a:pt x="1135" y="1200"/>
                      </a:cubicBezTo>
                      <a:cubicBezTo>
                        <a:pt x="1079" y="1184"/>
                        <a:pt x="1024" y="1173"/>
                        <a:pt x="968" y="1173"/>
                      </a:cubicBezTo>
                      <a:cubicBezTo>
                        <a:pt x="933" y="1173"/>
                        <a:pt x="899" y="1177"/>
                        <a:pt x="864" y="1187"/>
                      </a:cubicBezTo>
                      <a:cubicBezTo>
                        <a:pt x="787" y="1213"/>
                        <a:pt x="723" y="1252"/>
                        <a:pt x="671" y="1316"/>
                      </a:cubicBezTo>
                      <a:cubicBezTo>
                        <a:pt x="658" y="1329"/>
                        <a:pt x="645" y="1342"/>
                        <a:pt x="632" y="1355"/>
                      </a:cubicBezTo>
                      <a:lnTo>
                        <a:pt x="619" y="1381"/>
                      </a:lnTo>
                      <a:cubicBezTo>
                        <a:pt x="607" y="1381"/>
                        <a:pt x="607" y="1393"/>
                        <a:pt x="607" y="1393"/>
                      </a:cubicBezTo>
                      <a:cubicBezTo>
                        <a:pt x="594" y="1432"/>
                        <a:pt x="581" y="1458"/>
                        <a:pt x="568" y="1497"/>
                      </a:cubicBezTo>
                      <a:cubicBezTo>
                        <a:pt x="555" y="1548"/>
                        <a:pt x="568" y="1613"/>
                        <a:pt x="607" y="1664"/>
                      </a:cubicBezTo>
                      <a:cubicBezTo>
                        <a:pt x="632" y="1703"/>
                        <a:pt x="671" y="1729"/>
                        <a:pt x="710" y="1754"/>
                      </a:cubicBezTo>
                      <a:lnTo>
                        <a:pt x="813" y="1754"/>
                      </a:lnTo>
                      <a:cubicBezTo>
                        <a:pt x="826" y="1742"/>
                        <a:pt x="852" y="1729"/>
                        <a:pt x="864" y="1729"/>
                      </a:cubicBezTo>
                      <a:lnTo>
                        <a:pt x="877" y="1716"/>
                      </a:lnTo>
                      <a:lnTo>
                        <a:pt x="864" y="1716"/>
                      </a:lnTo>
                      <a:cubicBezTo>
                        <a:pt x="852" y="1716"/>
                        <a:pt x="826" y="1729"/>
                        <a:pt x="813" y="1729"/>
                      </a:cubicBezTo>
                      <a:cubicBezTo>
                        <a:pt x="774" y="1729"/>
                        <a:pt x="748" y="1729"/>
                        <a:pt x="723" y="1716"/>
                      </a:cubicBezTo>
                      <a:cubicBezTo>
                        <a:pt x="684" y="1703"/>
                        <a:pt x="658" y="1664"/>
                        <a:pt x="632" y="1638"/>
                      </a:cubicBezTo>
                      <a:cubicBezTo>
                        <a:pt x="619" y="1587"/>
                        <a:pt x="607" y="1535"/>
                        <a:pt x="619" y="1497"/>
                      </a:cubicBezTo>
                      <a:cubicBezTo>
                        <a:pt x="632" y="1471"/>
                        <a:pt x="645" y="1445"/>
                        <a:pt x="658" y="1419"/>
                      </a:cubicBezTo>
                      <a:lnTo>
                        <a:pt x="671" y="1406"/>
                      </a:lnTo>
                      <a:lnTo>
                        <a:pt x="684" y="1393"/>
                      </a:lnTo>
                      <a:cubicBezTo>
                        <a:pt x="697" y="1381"/>
                        <a:pt x="710" y="1368"/>
                        <a:pt x="723" y="1355"/>
                      </a:cubicBezTo>
                      <a:cubicBezTo>
                        <a:pt x="761" y="1316"/>
                        <a:pt x="826" y="1290"/>
                        <a:pt x="877" y="1277"/>
                      </a:cubicBezTo>
                      <a:cubicBezTo>
                        <a:pt x="906" y="1273"/>
                        <a:pt x="932" y="1270"/>
                        <a:pt x="958" y="1270"/>
                      </a:cubicBezTo>
                      <a:cubicBezTo>
                        <a:pt x="1002" y="1270"/>
                        <a:pt x="1043" y="1279"/>
                        <a:pt x="1084" y="1303"/>
                      </a:cubicBezTo>
                      <a:cubicBezTo>
                        <a:pt x="1225" y="1368"/>
                        <a:pt x="1329" y="1497"/>
                        <a:pt x="1354" y="1651"/>
                      </a:cubicBezTo>
                      <a:cubicBezTo>
                        <a:pt x="1367" y="1742"/>
                        <a:pt x="1367" y="1819"/>
                        <a:pt x="1329" y="1896"/>
                      </a:cubicBezTo>
                      <a:cubicBezTo>
                        <a:pt x="1316" y="1909"/>
                        <a:pt x="1303" y="1922"/>
                        <a:pt x="1303" y="1948"/>
                      </a:cubicBezTo>
                      <a:lnTo>
                        <a:pt x="1277" y="1974"/>
                      </a:lnTo>
                      <a:lnTo>
                        <a:pt x="1264" y="1987"/>
                      </a:lnTo>
                      <a:cubicBezTo>
                        <a:pt x="1238" y="2025"/>
                        <a:pt x="1213" y="2051"/>
                        <a:pt x="1174" y="2090"/>
                      </a:cubicBezTo>
                      <a:cubicBezTo>
                        <a:pt x="1065" y="2162"/>
                        <a:pt x="938" y="2203"/>
                        <a:pt x="813" y="2203"/>
                      </a:cubicBezTo>
                      <a:cubicBezTo>
                        <a:pt x="760" y="2203"/>
                        <a:pt x="708" y="2195"/>
                        <a:pt x="658" y="2180"/>
                      </a:cubicBezTo>
                      <a:cubicBezTo>
                        <a:pt x="555" y="2154"/>
                        <a:pt x="478" y="2115"/>
                        <a:pt x="413" y="2051"/>
                      </a:cubicBezTo>
                      <a:cubicBezTo>
                        <a:pt x="336" y="1987"/>
                        <a:pt x="284" y="1909"/>
                        <a:pt x="246" y="1819"/>
                      </a:cubicBezTo>
                      <a:cubicBezTo>
                        <a:pt x="181" y="1626"/>
                        <a:pt x="181" y="1419"/>
                        <a:pt x="246" y="1239"/>
                      </a:cubicBezTo>
                      <a:cubicBezTo>
                        <a:pt x="310" y="1045"/>
                        <a:pt x="426" y="891"/>
                        <a:pt x="581" y="762"/>
                      </a:cubicBezTo>
                      <a:cubicBezTo>
                        <a:pt x="723" y="633"/>
                        <a:pt x="890" y="555"/>
                        <a:pt x="1084" y="504"/>
                      </a:cubicBezTo>
                      <a:cubicBezTo>
                        <a:pt x="1161" y="478"/>
                        <a:pt x="1251" y="465"/>
                        <a:pt x="1342" y="465"/>
                      </a:cubicBezTo>
                      <a:lnTo>
                        <a:pt x="1599" y="465"/>
                      </a:lnTo>
                      <a:cubicBezTo>
                        <a:pt x="1741" y="465"/>
                        <a:pt x="1896" y="452"/>
                        <a:pt x="2051" y="439"/>
                      </a:cubicBezTo>
                      <a:cubicBezTo>
                        <a:pt x="2167" y="426"/>
                        <a:pt x="2283" y="375"/>
                        <a:pt x="2373" y="297"/>
                      </a:cubicBezTo>
                      <a:cubicBezTo>
                        <a:pt x="2389" y="281"/>
                        <a:pt x="2401" y="265"/>
                        <a:pt x="2410" y="24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a:off x="4093175" y="3532675"/>
                  <a:ext cx="39350" cy="15325"/>
                </a:xfrm>
                <a:custGeom>
                  <a:avLst/>
                  <a:gdLst/>
                  <a:ahLst/>
                  <a:cxnLst/>
                  <a:rect l="l" t="t" r="r" b="b"/>
                  <a:pathLst>
                    <a:path w="1574" h="613" extrusionOk="0">
                      <a:moveTo>
                        <a:pt x="1574" y="1"/>
                      </a:moveTo>
                      <a:lnTo>
                        <a:pt x="1522" y="65"/>
                      </a:lnTo>
                      <a:cubicBezTo>
                        <a:pt x="1510" y="78"/>
                        <a:pt x="1497" y="104"/>
                        <a:pt x="1471" y="143"/>
                      </a:cubicBezTo>
                      <a:cubicBezTo>
                        <a:pt x="1471" y="155"/>
                        <a:pt x="1458" y="168"/>
                        <a:pt x="1445" y="181"/>
                      </a:cubicBezTo>
                      <a:cubicBezTo>
                        <a:pt x="1432" y="194"/>
                        <a:pt x="1419" y="207"/>
                        <a:pt x="1406" y="220"/>
                      </a:cubicBezTo>
                      <a:lnTo>
                        <a:pt x="1355" y="272"/>
                      </a:lnTo>
                      <a:cubicBezTo>
                        <a:pt x="1342" y="284"/>
                        <a:pt x="1329" y="297"/>
                        <a:pt x="1316" y="310"/>
                      </a:cubicBezTo>
                      <a:cubicBezTo>
                        <a:pt x="1277" y="336"/>
                        <a:pt x="1239" y="349"/>
                        <a:pt x="1187" y="375"/>
                      </a:cubicBezTo>
                      <a:cubicBezTo>
                        <a:pt x="1174" y="375"/>
                        <a:pt x="1148" y="388"/>
                        <a:pt x="1123" y="388"/>
                      </a:cubicBezTo>
                      <a:cubicBezTo>
                        <a:pt x="1097" y="388"/>
                        <a:pt x="1084" y="400"/>
                        <a:pt x="1058" y="400"/>
                      </a:cubicBezTo>
                      <a:lnTo>
                        <a:pt x="903" y="400"/>
                      </a:lnTo>
                      <a:lnTo>
                        <a:pt x="749" y="375"/>
                      </a:lnTo>
                      <a:lnTo>
                        <a:pt x="568" y="375"/>
                      </a:lnTo>
                      <a:cubicBezTo>
                        <a:pt x="551" y="370"/>
                        <a:pt x="534" y="369"/>
                        <a:pt x="517" y="369"/>
                      </a:cubicBezTo>
                      <a:cubicBezTo>
                        <a:pt x="482" y="369"/>
                        <a:pt x="448" y="375"/>
                        <a:pt x="414" y="375"/>
                      </a:cubicBezTo>
                      <a:cubicBezTo>
                        <a:pt x="362" y="388"/>
                        <a:pt x="310" y="400"/>
                        <a:pt x="259" y="413"/>
                      </a:cubicBezTo>
                      <a:lnTo>
                        <a:pt x="194" y="439"/>
                      </a:lnTo>
                      <a:cubicBezTo>
                        <a:pt x="181" y="452"/>
                        <a:pt x="156" y="465"/>
                        <a:pt x="143" y="465"/>
                      </a:cubicBezTo>
                      <a:lnTo>
                        <a:pt x="104" y="491"/>
                      </a:lnTo>
                      <a:cubicBezTo>
                        <a:pt x="91" y="504"/>
                        <a:pt x="78" y="504"/>
                        <a:pt x="65" y="517"/>
                      </a:cubicBezTo>
                      <a:cubicBezTo>
                        <a:pt x="40" y="529"/>
                        <a:pt x="14" y="555"/>
                        <a:pt x="1" y="568"/>
                      </a:cubicBezTo>
                      <a:lnTo>
                        <a:pt x="78" y="555"/>
                      </a:lnTo>
                      <a:cubicBezTo>
                        <a:pt x="104" y="542"/>
                        <a:pt x="143" y="542"/>
                        <a:pt x="169" y="542"/>
                      </a:cubicBezTo>
                      <a:lnTo>
                        <a:pt x="414" y="542"/>
                      </a:lnTo>
                      <a:cubicBezTo>
                        <a:pt x="465" y="542"/>
                        <a:pt x="504" y="555"/>
                        <a:pt x="568" y="555"/>
                      </a:cubicBezTo>
                      <a:cubicBezTo>
                        <a:pt x="620" y="568"/>
                        <a:pt x="671" y="568"/>
                        <a:pt x="723" y="581"/>
                      </a:cubicBezTo>
                      <a:cubicBezTo>
                        <a:pt x="787" y="594"/>
                        <a:pt x="839" y="607"/>
                        <a:pt x="903" y="607"/>
                      </a:cubicBezTo>
                      <a:cubicBezTo>
                        <a:pt x="925" y="611"/>
                        <a:pt x="946" y="613"/>
                        <a:pt x="968" y="613"/>
                      </a:cubicBezTo>
                      <a:cubicBezTo>
                        <a:pt x="1011" y="613"/>
                        <a:pt x="1054" y="607"/>
                        <a:pt x="1097" y="607"/>
                      </a:cubicBezTo>
                      <a:cubicBezTo>
                        <a:pt x="1226" y="581"/>
                        <a:pt x="1329" y="517"/>
                        <a:pt x="1419" y="426"/>
                      </a:cubicBezTo>
                      <a:cubicBezTo>
                        <a:pt x="1458" y="388"/>
                        <a:pt x="1484" y="349"/>
                        <a:pt x="1510" y="297"/>
                      </a:cubicBezTo>
                      <a:cubicBezTo>
                        <a:pt x="1535" y="259"/>
                        <a:pt x="1548" y="220"/>
                        <a:pt x="1561" y="181"/>
                      </a:cubicBezTo>
                      <a:cubicBezTo>
                        <a:pt x="1561" y="143"/>
                        <a:pt x="1574" y="117"/>
                        <a:pt x="1574" y="78"/>
                      </a:cubicBezTo>
                      <a:lnTo>
                        <a:pt x="1574" y="14"/>
                      </a:lnTo>
                      <a:lnTo>
                        <a:pt x="15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a:off x="4074425" y="3588300"/>
                  <a:ext cx="7750" cy="5375"/>
                </a:xfrm>
                <a:custGeom>
                  <a:avLst/>
                  <a:gdLst/>
                  <a:ahLst/>
                  <a:cxnLst/>
                  <a:rect l="l" t="t" r="r" b="b"/>
                  <a:pathLst>
                    <a:path w="310" h="215" extrusionOk="0">
                      <a:moveTo>
                        <a:pt x="147" y="1"/>
                      </a:moveTo>
                      <a:cubicBezTo>
                        <a:pt x="66" y="1"/>
                        <a:pt x="0" y="92"/>
                        <a:pt x="42" y="174"/>
                      </a:cubicBezTo>
                      <a:cubicBezTo>
                        <a:pt x="59" y="203"/>
                        <a:pt x="83" y="214"/>
                        <a:pt x="108" y="214"/>
                      </a:cubicBezTo>
                      <a:cubicBezTo>
                        <a:pt x="199" y="214"/>
                        <a:pt x="310" y="70"/>
                        <a:pt x="209" y="19"/>
                      </a:cubicBezTo>
                      <a:cubicBezTo>
                        <a:pt x="189" y="6"/>
                        <a:pt x="168"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a:off x="4101900" y="3560575"/>
                  <a:ext cx="6450" cy="5325"/>
                </a:xfrm>
                <a:custGeom>
                  <a:avLst/>
                  <a:gdLst/>
                  <a:ahLst/>
                  <a:cxnLst/>
                  <a:rect l="l" t="t" r="r" b="b"/>
                  <a:pathLst>
                    <a:path w="258" h="213" extrusionOk="0">
                      <a:moveTo>
                        <a:pt x="156" y="1"/>
                      </a:moveTo>
                      <a:cubicBezTo>
                        <a:pt x="72" y="1"/>
                        <a:pt x="0" y="92"/>
                        <a:pt x="52" y="174"/>
                      </a:cubicBezTo>
                      <a:cubicBezTo>
                        <a:pt x="77" y="200"/>
                        <a:pt x="106" y="213"/>
                        <a:pt x="135" y="213"/>
                      </a:cubicBezTo>
                      <a:cubicBezTo>
                        <a:pt x="164" y="213"/>
                        <a:pt x="193" y="200"/>
                        <a:pt x="219" y="174"/>
                      </a:cubicBezTo>
                      <a:cubicBezTo>
                        <a:pt x="258" y="136"/>
                        <a:pt x="258" y="58"/>
                        <a:pt x="219" y="19"/>
                      </a:cubicBezTo>
                      <a:cubicBezTo>
                        <a:pt x="199" y="7"/>
                        <a:pt x="177" y="1"/>
                        <a:pt x="1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1" name="Google Shape;181;p2"/>
            <p:cNvGrpSpPr/>
            <p:nvPr/>
          </p:nvGrpSpPr>
          <p:grpSpPr>
            <a:xfrm flipH="1">
              <a:off x="8192350" y="1234018"/>
              <a:ext cx="310295" cy="307601"/>
              <a:chOff x="1969331" y="802493"/>
              <a:chExt cx="310295" cy="307601"/>
            </a:xfrm>
          </p:grpSpPr>
          <p:sp>
            <p:nvSpPr>
              <p:cNvPr id="182" name="Google Shape;182;p2"/>
              <p:cNvSpPr/>
              <p:nvPr/>
            </p:nvSpPr>
            <p:spPr>
              <a:xfrm rot="10800000">
                <a:off x="2159912" y="1003137"/>
                <a:ext cx="201" cy="201"/>
              </a:xfrm>
              <a:custGeom>
                <a:avLst/>
                <a:gdLst/>
                <a:ahLst/>
                <a:cxnLst/>
                <a:rect l="l" t="t" r="r" b="b"/>
                <a:pathLst>
                  <a:path w="1" h="1" extrusionOk="0">
                    <a:moveTo>
                      <a:pt x="1" y="0"/>
                    </a:move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3" name="Google Shape;183;p2"/>
              <p:cNvGrpSpPr/>
              <p:nvPr/>
            </p:nvGrpSpPr>
            <p:grpSpPr>
              <a:xfrm>
                <a:off x="1969331" y="802493"/>
                <a:ext cx="310295" cy="307601"/>
                <a:chOff x="4037750" y="3523325"/>
                <a:chExt cx="108975" cy="108025"/>
              </a:xfrm>
            </p:grpSpPr>
            <p:sp>
              <p:nvSpPr>
                <p:cNvPr id="184" name="Google Shape;184;p2"/>
                <p:cNvSpPr/>
                <p:nvPr/>
              </p:nvSpPr>
              <p:spPr>
                <a:xfrm>
                  <a:off x="4037750" y="3570375"/>
                  <a:ext cx="59975" cy="60975"/>
                </a:xfrm>
                <a:custGeom>
                  <a:avLst/>
                  <a:gdLst/>
                  <a:ahLst/>
                  <a:cxnLst/>
                  <a:rect l="l" t="t" r="r" b="b"/>
                  <a:pathLst>
                    <a:path w="2399" h="2439" extrusionOk="0">
                      <a:moveTo>
                        <a:pt x="13" y="2426"/>
                      </a:moveTo>
                      <a:lnTo>
                        <a:pt x="0" y="2438"/>
                      </a:lnTo>
                      <a:lnTo>
                        <a:pt x="64" y="2438"/>
                      </a:lnTo>
                      <a:lnTo>
                        <a:pt x="13" y="2426"/>
                      </a:lnTo>
                      <a:close/>
                      <a:moveTo>
                        <a:pt x="1558" y="1"/>
                      </a:moveTo>
                      <a:cubicBezTo>
                        <a:pt x="1429" y="1"/>
                        <a:pt x="1299" y="24"/>
                        <a:pt x="1173" y="66"/>
                      </a:cubicBezTo>
                      <a:cubicBezTo>
                        <a:pt x="954" y="156"/>
                        <a:pt x="774" y="298"/>
                        <a:pt x="632" y="478"/>
                      </a:cubicBezTo>
                      <a:cubicBezTo>
                        <a:pt x="503" y="646"/>
                        <a:pt x="413" y="840"/>
                        <a:pt x="361" y="1046"/>
                      </a:cubicBezTo>
                      <a:cubicBezTo>
                        <a:pt x="348" y="1149"/>
                        <a:pt x="335" y="1239"/>
                        <a:pt x="335" y="1342"/>
                      </a:cubicBezTo>
                      <a:lnTo>
                        <a:pt x="335" y="1407"/>
                      </a:lnTo>
                      <a:lnTo>
                        <a:pt x="335" y="1446"/>
                      </a:lnTo>
                      <a:lnTo>
                        <a:pt x="335" y="1471"/>
                      </a:lnTo>
                      <a:cubicBezTo>
                        <a:pt x="348" y="1510"/>
                        <a:pt x="348" y="1562"/>
                        <a:pt x="348" y="1600"/>
                      </a:cubicBezTo>
                      <a:cubicBezTo>
                        <a:pt x="361" y="1742"/>
                        <a:pt x="361" y="1897"/>
                        <a:pt x="361" y="2039"/>
                      </a:cubicBezTo>
                      <a:cubicBezTo>
                        <a:pt x="361" y="2155"/>
                        <a:pt x="322" y="2258"/>
                        <a:pt x="271" y="2361"/>
                      </a:cubicBezTo>
                      <a:cubicBezTo>
                        <a:pt x="219" y="2413"/>
                        <a:pt x="155" y="2438"/>
                        <a:pt x="77" y="2438"/>
                      </a:cubicBezTo>
                      <a:lnTo>
                        <a:pt x="168" y="2438"/>
                      </a:lnTo>
                      <a:cubicBezTo>
                        <a:pt x="206" y="2426"/>
                        <a:pt x="258" y="2400"/>
                        <a:pt x="284" y="2374"/>
                      </a:cubicBezTo>
                      <a:cubicBezTo>
                        <a:pt x="361" y="2284"/>
                        <a:pt x="413" y="2168"/>
                        <a:pt x="426" y="2039"/>
                      </a:cubicBezTo>
                      <a:cubicBezTo>
                        <a:pt x="451" y="1884"/>
                        <a:pt x="451" y="1729"/>
                        <a:pt x="451" y="1587"/>
                      </a:cubicBezTo>
                      <a:lnTo>
                        <a:pt x="451" y="1394"/>
                      </a:lnTo>
                      <a:lnTo>
                        <a:pt x="451" y="1330"/>
                      </a:lnTo>
                      <a:cubicBezTo>
                        <a:pt x="464" y="1239"/>
                        <a:pt x="477" y="1149"/>
                        <a:pt x="490" y="1072"/>
                      </a:cubicBezTo>
                      <a:cubicBezTo>
                        <a:pt x="542" y="891"/>
                        <a:pt x="619" y="723"/>
                        <a:pt x="748" y="582"/>
                      </a:cubicBezTo>
                      <a:cubicBezTo>
                        <a:pt x="877" y="427"/>
                        <a:pt x="1044" y="311"/>
                        <a:pt x="1225" y="246"/>
                      </a:cubicBezTo>
                      <a:cubicBezTo>
                        <a:pt x="1322" y="208"/>
                        <a:pt x="1422" y="188"/>
                        <a:pt x="1520" y="188"/>
                      </a:cubicBezTo>
                      <a:cubicBezTo>
                        <a:pt x="1618" y="188"/>
                        <a:pt x="1715" y="208"/>
                        <a:pt x="1805" y="246"/>
                      </a:cubicBezTo>
                      <a:cubicBezTo>
                        <a:pt x="1896" y="272"/>
                        <a:pt x="1973" y="337"/>
                        <a:pt x="2037" y="401"/>
                      </a:cubicBezTo>
                      <a:cubicBezTo>
                        <a:pt x="2102" y="478"/>
                        <a:pt x="2141" y="556"/>
                        <a:pt x="2166" y="646"/>
                      </a:cubicBezTo>
                      <a:cubicBezTo>
                        <a:pt x="2218" y="827"/>
                        <a:pt x="2179" y="1020"/>
                        <a:pt x="2076" y="1175"/>
                      </a:cubicBezTo>
                      <a:cubicBezTo>
                        <a:pt x="2050" y="1201"/>
                        <a:pt x="2012" y="1239"/>
                        <a:pt x="1986" y="1265"/>
                      </a:cubicBezTo>
                      <a:lnTo>
                        <a:pt x="1973" y="1278"/>
                      </a:lnTo>
                      <a:lnTo>
                        <a:pt x="1934" y="1291"/>
                      </a:lnTo>
                      <a:cubicBezTo>
                        <a:pt x="1921" y="1304"/>
                        <a:pt x="1908" y="1317"/>
                        <a:pt x="1883" y="1317"/>
                      </a:cubicBezTo>
                      <a:cubicBezTo>
                        <a:pt x="1825" y="1346"/>
                        <a:pt x="1767" y="1360"/>
                        <a:pt x="1709" y="1360"/>
                      </a:cubicBezTo>
                      <a:cubicBezTo>
                        <a:pt x="1689" y="1360"/>
                        <a:pt x="1670" y="1359"/>
                        <a:pt x="1651" y="1355"/>
                      </a:cubicBezTo>
                      <a:cubicBezTo>
                        <a:pt x="1496" y="1317"/>
                        <a:pt x="1354" y="1213"/>
                        <a:pt x="1289" y="1072"/>
                      </a:cubicBezTo>
                      <a:cubicBezTo>
                        <a:pt x="1225" y="956"/>
                        <a:pt x="1251" y="801"/>
                        <a:pt x="1341" y="711"/>
                      </a:cubicBezTo>
                      <a:cubicBezTo>
                        <a:pt x="1354" y="698"/>
                        <a:pt x="1367" y="685"/>
                        <a:pt x="1380" y="672"/>
                      </a:cubicBezTo>
                      <a:lnTo>
                        <a:pt x="1393" y="659"/>
                      </a:lnTo>
                      <a:cubicBezTo>
                        <a:pt x="1406" y="659"/>
                        <a:pt x="1406" y="646"/>
                        <a:pt x="1406" y="646"/>
                      </a:cubicBezTo>
                      <a:cubicBezTo>
                        <a:pt x="1431" y="633"/>
                        <a:pt x="1457" y="620"/>
                        <a:pt x="1483" y="607"/>
                      </a:cubicBezTo>
                      <a:cubicBezTo>
                        <a:pt x="1498" y="604"/>
                        <a:pt x="1512" y="602"/>
                        <a:pt x="1526" y="602"/>
                      </a:cubicBezTo>
                      <a:cubicBezTo>
                        <a:pt x="1558" y="602"/>
                        <a:pt x="1588" y="611"/>
                        <a:pt x="1625" y="620"/>
                      </a:cubicBezTo>
                      <a:cubicBezTo>
                        <a:pt x="1663" y="646"/>
                        <a:pt x="1689" y="672"/>
                        <a:pt x="1702" y="711"/>
                      </a:cubicBezTo>
                      <a:cubicBezTo>
                        <a:pt x="1715" y="736"/>
                        <a:pt x="1728" y="762"/>
                        <a:pt x="1715" y="788"/>
                      </a:cubicBezTo>
                      <a:cubicBezTo>
                        <a:pt x="1715" y="814"/>
                        <a:pt x="1715" y="827"/>
                        <a:pt x="1702" y="852"/>
                      </a:cubicBezTo>
                      <a:cubicBezTo>
                        <a:pt x="1741" y="801"/>
                        <a:pt x="1754" y="749"/>
                        <a:pt x="1728" y="685"/>
                      </a:cubicBezTo>
                      <a:cubicBezTo>
                        <a:pt x="1715" y="646"/>
                        <a:pt x="1676" y="607"/>
                        <a:pt x="1638" y="582"/>
                      </a:cubicBezTo>
                      <a:cubicBezTo>
                        <a:pt x="1600" y="563"/>
                        <a:pt x="1562" y="551"/>
                        <a:pt x="1519" y="551"/>
                      </a:cubicBezTo>
                      <a:cubicBezTo>
                        <a:pt x="1504" y="551"/>
                        <a:pt x="1487" y="552"/>
                        <a:pt x="1470" y="556"/>
                      </a:cubicBezTo>
                      <a:cubicBezTo>
                        <a:pt x="1431" y="556"/>
                        <a:pt x="1406" y="569"/>
                        <a:pt x="1380" y="582"/>
                      </a:cubicBezTo>
                      <a:lnTo>
                        <a:pt x="1354" y="595"/>
                      </a:lnTo>
                      <a:lnTo>
                        <a:pt x="1328" y="607"/>
                      </a:lnTo>
                      <a:cubicBezTo>
                        <a:pt x="1315" y="620"/>
                        <a:pt x="1302" y="633"/>
                        <a:pt x="1289" y="646"/>
                      </a:cubicBezTo>
                      <a:cubicBezTo>
                        <a:pt x="1238" y="698"/>
                        <a:pt x="1186" y="775"/>
                        <a:pt x="1161" y="852"/>
                      </a:cubicBezTo>
                      <a:cubicBezTo>
                        <a:pt x="1148" y="930"/>
                        <a:pt x="1148" y="1033"/>
                        <a:pt x="1173" y="1110"/>
                      </a:cubicBezTo>
                      <a:cubicBezTo>
                        <a:pt x="1251" y="1304"/>
                        <a:pt x="1418" y="1446"/>
                        <a:pt x="1612" y="1497"/>
                      </a:cubicBezTo>
                      <a:cubicBezTo>
                        <a:pt x="1653" y="1506"/>
                        <a:pt x="1694" y="1511"/>
                        <a:pt x="1735" y="1511"/>
                      </a:cubicBezTo>
                      <a:cubicBezTo>
                        <a:pt x="1808" y="1511"/>
                        <a:pt x="1880" y="1496"/>
                        <a:pt x="1947" y="1471"/>
                      </a:cubicBezTo>
                      <a:cubicBezTo>
                        <a:pt x="1973" y="1458"/>
                        <a:pt x="2012" y="1446"/>
                        <a:pt x="2037" y="1433"/>
                      </a:cubicBezTo>
                      <a:lnTo>
                        <a:pt x="2063" y="1420"/>
                      </a:lnTo>
                      <a:lnTo>
                        <a:pt x="2076" y="1420"/>
                      </a:lnTo>
                      <a:lnTo>
                        <a:pt x="2089" y="1407"/>
                      </a:lnTo>
                      <a:cubicBezTo>
                        <a:pt x="2141" y="1368"/>
                        <a:pt x="2179" y="1330"/>
                        <a:pt x="2218" y="1278"/>
                      </a:cubicBezTo>
                      <a:cubicBezTo>
                        <a:pt x="2295" y="1188"/>
                        <a:pt x="2347" y="1072"/>
                        <a:pt x="2373" y="956"/>
                      </a:cubicBezTo>
                      <a:cubicBezTo>
                        <a:pt x="2398" y="840"/>
                        <a:pt x="2398" y="711"/>
                        <a:pt x="2360" y="595"/>
                      </a:cubicBezTo>
                      <a:cubicBezTo>
                        <a:pt x="2308" y="350"/>
                        <a:pt x="2128" y="143"/>
                        <a:pt x="1883" y="53"/>
                      </a:cubicBezTo>
                      <a:cubicBezTo>
                        <a:pt x="1776" y="17"/>
                        <a:pt x="1667" y="1"/>
                        <a:pt x="15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
                <p:cNvSpPr/>
                <p:nvPr/>
              </p:nvSpPr>
              <p:spPr>
                <a:xfrm>
                  <a:off x="4046775" y="3579750"/>
                  <a:ext cx="15800" cy="39350"/>
                </a:xfrm>
                <a:custGeom>
                  <a:avLst/>
                  <a:gdLst/>
                  <a:ahLst/>
                  <a:cxnLst/>
                  <a:rect l="l" t="t" r="r" b="b"/>
                  <a:pathLst>
                    <a:path w="632" h="1574" extrusionOk="0">
                      <a:moveTo>
                        <a:pt x="580" y="0"/>
                      </a:moveTo>
                      <a:lnTo>
                        <a:pt x="529" y="65"/>
                      </a:lnTo>
                      <a:lnTo>
                        <a:pt x="503" y="103"/>
                      </a:lnTo>
                      <a:lnTo>
                        <a:pt x="477" y="142"/>
                      </a:lnTo>
                      <a:cubicBezTo>
                        <a:pt x="477" y="155"/>
                        <a:pt x="464" y="181"/>
                        <a:pt x="451" y="194"/>
                      </a:cubicBezTo>
                      <a:lnTo>
                        <a:pt x="426" y="258"/>
                      </a:lnTo>
                      <a:cubicBezTo>
                        <a:pt x="413" y="310"/>
                        <a:pt x="400" y="361"/>
                        <a:pt x="400" y="413"/>
                      </a:cubicBezTo>
                      <a:cubicBezTo>
                        <a:pt x="387" y="465"/>
                        <a:pt x="387" y="516"/>
                        <a:pt x="387" y="568"/>
                      </a:cubicBezTo>
                      <a:cubicBezTo>
                        <a:pt x="387" y="632"/>
                        <a:pt x="387" y="684"/>
                        <a:pt x="400" y="748"/>
                      </a:cubicBezTo>
                      <a:lnTo>
                        <a:pt x="413" y="903"/>
                      </a:lnTo>
                      <a:cubicBezTo>
                        <a:pt x="426" y="955"/>
                        <a:pt x="426" y="1006"/>
                        <a:pt x="413" y="1058"/>
                      </a:cubicBezTo>
                      <a:cubicBezTo>
                        <a:pt x="413" y="1083"/>
                        <a:pt x="413" y="1109"/>
                        <a:pt x="400" y="1122"/>
                      </a:cubicBezTo>
                      <a:cubicBezTo>
                        <a:pt x="400" y="1148"/>
                        <a:pt x="387" y="1174"/>
                        <a:pt x="387" y="1200"/>
                      </a:cubicBezTo>
                      <a:cubicBezTo>
                        <a:pt x="361" y="1238"/>
                        <a:pt x="348" y="1277"/>
                        <a:pt x="322" y="1316"/>
                      </a:cubicBezTo>
                      <a:cubicBezTo>
                        <a:pt x="310" y="1328"/>
                        <a:pt x="297" y="1341"/>
                        <a:pt x="284" y="1367"/>
                      </a:cubicBezTo>
                      <a:cubicBezTo>
                        <a:pt x="271" y="1380"/>
                        <a:pt x="258" y="1393"/>
                        <a:pt x="232" y="1406"/>
                      </a:cubicBezTo>
                      <a:cubicBezTo>
                        <a:pt x="219" y="1419"/>
                        <a:pt x="206" y="1432"/>
                        <a:pt x="193" y="1445"/>
                      </a:cubicBezTo>
                      <a:cubicBezTo>
                        <a:pt x="181" y="1457"/>
                        <a:pt x="168" y="1470"/>
                        <a:pt x="155" y="1470"/>
                      </a:cubicBezTo>
                      <a:cubicBezTo>
                        <a:pt x="129" y="1496"/>
                        <a:pt x="103" y="1509"/>
                        <a:pt x="77" y="1522"/>
                      </a:cubicBezTo>
                      <a:lnTo>
                        <a:pt x="0" y="1573"/>
                      </a:lnTo>
                      <a:lnTo>
                        <a:pt x="103" y="1573"/>
                      </a:lnTo>
                      <a:cubicBezTo>
                        <a:pt x="129" y="1573"/>
                        <a:pt x="168" y="1573"/>
                        <a:pt x="193" y="1561"/>
                      </a:cubicBezTo>
                      <a:cubicBezTo>
                        <a:pt x="245" y="1548"/>
                        <a:pt x="284" y="1535"/>
                        <a:pt x="322" y="1522"/>
                      </a:cubicBezTo>
                      <a:cubicBezTo>
                        <a:pt x="361" y="1496"/>
                        <a:pt x="413" y="1457"/>
                        <a:pt x="451" y="1432"/>
                      </a:cubicBezTo>
                      <a:cubicBezTo>
                        <a:pt x="490" y="1380"/>
                        <a:pt x="529" y="1341"/>
                        <a:pt x="555" y="1277"/>
                      </a:cubicBezTo>
                      <a:cubicBezTo>
                        <a:pt x="593" y="1225"/>
                        <a:pt x="619" y="1161"/>
                        <a:pt x="619" y="1096"/>
                      </a:cubicBezTo>
                      <a:cubicBezTo>
                        <a:pt x="632" y="1032"/>
                        <a:pt x="632" y="967"/>
                        <a:pt x="619" y="903"/>
                      </a:cubicBezTo>
                      <a:cubicBezTo>
                        <a:pt x="619" y="838"/>
                        <a:pt x="606" y="774"/>
                        <a:pt x="593" y="722"/>
                      </a:cubicBezTo>
                      <a:cubicBezTo>
                        <a:pt x="593" y="671"/>
                        <a:pt x="593" y="619"/>
                        <a:pt x="567" y="568"/>
                      </a:cubicBezTo>
                      <a:cubicBezTo>
                        <a:pt x="555" y="516"/>
                        <a:pt x="555" y="465"/>
                        <a:pt x="555" y="413"/>
                      </a:cubicBezTo>
                      <a:lnTo>
                        <a:pt x="555" y="284"/>
                      </a:lnTo>
                      <a:lnTo>
                        <a:pt x="555" y="220"/>
                      </a:lnTo>
                      <a:lnTo>
                        <a:pt x="555" y="168"/>
                      </a:lnTo>
                      <a:cubicBezTo>
                        <a:pt x="555" y="142"/>
                        <a:pt x="567" y="103"/>
                        <a:pt x="567" y="78"/>
                      </a:cubicBezTo>
                      <a:cubicBezTo>
                        <a:pt x="580" y="26"/>
                        <a:pt x="580" y="0"/>
                        <a:pt x="5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p:nvPr/>
              </p:nvSpPr>
              <p:spPr>
                <a:xfrm>
                  <a:off x="4085125" y="3523325"/>
                  <a:ext cx="61600" cy="60300"/>
                </a:xfrm>
                <a:custGeom>
                  <a:avLst/>
                  <a:gdLst/>
                  <a:ahLst/>
                  <a:cxnLst/>
                  <a:rect l="l" t="t" r="r" b="b"/>
                  <a:pathLst>
                    <a:path w="2464" h="2412" extrusionOk="0">
                      <a:moveTo>
                        <a:pt x="2425" y="1"/>
                      </a:moveTo>
                      <a:lnTo>
                        <a:pt x="2425" y="27"/>
                      </a:lnTo>
                      <a:cubicBezTo>
                        <a:pt x="2438" y="39"/>
                        <a:pt x="2438" y="52"/>
                        <a:pt x="2438" y="78"/>
                      </a:cubicBezTo>
                      <a:cubicBezTo>
                        <a:pt x="2438" y="117"/>
                        <a:pt x="2438" y="143"/>
                        <a:pt x="2438" y="181"/>
                      </a:cubicBezTo>
                      <a:cubicBezTo>
                        <a:pt x="2430" y="204"/>
                        <a:pt x="2423" y="226"/>
                        <a:pt x="2410" y="249"/>
                      </a:cubicBezTo>
                      <a:lnTo>
                        <a:pt x="2410" y="249"/>
                      </a:lnTo>
                      <a:cubicBezTo>
                        <a:pt x="2448" y="204"/>
                        <a:pt x="2463" y="151"/>
                        <a:pt x="2463" y="91"/>
                      </a:cubicBezTo>
                      <a:cubicBezTo>
                        <a:pt x="2463" y="78"/>
                        <a:pt x="2463" y="52"/>
                        <a:pt x="2463" y="39"/>
                      </a:cubicBezTo>
                      <a:lnTo>
                        <a:pt x="2425" y="1"/>
                      </a:lnTo>
                      <a:close/>
                      <a:moveTo>
                        <a:pt x="2410" y="249"/>
                      </a:moveTo>
                      <a:cubicBezTo>
                        <a:pt x="2400" y="261"/>
                        <a:pt x="2387" y="273"/>
                        <a:pt x="2373" y="284"/>
                      </a:cubicBezTo>
                      <a:cubicBezTo>
                        <a:pt x="2283" y="336"/>
                        <a:pt x="2180" y="375"/>
                        <a:pt x="2064" y="375"/>
                      </a:cubicBezTo>
                      <a:cubicBezTo>
                        <a:pt x="1922" y="375"/>
                        <a:pt x="1767" y="375"/>
                        <a:pt x="1625" y="362"/>
                      </a:cubicBezTo>
                      <a:lnTo>
                        <a:pt x="1496" y="349"/>
                      </a:lnTo>
                      <a:lnTo>
                        <a:pt x="1354" y="349"/>
                      </a:lnTo>
                      <a:cubicBezTo>
                        <a:pt x="1264" y="349"/>
                        <a:pt x="1161" y="362"/>
                        <a:pt x="1071" y="375"/>
                      </a:cubicBezTo>
                      <a:cubicBezTo>
                        <a:pt x="864" y="413"/>
                        <a:pt x="671" y="504"/>
                        <a:pt x="503" y="646"/>
                      </a:cubicBezTo>
                      <a:cubicBezTo>
                        <a:pt x="310" y="774"/>
                        <a:pt x="181" y="968"/>
                        <a:pt x="91" y="1187"/>
                      </a:cubicBezTo>
                      <a:cubicBezTo>
                        <a:pt x="13" y="1419"/>
                        <a:pt x="1" y="1664"/>
                        <a:pt x="78" y="1896"/>
                      </a:cubicBezTo>
                      <a:cubicBezTo>
                        <a:pt x="168" y="2141"/>
                        <a:pt x="374" y="2322"/>
                        <a:pt x="619" y="2386"/>
                      </a:cubicBezTo>
                      <a:cubicBezTo>
                        <a:pt x="680" y="2403"/>
                        <a:pt x="742" y="2411"/>
                        <a:pt x="804" y="2411"/>
                      </a:cubicBezTo>
                      <a:cubicBezTo>
                        <a:pt x="981" y="2411"/>
                        <a:pt x="1160" y="2346"/>
                        <a:pt x="1303" y="2232"/>
                      </a:cubicBezTo>
                      <a:cubicBezTo>
                        <a:pt x="1342" y="2193"/>
                        <a:pt x="1393" y="2154"/>
                        <a:pt x="1419" y="2115"/>
                      </a:cubicBezTo>
                      <a:lnTo>
                        <a:pt x="1432" y="2090"/>
                      </a:lnTo>
                      <a:lnTo>
                        <a:pt x="1458" y="2051"/>
                      </a:lnTo>
                      <a:cubicBezTo>
                        <a:pt x="1470" y="2025"/>
                        <a:pt x="1483" y="1999"/>
                        <a:pt x="1496" y="1974"/>
                      </a:cubicBezTo>
                      <a:cubicBezTo>
                        <a:pt x="1535" y="1858"/>
                        <a:pt x="1548" y="1742"/>
                        <a:pt x="1509" y="1638"/>
                      </a:cubicBezTo>
                      <a:cubicBezTo>
                        <a:pt x="1470" y="1432"/>
                        <a:pt x="1329" y="1277"/>
                        <a:pt x="1135" y="1200"/>
                      </a:cubicBezTo>
                      <a:cubicBezTo>
                        <a:pt x="1079" y="1184"/>
                        <a:pt x="1024" y="1173"/>
                        <a:pt x="968" y="1173"/>
                      </a:cubicBezTo>
                      <a:cubicBezTo>
                        <a:pt x="933" y="1173"/>
                        <a:pt x="899" y="1177"/>
                        <a:pt x="864" y="1187"/>
                      </a:cubicBezTo>
                      <a:cubicBezTo>
                        <a:pt x="787" y="1213"/>
                        <a:pt x="723" y="1252"/>
                        <a:pt x="671" y="1316"/>
                      </a:cubicBezTo>
                      <a:cubicBezTo>
                        <a:pt x="658" y="1329"/>
                        <a:pt x="645" y="1342"/>
                        <a:pt x="632" y="1355"/>
                      </a:cubicBezTo>
                      <a:lnTo>
                        <a:pt x="619" y="1381"/>
                      </a:lnTo>
                      <a:cubicBezTo>
                        <a:pt x="607" y="1381"/>
                        <a:pt x="607" y="1393"/>
                        <a:pt x="607" y="1393"/>
                      </a:cubicBezTo>
                      <a:cubicBezTo>
                        <a:pt x="594" y="1432"/>
                        <a:pt x="581" y="1458"/>
                        <a:pt x="568" y="1497"/>
                      </a:cubicBezTo>
                      <a:cubicBezTo>
                        <a:pt x="555" y="1548"/>
                        <a:pt x="568" y="1613"/>
                        <a:pt x="607" y="1664"/>
                      </a:cubicBezTo>
                      <a:cubicBezTo>
                        <a:pt x="632" y="1703"/>
                        <a:pt x="671" y="1729"/>
                        <a:pt x="710" y="1754"/>
                      </a:cubicBezTo>
                      <a:lnTo>
                        <a:pt x="813" y="1754"/>
                      </a:lnTo>
                      <a:cubicBezTo>
                        <a:pt x="826" y="1742"/>
                        <a:pt x="852" y="1729"/>
                        <a:pt x="864" y="1729"/>
                      </a:cubicBezTo>
                      <a:lnTo>
                        <a:pt x="877" y="1716"/>
                      </a:lnTo>
                      <a:lnTo>
                        <a:pt x="864" y="1716"/>
                      </a:lnTo>
                      <a:cubicBezTo>
                        <a:pt x="852" y="1716"/>
                        <a:pt x="826" y="1729"/>
                        <a:pt x="813" y="1729"/>
                      </a:cubicBezTo>
                      <a:cubicBezTo>
                        <a:pt x="774" y="1729"/>
                        <a:pt x="748" y="1729"/>
                        <a:pt x="723" y="1716"/>
                      </a:cubicBezTo>
                      <a:cubicBezTo>
                        <a:pt x="684" y="1703"/>
                        <a:pt x="658" y="1664"/>
                        <a:pt x="632" y="1638"/>
                      </a:cubicBezTo>
                      <a:cubicBezTo>
                        <a:pt x="619" y="1587"/>
                        <a:pt x="607" y="1535"/>
                        <a:pt x="619" y="1497"/>
                      </a:cubicBezTo>
                      <a:cubicBezTo>
                        <a:pt x="632" y="1471"/>
                        <a:pt x="645" y="1445"/>
                        <a:pt x="658" y="1419"/>
                      </a:cubicBezTo>
                      <a:lnTo>
                        <a:pt x="671" y="1406"/>
                      </a:lnTo>
                      <a:lnTo>
                        <a:pt x="684" y="1393"/>
                      </a:lnTo>
                      <a:cubicBezTo>
                        <a:pt x="697" y="1381"/>
                        <a:pt x="710" y="1368"/>
                        <a:pt x="723" y="1355"/>
                      </a:cubicBezTo>
                      <a:cubicBezTo>
                        <a:pt x="761" y="1316"/>
                        <a:pt x="826" y="1290"/>
                        <a:pt x="877" y="1277"/>
                      </a:cubicBezTo>
                      <a:cubicBezTo>
                        <a:pt x="906" y="1273"/>
                        <a:pt x="932" y="1270"/>
                        <a:pt x="958" y="1270"/>
                      </a:cubicBezTo>
                      <a:cubicBezTo>
                        <a:pt x="1002" y="1270"/>
                        <a:pt x="1043" y="1279"/>
                        <a:pt x="1084" y="1303"/>
                      </a:cubicBezTo>
                      <a:cubicBezTo>
                        <a:pt x="1225" y="1368"/>
                        <a:pt x="1329" y="1497"/>
                        <a:pt x="1354" y="1651"/>
                      </a:cubicBezTo>
                      <a:cubicBezTo>
                        <a:pt x="1367" y="1742"/>
                        <a:pt x="1367" y="1819"/>
                        <a:pt x="1329" y="1896"/>
                      </a:cubicBezTo>
                      <a:cubicBezTo>
                        <a:pt x="1316" y="1909"/>
                        <a:pt x="1303" y="1922"/>
                        <a:pt x="1303" y="1948"/>
                      </a:cubicBezTo>
                      <a:lnTo>
                        <a:pt x="1277" y="1974"/>
                      </a:lnTo>
                      <a:lnTo>
                        <a:pt x="1264" y="1987"/>
                      </a:lnTo>
                      <a:cubicBezTo>
                        <a:pt x="1238" y="2025"/>
                        <a:pt x="1213" y="2051"/>
                        <a:pt x="1174" y="2090"/>
                      </a:cubicBezTo>
                      <a:cubicBezTo>
                        <a:pt x="1065" y="2162"/>
                        <a:pt x="938" y="2203"/>
                        <a:pt x="813" y="2203"/>
                      </a:cubicBezTo>
                      <a:cubicBezTo>
                        <a:pt x="760" y="2203"/>
                        <a:pt x="708" y="2195"/>
                        <a:pt x="658" y="2180"/>
                      </a:cubicBezTo>
                      <a:cubicBezTo>
                        <a:pt x="555" y="2154"/>
                        <a:pt x="478" y="2115"/>
                        <a:pt x="413" y="2051"/>
                      </a:cubicBezTo>
                      <a:cubicBezTo>
                        <a:pt x="336" y="1987"/>
                        <a:pt x="284" y="1909"/>
                        <a:pt x="246" y="1819"/>
                      </a:cubicBezTo>
                      <a:cubicBezTo>
                        <a:pt x="181" y="1626"/>
                        <a:pt x="181" y="1419"/>
                        <a:pt x="246" y="1239"/>
                      </a:cubicBezTo>
                      <a:cubicBezTo>
                        <a:pt x="310" y="1045"/>
                        <a:pt x="426" y="891"/>
                        <a:pt x="581" y="762"/>
                      </a:cubicBezTo>
                      <a:cubicBezTo>
                        <a:pt x="723" y="633"/>
                        <a:pt x="890" y="555"/>
                        <a:pt x="1084" y="504"/>
                      </a:cubicBezTo>
                      <a:cubicBezTo>
                        <a:pt x="1161" y="478"/>
                        <a:pt x="1251" y="465"/>
                        <a:pt x="1342" y="465"/>
                      </a:cubicBezTo>
                      <a:lnTo>
                        <a:pt x="1599" y="465"/>
                      </a:lnTo>
                      <a:cubicBezTo>
                        <a:pt x="1741" y="465"/>
                        <a:pt x="1896" y="452"/>
                        <a:pt x="2051" y="439"/>
                      </a:cubicBezTo>
                      <a:cubicBezTo>
                        <a:pt x="2167" y="426"/>
                        <a:pt x="2283" y="375"/>
                        <a:pt x="2373" y="297"/>
                      </a:cubicBezTo>
                      <a:cubicBezTo>
                        <a:pt x="2389" y="281"/>
                        <a:pt x="2401" y="265"/>
                        <a:pt x="2410" y="24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a:off x="4093175" y="3532675"/>
                  <a:ext cx="39350" cy="15325"/>
                </a:xfrm>
                <a:custGeom>
                  <a:avLst/>
                  <a:gdLst/>
                  <a:ahLst/>
                  <a:cxnLst/>
                  <a:rect l="l" t="t" r="r" b="b"/>
                  <a:pathLst>
                    <a:path w="1574" h="613" extrusionOk="0">
                      <a:moveTo>
                        <a:pt x="1574" y="1"/>
                      </a:moveTo>
                      <a:lnTo>
                        <a:pt x="1522" y="65"/>
                      </a:lnTo>
                      <a:cubicBezTo>
                        <a:pt x="1510" y="78"/>
                        <a:pt x="1497" y="104"/>
                        <a:pt x="1471" y="143"/>
                      </a:cubicBezTo>
                      <a:cubicBezTo>
                        <a:pt x="1471" y="155"/>
                        <a:pt x="1458" y="168"/>
                        <a:pt x="1445" y="181"/>
                      </a:cubicBezTo>
                      <a:cubicBezTo>
                        <a:pt x="1432" y="194"/>
                        <a:pt x="1419" y="207"/>
                        <a:pt x="1406" y="220"/>
                      </a:cubicBezTo>
                      <a:lnTo>
                        <a:pt x="1355" y="272"/>
                      </a:lnTo>
                      <a:cubicBezTo>
                        <a:pt x="1342" y="284"/>
                        <a:pt x="1329" y="297"/>
                        <a:pt x="1316" y="310"/>
                      </a:cubicBezTo>
                      <a:cubicBezTo>
                        <a:pt x="1277" y="336"/>
                        <a:pt x="1239" y="349"/>
                        <a:pt x="1187" y="375"/>
                      </a:cubicBezTo>
                      <a:cubicBezTo>
                        <a:pt x="1174" y="375"/>
                        <a:pt x="1148" y="388"/>
                        <a:pt x="1123" y="388"/>
                      </a:cubicBezTo>
                      <a:cubicBezTo>
                        <a:pt x="1097" y="388"/>
                        <a:pt x="1084" y="400"/>
                        <a:pt x="1058" y="400"/>
                      </a:cubicBezTo>
                      <a:lnTo>
                        <a:pt x="903" y="400"/>
                      </a:lnTo>
                      <a:lnTo>
                        <a:pt x="749" y="375"/>
                      </a:lnTo>
                      <a:lnTo>
                        <a:pt x="568" y="375"/>
                      </a:lnTo>
                      <a:cubicBezTo>
                        <a:pt x="551" y="370"/>
                        <a:pt x="534" y="369"/>
                        <a:pt x="517" y="369"/>
                      </a:cubicBezTo>
                      <a:cubicBezTo>
                        <a:pt x="482" y="369"/>
                        <a:pt x="448" y="375"/>
                        <a:pt x="414" y="375"/>
                      </a:cubicBezTo>
                      <a:cubicBezTo>
                        <a:pt x="362" y="388"/>
                        <a:pt x="310" y="400"/>
                        <a:pt x="259" y="413"/>
                      </a:cubicBezTo>
                      <a:lnTo>
                        <a:pt x="194" y="439"/>
                      </a:lnTo>
                      <a:cubicBezTo>
                        <a:pt x="181" y="452"/>
                        <a:pt x="156" y="465"/>
                        <a:pt x="143" y="465"/>
                      </a:cubicBezTo>
                      <a:lnTo>
                        <a:pt x="104" y="491"/>
                      </a:lnTo>
                      <a:cubicBezTo>
                        <a:pt x="91" y="504"/>
                        <a:pt x="78" y="504"/>
                        <a:pt x="65" y="517"/>
                      </a:cubicBezTo>
                      <a:cubicBezTo>
                        <a:pt x="40" y="529"/>
                        <a:pt x="14" y="555"/>
                        <a:pt x="1" y="568"/>
                      </a:cubicBezTo>
                      <a:lnTo>
                        <a:pt x="78" y="555"/>
                      </a:lnTo>
                      <a:cubicBezTo>
                        <a:pt x="104" y="542"/>
                        <a:pt x="143" y="542"/>
                        <a:pt x="169" y="542"/>
                      </a:cubicBezTo>
                      <a:lnTo>
                        <a:pt x="414" y="542"/>
                      </a:lnTo>
                      <a:cubicBezTo>
                        <a:pt x="465" y="542"/>
                        <a:pt x="504" y="555"/>
                        <a:pt x="568" y="555"/>
                      </a:cubicBezTo>
                      <a:cubicBezTo>
                        <a:pt x="620" y="568"/>
                        <a:pt x="671" y="568"/>
                        <a:pt x="723" y="581"/>
                      </a:cubicBezTo>
                      <a:cubicBezTo>
                        <a:pt x="787" y="594"/>
                        <a:pt x="839" y="607"/>
                        <a:pt x="903" y="607"/>
                      </a:cubicBezTo>
                      <a:cubicBezTo>
                        <a:pt x="925" y="611"/>
                        <a:pt x="946" y="613"/>
                        <a:pt x="968" y="613"/>
                      </a:cubicBezTo>
                      <a:cubicBezTo>
                        <a:pt x="1011" y="613"/>
                        <a:pt x="1054" y="607"/>
                        <a:pt x="1097" y="607"/>
                      </a:cubicBezTo>
                      <a:cubicBezTo>
                        <a:pt x="1226" y="581"/>
                        <a:pt x="1329" y="517"/>
                        <a:pt x="1419" y="426"/>
                      </a:cubicBezTo>
                      <a:cubicBezTo>
                        <a:pt x="1458" y="388"/>
                        <a:pt x="1484" y="349"/>
                        <a:pt x="1510" y="297"/>
                      </a:cubicBezTo>
                      <a:cubicBezTo>
                        <a:pt x="1535" y="259"/>
                        <a:pt x="1548" y="220"/>
                        <a:pt x="1561" y="181"/>
                      </a:cubicBezTo>
                      <a:cubicBezTo>
                        <a:pt x="1561" y="143"/>
                        <a:pt x="1574" y="117"/>
                        <a:pt x="1574" y="78"/>
                      </a:cubicBezTo>
                      <a:lnTo>
                        <a:pt x="1574" y="14"/>
                      </a:lnTo>
                      <a:lnTo>
                        <a:pt x="15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a:off x="4074425" y="3588300"/>
                  <a:ext cx="7750" cy="5375"/>
                </a:xfrm>
                <a:custGeom>
                  <a:avLst/>
                  <a:gdLst/>
                  <a:ahLst/>
                  <a:cxnLst/>
                  <a:rect l="l" t="t" r="r" b="b"/>
                  <a:pathLst>
                    <a:path w="310" h="215" extrusionOk="0">
                      <a:moveTo>
                        <a:pt x="147" y="1"/>
                      </a:moveTo>
                      <a:cubicBezTo>
                        <a:pt x="66" y="1"/>
                        <a:pt x="0" y="92"/>
                        <a:pt x="42" y="174"/>
                      </a:cubicBezTo>
                      <a:cubicBezTo>
                        <a:pt x="59" y="203"/>
                        <a:pt x="83" y="214"/>
                        <a:pt x="108" y="214"/>
                      </a:cubicBezTo>
                      <a:cubicBezTo>
                        <a:pt x="199" y="214"/>
                        <a:pt x="310" y="70"/>
                        <a:pt x="209" y="19"/>
                      </a:cubicBezTo>
                      <a:cubicBezTo>
                        <a:pt x="189" y="6"/>
                        <a:pt x="168"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a:off x="4101900" y="3560575"/>
                  <a:ext cx="6450" cy="5325"/>
                </a:xfrm>
                <a:custGeom>
                  <a:avLst/>
                  <a:gdLst/>
                  <a:ahLst/>
                  <a:cxnLst/>
                  <a:rect l="l" t="t" r="r" b="b"/>
                  <a:pathLst>
                    <a:path w="258" h="213" extrusionOk="0">
                      <a:moveTo>
                        <a:pt x="156" y="1"/>
                      </a:moveTo>
                      <a:cubicBezTo>
                        <a:pt x="72" y="1"/>
                        <a:pt x="0" y="92"/>
                        <a:pt x="52" y="174"/>
                      </a:cubicBezTo>
                      <a:cubicBezTo>
                        <a:pt x="77" y="200"/>
                        <a:pt x="106" y="213"/>
                        <a:pt x="135" y="213"/>
                      </a:cubicBezTo>
                      <a:cubicBezTo>
                        <a:pt x="164" y="213"/>
                        <a:pt x="193" y="200"/>
                        <a:pt x="219" y="174"/>
                      </a:cubicBezTo>
                      <a:cubicBezTo>
                        <a:pt x="258" y="136"/>
                        <a:pt x="258" y="58"/>
                        <a:pt x="219" y="19"/>
                      </a:cubicBezTo>
                      <a:cubicBezTo>
                        <a:pt x="199" y="7"/>
                        <a:pt x="177" y="1"/>
                        <a:pt x="1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pic>
        <p:nvPicPr>
          <p:cNvPr id="190" name="Google Shape;190;p2"/>
          <p:cNvPicPr preferRelativeResize="0"/>
          <p:nvPr/>
        </p:nvPicPr>
        <p:blipFill rotWithShape="1">
          <a:blip r:embed="rId3">
            <a:alphaModFix/>
          </a:blip>
          <a:srcRect l="21203" t="7587" r="29576" b="27232"/>
          <a:stretch/>
        </p:blipFill>
        <p:spPr>
          <a:xfrm>
            <a:off x="-129425" y="2507375"/>
            <a:ext cx="1586774" cy="1575976"/>
          </a:xfrm>
          <a:prstGeom prst="rect">
            <a:avLst/>
          </a:prstGeom>
          <a:noFill/>
          <a:ln>
            <a:noFill/>
          </a:ln>
        </p:spPr>
      </p:pic>
      <p:pic>
        <p:nvPicPr>
          <p:cNvPr id="191" name="Google Shape;191;p2"/>
          <p:cNvPicPr preferRelativeResize="0"/>
          <p:nvPr/>
        </p:nvPicPr>
        <p:blipFill rotWithShape="1">
          <a:blip r:embed="rId3">
            <a:alphaModFix/>
          </a:blip>
          <a:srcRect l="21203" t="7587" r="29576" b="27232"/>
          <a:stretch/>
        </p:blipFill>
        <p:spPr>
          <a:xfrm flipH="1">
            <a:off x="7632188" y="1702275"/>
            <a:ext cx="1586774" cy="157597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75"/>
        <p:cNvGrpSpPr/>
        <p:nvPr/>
      </p:nvGrpSpPr>
      <p:grpSpPr>
        <a:xfrm>
          <a:off x="0" y="0"/>
          <a:ext cx="0" cy="0"/>
          <a:chOff x="0" y="0"/>
          <a:chExt cx="0" cy="0"/>
        </a:xfrm>
      </p:grpSpPr>
      <p:pic>
        <p:nvPicPr>
          <p:cNvPr id="376" name="Google Shape;376;p4"/>
          <p:cNvPicPr preferRelativeResize="0"/>
          <p:nvPr/>
        </p:nvPicPr>
        <p:blipFill rotWithShape="1">
          <a:blip r:embed="rId2">
            <a:alphaModFix/>
          </a:blip>
          <a:srcRect t="7798" b="7806"/>
          <a:stretch/>
        </p:blipFill>
        <p:spPr>
          <a:xfrm>
            <a:off x="0" y="0"/>
            <a:ext cx="9144003" cy="5143501"/>
          </a:xfrm>
          <a:prstGeom prst="rect">
            <a:avLst/>
          </a:prstGeom>
          <a:noFill/>
          <a:ln>
            <a:noFill/>
          </a:ln>
        </p:spPr>
      </p:pic>
      <p:sp>
        <p:nvSpPr>
          <p:cNvPr id="377" name="Google Shape;377;p4"/>
          <p:cNvSpPr txBox="1">
            <a:spLocks noGrp="1"/>
          </p:cNvSpPr>
          <p:nvPr>
            <p:ph type="body" idx="1"/>
          </p:nvPr>
        </p:nvSpPr>
        <p:spPr>
          <a:xfrm>
            <a:off x="714175" y="1334000"/>
            <a:ext cx="7715700" cy="3267000"/>
          </a:xfrm>
          <a:prstGeom prst="rect">
            <a:avLst/>
          </a:prstGeom>
        </p:spPr>
        <p:txBody>
          <a:bodyPr spcFirstLastPara="1" wrap="square" lIns="91425" tIns="91425" rIns="91425" bIns="91425" anchor="ctr" anchorCtr="0">
            <a:noAutofit/>
          </a:bodyPr>
          <a:lstStyle>
            <a:lvl1pPr marL="457200" lvl="0" indent="-317500" rtl="0">
              <a:spcBef>
                <a:spcPts val="0"/>
              </a:spcBef>
              <a:spcAft>
                <a:spcPts val="0"/>
              </a:spcAft>
              <a:buClr>
                <a:schemeClr val="dk1"/>
              </a:buClr>
              <a:buSzPts val="1400"/>
              <a:buChar char="●"/>
              <a:defRPr sz="12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378" name="Google Shape;378;p4"/>
          <p:cNvSpPr txBox="1">
            <a:spLocks noGrp="1"/>
          </p:cNvSpPr>
          <p:nvPr>
            <p:ph type="title"/>
          </p:nvPr>
        </p:nvSpPr>
        <p:spPr>
          <a:xfrm>
            <a:off x="714175" y="466300"/>
            <a:ext cx="77157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379" name="Google Shape;379;p4"/>
          <p:cNvGrpSpPr/>
          <p:nvPr/>
        </p:nvGrpSpPr>
        <p:grpSpPr>
          <a:xfrm>
            <a:off x="714175" y="1093271"/>
            <a:ext cx="7715647" cy="131916"/>
            <a:chOff x="714175" y="1115188"/>
            <a:chExt cx="7715647" cy="131916"/>
          </a:xfrm>
        </p:grpSpPr>
        <p:grpSp>
          <p:nvGrpSpPr>
            <p:cNvPr id="380" name="Google Shape;380;p4"/>
            <p:cNvGrpSpPr/>
            <p:nvPr/>
          </p:nvGrpSpPr>
          <p:grpSpPr>
            <a:xfrm>
              <a:off x="714175" y="1115188"/>
              <a:ext cx="7715647" cy="131916"/>
              <a:chOff x="714175" y="1082438"/>
              <a:chExt cx="7715647" cy="131916"/>
            </a:xfrm>
          </p:grpSpPr>
          <p:sp>
            <p:nvSpPr>
              <p:cNvPr id="381" name="Google Shape;381;p4"/>
              <p:cNvSpPr/>
              <p:nvPr/>
            </p:nvSpPr>
            <p:spPr>
              <a:xfrm>
                <a:off x="714175" y="1082438"/>
                <a:ext cx="275716" cy="131916"/>
              </a:xfrm>
              <a:custGeom>
                <a:avLst/>
                <a:gdLst/>
                <a:ahLst/>
                <a:cxnLst/>
                <a:rect l="l" t="t" r="r" b="b"/>
                <a:pathLst>
                  <a:path w="3689" h="1765" extrusionOk="0">
                    <a:moveTo>
                      <a:pt x="2889" y="1"/>
                    </a:moveTo>
                    <a:cubicBezTo>
                      <a:pt x="2773" y="1"/>
                      <a:pt x="2657" y="26"/>
                      <a:pt x="2554" y="65"/>
                    </a:cubicBezTo>
                    <a:cubicBezTo>
                      <a:pt x="2438" y="104"/>
                      <a:pt x="2334" y="168"/>
                      <a:pt x="2244" y="246"/>
                    </a:cubicBezTo>
                    <a:cubicBezTo>
                      <a:pt x="2154" y="323"/>
                      <a:pt x="2077" y="400"/>
                      <a:pt x="2012" y="504"/>
                    </a:cubicBezTo>
                    <a:cubicBezTo>
                      <a:pt x="1883" y="684"/>
                      <a:pt x="1780" y="878"/>
                      <a:pt x="1664" y="1058"/>
                    </a:cubicBezTo>
                    <a:cubicBezTo>
                      <a:pt x="1612" y="1148"/>
                      <a:pt x="1548" y="1239"/>
                      <a:pt x="1470" y="1316"/>
                    </a:cubicBezTo>
                    <a:cubicBezTo>
                      <a:pt x="1406" y="1380"/>
                      <a:pt x="1316" y="1445"/>
                      <a:pt x="1238" y="1496"/>
                    </a:cubicBezTo>
                    <a:cubicBezTo>
                      <a:pt x="1148" y="1535"/>
                      <a:pt x="1045" y="1574"/>
                      <a:pt x="942" y="1587"/>
                    </a:cubicBezTo>
                    <a:cubicBezTo>
                      <a:pt x="869" y="1596"/>
                      <a:pt x="802" y="1605"/>
                      <a:pt x="733" y="1605"/>
                    </a:cubicBezTo>
                    <a:cubicBezTo>
                      <a:pt x="705" y="1605"/>
                      <a:pt x="675" y="1603"/>
                      <a:pt x="645" y="1600"/>
                    </a:cubicBezTo>
                    <a:cubicBezTo>
                      <a:pt x="594" y="1587"/>
                      <a:pt x="542" y="1574"/>
                      <a:pt x="503" y="1561"/>
                    </a:cubicBezTo>
                    <a:cubicBezTo>
                      <a:pt x="452" y="1535"/>
                      <a:pt x="413" y="1509"/>
                      <a:pt x="374" y="1484"/>
                    </a:cubicBezTo>
                    <a:cubicBezTo>
                      <a:pt x="336" y="1458"/>
                      <a:pt x="297" y="1432"/>
                      <a:pt x="258" y="1393"/>
                    </a:cubicBezTo>
                    <a:cubicBezTo>
                      <a:pt x="245" y="1368"/>
                      <a:pt x="233" y="1355"/>
                      <a:pt x="220" y="1329"/>
                    </a:cubicBezTo>
                    <a:cubicBezTo>
                      <a:pt x="207" y="1316"/>
                      <a:pt x="194" y="1290"/>
                      <a:pt x="181" y="1264"/>
                    </a:cubicBezTo>
                    <a:cubicBezTo>
                      <a:pt x="142" y="1174"/>
                      <a:pt x="129" y="1084"/>
                      <a:pt x="155" y="994"/>
                    </a:cubicBezTo>
                    <a:cubicBezTo>
                      <a:pt x="168" y="890"/>
                      <a:pt x="207" y="800"/>
                      <a:pt x="284" y="736"/>
                    </a:cubicBezTo>
                    <a:cubicBezTo>
                      <a:pt x="310" y="710"/>
                      <a:pt x="362" y="684"/>
                      <a:pt x="400" y="671"/>
                    </a:cubicBezTo>
                    <a:cubicBezTo>
                      <a:pt x="428" y="662"/>
                      <a:pt x="461" y="653"/>
                      <a:pt x="497" y="653"/>
                    </a:cubicBezTo>
                    <a:cubicBezTo>
                      <a:pt x="512" y="653"/>
                      <a:pt x="527" y="655"/>
                      <a:pt x="542" y="658"/>
                    </a:cubicBezTo>
                    <a:cubicBezTo>
                      <a:pt x="581" y="658"/>
                      <a:pt x="632" y="671"/>
                      <a:pt x="671" y="710"/>
                    </a:cubicBezTo>
                    <a:cubicBezTo>
                      <a:pt x="710" y="736"/>
                      <a:pt x="735" y="774"/>
                      <a:pt x="748" y="813"/>
                    </a:cubicBezTo>
                    <a:cubicBezTo>
                      <a:pt x="787" y="903"/>
                      <a:pt x="761" y="1006"/>
                      <a:pt x="697" y="1071"/>
                    </a:cubicBezTo>
                    <a:cubicBezTo>
                      <a:pt x="654" y="1095"/>
                      <a:pt x="609" y="1108"/>
                      <a:pt x="564" y="1108"/>
                    </a:cubicBezTo>
                    <a:cubicBezTo>
                      <a:pt x="515" y="1108"/>
                      <a:pt x="467" y="1092"/>
                      <a:pt x="426" y="1058"/>
                    </a:cubicBezTo>
                    <a:lnTo>
                      <a:pt x="387" y="1084"/>
                    </a:lnTo>
                    <a:cubicBezTo>
                      <a:pt x="439" y="1135"/>
                      <a:pt x="490" y="1161"/>
                      <a:pt x="555" y="1161"/>
                    </a:cubicBezTo>
                    <a:cubicBezTo>
                      <a:pt x="567" y="1164"/>
                      <a:pt x="578" y="1165"/>
                      <a:pt x="589" y="1165"/>
                    </a:cubicBezTo>
                    <a:cubicBezTo>
                      <a:pt x="639" y="1165"/>
                      <a:pt x="683" y="1144"/>
                      <a:pt x="735" y="1123"/>
                    </a:cubicBezTo>
                    <a:cubicBezTo>
                      <a:pt x="761" y="1097"/>
                      <a:pt x="774" y="1084"/>
                      <a:pt x="800" y="1058"/>
                    </a:cubicBezTo>
                    <a:cubicBezTo>
                      <a:pt x="813" y="1032"/>
                      <a:pt x="826" y="994"/>
                      <a:pt x="839" y="968"/>
                    </a:cubicBezTo>
                    <a:cubicBezTo>
                      <a:pt x="852" y="903"/>
                      <a:pt x="852" y="839"/>
                      <a:pt x="839" y="787"/>
                    </a:cubicBezTo>
                    <a:cubicBezTo>
                      <a:pt x="826" y="723"/>
                      <a:pt x="787" y="671"/>
                      <a:pt x="735" y="620"/>
                    </a:cubicBezTo>
                    <a:cubicBezTo>
                      <a:pt x="684" y="581"/>
                      <a:pt x="632" y="555"/>
                      <a:pt x="568" y="542"/>
                    </a:cubicBezTo>
                    <a:cubicBezTo>
                      <a:pt x="503" y="542"/>
                      <a:pt x="439" y="542"/>
                      <a:pt x="374" y="555"/>
                    </a:cubicBezTo>
                    <a:cubicBezTo>
                      <a:pt x="323" y="568"/>
                      <a:pt x="258" y="607"/>
                      <a:pt x="220" y="645"/>
                    </a:cubicBezTo>
                    <a:cubicBezTo>
                      <a:pt x="117" y="723"/>
                      <a:pt x="52" y="839"/>
                      <a:pt x="39" y="968"/>
                    </a:cubicBezTo>
                    <a:cubicBezTo>
                      <a:pt x="0" y="1084"/>
                      <a:pt x="13" y="1213"/>
                      <a:pt x="52" y="1329"/>
                    </a:cubicBezTo>
                    <a:cubicBezTo>
                      <a:pt x="78" y="1355"/>
                      <a:pt x="91" y="1380"/>
                      <a:pt x="104" y="1406"/>
                    </a:cubicBezTo>
                    <a:cubicBezTo>
                      <a:pt x="117" y="1432"/>
                      <a:pt x="129" y="1458"/>
                      <a:pt x="155" y="1484"/>
                    </a:cubicBezTo>
                    <a:cubicBezTo>
                      <a:pt x="194" y="1535"/>
                      <a:pt x="233" y="1574"/>
                      <a:pt x="284" y="1613"/>
                    </a:cubicBezTo>
                    <a:cubicBezTo>
                      <a:pt x="336" y="1638"/>
                      <a:pt x="400" y="1664"/>
                      <a:pt x="452" y="1690"/>
                    </a:cubicBezTo>
                    <a:cubicBezTo>
                      <a:pt x="503" y="1716"/>
                      <a:pt x="568" y="1741"/>
                      <a:pt x="619" y="1754"/>
                    </a:cubicBezTo>
                    <a:cubicBezTo>
                      <a:pt x="677" y="1761"/>
                      <a:pt x="739" y="1764"/>
                      <a:pt x="800" y="1764"/>
                    </a:cubicBezTo>
                    <a:cubicBezTo>
                      <a:pt x="861" y="1764"/>
                      <a:pt x="922" y="1761"/>
                      <a:pt x="980" y="1754"/>
                    </a:cubicBezTo>
                    <a:cubicBezTo>
                      <a:pt x="1097" y="1729"/>
                      <a:pt x="1213" y="1690"/>
                      <a:pt x="1316" y="1638"/>
                    </a:cubicBezTo>
                    <a:cubicBezTo>
                      <a:pt x="1419" y="1587"/>
                      <a:pt x="1509" y="1509"/>
                      <a:pt x="1599" y="1432"/>
                    </a:cubicBezTo>
                    <a:cubicBezTo>
                      <a:pt x="1677" y="1342"/>
                      <a:pt x="1741" y="1251"/>
                      <a:pt x="1806" y="1161"/>
                    </a:cubicBezTo>
                    <a:cubicBezTo>
                      <a:pt x="1922" y="968"/>
                      <a:pt x="2025" y="774"/>
                      <a:pt x="2141" y="594"/>
                    </a:cubicBezTo>
                    <a:cubicBezTo>
                      <a:pt x="2257" y="426"/>
                      <a:pt x="2412" y="284"/>
                      <a:pt x="2605" y="207"/>
                    </a:cubicBezTo>
                    <a:cubicBezTo>
                      <a:pt x="2695" y="168"/>
                      <a:pt x="2799" y="143"/>
                      <a:pt x="2889" y="143"/>
                    </a:cubicBezTo>
                    <a:cubicBezTo>
                      <a:pt x="2940" y="143"/>
                      <a:pt x="2992" y="143"/>
                      <a:pt x="3031" y="155"/>
                    </a:cubicBezTo>
                    <a:cubicBezTo>
                      <a:pt x="3082" y="168"/>
                      <a:pt x="3134" y="194"/>
                      <a:pt x="3173" y="207"/>
                    </a:cubicBezTo>
                    <a:cubicBezTo>
                      <a:pt x="3224" y="233"/>
                      <a:pt x="3263" y="259"/>
                      <a:pt x="3301" y="284"/>
                    </a:cubicBezTo>
                    <a:cubicBezTo>
                      <a:pt x="3327" y="323"/>
                      <a:pt x="3366" y="362"/>
                      <a:pt x="3392" y="400"/>
                    </a:cubicBezTo>
                    <a:cubicBezTo>
                      <a:pt x="3443" y="478"/>
                      <a:pt x="3482" y="581"/>
                      <a:pt x="3495" y="671"/>
                    </a:cubicBezTo>
                    <a:cubicBezTo>
                      <a:pt x="3521" y="774"/>
                      <a:pt x="3508" y="865"/>
                      <a:pt x="3482" y="968"/>
                    </a:cubicBezTo>
                    <a:cubicBezTo>
                      <a:pt x="3456" y="1058"/>
                      <a:pt x="3392" y="1148"/>
                      <a:pt x="3327" y="1213"/>
                    </a:cubicBezTo>
                    <a:cubicBezTo>
                      <a:pt x="3250" y="1277"/>
                      <a:pt x="3160" y="1329"/>
                      <a:pt x="3069" y="1355"/>
                    </a:cubicBezTo>
                    <a:cubicBezTo>
                      <a:pt x="3044" y="1358"/>
                      <a:pt x="3018" y="1359"/>
                      <a:pt x="2992" y="1359"/>
                    </a:cubicBezTo>
                    <a:cubicBezTo>
                      <a:pt x="2915" y="1359"/>
                      <a:pt x="2841" y="1345"/>
                      <a:pt x="2773" y="1316"/>
                    </a:cubicBezTo>
                    <a:cubicBezTo>
                      <a:pt x="2683" y="1290"/>
                      <a:pt x="2605" y="1226"/>
                      <a:pt x="2554" y="1135"/>
                    </a:cubicBezTo>
                    <a:cubicBezTo>
                      <a:pt x="2502" y="1058"/>
                      <a:pt x="2476" y="955"/>
                      <a:pt x="2489" y="865"/>
                    </a:cubicBezTo>
                    <a:cubicBezTo>
                      <a:pt x="2502" y="761"/>
                      <a:pt x="2554" y="684"/>
                      <a:pt x="2631" y="620"/>
                    </a:cubicBezTo>
                    <a:cubicBezTo>
                      <a:pt x="2688" y="582"/>
                      <a:pt x="2758" y="558"/>
                      <a:pt x="2827" y="558"/>
                    </a:cubicBezTo>
                    <a:cubicBezTo>
                      <a:pt x="2852" y="558"/>
                      <a:pt x="2878" y="561"/>
                      <a:pt x="2902" y="568"/>
                    </a:cubicBezTo>
                    <a:cubicBezTo>
                      <a:pt x="2992" y="607"/>
                      <a:pt x="3069" y="671"/>
                      <a:pt x="3095" y="774"/>
                    </a:cubicBezTo>
                    <a:cubicBezTo>
                      <a:pt x="3121" y="865"/>
                      <a:pt x="3082" y="968"/>
                      <a:pt x="3005" y="1019"/>
                    </a:cubicBezTo>
                    <a:cubicBezTo>
                      <a:pt x="2962" y="1055"/>
                      <a:pt x="2908" y="1075"/>
                      <a:pt x="2855" y="1075"/>
                    </a:cubicBezTo>
                    <a:cubicBezTo>
                      <a:pt x="2812" y="1075"/>
                      <a:pt x="2769" y="1061"/>
                      <a:pt x="2734" y="1032"/>
                    </a:cubicBezTo>
                    <a:cubicBezTo>
                      <a:pt x="2670" y="981"/>
                      <a:pt x="2631" y="903"/>
                      <a:pt x="2644" y="826"/>
                    </a:cubicBezTo>
                    <a:cubicBezTo>
                      <a:pt x="2644" y="813"/>
                      <a:pt x="2631" y="813"/>
                      <a:pt x="2631" y="800"/>
                    </a:cubicBezTo>
                    <a:lnTo>
                      <a:pt x="2618" y="800"/>
                    </a:lnTo>
                    <a:cubicBezTo>
                      <a:pt x="2605" y="839"/>
                      <a:pt x="2605" y="890"/>
                      <a:pt x="2618" y="929"/>
                    </a:cubicBezTo>
                    <a:cubicBezTo>
                      <a:pt x="2631" y="981"/>
                      <a:pt x="2670" y="1032"/>
                      <a:pt x="2708" y="1071"/>
                    </a:cubicBezTo>
                    <a:cubicBezTo>
                      <a:pt x="2760" y="1110"/>
                      <a:pt x="2824" y="1135"/>
                      <a:pt x="2876" y="1135"/>
                    </a:cubicBezTo>
                    <a:cubicBezTo>
                      <a:pt x="2940" y="1135"/>
                      <a:pt x="3005" y="1110"/>
                      <a:pt x="3044" y="1071"/>
                    </a:cubicBezTo>
                    <a:cubicBezTo>
                      <a:pt x="3095" y="1045"/>
                      <a:pt x="3134" y="994"/>
                      <a:pt x="3160" y="929"/>
                    </a:cubicBezTo>
                    <a:cubicBezTo>
                      <a:pt x="3185" y="878"/>
                      <a:pt x="3185" y="813"/>
                      <a:pt x="3173" y="749"/>
                    </a:cubicBezTo>
                    <a:cubicBezTo>
                      <a:pt x="3147" y="633"/>
                      <a:pt x="3056" y="529"/>
                      <a:pt x="2940" y="491"/>
                    </a:cubicBezTo>
                    <a:cubicBezTo>
                      <a:pt x="2899" y="477"/>
                      <a:pt x="2854" y="470"/>
                      <a:pt x="2809" y="470"/>
                    </a:cubicBezTo>
                    <a:cubicBezTo>
                      <a:pt x="2728" y="470"/>
                      <a:pt x="2646" y="493"/>
                      <a:pt x="2579" y="542"/>
                    </a:cubicBezTo>
                    <a:cubicBezTo>
                      <a:pt x="2528" y="581"/>
                      <a:pt x="2489" y="620"/>
                      <a:pt x="2450" y="671"/>
                    </a:cubicBezTo>
                    <a:cubicBezTo>
                      <a:pt x="2425" y="723"/>
                      <a:pt x="2399" y="787"/>
                      <a:pt x="2399" y="852"/>
                    </a:cubicBezTo>
                    <a:cubicBezTo>
                      <a:pt x="2373" y="968"/>
                      <a:pt x="2399" y="1097"/>
                      <a:pt x="2463" y="1200"/>
                    </a:cubicBezTo>
                    <a:cubicBezTo>
                      <a:pt x="2528" y="1303"/>
                      <a:pt x="2631" y="1380"/>
                      <a:pt x="2747" y="1432"/>
                    </a:cubicBezTo>
                    <a:cubicBezTo>
                      <a:pt x="2824" y="1461"/>
                      <a:pt x="2916" y="1476"/>
                      <a:pt x="3006" y="1476"/>
                    </a:cubicBezTo>
                    <a:cubicBezTo>
                      <a:pt x="3036" y="1476"/>
                      <a:pt x="3066" y="1474"/>
                      <a:pt x="3095" y="1471"/>
                    </a:cubicBezTo>
                    <a:cubicBezTo>
                      <a:pt x="3224" y="1445"/>
                      <a:pt x="3327" y="1393"/>
                      <a:pt x="3418" y="1303"/>
                    </a:cubicBezTo>
                    <a:cubicBezTo>
                      <a:pt x="3598" y="1135"/>
                      <a:pt x="3688" y="890"/>
                      <a:pt x="3650" y="645"/>
                    </a:cubicBezTo>
                    <a:cubicBezTo>
                      <a:pt x="3624" y="529"/>
                      <a:pt x="3585" y="413"/>
                      <a:pt x="3521" y="323"/>
                    </a:cubicBezTo>
                    <a:cubicBezTo>
                      <a:pt x="3482" y="271"/>
                      <a:pt x="3443" y="220"/>
                      <a:pt x="3405" y="181"/>
                    </a:cubicBezTo>
                    <a:cubicBezTo>
                      <a:pt x="3353" y="143"/>
                      <a:pt x="3301" y="104"/>
                      <a:pt x="3237" y="78"/>
                    </a:cubicBezTo>
                    <a:cubicBezTo>
                      <a:pt x="3185" y="52"/>
                      <a:pt x="3134" y="39"/>
                      <a:pt x="3082" y="14"/>
                    </a:cubicBezTo>
                    <a:cubicBezTo>
                      <a:pt x="3018" y="1"/>
                      <a:pt x="2953" y="1"/>
                      <a:pt x="28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4"/>
              <p:cNvSpPr/>
              <p:nvPr/>
            </p:nvSpPr>
            <p:spPr>
              <a:xfrm>
                <a:off x="8156050" y="1082482"/>
                <a:ext cx="273773" cy="131841"/>
              </a:xfrm>
              <a:custGeom>
                <a:avLst/>
                <a:gdLst/>
                <a:ahLst/>
                <a:cxnLst/>
                <a:rect l="l" t="t" r="r" b="b"/>
                <a:pathLst>
                  <a:path w="3663" h="1764" extrusionOk="0">
                    <a:moveTo>
                      <a:pt x="774" y="0"/>
                    </a:moveTo>
                    <a:cubicBezTo>
                      <a:pt x="710" y="0"/>
                      <a:pt x="645" y="0"/>
                      <a:pt x="581" y="13"/>
                    </a:cubicBezTo>
                    <a:cubicBezTo>
                      <a:pt x="529" y="39"/>
                      <a:pt x="478" y="52"/>
                      <a:pt x="426" y="78"/>
                    </a:cubicBezTo>
                    <a:cubicBezTo>
                      <a:pt x="362" y="103"/>
                      <a:pt x="310" y="142"/>
                      <a:pt x="259" y="181"/>
                    </a:cubicBezTo>
                    <a:cubicBezTo>
                      <a:pt x="130" y="310"/>
                      <a:pt x="52" y="477"/>
                      <a:pt x="14" y="658"/>
                    </a:cubicBezTo>
                    <a:cubicBezTo>
                      <a:pt x="1" y="774"/>
                      <a:pt x="14" y="890"/>
                      <a:pt x="52" y="1006"/>
                    </a:cubicBezTo>
                    <a:cubicBezTo>
                      <a:pt x="91" y="1122"/>
                      <a:pt x="156" y="1225"/>
                      <a:pt x="246" y="1303"/>
                    </a:cubicBezTo>
                    <a:cubicBezTo>
                      <a:pt x="364" y="1421"/>
                      <a:pt x="516" y="1478"/>
                      <a:pt x="672" y="1478"/>
                    </a:cubicBezTo>
                    <a:cubicBezTo>
                      <a:pt x="754" y="1478"/>
                      <a:pt x="836" y="1463"/>
                      <a:pt x="916" y="1432"/>
                    </a:cubicBezTo>
                    <a:cubicBezTo>
                      <a:pt x="1032" y="1380"/>
                      <a:pt x="1123" y="1303"/>
                      <a:pt x="1187" y="1200"/>
                    </a:cubicBezTo>
                    <a:cubicBezTo>
                      <a:pt x="1252" y="1096"/>
                      <a:pt x="1277" y="967"/>
                      <a:pt x="1264" y="851"/>
                    </a:cubicBezTo>
                    <a:cubicBezTo>
                      <a:pt x="1252" y="787"/>
                      <a:pt x="1239" y="735"/>
                      <a:pt x="1200" y="684"/>
                    </a:cubicBezTo>
                    <a:cubicBezTo>
                      <a:pt x="1174" y="619"/>
                      <a:pt x="1123" y="581"/>
                      <a:pt x="1071" y="542"/>
                    </a:cubicBezTo>
                    <a:cubicBezTo>
                      <a:pt x="1001" y="498"/>
                      <a:pt x="919" y="472"/>
                      <a:pt x="837" y="472"/>
                    </a:cubicBezTo>
                    <a:cubicBezTo>
                      <a:pt x="799" y="472"/>
                      <a:pt x="760" y="478"/>
                      <a:pt x="723" y="490"/>
                    </a:cubicBezTo>
                    <a:cubicBezTo>
                      <a:pt x="607" y="529"/>
                      <a:pt x="517" y="632"/>
                      <a:pt x="478" y="748"/>
                    </a:cubicBezTo>
                    <a:cubicBezTo>
                      <a:pt x="465" y="813"/>
                      <a:pt x="478" y="877"/>
                      <a:pt x="504" y="942"/>
                    </a:cubicBezTo>
                    <a:cubicBezTo>
                      <a:pt x="517" y="993"/>
                      <a:pt x="555" y="1045"/>
                      <a:pt x="607" y="1083"/>
                    </a:cubicBezTo>
                    <a:cubicBezTo>
                      <a:pt x="658" y="1122"/>
                      <a:pt x="723" y="1135"/>
                      <a:pt x="774" y="1135"/>
                    </a:cubicBezTo>
                    <a:cubicBezTo>
                      <a:pt x="839" y="1135"/>
                      <a:pt x="903" y="1122"/>
                      <a:pt x="955" y="1083"/>
                    </a:cubicBezTo>
                    <a:cubicBezTo>
                      <a:pt x="994" y="1032"/>
                      <a:pt x="1032" y="980"/>
                      <a:pt x="1045" y="929"/>
                    </a:cubicBezTo>
                    <a:cubicBezTo>
                      <a:pt x="1058" y="890"/>
                      <a:pt x="1058" y="851"/>
                      <a:pt x="1045" y="813"/>
                    </a:cubicBezTo>
                    <a:lnTo>
                      <a:pt x="1019" y="813"/>
                    </a:lnTo>
                    <a:cubicBezTo>
                      <a:pt x="1019" y="813"/>
                      <a:pt x="1019" y="813"/>
                      <a:pt x="1019" y="826"/>
                    </a:cubicBezTo>
                    <a:cubicBezTo>
                      <a:pt x="1032" y="903"/>
                      <a:pt x="994" y="980"/>
                      <a:pt x="929" y="1032"/>
                    </a:cubicBezTo>
                    <a:cubicBezTo>
                      <a:pt x="890" y="1064"/>
                      <a:pt x="842" y="1080"/>
                      <a:pt x="794" y="1080"/>
                    </a:cubicBezTo>
                    <a:cubicBezTo>
                      <a:pt x="745" y="1080"/>
                      <a:pt x="697" y="1064"/>
                      <a:pt x="658" y="1032"/>
                    </a:cubicBezTo>
                    <a:cubicBezTo>
                      <a:pt x="581" y="967"/>
                      <a:pt x="555" y="864"/>
                      <a:pt x="568" y="774"/>
                    </a:cubicBezTo>
                    <a:cubicBezTo>
                      <a:pt x="594" y="671"/>
                      <a:pt x="671" y="606"/>
                      <a:pt x="762" y="568"/>
                    </a:cubicBezTo>
                    <a:cubicBezTo>
                      <a:pt x="786" y="561"/>
                      <a:pt x="811" y="558"/>
                      <a:pt x="836" y="558"/>
                    </a:cubicBezTo>
                    <a:cubicBezTo>
                      <a:pt x="905" y="558"/>
                      <a:pt x="976" y="581"/>
                      <a:pt x="1032" y="619"/>
                    </a:cubicBezTo>
                    <a:cubicBezTo>
                      <a:pt x="1110" y="684"/>
                      <a:pt x="1161" y="774"/>
                      <a:pt x="1174" y="864"/>
                    </a:cubicBezTo>
                    <a:cubicBezTo>
                      <a:pt x="1187" y="967"/>
                      <a:pt x="1161" y="1058"/>
                      <a:pt x="1110" y="1148"/>
                    </a:cubicBezTo>
                    <a:cubicBezTo>
                      <a:pt x="1058" y="1225"/>
                      <a:pt x="981" y="1290"/>
                      <a:pt x="890" y="1328"/>
                    </a:cubicBezTo>
                    <a:cubicBezTo>
                      <a:pt x="824" y="1347"/>
                      <a:pt x="751" y="1359"/>
                      <a:pt x="677" y="1359"/>
                    </a:cubicBezTo>
                    <a:cubicBezTo>
                      <a:pt x="649" y="1359"/>
                      <a:pt x="622" y="1358"/>
                      <a:pt x="594" y="1354"/>
                    </a:cubicBezTo>
                    <a:cubicBezTo>
                      <a:pt x="504" y="1328"/>
                      <a:pt x="413" y="1277"/>
                      <a:pt x="349" y="1212"/>
                    </a:cubicBezTo>
                    <a:cubicBezTo>
                      <a:pt x="272" y="1148"/>
                      <a:pt x="220" y="1058"/>
                      <a:pt x="181" y="967"/>
                    </a:cubicBezTo>
                    <a:cubicBezTo>
                      <a:pt x="156" y="877"/>
                      <a:pt x="143" y="774"/>
                      <a:pt x="168" y="671"/>
                    </a:cubicBezTo>
                    <a:cubicBezTo>
                      <a:pt x="181" y="581"/>
                      <a:pt x="220" y="477"/>
                      <a:pt x="272" y="400"/>
                    </a:cubicBezTo>
                    <a:cubicBezTo>
                      <a:pt x="310" y="361"/>
                      <a:pt x="336" y="323"/>
                      <a:pt x="375" y="284"/>
                    </a:cubicBezTo>
                    <a:cubicBezTo>
                      <a:pt x="413" y="258"/>
                      <a:pt x="452" y="232"/>
                      <a:pt x="491" y="207"/>
                    </a:cubicBezTo>
                    <a:cubicBezTo>
                      <a:pt x="542" y="194"/>
                      <a:pt x="581" y="168"/>
                      <a:pt x="633" y="155"/>
                    </a:cubicBezTo>
                    <a:cubicBezTo>
                      <a:pt x="684" y="155"/>
                      <a:pt x="723" y="142"/>
                      <a:pt x="774" y="142"/>
                    </a:cubicBezTo>
                    <a:cubicBezTo>
                      <a:pt x="878" y="142"/>
                      <a:pt x="981" y="168"/>
                      <a:pt x="1071" y="207"/>
                    </a:cubicBezTo>
                    <a:cubicBezTo>
                      <a:pt x="1252" y="284"/>
                      <a:pt x="1419" y="426"/>
                      <a:pt x="1522" y="606"/>
                    </a:cubicBezTo>
                    <a:cubicBezTo>
                      <a:pt x="1651" y="774"/>
                      <a:pt x="1742" y="967"/>
                      <a:pt x="1870" y="1161"/>
                    </a:cubicBezTo>
                    <a:cubicBezTo>
                      <a:pt x="1922" y="1251"/>
                      <a:pt x="1999" y="1354"/>
                      <a:pt x="2077" y="1432"/>
                    </a:cubicBezTo>
                    <a:cubicBezTo>
                      <a:pt x="2154" y="1522"/>
                      <a:pt x="2257" y="1586"/>
                      <a:pt x="2360" y="1638"/>
                    </a:cubicBezTo>
                    <a:cubicBezTo>
                      <a:pt x="2464" y="1702"/>
                      <a:pt x="2580" y="1728"/>
                      <a:pt x="2696" y="1754"/>
                    </a:cubicBezTo>
                    <a:cubicBezTo>
                      <a:pt x="2754" y="1760"/>
                      <a:pt x="2812" y="1764"/>
                      <a:pt x="2870" y="1764"/>
                    </a:cubicBezTo>
                    <a:cubicBezTo>
                      <a:pt x="2928" y="1764"/>
                      <a:pt x="2986" y="1760"/>
                      <a:pt x="3044" y="1754"/>
                    </a:cubicBezTo>
                    <a:cubicBezTo>
                      <a:pt x="3108" y="1741"/>
                      <a:pt x="3160" y="1728"/>
                      <a:pt x="3224" y="1702"/>
                    </a:cubicBezTo>
                    <a:cubicBezTo>
                      <a:pt x="3276" y="1677"/>
                      <a:pt x="3328" y="1638"/>
                      <a:pt x="3379" y="1612"/>
                    </a:cubicBezTo>
                    <a:cubicBezTo>
                      <a:pt x="3431" y="1573"/>
                      <a:pt x="3482" y="1535"/>
                      <a:pt x="3521" y="1483"/>
                    </a:cubicBezTo>
                    <a:cubicBezTo>
                      <a:pt x="3534" y="1457"/>
                      <a:pt x="3560" y="1432"/>
                      <a:pt x="3573" y="1406"/>
                    </a:cubicBezTo>
                    <a:cubicBezTo>
                      <a:pt x="3585" y="1380"/>
                      <a:pt x="3598" y="1367"/>
                      <a:pt x="3611" y="1328"/>
                    </a:cubicBezTo>
                    <a:cubicBezTo>
                      <a:pt x="3650" y="1212"/>
                      <a:pt x="3663" y="1083"/>
                      <a:pt x="3624" y="967"/>
                    </a:cubicBezTo>
                    <a:cubicBezTo>
                      <a:pt x="3598" y="838"/>
                      <a:pt x="3534" y="735"/>
                      <a:pt x="3444" y="645"/>
                    </a:cubicBezTo>
                    <a:cubicBezTo>
                      <a:pt x="3392" y="606"/>
                      <a:pt x="3340" y="581"/>
                      <a:pt x="3276" y="555"/>
                    </a:cubicBezTo>
                    <a:cubicBezTo>
                      <a:pt x="3250" y="548"/>
                      <a:pt x="3221" y="545"/>
                      <a:pt x="3191" y="545"/>
                    </a:cubicBezTo>
                    <a:cubicBezTo>
                      <a:pt x="3160" y="545"/>
                      <a:pt x="3128" y="548"/>
                      <a:pt x="3095" y="555"/>
                    </a:cubicBezTo>
                    <a:cubicBezTo>
                      <a:pt x="3031" y="555"/>
                      <a:pt x="2967" y="581"/>
                      <a:pt x="2915" y="632"/>
                    </a:cubicBezTo>
                    <a:cubicBezTo>
                      <a:pt x="2876" y="671"/>
                      <a:pt x="2838" y="722"/>
                      <a:pt x="2812" y="787"/>
                    </a:cubicBezTo>
                    <a:cubicBezTo>
                      <a:pt x="2799" y="851"/>
                      <a:pt x="2799" y="916"/>
                      <a:pt x="2812" y="967"/>
                    </a:cubicBezTo>
                    <a:cubicBezTo>
                      <a:pt x="2825" y="1006"/>
                      <a:pt x="2838" y="1032"/>
                      <a:pt x="2850" y="1058"/>
                    </a:cubicBezTo>
                    <a:cubicBezTo>
                      <a:pt x="2876" y="1083"/>
                      <a:pt x="2902" y="1109"/>
                      <a:pt x="2928" y="1122"/>
                    </a:cubicBezTo>
                    <a:cubicBezTo>
                      <a:pt x="2967" y="1151"/>
                      <a:pt x="3012" y="1166"/>
                      <a:pt x="3055" y="1166"/>
                    </a:cubicBezTo>
                    <a:cubicBezTo>
                      <a:pt x="3069" y="1166"/>
                      <a:pt x="3083" y="1164"/>
                      <a:pt x="3095" y="1161"/>
                    </a:cubicBezTo>
                    <a:cubicBezTo>
                      <a:pt x="3160" y="1161"/>
                      <a:pt x="3224" y="1135"/>
                      <a:pt x="3263" y="1083"/>
                    </a:cubicBezTo>
                    <a:lnTo>
                      <a:pt x="3224" y="1058"/>
                    </a:lnTo>
                    <a:cubicBezTo>
                      <a:pt x="3189" y="1093"/>
                      <a:pt x="3138" y="1113"/>
                      <a:pt x="3086" y="1113"/>
                    </a:cubicBezTo>
                    <a:cubicBezTo>
                      <a:pt x="3044" y="1113"/>
                      <a:pt x="3001" y="1100"/>
                      <a:pt x="2967" y="1071"/>
                    </a:cubicBezTo>
                    <a:cubicBezTo>
                      <a:pt x="2889" y="1006"/>
                      <a:pt x="2863" y="903"/>
                      <a:pt x="2902" y="813"/>
                    </a:cubicBezTo>
                    <a:cubicBezTo>
                      <a:pt x="2915" y="774"/>
                      <a:pt x="2954" y="735"/>
                      <a:pt x="2979" y="710"/>
                    </a:cubicBezTo>
                    <a:cubicBezTo>
                      <a:pt x="3018" y="684"/>
                      <a:pt x="3070" y="658"/>
                      <a:pt x="3108" y="658"/>
                    </a:cubicBezTo>
                    <a:cubicBezTo>
                      <a:pt x="3122" y="656"/>
                      <a:pt x="3135" y="655"/>
                      <a:pt x="3148" y="655"/>
                    </a:cubicBezTo>
                    <a:cubicBezTo>
                      <a:pt x="3234" y="655"/>
                      <a:pt x="3310" y="692"/>
                      <a:pt x="3366" y="748"/>
                    </a:cubicBezTo>
                    <a:cubicBezTo>
                      <a:pt x="3444" y="813"/>
                      <a:pt x="3482" y="903"/>
                      <a:pt x="3508" y="993"/>
                    </a:cubicBezTo>
                    <a:cubicBezTo>
                      <a:pt x="3521" y="1083"/>
                      <a:pt x="3508" y="1187"/>
                      <a:pt x="3469" y="1264"/>
                    </a:cubicBezTo>
                    <a:cubicBezTo>
                      <a:pt x="3457" y="1290"/>
                      <a:pt x="3444" y="1316"/>
                      <a:pt x="3431" y="1328"/>
                    </a:cubicBezTo>
                    <a:cubicBezTo>
                      <a:pt x="3418" y="1354"/>
                      <a:pt x="3405" y="1380"/>
                      <a:pt x="3392" y="1393"/>
                    </a:cubicBezTo>
                    <a:cubicBezTo>
                      <a:pt x="3353" y="1432"/>
                      <a:pt x="3328" y="1457"/>
                      <a:pt x="3276" y="1483"/>
                    </a:cubicBezTo>
                    <a:cubicBezTo>
                      <a:pt x="3237" y="1509"/>
                      <a:pt x="3199" y="1535"/>
                      <a:pt x="3147" y="1561"/>
                    </a:cubicBezTo>
                    <a:cubicBezTo>
                      <a:pt x="3108" y="1573"/>
                      <a:pt x="3057" y="1586"/>
                      <a:pt x="3005" y="1599"/>
                    </a:cubicBezTo>
                    <a:cubicBezTo>
                      <a:pt x="2960" y="1606"/>
                      <a:pt x="2912" y="1609"/>
                      <a:pt x="2862" y="1609"/>
                    </a:cubicBezTo>
                    <a:cubicBezTo>
                      <a:pt x="2812" y="1609"/>
                      <a:pt x="2760" y="1606"/>
                      <a:pt x="2709" y="1599"/>
                    </a:cubicBezTo>
                    <a:cubicBezTo>
                      <a:pt x="2605" y="1586"/>
                      <a:pt x="2515" y="1548"/>
                      <a:pt x="2425" y="1509"/>
                    </a:cubicBezTo>
                    <a:cubicBezTo>
                      <a:pt x="2335" y="1457"/>
                      <a:pt x="2257" y="1393"/>
                      <a:pt x="2180" y="1328"/>
                    </a:cubicBezTo>
                    <a:cubicBezTo>
                      <a:pt x="2103" y="1251"/>
                      <a:pt x="2051" y="1161"/>
                      <a:pt x="1987" y="1071"/>
                    </a:cubicBezTo>
                    <a:cubicBezTo>
                      <a:pt x="1870" y="890"/>
                      <a:pt x="1767" y="697"/>
                      <a:pt x="1638" y="516"/>
                    </a:cubicBezTo>
                    <a:cubicBezTo>
                      <a:pt x="1574" y="413"/>
                      <a:pt x="1497" y="336"/>
                      <a:pt x="1419" y="258"/>
                    </a:cubicBezTo>
                    <a:cubicBezTo>
                      <a:pt x="1329" y="181"/>
                      <a:pt x="1226" y="116"/>
                      <a:pt x="1123" y="65"/>
                    </a:cubicBezTo>
                    <a:cubicBezTo>
                      <a:pt x="1007" y="26"/>
                      <a:pt x="890" y="0"/>
                      <a:pt x="7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3" name="Google Shape;383;p4"/>
            <p:cNvGrpSpPr/>
            <p:nvPr/>
          </p:nvGrpSpPr>
          <p:grpSpPr>
            <a:xfrm>
              <a:off x="989955" y="1149073"/>
              <a:ext cx="7163972" cy="64150"/>
              <a:chOff x="1299890" y="844622"/>
              <a:chExt cx="6544233" cy="64143"/>
            </a:xfrm>
          </p:grpSpPr>
          <p:grpSp>
            <p:nvGrpSpPr>
              <p:cNvPr id="384" name="Google Shape;384;p4"/>
              <p:cNvGrpSpPr/>
              <p:nvPr/>
            </p:nvGrpSpPr>
            <p:grpSpPr>
              <a:xfrm>
                <a:off x="4528885" y="844622"/>
                <a:ext cx="3315238" cy="64143"/>
                <a:chOff x="896765" y="648922"/>
                <a:chExt cx="3315238" cy="64143"/>
              </a:xfrm>
            </p:grpSpPr>
            <p:sp>
              <p:nvSpPr>
                <p:cNvPr id="385" name="Google Shape;385;p4"/>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4"/>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4"/>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4"/>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4"/>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4"/>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4"/>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4"/>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4"/>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4"/>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4"/>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4"/>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4"/>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4"/>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4"/>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4"/>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4"/>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4"/>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4"/>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4"/>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4"/>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4"/>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4"/>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4"/>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4"/>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4"/>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4"/>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4"/>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4"/>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4"/>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4"/>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4"/>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4"/>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8" name="Google Shape;418;p4"/>
              <p:cNvGrpSpPr/>
              <p:nvPr/>
            </p:nvGrpSpPr>
            <p:grpSpPr>
              <a:xfrm>
                <a:off x="1299890" y="844622"/>
                <a:ext cx="3315238" cy="64143"/>
                <a:chOff x="896765" y="648922"/>
                <a:chExt cx="3315238" cy="64143"/>
              </a:xfrm>
            </p:grpSpPr>
            <p:sp>
              <p:nvSpPr>
                <p:cNvPr id="419" name="Google Shape;419;p4"/>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4"/>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4"/>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4"/>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4"/>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4"/>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4"/>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4"/>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4"/>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4"/>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4"/>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4"/>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4"/>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4"/>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4"/>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4"/>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4"/>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4"/>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4"/>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4"/>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4"/>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4"/>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4"/>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4"/>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4"/>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4"/>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4"/>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4"/>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pic>
        <p:nvPicPr>
          <p:cNvPr id="452" name="Google Shape;452;p4"/>
          <p:cNvPicPr preferRelativeResize="0"/>
          <p:nvPr/>
        </p:nvPicPr>
        <p:blipFill rotWithShape="1">
          <a:blip r:embed="rId3">
            <a:alphaModFix/>
          </a:blip>
          <a:srcRect b="48833"/>
          <a:stretch/>
        </p:blipFill>
        <p:spPr>
          <a:xfrm>
            <a:off x="-53825" y="-134450"/>
            <a:ext cx="2158850" cy="8284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blipFill>
          <a:blip r:embed="rId2">
            <a:alphaModFix/>
          </a:blip>
          <a:stretch>
            <a:fillRect/>
          </a:stretch>
        </a:blipFill>
        <a:effectLst/>
      </p:bgPr>
    </p:bg>
    <p:spTree>
      <p:nvGrpSpPr>
        <p:cNvPr id="1" name="Shape 453"/>
        <p:cNvGrpSpPr/>
        <p:nvPr/>
      </p:nvGrpSpPr>
      <p:grpSpPr>
        <a:xfrm>
          <a:off x="0" y="0"/>
          <a:ext cx="0" cy="0"/>
          <a:chOff x="0" y="0"/>
          <a:chExt cx="0" cy="0"/>
        </a:xfrm>
      </p:grpSpPr>
      <p:pic>
        <p:nvPicPr>
          <p:cNvPr id="454" name="Google Shape;454;p5"/>
          <p:cNvPicPr preferRelativeResize="0"/>
          <p:nvPr/>
        </p:nvPicPr>
        <p:blipFill rotWithShape="1">
          <a:blip r:embed="rId3">
            <a:alphaModFix/>
          </a:blip>
          <a:srcRect t="7798" b="7806"/>
          <a:stretch/>
        </p:blipFill>
        <p:spPr>
          <a:xfrm>
            <a:off x="0" y="0"/>
            <a:ext cx="9144003" cy="5143501"/>
          </a:xfrm>
          <a:prstGeom prst="rect">
            <a:avLst/>
          </a:prstGeom>
          <a:noFill/>
          <a:ln>
            <a:noFill/>
          </a:ln>
        </p:spPr>
      </p:pic>
      <p:sp>
        <p:nvSpPr>
          <p:cNvPr id="455" name="Google Shape;455;p5"/>
          <p:cNvSpPr txBox="1">
            <a:spLocks noGrp="1"/>
          </p:cNvSpPr>
          <p:nvPr>
            <p:ph type="title"/>
          </p:nvPr>
        </p:nvSpPr>
        <p:spPr>
          <a:xfrm>
            <a:off x="714175" y="466300"/>
            <a:ext cx="77157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56" name="Google Shape;456;p5"/>
          <p:cNvSpPr txBox="1">
            <a:spLocks noGrp="1"/>
          </p:cNvSpPr>
          <p:nvPr>
            <p:ph type="subTitle" idx="1"/>
          </p:nvPr>
        </p:nvSpPr>
        <p:spPr>
          <a:xfrm>
            <a:off x="1542019" y="3243480"/>
            <a:ext cx="2682600" cy="999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None/>
              <a:defRPr/>
            </a:lvl1pPr>
            <a:lvl2pPr lvl="1" algn="r" rtl="0">
              <a:spcBef>
                <a:spcPts val="0"/>
              </a:spcBef>
              <a:spcAft>
                <a:spcPts val="0"/>
              </a:spcAft>
              <a:buClr>
                <a:schemeClr val="dk1"/>
              </a:buClr>
              <a:buSzPts val="1400"/>
              <a:buNone/>
              <a:defRPr>
                <a:solidFill>
                  <a:schemeClr val="dk1"/>
                </a:solidFill>
              </a:defRPr>
            </a:lvl2pPr>
            <a:lvl3pPr lvl="2" algn="r" rtl="0">
              <a:spcBef>
                <a:spcPts val="0"/>
              </a:spcBef>
              <a:spcAft>
                <a:spcPts val="0"/>
              </a:spcAft>
              <a:buClr>
                <a:schemeClr val="dk1"/>
              </a:buClr>
              <a:buSzPts val="1400"/>
              <a:buNone/>
              <a:defRPr>
                <a:solidFill>
                  <a:schemeClr val="dk1"/>
                </a:solidFill>
              </a:defRPr>
            </a:lvl3pPr>
            <a:lvl4pPr lvl="3" algn="r" rtl="0">
              <a:spcBef>
                <a:spcPts val="0"/>
              </a:spcBef>
              <a:spcAft>
                <a:spcPts val="0"/>
              </a:spcAft>
              <a:buClr>
                <a:schemeClr val="dk1"/>
              </a:buClr>
              <a:buSzPts val="1400"/>
              <a:buNone/>
              <a:defRPr>
                <a:solidFill>
                  <a:schemeClr val="dk1"/>
                </a:solidFill>
              </a:defRPr>
            </a:lvl4pPr>
            <a:lvl5pPr lvl="4" algn="r" rtl="0">
              <a:spcBef>
                <a:spcPts val="0"/>
              </a:spcBef>
              <a:spcAft>
                <a:spcPts val="0"/>
              </a:spcAft>
              <a:buClr>
                <a:schemeClr val="dk1"/>
              </a:buClr>
              <a:buSzPts val="1400"/>
              <a:buNone/>
              <a:defRPr>
                <a:solidFill>
                  <a:schemeClr val="dk1"/>
                </a:solidFill>
              </a:defRPr>
            </a:lvl5pPr>
            <a:lvl6pPr lvl="5" algn="r" rtl="0">
              <a:spcBef>
                <a:spcPts val="0"/>
              </a:spcBef>
              <a:spcAft>
                <a:spcPts val="0"/>
              </a:spcAft>
              <a:buClr>
                <a:schemeClr val="dk1"/>
              </a:buClr>
              <a:buSzPts val="1400"/>
              <a:buNone/>
              <a:defRPr>
                <a:solidFill>
                  <a:schemeClr val="dk1"/>
                </a:solidFill>
              </a:defRPr>
            </a:lvl6pPr>
            <a:lvl7pPr lvl="6" algn="r" rtl="0">
              <a:spcBef>
                <a:spcPts val="0"/>
              </a:spcBef>
              <a:spcAft>
                <a:spcPts val="0"/>
              </a:spcAft>
              <a:buClr>
                <a:schemeClr val="dk1"/>
              </a:buClr>
              <a:buSzPts val="1400"/>
              <a:buNone/>
              <a:defRPr>
                <a:solidFill>
                  <a:schemeClr val="dk1"/>
                </a:solidFill>
              </a:defRPr>
            </a:lvl7pPr>
            <a:lvl8pPr lvl="7" algn="r" rtl="0">
              <a:spcBef>
                <a:spcPts val="0"/>
              </a:spcBef>
              <a:spcAft>
                <a:spcPts val="0"/>
              </a:spcAft>
              <a:buClr>
                <a:schemeClr val="dk1"/>
              </a:buClr>
              <a:buSzPts val="1400"/>
              <a:buNone/>
              <a:defRPr>
                <a:solidFill>
                  <a:schemeClr val="dk1"/>
                </a:solidFill>
              </a:defRPr>
            </a:lvl8pPr>
            <a:lvl9pPr lvl="8" algn="r" rtl="0">
              <a:spcBef>
                <a:spcPts val="0"/>
              </a:spcBef>
              <a:spcAft>
                <a:spcPts val="0"/>
              </a:spcAft>
              <a:buClr>
                <a:schemeClr val="dk1"/>
              </a:buClr>
              <a:buSzPts val="1400"/>
              <a:buNone/>
              <a:defRPr>
                <a:solidFill>
                  <a:schemeClr val="dk1"/>
                </a:solidFill>
              </a:defRPr>
            </a:lvl9pPr>
          </a:lstStyle>
          <a:p>
            <a:endParaRPr/>
          </a:p>
        </p:txBody>
      </p:sp>
      <p:sp>
        <p:nvSpPr>
          <p:cNvPr id="457" name="Google Shape;457;p5"/>
          <p:cNvSpPr txBox="1">
            <a:spLocks noGrp="1"/>
          </p:cNvSpPr>
          <p:nvPr>
            <p:ph type="subTitle" idx="2"/>
          </p:nvPr>
        </p:nvSpPr>
        <p:spPr>
          <a:xfrm>
            <a:off x="1542019" y="2837413"/>
            <a:ext cx="2682600" cy="45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2000"/>
              <a:buNone/>
              <a:defRPr sz="2500" b="1">
                <a:latin typeface="Fondamento"/>
                <a:ea typeface="Fondamento"/>
                <a:cs typeface="Fondamento"/>
                <a:sym typeface="Fondamento"/>
              </a:defRPr>
            </a:lvl1pPr>
            <a:lvl2pPr lvl="1" algn="r" rtl="0">
              <a:spcBef>
                <a:spcPts val="0"/>
              </a:spcBef>
              <a:spcAft>
                <a:spcPts val="0"/>
              </a:spcAft>
              <a:buClr>
                <a:schemeClr val="dk1"/>
              </a:buClr>
              <a:buSzPts val="2000"/>
              <a:buNone/>
              <a:defRPr sz="2000">
                <a:solidFill>
                  <a:schemeClr val="dk1"/>
                </a:solidFill>
              </a:defRPr>
            </a:lvl2pPr>
            <a:lvl3pPr lvl="2" algn="r" rtl="0">
              <a:spcBef>
                <a:spcPts val="0"/>
              </a:spcBef>
              <a:spcAft>
                <a:spcPts val="0"/>
              </a:spcAft>
              <a:buClr>
                <a:schemeClr val="dk1"/>
              </a:buClr>
              <a:buSzPts val="2000"/>
              <a:buNone/>
              <a:defRPr sz="2000">
                <a:solidFill>
                  <a:schemeClr val="dk1"/>
                </a:solidFill>
              </a:defRPr>
            </a:lvl3pPr>
            <a:lvl4pPr lvl="3" algn="r" rtl="0">
              <a:spcBef>
                <a:spcPts val="0"/>
              </a:spcBef>
              <a:spcAft>
                <a:spcPts val="0"/>
              </a:spcAft>
              <a:buClr>
                <a:schemeClr val="dk1"/>
              </a:buClr>
              <a:buSzPts val="2000"/>
              <a:buNone/>
              <a:defRPr sz="2000">
                <a:solidFill>
                  <a:schemeClr val="dk1"/>
                </a:solidFill>
              </a:defRPr>
            </a:lvl4pPr>
            <a:lvl5pPr lvl="4" algn="r" rtl="0">
              <a:spcBef>
                <a:spcPts val="0"/>
              </a:spcBef>
              <a:spcAft>
                <a:spcPts val="0"/>
              </a:spcAft>
              <a:buClr>
                <a:schemeClr val="dk1"/>
              </a:buClr>
              <a:buSzPts val="2000"/>
              <a:buNone/>
              <a:defRPr sz="2000">
                <a:solidFill>
                  <a:schemeClr val="dk1"/>
                </a:solidFill>
              </a:defRPr>
            </a:lvl5pPr>
            <a:lvl6pPr lvl="5" algn="r" rtl="0">
              <a:spcBef>
                <a:spcPts val="0"/>
              </a:spcBef>
              <a:spcAft>
                <a:spcPts val="0"/>
              </a:spcAft>
              <a:buClr>
                <a:schemeClr val="dk1"/>
              </a:buClr>
              <a:buSzPts val="2000"/>
              <a:buNone/>
              <a:defRPr sz="2000">
                <a:solidFill>
                  <a:schemeClr val="dk1"/>
                </a:solidFill>
              </a:defRPr>
            </a:lvl6pPr>
            <a:lvl7pPr lvl="6" algn="r" rtl="0">
              <a:spcBef>
                <a:spcPts val="0"/>
              </a:spcBef>
              <a:spcAft>
                <a:spcPts val="0"/>
              </a:spcAft>
              <a:buClr>
                <a:schemeClr val="dk1"/>
              </a:buClr>
              <a:buSzPts val="2000"/>
              <a:buNone/>
              <a:defRPr sz="2000">
                <a:solidFill>
                  <a:schemeClr val="dk1"/>
                </a:solidFill>
              </a:defRPr>
            </a:lvl7pPr>
            <a:lvl8pPr lvl="7" algn="r" rtl="0">
              <a:spcBef>
                <a:spcPts val="0"/>
              </a:spcBef>
              <a:spcAft>
                <a:spcPts val="0"/>
              </a:spcAft>
              <a:buClr>
                <a:schemeClr val="dk1"/>
              </a:buClr>
              <a:buSzPts val="2000"/>
              <a:buNone/>
              <a:defRPr sz="2000">
                <a:solidFill>
                  <a:schemeClr val="dk1"/>
                </a:solidFill>
              </a:defRPr>
            </a:lvl8pPr>
            <a:lvl9pPr lvl="8" algn="r" rtl="0">
              <a:spcBef>
                <a:spcPts val="0"/>
              </a:spcBef>
              <a:spcAft>
                <a:spcPts val="0"/>
              </a:spcAft>
              <a:buClr>
                <a:schemeClr val="dk1"/>
              </a:buClr>
              <a:buSzPts val="2000"/>
              <a:buNone/>
              <a:defRPr sz="2000">
                <a:solidFill>
                  <a:schemeClr val="dk1"/>
                </a:solidFill>
              </a:defRPr>
            </a:lvl9pPr>
          </a:lstStyle>
          <a:p>
            <a:endParaRPr/>
          </a:p>
        </p:txBody>
      </p:sp>
      <p:sp>
        <p:nvSpPr>
          <p:cNvPr id="458" name="Google Shape;458;p5"/>
          <p:cNvSpPr txBox="1">
            <a:spLocks noGrp="1"/>
          </p:cNvSpPr>
          <p:nvPr>
            <p:ph type="subTitle" idx="3"/>
          </p:nvPr>
        </p:nvSpPr>
        <p:spPr>
          <a:xfrm>
            <a:off x="4919475" y="3243480"/>
            <a:ext cx="2682600" cy="999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None/>
              <a:defRPr/>
            </a:lvl1pPr>
            <a:lvl2pPr lvl="1" algn="r" rtl="0">
              <a:spcBef>
                <a:spcPts val="0"/>
              </a:spcBef>
              <a:spcAft>
                <a:spcPts val="0"/>
              </a:spcAft>
              <a:buClr>
                <a:schemeClr val="dk1"/>
              </a:buClr>
              <a:buSzPts val="1400"/>
              <a:buNone/>
              <a:defRPr>
                <a:solidFill>
                  <a:schemeClr val="dk1"/>
                </a:solidFill>
              </a:defRPr>
            </a:lvl2pPr>
            <a:lvl3pPr lvl="2" algn="r" rtl="0">
              <a:spcBef>
                <a:spcPts val="0"/>
              </a:spcBef>
              <a:spcAft>
                <a:spcPts val="0"/>
              </a:spcAft>
              <a:buClr>
                <a:schemeClr val="dk1"/>
              </a:buClr>
              <a:buSzPts val="1400"/>
              <a:buNone/>
              <a:defRPr>
                <a:solidFill>
                  <a:schemeClr val="dk1"/>
                </a:solidFill>
              </a:defRPr>
            </a:lvl3pPr>
            <a:lvl4pPr lvl="3" algn="r" rtl="0">
              <a:spcBef>
                <a:spcPts val="0"/>
              </a:spcBef>
              <a:spcAft>
                <a:spcPts val="0"/>
              </a:spcAft>
              <a:buClr>
                <a:schemeClr val="dk1"/>
              </a:buClr>
              <a:buSzPts val="1400"/>
              <a:buNone/>
              <a:defRPr>
                <a:solidFill>
                  <a:schemeClr val="dk1"/>
                </a:solidFill>
              </a:defRPr>
            </a:lvl4pPr>
            <a:lvl5pPr lvl="4" algn="r" rtl="0">
              <a:spcBef>
                <a:spcPts val="0"/>
              </a:spcBef>
              <a:spcAft>
                <a:spcPts val="0"/>
              </a:spcAft>
              <a:buClr>
                <a:schemeClr val="dk1"/>
              </a:buClr>
              <a:buSzPts val="1400"/>
              <a:buNone/>
              <a:defRPr>
                <a:solidFill>
                  <a:schemeClr val="dk1"/>
                </a:solidFill>
              </a:defRPr>
            </a:lvl5pPr>
            <a:lvl6pPr lvl="5" algn="r" rtl="0">
              <a:spcBef>
                <a:spcPts val="0"/>
              </a:spcBef>
              <a:spcAft>
                <a:spcPts val="0"/>
              </a:spcAft>
              <a:buClr>
                <a:schemeClr val="dk1"/>
              </a:buClr>
              <a:buSzPts val="1400"/>
              <a:buNone/>
              <a:defRPr>
                <a:solidFill>
                  <a:schemeClr val="dk1"/>
                </a:solidFill>
              </a:defRPr>
            </a:lvl6pPr>
            <a:lvl7pPr lvl="6" algn="r" rtl="0">
              <a:spcBef>
                <a:spcPts val="0"/>
              </a:spcBef>
              <a:spcAft>
                <a:spcPts val="0"/>
              </a:spcAft>
              <a:buClr>
                <a:schemeClr val="dk1"/>
              </a:buClr>
              <a:buSzPts val="1400"/>
              <a:buNone/>
              <a:defRPr>
                <a:solidFill>
                  <a:schemeClr val="dk1"/>
                </a:solidFill>
              </a:defRPr>
            </a:lvl7pPr>
            <a:lvl8pPr lvl="7" algn="r" rtl="0">
              <a:spcBef>
                <a:spcPts val="0"/>
              </a:spcBef>
              <a:spcAft>
                <a:spcPts val="0"/>
              </a:spcAft>
              <a:buClr>
                <a:schemeClr val="dk1"/>
              </a:buClr>
              <a:buSzPts val="1400"/>
              <a:buNone/>
              <a:defRPr>
                <a:solidFill>
                  <a:schemeClr val="dk1"/>
                </a:solidFill>
              </a:defRPr>
            </a:lvl8pPr>
            <a:lvl9pPr lvl="8" algn="r" rtl="0">
              <a:spcBef>
                <a:spcPts val="0"/>
              </a:spcBef>
              <a:spcAft>
                <a:spcPts val="0"/>
              </a:spcAft>
              <a:buClr>
                <a:schemeClr val="dk1"/>
              </a:buClr>
              <a:buSzPts val="1400"/>
              <a:buNone/>
              <a:defRPr>
                <a:solidFill>
                  <a:schemeClr val="dk1"/>
                </a:solidFill>
              </a:defRPr>
            </a:lvl9pPr>
          </a:lstStyle>
          <a:p>
            <a:endParaRPr/>
          </a:p>
        </p:txBody>
      </p:sp>
      <p:sp>
        <p:nvSpPr>
          <p:cNvPr id="459" name="Google Shape;459;p5"/>
          <p:cNvSpPr txBox="1">
            <a:spLocks noGrp="1"/>
          </p:cNvSpPr>
          <p:nvPr>
            <p:ph type="subTitle" idx="4"/>
          </p:nvPr>
        </p:nvSpPr>
        <p:spPr>
          <a:xfrm>
            <a:off x="4919475" y="2837413"/>
            <a:ext cx="2682600" cy="45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2000"/>
              <a:buNone/>
              <a:defRPr sz="2500" b="1">
                <a:latin typeface="Fondamento"/>
                <a:ea typeface="Fondamento"/>
                <a:cs typeface="Fondamento"/>
                <a:sym typeface="Fondamento"/>
              </a:defRPr>
            </a:lvl1pPr>
            <a:lvl2pPr lvl="1" algn="r" rtl="0">
              <a:spcBef>
                <a:spcPts val="0"/>
              </a:spcBef>
              <a:spcAft>
                <a:spcPts val="0"/>
              </a:spcAft>
              <a:buClr>
                <a:schemeClr val="dk1"/>
              </a:buClr>
              <a:buSzPts val="2000"/>
              <a:buNone/>
              <a:defRPr sz="2000">
                <a:solidFill>
                  <a:schemeClr val="dk1"/>
                </a:solidFill>
              </a:defRPr>
            </a:lvl2pPr>
            <a:lvl3pPr lvl="2" algn="r" rtl="0">
              <a:spcBef>
                <a:spcPts val="0"/>
              </a:spcBef>
              <a:spcAft>
                <a:spcPts val="0"/>
              </a:spcAft>
              <a:buClr>
                <a:schemeClr val="dk1"/>
              </a:buClr>
              <a:buSzPts val="2000"/>
              <a:buNone/>
              <a:defRPr sz="2000">
                <a:solidFill>
                  <a:schemeClr val="dk1"/>
                </a:solidFill>
              </a:defRPr>
            </a:lvl3pPr>
            <a:lvl4pPr lvl="3" algn="r" rtl="0">
              <a:spcBef>
                <a:spcPts val="0"/>
              </a:spcBef>
              <a:spcAft>
                <a:spcPts val="0"/>
              </a:spcAft>
              <a:buClr>
                <a:schemeClr val="dk1"/>
              </a:buClr>
              <a:buSzPts val="2000"/>
              <a:buNone/>
              <a:defRPr sz="2000">
                <a:solidFill>
                  <a:schemeClr val="dk1"/>
                </a:solidFill>
              </a:defRPr>
            </a:lvl4pPr>
            <a:lvl5pPr lvl="4" algn="r" rtl="0">
              <a:spcBef>
                <a:spcPts val="0"/>
              </a:spcBef>
              <a:spcAft>
                <a:spcPts val="0"/>
              </a:spcAft>
              <a:buClr>
                <a:schemeClr val="dk1"/>
              </a:buClr>
              <a:buSzPts val="2000"/>
              <a:buNone/>
              <a:defRPr sz="2000">
                <a:solidFill>
                  <a:schemeClr val="dk1"/>
                </a:solidFill>
              </a:defRPr>
            </a:lvl5pPr>
            <a:lvl6pPr lvl="5" algn="r" rtl="0">
              <a:spcBef>
                <a:spcPts val="0"/>
              </a:spcBef>
              <a:spcAft>
                <a:spcPts val="0"/>
              </a:spcAft>
              <a:buClr>
                <a:schemeClr val="dk1"/>
              </a:buClr>
              <a:buSzPts val="2000"/>
              <a:buNone/>
              <a:defRPr sz="2000">
                <a:solidFill>
                  <a:schemeClr val="dk1"/>
                </a:solidFill>
              </a:defRPr>
            </a:lvl6pPr>
            <a:lvl7pPr lvl="6" algn="r" rtl="0">
              <a:spcBef>
                <a:spcPts val="0"/>
              </a:spcBef>
              <a:spcAft>
                <a:spcPts val="0"/>
              </a:spcAft>
              <a:buClr>
                <a:schemeClr val="dk1"/>
              </a:buClr>
              <a:buSzPts val="2000"/>
              <a:buNone/>
              <a:defRPr sz="2000">
                <a:solidFill>
                  <a:schemeClr val="dk1"/>
                </a:solidFill>
              </a:defRPr>
            </a:lvl7pPr>
            <a:lvl8pPr lvl="7" algn="r" rtl="0">
              <a:spcBef>
                <a:spcPts val="0"/>
              </a:spcBef>
              <a:spcAft>
                <a:spcPts val="0"/>
              </a:spcAft>
              <a:buClr>
                <a:schemeClr val="dk1"/>
              </a:buClr>
              <a:buSzPts val="2000"/>
              <a:buNone/>
              <a:defRPr sz="2000">
                <a:solidFill>
                  <a:schemeClr val="dk1"/>
                </a:solidFill>
              </a:defRPr>
            </a:lvl8pPr>
            <a:lvl9pPr lvl="8" algn="r" rtl="0">
              <a:spcBef>
                <a:spcPts val="0"/>
              </a:spcBef>
              <a:spcAft>
                <a:spcPts val="0"/>
              </a:spcAft>
              <a:buClr>
                <a:schemeClr val="dk1"/>
              </a:buClr>
              <a:buSzPts val="2000"/>
              <a:buNone/>
              <a:defRPr sz="2000">
                <a:solidFill>
                  <a:schemeClr val="dk1"/>
                </a:solidFill>
              </a:defRPr>
            </a:lvl9pPr>
          </a:lstStyle>
          <a:p>
            <a:endParaRPr/>
          </a:p>
        </p:txBody>
      </p:sp>
      <p:grpSp>
        <p:nvGrpSpPr>
          <p:cNvPr id="460" name="Google Shape;460;p5"/>
          <p:cNvGrpSpPr/>
          <p:nvPr/>
        </p:nvGrpSpPr>
        <p:grpSpPr>
          <a:xfrm>
            <a:off x="714175" y="1093271"/>
            <a:ext cx="7715647" cy="131916"/>
            <a:chOff x="714175" y="1115188"/>
            <a:chExt cx="7715647" cy="131916"/>
          </a:xfrm>
        </p:grpSpPr>
        <p:grpSp>
          <p:nvGrpSpPr>
            <p:cNvPr id="461" name="Google Shape;461;p5"/>
            <p:cNvGrpSpPr/>
            <p:nvPr/>
          </p:nvGrpSpPr>
          <p:grpSpPr>
            <a:xfrm>
              <a:off x="714175" y="1115188"/>
              <a:ext cx="7715647" cy="131916"/>
              <a:chOff x="714175" y="1082438"/>
              <a:chExt cx="7715647" cy="131916"/>
            </a:xfrm>
          </p:grpSpPr>
          <p:sp>
            <p:nvSpPr>
              <p:cNvPr id="462" name="Google Shape;462;p5"/>
              <p:cNvSpPr/>
              <p:nvPr/>
            </p:nvSpPr>
            <p:spPr>
              <a:xfrm>
                <a:off x="714175" y="1082438"/>
                <a:ext cx="275716" cy="131916"/>
              </a:xfrm>
              <a:custGeom>
                <a:avLst/>
                <a:gdLst/>
                <a:ahLst/>
                <a:cxnLst/>
                <a:rect l="l" t="t" r="r" b="b"/>
                <a:pathLst>
                  <a:path w="3689" h="1765" extrusionOk="0">
                    <a:moveTo>
                      <a:pt x="2889" y="1"/>
                    </a:moveTo>
                    <a:cubicBezTo>
                      <a:pt x="2773" y="1"/>
                      <a:pt x="2657" y="26"/>
                      <a:pt x="2554" y="65"/>
                    </a:cubicBezTo>
                    <a:cubicBezTo>
                      <a:pt x="2438" y="104"/>
                      <a:pt x="2334" y="168"/>
                      <a:pt x="2244" y="246"/>
                    </a:cubicBezTo>
                    <a:cubicBezTo>
                      <a:pt x="2154" y="323"/>
                      <a:pt x="2077" y="400"/>
                      <a:pt x="2012" y="504"/>
                    </a:cubicBezTo>
                    <a:cubicBezTo>
                      <a:pt x="1883" y="684"/>
                      <a:pt x="1780" y="878"/>
                      <a:pt x="1664" y="1058"/>
                    </a:cubicBezTo>
                    <a:cubicBezTo>
                      <a:pt x="1612" y="1148"/>
                      <a:pt x="1548" y="1239"/>
                      <a:pt x="1470" y="1316"/>
                    </a:cubicBezTo>
                    <a:cubicBezTo>
                      <a:pt x="1406" y="1380"/>
                      <a:pt x="1316" y="1445"/>
                      <a:pt x="1238" y="1496"/>
                    </a:cubicBezTo>
                    <a:cubicBezTo>
                      <a:pt x="1148" y="1535"/>
                      <a:pt x="1045" y="1574"/>
                      <a:pt x="942" y="1587"/>
                    </a:cubicBezTo>
                    <a:cubicBezTo>
                      <a:pt x="869" y="1596"/>
                      <a:pt x="802" y="1605"/>
                      <a:pt x="733" y="1605"/>
                    </a:cubicBezTo>
                    <a:cubicBezTo>
                      <a:pt x="705" y="1605"/>
                      <a:pt x="675" y="1603"/>
                      <a:pt x="645" y="1600"/>
                    </a:cubicBezTo>
                    <a:cubicBezTo>
                      <a:pt x="594" y="1587"/>
                      <a:pt x="542" y="1574"/>
                      <a:pt x="503" y="1561"/>
                    </a:cubicBezTo>
                    <a:cubicBezTo>
                      <a:pt x="452" y="1535"/>
                      <a:pt x="413" y="1509"/>
                      <a:pt x="374" y="1484"/>
                    </a:cubicBezTo>
                    <a:cubicBezTo>
                      <a:pt x="336" y="1458"/>
                      <a:pt x="297" y="1432"/>
                      <a:pt x="258" y="1393"/>
                    </a:cubicBezTo>
                    <a:cubicBezTo>
                      <a:pt x="245" y="1368"/>
                      <a:pt x="233" y="1355"/>
                      <a:pt x="220" y="1329"/>
                    </a:cubicBezTo>
                    <a:cubicBezTo>
                      <a:pt x="207" y="1316"/>
                      <a:pt x="194" y="1290"/>
                      <a:pt x="181" y="1264"/>
                    </a:cubicBezTo>
                    <a:cubicBezTo>
                      <a:pt x="142" y="1174"/>
                      <a:pt x="129" y="1084"/>
                      <a:pt x="155" y="994"/>
                    </a:cubicBezTo>
                    <a:cubicBezTo>
                      <a:pt x="168" y="890"/>
                      <a:pt x="207" y="800"/>
                      <a:pt x="284" y="736"/>
                    </a:cubicBezTo>
                    <a:cubicBezTo>
                      <a:pt x="310" y="710"/>
                      <a:pt x="362" y="684"/>
                      <a:pt x="400" y="671"/>
                    </a:cubicBezTo>
                    <a:cubicBezTo>
                      <a:pt x="428" y="662"/>
                      <a:pt x="461" y="653"/>
                      <a:pt x="497" y="653"/>
                    </a:cubicBezTo>
                    <a:cubicBezTo>
                      <a:pt x="512" y="653"/>
                      <a:pt x="527" y="655"/>
                      <a:pt x="542" y="658"/>
                    </a:cubicBezTo>
                    <a:cubicBezTo>
                      <a:pt x="581" y="658"/>
                      <a:pt x="632" y="671"/>
                      <a:pt x="671" y="710"/>
                    </a:cubicBezTo>
                    <a:cubicBezTo>
                      <a:pt x="710" y="736"/>
                      <a:pt x="735" y="774"/>
                      <a:pt x="748" y="813"/>
                    </a:cubicBezTo>
                    <a:cubicBezTo>
                      <a:pt x="787" y="903"/>
                      <a:pt x="761" y="1006"/>
                      <a:pt x="697" y="1071"/>
                    </a:cubicBezTo>
                    <a:cubicBezTo>
                      <a:pt x="654" y="1095"/>
                      <a:pt x="609" y="1108"/>
                      <a:pt x="564" y="1108"/>
                    </a:cubicBezTo>
                    <a:cubicBezTo>
                      <a:pt x="515" y="1108"/>
                      <a:pt x="467" y="1092"/>
                      <a:pt x="426" y="1058"/>
                    </a:cubicBezTo>
                    <a:lnTo>
                      <a:pt x="387" y="1084"/>
                    </a:lnTo>
                    <a:cubicBezTo>
                      <a:pt x="439" y="1135"/>
                      <a:pt x="490" y="1161"/>
                      <a:pt x="555" y="1161"/>
                    </a:cubicBezTo>
                    <a:cubicBezTo>
                      <a:pt x="567" y="1164"/>
                      <a:pt x="578" y="1165"/>
                      <a:pt x="589" y="1165"/>
                    </a:cubicBezTo>
                    <a:cubicBezTo>
                      <a:pt x="639" y="1165"/>
                      <a:pt x="683" y="1144"/>
                      <a:pt x="735" y="1123"/>
                    </a:cubicBezTo>
                    <a:cubicBezTo>
                      <a:pt x="761" y="1097"/>
                      <a:pt x="774" y="1084"/>
                      <a:pt x="800" y="1058"/>
                    </a:cubicBezTo>
                    <a:cubicBezTo>
                      <a:pt x="813" y="1032"/>
                      <a:pt x="826" y="994"/>
                      <a:pt x="839" y="968"/>
                    </a:cubicBezTo>
                    <a:cubicBezTo>
                      <a:pt x="852" y="903"/>
                      <a:pt x="852" y="839"/>
                      <a:pt x="839" y="787"/>
                    </a:cubicBezTo>
                    <a:cubicBezTo>
                      <a:pt x="826" y="723"/>
                      <a:pt x="787" y="671"/>
                      <a:pt x="735" y="620"/>
                    </a:cubicBezTo>
                    <a:cubicBezTo>
                      <a:pt x="684" y="581"/>
                      <a:pt x="632" y="555"/>
                      <a:pt x="568" y="542"/>
                    </a:cubicBezTo>
                    <a:cubicBezTo>
                      <a:pt x="503" y="542"/>
                      <a:pt x="439" y="542"/>
                      <a:pt x="374" y="555"/>
                    </a:cubicBezTo>
                    <a:cubicBezTo>
                      <a:pt x="323" y="568"/>
                      <a:pt x="258" y="607"/>
                      <a:pt x="220" y="645"/>
                    </a:cubicBezTo>
                    <a:cubicBezTo>
                      <a:pt x="117" y="723"/>
                      <a:pt x="52" y="839"/>
                      <a:pt x="39" y="968"/>
                    </a:cubicBezTo>
                    <a:cubicBezTo>
                      <a:pt x="0" y="1084"/>
                      <a:pt x="13" y="1213"/>
                      <a:pt x="52" y="1329"/>
                    </a:cubicBezTo>
                    <a:cubicBezTo>
                      <a:pt x="78" y="1355"/>
                      <a:pt x="91" y="1380"/>
                      <a:pt x="104" y="1406"/>
                    </a:cubicBezTo>
                    <a:cubicBezTo>
                      <a:pt x="117" y="1432"/>
                      <a:pt x="129" y="1458"/>
                      <a:pt x="155" y="1484"/>
                    </a:cubicBezTo>
                    <a:cubicBezTo>
                      <a:pt x="194" y="1535"/>
                      <a:pt x="233" y="1574"/>
                      <a:pt x="284" y="1613"/>
                    </a:cubicBezTo>
                    <a:cubicBezTo>
                      <a:pt x="336" y="1638"/>
                      <a:pt x="400" y="1664"/>
                      <a:pt x="452" y="1690"/>
                    </a:cubicBezTo>
                    <a:cubicBezTo>
                      <a:pt x="503" y="1716"/>
                      <a:pt x="568" y="1741"/>
                      <a:pt x="619" y="1754"/>
                    </a:cubicBezTo>
                    <a:cubicBezTo>
                      <a:pt x="677" y="1761"/>
                      <a:pt x="739" y="1764"/>
                      <a:pt x="800" y="1764"/>
                    </a:cubicBezTo>
                    <a:cubicBezTo>
                      <a:pt x="861" y="1764"/>
                      <a:pt x="922" y="1761"/>
                      <a:pt x="980" y="1754"/>
                    </a:cubicBezTo>
                    <a:cubicBezTo>
                      <a:pt x="1097" y="1729"/>
                      <a:pt x="1213" y="1690"/>
                      <a:pt x="1316" y="1638"/>
                    </a:cubicBezTo>
                    <a:cubicBezTo>
                      <a:pt x="1419" y="1587"/>
                      <a:pt x="1509" y="1509"/>
                      <a:pt x="1599" y="1432"/>
                    </a:cubicBezTo>
                    <a:cubicBezTo>
                      <a:pt x="1677" y="1342"/>
                      <a:pt x="1741" y="1251"/>
                      <a:pt x="1806" y="1161"/>
                    </a:cubicBezTo>
                    <a:cubicBezTo>
                      <a:pt x="1922" y="968"/>
                      <a:pt x="2025" y="774"/>
                      <a:pt x="2141" y="594"/>
                    </a:cubicBezTo>
                    <a:cubicBezTo>
                      <a:pt x="2257" y="426"/>
                      <a:pt x="2412" y="284"/>
                      <a:pt x="2605" y="207"/>
                    </a:cubicBezTo>
                    <a:cubicBezTo>
                      <a:pt x="2695" y="168"/>
                      <a:pt x="2799" y="143"/>
                      <a:pt x="2889" y="143"/>
                    </a:cubicBezTo>
                    <a:cubicBezTo>
                      <a:pt x="2940" y="143"/>
                      <a:pt x="2992" y="143"/>
                      <a:pt x="3031" y="155"/>
                    </a:cubicBezTo>
                    <a:cubicBezTo>
                      <a:pt x="3082" y="168"/>
                      <a:pt x="3134" y="194"/>
                      <a:pt x="3173" y="207"/>
                    </a:cubicBezTo>
                    <a:cubicBezTo>
                      <a:pt x="3224" y="233"/>
                      <a:pt x="3263" y="259"/>
                      <a:pt x="3301" y="284"/>
                    </a:cubicBezTo>
                    <a:cubicBezTo>
                      <a:pt x="3327" y="323"/>
                      <a:pt x="3366" y="362"/>
                      <a:pt x="3392" y="400"/>
                    </a:cubicBezTo>
                    <a:cubicBezTo>
                      <a:pt x="3443" y="478"/>
                      <a:pt x="3482" y="581"/>
                      <a:pt x="3495" y="671"/>
                    </a:cubicBezTo>
                    <a:cubicBezTo>
                      <a:pt x="3521" y="774"/>
                      <a:pt x="3508" y="865"/>
                      <a:pt x="3482" y="968"/>
                    </a:cubicBezTo>
                    <a:cubicBezTo>
                      <a:pt x="3456" y="1058"/>
                      <a:pt x="3392" y="1148"/>
                      <a:pt x="3327" y="1213"/>
                    </a:cubicBezTo>
                    <a:cubicBezTo>
                      <a:pt x="3250" y="1277"/>
                      <a:pt x="3160" y="1329"/>
                      <a:pt x="3069" y="1355"/>
                    </a:cubicBezTo>
                    <a:cubicBezTo>
                      <a:pt x="3044" y="1358"/>
                      <a:pt x="3018" y="1359"/>
                      <a:pt x="2992" y="1359"/>
                    </a:cubicBezTo>
                    <a:cubicBezTo>
                      <a:pt x="2915" y="1359"/>
                      <a:pt x="2841" y="1345"/>
                      <a:pt x="2773" y="1316"/>
                    </a:cubicBezTo>
                    <a:cubicBezTo>
                      <a:pt x="2683" y="1290"/>
                      <a:pt x="2605" y="1226"/>
                      <a:pt x="2554" y="1135"/>
                    </a:cubicBezTo>
                    <a:cubicBezTo>
                      <a:pt x="2502" y="1058"/>
                      <a:pt x="2476" y="955"/>
                      <a:pt x="2489" y="865"/>
                    </a:cubicBezTo>
                    <a:cubicBezTo>
                      <a:pt x="2502" y="761"/>
                      <a:pt x="2554" y="684"/>
                      <a:pt x="2631" y="620"/>
                    </a:cubicBezTo>
                    <a:cubicBezTo>
                      <a:pt x="2688" y="582"/>
                      <a:pt x="2758" y="558"/>
                      <a:pt x="2827" y="558"/>
                    </a:cubicBezTo>
                    <a:cubicBezTo>
                      <a:pt x="2852" y="558"/>
                      <a:pt x="2878" y="561"/>
                      <a:pt x="2902" y="568"/>
                    </a:cubicBezTo>
                    <a:cubicBezTo>
                      <a:pt x="2992" y="607"/>
                      <a:pt x="3069" y="671"/>
                      <a:pt x="3095" y="774"/>
                    </a:cubicBezTo>
                    <a:cubicBezTo>
                      <a:pt x="3121" y="865"/>
                      <a:pt x="3082" y="968"/>
                      <a:pt x="3005" y="1019"/>
                    </a:cubicBezTo>
                    <a:cubicBezTo>
                      <a:pt x="2962" y="1055"/>
                      <a:pt x="2908" y="1075"/>
                      <a:pt x="2855" y="1075"/>
                    </a:cubicBezTo>
                    <a:cubicBezTo>
                      <a:pt x="2812" y="1075"/>
                      <a:pt x="2769" y="1061"/>
                      <a:pt x="2734" y="1032"/>
                    </a:cubicBezTo>
                    <a:cubicBezTo>
                      <a:pt x="2670" y="981"/>
                      <a:pt x="2631" y="903"/>
                      <a:pt x="2644" y="826"/>
                    </a:cubicBezTo>
                    <a:cubicBezTo>
                      <a:pt x="2644" y="813"/>
                      <a:pt x="2631" y="813"/>
                      <a:pt x="2631" y="800"/>
                    </a:cubicBezTo>
                    <a:lnTo>
                      <a:pt x="2618" y="800"/>
                    </a:lnTo>
                    <a:cubicBezTo>
                      <a:pt x="2605" y="839"/>
                      <a:pt x="2605" y="890"/>
                      <a:pt x="2618" y="929"/>
                    </a:cubicBezTo>
                    <a:cubicBezTo>
                      <a:pt x="2631" y="981"/>
                      <a:pt x="2670" y="1032"/>
                      <a:pt x="2708" y="1071"/>
                    </a:cubicBezTo>
                    <a:cubicBezTo>
                      <a:pt x="2760" y="1110"/>
                      <a:pt x="2824" y="1135"/>
                      <a:pt x="2876" y="1135"/>
                    </a:cubicBezTo>
                    <a:cubicBezTo>
                      <a:pt x="2940" y="1135"/>
                      <a:pt x="3005" y="1110"/>
                      <a:pt x="3044" y="1071"/>
                    </a:cubicBezTo>
                    <a:cubicBezTo>
                      <a:pt x="3095" y="1045"/>
                      <a:pt x="3134" y="994"/>
                      <a:pt x="3160" y="929"/>
                    </a:cubicBezTo>
                    <a:cubicBezTo>
                      <a:pt x="3185" y="878"/>
                      <a:pt x="3185" y="813"/>
                      <a:pt x="3173" y="749"/>
                    </a:cubicBezTo>
                    <a:cubicBezTo>
                      <a:pt x="3147" y="633"/>
                      <a:pt x="3056" y="529"/>
                      <a:pt x="2940" y="491"/>
                    </a:cubicBezTo>
                    <a:cubicBezTo>
                      <a:pt x="2899" y="477"/>
                      <a:pt x="2854" y="470"/>
                      <a:pt x="2809" y="470"/>
                    </a:cubicBezTo>
                    <a:cubicBezTo>
                      <a:pt x="2728" y="470"/>
                      <a:pt x="2646" y="493"/>
                      <a:pt x="2579" y="542"/>
                    </a:cubicBezTo>
                    <a:cubicBezTo>
                      <a:pt x="2528" y="581"/>
                      <a:pt x="2489" y="620"/>
                      <a:pt x="2450" y="671"/>
                    </a:cubicBezTo>
                    <a:cubicBezTo>
                      <a:pt x="2425" y="723"/>
                      <a:pt x="2399" y="787"/>
                      <a:pt x="2399" y="852"/>
                    </a:cubicBezTo>
                    <a:cubicBezTo>
                      <a:pt x="2373" y="968"/>
                      <a:pt x="2399" y="1097"/>
                      <a:pt x="2463" y="1200"/>
                    </a:cubicBezTo>
                    <a:cubicBezTo>
                      <a:pt x="2528" y="1303"/>
                      <a:pt x="2631" y="1380"/>
                      <a:pt x="2747" y="1432"/>
                    </a:cubicBezTo>
                    <a:cubicBezTo>
                      <a:pt x="2824" y="1461"/>
                      <a:pt x="2916" y="1476"/>
                      <a:pt x="3006" y="1476"/>
                    </a:cubicBezTo>
                    <a:cubicBezTo>
                      <a:pt x="3036" y="1476"/>
                      <a:pt x="3066" y="1474"/>
                      <a:pt x="3095" y="1471"/>
                    </a:cubicBezTo>
                    <a:cubicBezTo>
                      <a:pt x="3224" y="1445"/>
                      <a:pt x="3327" y="1393"/>
                      <a:pt x="3418" y="1303"/>
                    </a:cubicBezTo>
                    <a:cubicBezTo>
                      <a:pt x="3598" y="1135"/>
                      <a:pt x="3688" y="890"/>
                      <a:pt x="3650" y="645"/>
                    </a:cubicBezTo>
                    <a:cubicBezTo>
                      <a:pt x="3624" y="529"/>
                      <a:pt x="3585" y="413"/>
                      <a:pt x="3521" y="323"/>
                    </a:cubicBezTo>
                    <a:cubicBezTo>
                      <a:pt x="3482" y="271"/>
                      <a:pt x="3443" y="220"/>
                      <a:pt x="3405" y="181"/>
                    </a:cubicBezTo>
                    <a:cubicBezTo>
                      <a:pt x="3353" y="143"/>
                      <a:pt x="3301" y="104"/>
                      <a:pt x="3237" y="78"/>
                    </a:cubicBezTo>
                    <a:cubicBezTo>
                      <a:pt x="3185" y="52"/>
                      <a:pt x="3134" y="39"/>
                      <a:pt x="3082" y="14"/>
                    </a:cubicBezTo>
                    <a:cubicBezTo>
                      <a:pt x="3018" y="1"/>
                      <a:pt x="2953" y="1"/>
                      <a:pt x="28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5"/>
              <p:cNvSpPr/>
              <p:nvPr/>
            </p:nvSpPr>
            <p:spPr>
              <a:xfrm>
                <a:off x="8156050" y="1082482"/>
                <a:ext cx="273773" cy="131841"/>
              </a:xfrm>
              <a:custGeom>
                <a:avLst/>
                <a:gdLst/>
                <a:ahLst/>
                <a:cxnLst/>
                <a:rect l="l" t="t" r="r" b="b"/>
                <a:pathLst>
                  <a:path w="3663" h="1764" extrusionOk="0">
                    <a:moveTo>
                      <a:pt x="774" y="0"/>
                    </a:moveTo>
                    <a:cubicBezTo>
                      <a:pt x="710" y="0"/>
                      <a:pt x="645" y="0"/>
                      <a:pt x="581" y="13"/>
                    </a:cubicBezTo>
                    <a:cubicBezTo>
                      <a:pt x="529" y="39"/>
                      <a:pt x="478" y="52"/>
                      <a:pt x="426" y="78"/>
                    </a:cubicBezTo>
                    <a:cubicBezTo>
                      <a:pt x="362" y="103"/>
                      <a:pt x="310" y="142"/>
                      <a:pt x="259" y="181"/>
                    </a:cubicBezTo>
                    <a:cubicBezTo>
                      <a:pt x="130" y="310"/>
                      <a:pt x="52" y="477"/>
                      <a:pt x="14" y="658"/>
                    </a:cubicBezTo>
                    <a:cubicBezTo>
                      <a:pt x="1" y="774"/>
                      <a:pt x="14" y="890"/>
                      <a:pt x="52" y="1006"/>
                    </a:cubicBezTo>
                    <a:cubicBezTo>
                      <a:pt x="91" y="1122"/>
                      <a:pt x="156" y="1225"/>
                      <a:pt x="246" y="1303"/>
                    </a:cubicBezTo>
                    <a:cubicBezTo>
                      <a:pt x="364" y="1421"/>
                      <a:pt x="516" y="1478"/>
                      <a:pt x="672" y="1478"/>
                    </a:cubicBezTo>
                    <a:cubicBezTo>
                      <a:pt x="754" y="1478"/>
                      <a:pt x="836" y="1463"/>
                      <a:pt x="916" y="1432"/>
                    </a:cubicBezTo>
                    <a:cubicBezTo>
                      <a:pt x="1032" y="1380"/>
                      <a:pt x="1123" y="1303"/>
                      <a:pt x="1187" y="1200"/>
                    </a:cubicBezTo>
                    <a:cubicBezTo>
                      <a:pt x="1252" y="1096"/>
                      <a:pt x="1277" y="967"/>
                      <a:pt x="1264" y="851"/>
                    </a:cubicBezTo>
                    <a:cubicBezTo>
                      <a:pt x="1252" y="787"/>
                      <a:pt x="1239" y="735"/>
                      <a:pt x="1200" y="684"/>
                    </a:cubicBezTo>
                    <a:cubicBezTo>
                      <a:pt x="1174" y="619"/>
                      <a:pt x="1123" y="581"/>
                      <a:pt x="1071" y="542"/>
                    </a:cubicBezTo>
                    <a:cubicBezTo>
                      <a:pt x="1001" y="498"/>
                      <a:pt x="919" y="472"/>
                      <a:pt x="837" y="472"/>
                    </a:cubicBezTo>
                    <a:cubicBezTo>
                      <a:pt x="799" y="472"/>
                      <a:pt x="760" y="478"/>
                      <a:pt x="723" y="490"/>
                    </a:cubicBezTo>
                    <a:cubicBezTo>
                      <a:pt x="607" y="529"/>
                      <a:pt x="517" y="632"/>
                      <a:pt x="478" y="748"/>
                    </a:cubicBezTo>
                    <a:cubicBezTo>
                      <a:pt x="465" y="813"/>
                      <a:pt x="478" y="877"/>
                      <a:pt x="504" y="942"/>
                    </a:cubicBezTo>
                    <a:cubicBezTo>
                      <a:pt x="517" y="993"/>
                      <a:pt x="555" y="1045"/>
                      <a:pt x="607" y="1083"/>
                    </a:cubicBezTo>
                    <a:cubicBezTo>
                      <a:pt x="658" y="1122"/>
                      <a:pt x="723" y="1135"/>
                      <a:pt x="774" y="1135"/>
                    </a:cubicBezTo>
                    <a:cubicBezTo>
                      <a:pt x="839" y="1135"/>
                      <a:pt x="903" y="1122"/>
                      <a:pt x="955" y="1083"/>
                    </a:cubicBezTo>
                    <a:cubicBezTo>
                      <a:pt x="994" y="1032"/>
                      <a:pt x="1032" y="980"/>
                      <a:pt x="1045" y="929"/>
                    </a:cubicBezTo>
                    <a:cubicBezTo>
                      <a:pt x="1058" y="890"/>
                      <a:pt x="1058" y="851"/>
                      <a:pt x="1045" y="813"/>
                    </a:cubicBezTo>
                    <a:lnTo>
                      <a:pt x="1019" y="813"/>
                    </a:lnTo>
                    <a:cubicBezTo>
                      <a:pt x="1019" y="813"/>
                      <a:pt x="1019" y="813"/>
                      <a:pt x="1019" y="826"/>
                    </a:cubicBezTo>
                    <a:cubicBezTo>
                      <a:pt x="1032" y="903"/>
                      <a:pt x="994" y="980"/>
                      <a:pt x="929" y="1032"/>
                    </a:cubicBezTo>
                    <a:cubicBezTo>
                      <a:pt x="890" y="1064"/>
                      <a:pt x="842" y="1080"/>
                      <a:pt x="794" y="1080"/>
                    </a:cubicBezTo>
                    <a:cubicBezTo>
                      <a:pt x="745" y="1080"/>
                      <a:pt x="697" y="1064"/>
                      <a:pt x="658" y="1032"/>
                    </a:cubicBezTo>
                    <a:cubicBezTo>
                      <a:pt x="581" y="967"/>
                      <a:pt x="555" y="864"/>
                      <a:pt x="568" y="774"/>
                    </a:cubicBezTo>
                    <a:cubicBezTo>
                      <a:pt x="594" y="671"/>
                      <a:pt x="671" y="606"/>
                      <a:pt x="762" y="568"/>
                    </a:cubicBezTo>
                    <a:cubicBezTo>
                      <a:pt x="786" y="561"/>
                      <a:pt x="811" y="558"/>
                      <a:pt x="836" y="558"/>
                    </a:cubicBezTo>
                    <a:cubicBezTo>
                      <a:pt x="905" y="558"/>
                      <a:pt x="976" y="581"/>
                      <a:pt x="1032" y="619"/>
                    </a:cubicBezTo>
                    <a:cubicBezTo>
                      <a:pt x="1110" y="684"/>
                      <a:pt x="1161" y="774"/>
                      <a:pt x="1174" y="864"/>
                    </a:cubicBezTo>
                    <a:cubicBezTo>
                      <a:pt x="1187" y="967"/>
                      <a:pt x="1161" y="1058"/>
                      <a:pt x="1110" y="1148"/>
                    </a:cubicBezTo>
                    <a:cubicBezTo>
                      <a:pt x="1058" y="1225"/>
                      <a:pt x="981" y="1290"/>
                      <a:pt x="890" y="1328"/>
                    </a:cubicBezTo>
                    <a:cubicBezTo>
                      <a:pt x="824" y="1347"/>
                      <a:pt x="751" y="1359"/>
                      <a:pt x="677" y="1359"/>
                    </a:cubicBezTo>
                    <a:cubicBezTo>
                      <a:pt x="649" y="1359"/>
                      <a:pt x="622" y="1358"/>
                      <a:pt x="594" y="1354"/>
                    </a:cubicBezTo>
                    <a:cubicBezTo>
                      <a:pt x="504" y="1328"/>
                      <a:pt x="413" y="1277"/>
                      <a:pt x="349" y="1212"/>
                    </a:cubicBezTo>
                    <a:cubicBezTo>
                      <a:pt x="272" y="1148"/>
                      <a:pt x="220" y="1058"/>
                      <a:pt x="181" y="967"/>
                    </a:cubicBezTo>
                    <a:cubicBezTo>
                      <a:pt x="156" y="877"/>
                      <a:pt x="143" y="774"/>
                      <a:pt x="168" y="671"/>
                    </a:cubicBezTo>
                    <a:cubicBezTo>
                      <a:pt x="181" y="581"/>
                      <a:pt x="220" y="477"/>
                      <a:pt x="272" y="400"/>
                    </a:cubicBezTo>
                    <a:cubicBezTo>
                      <a:pt x="310" y="361"/>
                      <a:pt x="336" y="323"/>
                      <a:pt x="375" y="284"/>
                    </a:cubicBezTo>
                    <a:cubicBezTo>
                      <a:pt x="413" y="258"/>
                      <a:pt x="452" y="232"/>
                      <a:pt x="491" y="207"/>
                    </a:cubicBezTo>
                    <a:cubicBezTo>
                      <a:pt x="542" y="194"/>
                      <a:pt x="581" y="168"/>
                      <a:pt x="633" y="155"/>
                    </a:cubicBezTo>
                    <a:cubicBezTo>
                      <a:pt x="684" y="155"/>
                      <a:pt x="723" y="142"/>
                      <a:pt x="774" y="142"/>
                    </a:cubicBezTo>
                    <a:cubicBezTo>
                      <a:pt x="878" y="142"/>
                      <a:pt x="981" y="168"/>
                      <a:pt x="1071" y="207"/>
                    </a:cubicBezTo>
                    <a:cubicBezTo>
                      <a:pt x="1252" y="284"/>
                      <a:pt x="1419" y="426"/>
                      <a:pt x="1522" y="606"/>
                    </a:cubicBezTo>
                    <a:cubicBezTo>
                      <a:pt x="1651" y="774"/>
                      <a:pt x="1742" y="967"/>
                      <a:pt x="1870" y="1161"/>
                    </a:cubicBezTo>
                    <a:cubicBezTo>
                      <a:pt x="1922" y="1251"/>
                      <a:pt x="1999" y="1354"/>
                      <a:pt x="2077" y="1432"/>
                    </a:cubicBezTo>
                    <a:cubicBezTo>
                      <a:pt x="2154" y="1522"/>
                      <a:pt x="2257" y="1586"/>
                      <a:pt x="2360" y="1638"/>
                    </a:cubicBezTo>
                    <a:cubicBezTo>
                      <a:pt x="2464" y="1702"/>
                      <a:pt x="2580" y="1728"/>
                      <a:pt x="2696" y="1754"/>
                    </a:cubicBezTo>
                    <a:cubicBezTo>
                      <a:pt x="2754" y="1760"/>
                      <a:pt x="2812" y="1764"/>
                      <a:pt x="2870" y="1764"/>
                    </a:cubicBezTo>
                    <a:cubicBezTo>
                      <a:pt x="2928" y="1764"/>
                      <a:pt x="2986" y="1760"/>
                      <a:pt x="3044" y="1754"/>
                    </a:cubicBezTo>
                    <a:cubicBezTo>
                      <a:pt x="3108" y="1741"/>
                      <a:pt x="3160" y="1728"/>
                      <a:pt x="3224" y="1702"/>
                    </a:cubicBezTo>
                    <a:cubicBezTo>
                      <a:pt x="3276" y="1677"/>
                      <a:pt x="3328" y="1638"/>
                      <a:pt x="3379" y="1612"/>
                    </a:cubicBezTo>
                    <a:cubicBezTo>
                      <a:pt x="3431" y="1573"/>
                      <a:pt x="3482" y="1535"/>
                      <a:pt x="3521" y="1483"/>
                    </a:cubicBezTo>
                    <a:cubicBezTo>
                      <a:pt x="3534" y="1457"/>
                      <a:pt x="3560" y="1432"/>
                      <a:pt x="3573" y="1406"/>
                    </a:cubicBezTo>
                    <a:cubicBezTo>
                      <a:pt x="3585" y="1380"/>
                      <a:pt x="3598" y="1367"/>
                      <a:pt x="3611" y="1328"/>
                    </a:cubicBezTo>
                    <a:cubicBezTo>
                      <a:pt x="3650" y="1212"/>
                      <a:pt x="3663" y="1083"/>
                      <a:pt x="3624" y="967"/>
                    </a:cubicBezTo>
                    <a:cubicBezTo>
                      <a:pt x="3598" y="838"/>
                      <a:pt x="3534" y="735"/>
                      <a:pt x="3444" y="645"/>
                    </a:cubicBezTo>
                    <a:cubicBezTo>
                      <a:pt x="3392" y="606"/>
                      <a:pt x="3340" y="581"/>
                      <a:pt x="3276" y="555"/>
                    </a:cubicBezTo>
                    <a:cubicBezTo>
                      <a:pt x="3250" y="548"/>
                      <a:pt x="3221" y="545"/>
                      <a:pt x="3191" y="545"/>
                    </a:cubicBezTo>
                    <a:cubicBezTo>
                      <a:pt x="3160" y="545"/>
                      <a:pt x="3128" y="548"/>
                      <a:pt x="3095" y="555"/>
                    </a:cubicBezTo>
                    <a:cubicBezTo>
                      <a:pt x="3031" y="555"/>
                      <a:pt x="2967" y="581"/>
                      <a:pt x="2915" y="632"/>
                    </a:cubicBezTo>
                    <a:cubicBezTo>
                      <a:pt x="2876" y="671"/>
                      <a:pt x="2838" y="722"/>
                      <a:pt x="2812" y="787"/>
                    </a:cubicBezTo>
                    <a:cubicBezTo>
                      <a:pt x="2799" y="851"/>
                      <a:pt x="2799" y="916"/>
                      <a:pt x="2812" y="967"/>
                    </a:cubicBezTo>
                    <a:cubicBezTo>
                      <a:pt x="2825" y="1006"/>
                      <a:pt x="2838" y="1032"/>
                      <a:pt x="2850" y="1058"/>
                    </a:cubicBezTo>
                    <a:cubicBezTo>
                      <a:pt x="2876" y="1083"/>
                      <a:pt x="2902" y="1109"/>
                      <a:pt x="2928" y="1122"/>
                    </a:cubicBezTo>
                    <a:cubicBezTo>
                      <a:pt x="2967" y="1151"/>
                      <a:pt x="3012" y="1166"/>
                      <a:pt x="3055" y="1166"/>
                    </a:cubicBezTo>
                    <a:cubicBezTo>
                      <a:pt x="3069" y="1166"/>
                      <a:pt x="3083" y="1164"/>
                      <a:pt x="3095" y="1161"/>
                    </a:cubicBezTo>
                    <a:cubicBezTo>
                      <a:pt x="3160" y="1161"/>
                      <a:pt x="3224" y="1135"/>
                      <a:pt x="3263" y="1083"/>
                    </a:cubicBezTo>
                    <a:lnTo>
                      <a:pt x="3224" y="1058"/>
                    </a:lnTo>
                    <a:cubicBezTo>
                      <a:pt x="3189" y="1093"/>
                      <a:pt x="3138" y="1113"/>
                      <a:pt x="3086" y="1113"/>
                    </a:cubicBezTo>
                    <a:cubicBezTo>
                      <a:pt x="3044" y="1113"/>
                      <a:pt x="3001" y="1100"/>
                      <a:pt x="2967" y="1071"/>
                    </a:cubicBezTo>
                    <a:cubicBezTo>
                      <a:pt x="2889" y="1006"/>
                      <a:pt x="2863" y="903"/>
                      <a:pt x="2902" y="813"/>
                    </a:cubicBezTo>
                    <a:cubicBezTo>
                      <a:pt x="2915" y="774"/>
                      <a:pt x="2954" y="735"/>
                      <a:pt x="2979" y="710"/>
                    </a:cubicBezTo>
                    <a:cubicBezTo>
                      <a:pt x="3018" y="684"/>
                      <a:pt x="3070" y="658"/>
                      <a:pt x="3108" y="658"/>
                    </a:cubicBezTo>
                    <a:cubicBezTo>
                      <a:pt x="3122" y="656"/>
                      <a:pt x="3135" y="655"/>
                      <a:pt x="3148" y="655"/>
                    </a:cubicBezTo>
                    <a:cubicBezTo>
                      <a:pt x="3234" y="655"/>
                      <a:pt x="3310" y="692"/>
                      <a:pt x="3366" y="748"/>
                    </a:cubicBezTo>
                    <a:cubicBezTo>
                      <a:pt x="3444" y="813"/>
                      <a:pt x="3482" y="903"/>
                      <a:pt x="3508" y="993"/>
                    </a:cubicBezTo>
                    <a:cubicBezTo>
                      <a:pt x="3521" y="1083"/>
                      <a:pt x="3508" y="1187"/>
                      <a:pt x="3469" y="1264"/>
                    </a:cubicBezTo>
                    <a:cubicBezTo>
                      <a:pt x="3457" y="1290"/>
                      <a:pt x="3444" y="1316"/>
                      <a:pt x="3431" y="1328"/>
                    </a:cubicBezTo>
                    <a:cubicBezTo>
                      <a:pt x="3418" y="1354"/>
                      <a:pt x="3405" y="1380"/>
                      <a:pt x="3392" y="1393"/>
                    </a:cubicBezTo>
                    <a:cubicBezTo>
                      <a:pt x="3353" y="1432"/>
                      <a:pt x="3328" y="1457"/>
                      <a:pt x="3276" y="1483"/>
                    </a:cubicBezTo>
                    <a:cubicBezTo>
                      <a:pt x="3237" y="1509"/>
                      <a:pt x="3199" y="1535"/>
                      <a:pt x="3147" y="1561"/>
                    </a:cubicBezTo>
                    <a:cubicBezTo>
                      <a:pt x="3108" y="1573"/>
                      <a:pt x="3057" y="1586"/>
                      <a:pt x="3005" y="1599"/>
                    </a:cubicBezTo>
                    <a:cubicBezTo>
                      <a:pt x="2960" y="1606"/>
                      <a:pt x="2912" y="1609"/>
                      <a:pt x="2862" y="1609"/>
                    </a:cubicBezTo>
                    <a:cubicBezTo>
                      <a:pt x="2812" y="1609"/>
                      <a:pt x="2760" y="1606"/>
                      <a:pt x="2709" y="1599"/>
                    </a:cubicBezTo>
                    <a:cubicBezTo>
                      <a:pt x="2605" y="1586"/>
                      <a:pt x="2515" y="1548"/>
                      <a:pt x="2425" y="1509"/>
                    </a:cubicBezTo>
                    <a:cubicBezTo>
                      <a:pt x="2335" y="1457"/>
                      <a:pt x="2257" y="1393"/>
                      <a:pt x="2180" y="1328"/>
                    </a:cubicBezTo>
                    <a:cubicBezTo>
                      <a:pt x="2103" y="1251"/>
                      <a:pt x="2051" y="1161"/>
                      <a:pt x="1987" y="1071"/>
                    </a:cubicBezTo>
                    <a:cubicBezTo>
                      <a:pt x="1870" y="890"/>
                      <a:pt x="1767" y="697"/>
                      <a:pt x="1638" y="516"/>
                    </a:cubicBezTo>
                    <a:cubicBezTo>
                      <a:pt x="1574" y="413"/>
                      <a:pt x="1497" y="336"/>
                      <a:pt x="1419" y="258"/>
                    </a:cubicBezTo>
                    <a:cubicBezTo>
                      <a:pt x="1329" y="181"/>
                      <a:pt x="1226" y="116"/>
                      <a:pt x="1123" y="65"/>
                    </a:cubicBezTo>
                    <a:cubicBezTo>
                      <a:pt x="1007" y="26"/>
                      <a:pt x="890" y="0"/>
                      <a:pt x="7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4" name="Google Shape;464;p5"/>
            <p:cNvGrpSpPr/>
            <p:nvPr/>
          </p:nvGrpSpPr>
          <p:grpSpPr>
            <a:xfrm>
              <a:off x="989955" y="1149073"/>
              <a:ext cx="7163972" cy="64150"/>
              <a:chOff x="1299890" y="844622"/>
              <a:chExt cx="6544233" cy="64143"/>
            </a:xfrm>
          </p:grpSpPr>
          <p:grpSp>
            <p:nvGrpSpPr>
              <p:cNvPr id="465" name="Google Shape;465;p5"/>
              <p:cNvGrpSpPr/>
              <p:nvPr/>
            </p:nvGrpSpPr>
            <p:grpSpPr>
              <a:xfrm>
                <a:off x="4528885" y="844622"/>
                <a:ext cx="3315238" cy="64143"/>
                <a:chOff x="896765" y="648922"/>
                <a:chExt cx="3315238" cy="64143"/>
              </a:xfrm>
            </p:grpSpPr>
            <p:sp>
              <p:nvSpPr>
                <p:cNvPr id="466" name="Google Shape;466;p5"/>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5"/>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5"/>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5"/>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5"/>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5"/>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5"/>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5"/>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5"/>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5"/>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5"/>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5"/>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5"/>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5"/>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5"/>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5"/>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5"/>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5"/>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5"/>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5"/>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5"/>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5"/>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5"/>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5"/>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5"/>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5"/>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5"/>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5"/>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5"/>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5"/>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5"/>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5"/>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5"/>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9" name="Google Shape;499;p5"/>
              <p:cNvGrpSpPr/>
              <p:nvPr/>
            </p:nvGrpSpPr>
            <p:grpSpPr>
              <a:xfrm>
                <a:off x="1299890" y="844622"/>
                <a:ext cx="3315238" cy="64143"/>
                <a:chOff x="896765" y="648922"/>
                <a:chExt cx="3315238" cy="64143"/>
              </a:xfrm>
            </p:grpSpPr>
            <p:sp>
              <p:nvSpPr>
                <p:cNvPr id="500" name="Google Shape;500;p5"/>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5"/>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5"/>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5"/>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5"/>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5"/>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5"/>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5"/>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5"/>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5"/>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5"/>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5"/>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5"/>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5"/>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5"/>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5"/>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5"/>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5"/>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5"/>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5"/>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5"/>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5"/>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5"/>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5"/>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5"/>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5"/>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5"/>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5"/>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5"/>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5"/>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5"/>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5"/>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5"/>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33" name="Google Shape;533;p5"/>
          <p:cNvGrpSpPr/>
          <p:nvPr/>
        </p:nvGrpSpPr>
        <p:grpSpPr>
          <a:xfrm rot="10800000" flipH="1">
            <a:off x="7422105" y="4653373"/>
            <a:ext cx="1794170" cy="542511"/>
            <a:chOff x="507324" y="-78249"/>
            <a:chExt cx="2517074" cy="761099"/>
          </a:xfrm>
        </p:grpSpPr>
        <p:sp>
          <p:nvSpPr>
            <p:cNvPr id="534" name="Google Shape;534;p5"/>
            <p:cNvSpPr/>
            <p:nvPr/>
          </p:nvSpPr>
          <p:spPr>
            <a:xfrm rot="10800000">
              <a:off x="1996082" y="-71893"/>
              <a:ext cx="9835" cy="1664"/>
            </a:xfrm>
            <a:custGeom>
              <a:avLst/>
              <a:gdLst/>
              <a:ahLst/>
              <a:cxnLst/>
              <a:rect l="l" t="t" r="r" b="b"/>
              <a:pathLst>
                <a:path w="65" h="11" extrusionOk="0">
                  <a:moveTo>
                    <a:pt x="0" y="1"/>
                  </a:moveTo>
                  <a:cubicBezTo>
                    <a:pt x="7" y="7"/>
                    <a:pt x="17" y="10"/>
                    <a:pt x="28" y="10"/>
                  </a:cubicBezTo>
                  <a:cubicBezTo>
                    <a:pt x="39" y="10"/>
                    <a:pt x="52" y="7"/>
                    <a:pt x="65"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5"/>
            <p:cNvSpPr/>
            <p:nvPr/>
          </p:nvSpPr>
          <p:spPr>
            <a:xfrm rot="10800000">
              <a:off x="842933" y="-68867"/>
              <a:ext cx="378584" cy="168562"/>
            </a:xfrm>
            <a:custGeom>
              <a:avLst/>
              <a:gdLst/>
              <a:ahLst/>
              <a:cxnLst/>
              <a:rect l="l" t="t" r="r" b="b"/>
              <a:pathLst>
                <a:path w="2502" h="1114" extrusionOk="0">
                  <a:moveTo>
                    <a:pt x="1884" y="0"/>
                  </a:moveTo>
                  <a:cubicBezTo>
                    <a:pt x="1822" y="0"/>
                    <a:pt x="1756" y="33"/>
                    <a:pt x="1676" y="92"/>
                  </a:cubicBezTo>
                  <a:cubicBezTo>
                    <a:pt x="1616" y="142"/>
                    <a:pt x="1541" y="216"/>
                    <a:pt x="1443" y="216"/>
                  </a:cubicBezTo>
                  <a:cubicBezTo>
                    <a:pt x="1415" y="216"/>
                    <a:pt x="1386" y="210"/>
                    <a:pt x="1354" y="195"/>
                  </a:cubicBezTo>
                  <a:lnTo>
                    <a:pt x="1328" y="157"/>
                  </a:lnTo>
                  <a:cubicBezTo>
                    <a:pt x="1328" y="131"/>
                    <a:pt x="1315" y="105"/>
                    <a:pt x="1315" y="66"/>
                  </a:cubicBezTo>
                  <a:cubicBezTo>
                    <a:pt x="1315" y="48"/>
                    <a:pt x="1302" y="36"/>
                    <a:pt x="1279" y="36"/>
                  </a:cubicBezTo>
                  <a:cubicBezTo>
                    <a:pt x="1271" y="36"/>
                    <a:pt x="1261" y="37"/>
                    <a:pt x="1251" y="41"/>
                  </a:cubicBezTo>
                  <a:lnTo>
                    <a:pt x="1225" y="208"/>
                  </a:lnTo>
                  <a:cubicBezTo>
                    <a:pt x="1212" y="208"/>
                    <a:pt x="1212" y="208"/>
                    <a:pt x="1199" y="221"/>
                  </a:cubicBezTo>
                  <a:cubicBezTo>
                    <a:pt x="1109" y="208"/>
                    <a:pt x="1032" y="144"/>
                    <a:pt x="1006" y="53"/>
                  </a:cubicBezTo>
                  <a:cubicBezTo>
                    <a:pt x="980" y="53"/>
                    <a:pt x="954" y="79"/>
                    <a:pt x="967" y="105"/>
                  </a:cubicBezTo>
                  <a:lnTo>
                    <a:pt x="1045" y="273"/>
                  </a:lnTo>
                  <a:lnTo>
                    <a:pt x="1019" y="324"/>
                  </a:lnTo>
                  <a:cubicBezTo>
                    <a:pt x="993" y="337"/>
                    <a:pt x="980" y="363"/>
                    <a:pt x="941" y="363"/>
                  </a:cubicBezTo>
                  <a:cubicBezTo>
                    <a:pt x="921" y="356"/>
                    <a:pt x="900" y="342"/>
                    <a:pt x="885" y="342"/>
                  </a:cubicBezTo>
                  <a:cubicBezTo>
                    <a:pt x="872" y="342"/>
                    <a:pt x="864" y="353"/>
                    <a:pt x="864" y="389"/>
                  </a:cubicBezTo>
                  <a:cubicBezTo>
                    <a:pt x="856" y="435"/>
                    <a:pt x="872" y="444"/>
                    <a:pt x="894" y="444"/>
                  </a:cubicBezTo>
                  <a:cubicBezTo>
                    <a:pt x="908" y="444"/>
                    <a:pt x="926" y="440"/>
                    <a:pt x="941" y="440"/>
                  </a:cubicBezTo>
                  <a:lnTo>
                    <a:pt x="1006" y="440"/>
                  </a:lnTo>
                  <a:cubicBezTo>
                    <a:pt x="1032" y="505"/>
                    <a:pt x="1006" y="531"/>
                    <a:pt x="941" y="556"/>
                  </a:cubicBezTo>
                  <a:cubicBezTo>
                    <a:pt x="894" y="539"/>
                    <a:pt x="844" y="531"/>
                    <a:pt x="793" y="531"/>
                  </a:cubicBezTo>
                  <a:cubicBezTo>
                    <a:pt x="692" y="531"/>
                    <a:pt x="589" y="565"/>
                    <a:pt x="503" y="634"/>
                  </a:cubicBezTo>
                  <a:lnTo>
                    <a:pt x="426" y="647"/>
                  </a:lnTo>
                  <a:cubicBezTo>
                    <a:pt x="284" y="582"/>
                    <a:pt x="155" y="531"/>
                    <a:pt x="0" y="505"/>
                  </a:cubicBezTo>
                  <a:lnTo>
                    <a:pt x="0" y="505"/>
                  </a:lnTo>
                  <a:cubicBezTo>
                    <a:pt x="129" y="569"/>
                    <a:pt x="258" y="634"/>
                    <a:pt x="400" y="672"/>
                  </a:cubicBezTo>
                  <a:cubicBezTo>
                    <a:pt x="400" y="698"/>
                    <a:pt x="400" y="724"/>
                    <a:pt x="374" y="750"/>
                  </a:cubicBezTo>
                  <a:cubicBezTo>
                    <a:pt x="284" y="892"/>
                    <a:pt x="284" y="1021"/>
                    <a:pt x="426" y="1111"/>
                  </a:cubicBezTo>
                  <a:cubicBezTo>
                    <a:pt x="430" y="1113"/>
                    <a:pt x="433" y="1114"/>
                    <a:pt x="436" y="1114"/>
                  </a:cubicBezTo>
                  <a:cubicBezTo>
                    <a:pt x="450" y="1114"/>
                    <a:pt x="460" y="1102"/>
                    <a:pt x="472" y="1102"/>
                  </a:cubicBezTo>
                  <a:cubicBezTo>
                    <a:pt x="477" y="1102"/>
                    <a:pt x="483" y="1104"/>
                    <a:pt x="490" y="1111"/>
                  </a:cubicBezTo>
                  <a:cubicBezTo>
                    <a:pt x="601" y="1104"/>
                    <a:pt x="714" y="1102"/>
                    <a:pt x="826" y="1102"/>
                  </a:cubicBezTo>
                  <a:cubicBezTo>
                    <a:pt x="1080" y="1102"/>
                    <a:pt x="1337" y="1114"/>
                    <a:pt x="1595" y="1114"/>
                  </a:cubicBezTo>
                  <a:cubicBezTo>
                    <a:pt x="1661" y="1114"/>
                    <a:pt x="1726" y="1113"/>
                    <a:pt x="1792" y="1111"/>
                  </a:cubicBezTo>
                  <a:lnTo>
                    <a:pt x="1921" y="1111"/>
                  </a:lnTo>
                  <a:cubicBezTo>
                    <a:pt x="1933" y="968"/>
                    <a:pt x="1923" y="824"/>
                    <a:pt x="2044" y="824"/>
                  </a:cubicBezTo>
                  <a:cubicBezTo>
                    <a:pt x="2054" y="824"/>
                    <a:pt x="2065" y="825"/>
                    <a:pt x="2076" y="827"/>
                  </a:cubicBezTo>
                  <a:lnTo>
                    <a:pt x="2153" y="827"/>
                  </a:lnTo>
                  <a:cubicBezTo>
                    <a:pt x="2218" y="776"/>
                    <a:pt x="2347" y="801"/>
                    <a:pt x="2373" y="685"/>
                  </a:cubicBezTo>
                  <a:cubicBezTo>
                    <a:pt x="2502" y="621"/>
                    <a:pt x="2502" y="621"/>
                    <a:pt x="2424" y="479"/>
                  </a:cubicBezTo>
                  <a:cubicBezTo>
                    <a:pt x="2463" y="376"/>
                    <a:pt x="2373" y="337"/>
                    <a:pt x="2347" y="286"/>
                  </a:cubicBezTo>
                  <a:lnTo>
                    <a:pt x="2295" y="286"/>
                  </a:lnTo>
                  <a:cubicBezTo>
                    <a:pt x="2205" y="286"/>
                    <a:pt x="2205" y="247"/>
                    <a:pt x="2257" y="182"/>
                  </a:cubicBezTo>
                  <a:lnTo>
                    <a:pt x="2257" y="157"/>
                  </a:lnTo>
                  <a:lnTo>
                    <a:pt x="2231" y="118"/>
                  </a:lnTo>
                  <a:lnTo>
                    <a:pt x="2179" y="118"/>
                  </a:lnTo>
                  <a:cubicBezTo>
                    <a:pt x="2165" y="123"/>
                    <a:pt x="2149" y="126"/>
                    <a:pt x="2134" y="126"/>
                  </a:cubicBezTo>
                  <a:cubicBezTo>
                    <a:pt x="2106" y="126"/>
                    <a:pt x="2080" y="117"/>
                    <a:pt x="2063" y="92"/>
                  </a:cubicBezTo>
                  <a:cubicBezTo>
                    <a:pt x="2000" y="29"/>
                    <a:pt x="1944" y="0"/>
                    <a:pt x="1884"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5"/>
            <p:cNvSpPr/>
            <p:nvPr/>
          </p:nvSpPr>
          <p:spPr>
            <a:xfrm rot="10800000">
              <a:off x="2394032" y="-70531"/>
              <a:ext cx="9835" cy="4237"/>
            </a:xfrm>
            <a:custGeom>
              <a:avLst/>
              <a:gdLst/>
              <a:ahLst/>
              <a:cxnLst/>
              <a:rect l="l" t="t" r="r" b="b"/>
              <a:pathLst>
                <a:path w="65" h="28" extrusionOk="0">
                  <a:moveTo>
                    <a:pt x="0" y="1"/>
                  </a:moveTo>
                  <a:cubicBezTo>
                    <a:pt x="0" y="20"/>
                    <a:pt x="4" y="27"/>
                    <a:pt x="10" y="27"/>
                  </a:cubicBezTo>
                  <a:cubicBezTo>
                    <a:pt x="21" y="27"/>
                    <a:pt x="40" y="9"/>
                    <a:pt x="64"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5"/>
            <p:cNvSpPr/>
            <p:nvPr/>
          </p:nvSpPr>
          <p:spPr>
            <a:xfrm rot="10800000">
              <a:off x="2308239" y="-67353"/>
              <a:ext cx="2118" cy="1059"/>
            </a:xfrm>
            <a:custGeom>
              <a:avLst/>
              <a:gdLst/>
              <a:ahLst/>
              <a:cxnLst/>
              <a:rect l="l" t="t" r="r" b="b"/>
              <a:pathLst>
                <a:path w="14" h="7" extrusionOk="0">
                  <a:moveTo>
                    <a:pt x="1" y="1"/>
                  </a:moveTo>
                  <a:cubicBezTo>
                    <a:pt x="1" y="1"/>
                    <a:pt x="7" y="7"/>
                    <a:pt x="10" y="7"/>
                  </a:cubicBezTo>
                  <a:cubicBezTo>
                    <a:pt x="12" y="7"/>
                    <a:pt x="14" y="5"/>
                    <a:pt x="14"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5"/>
            <p:cNvSpPr/>
            <p:nvPr/>
          </p:nvSpPr>
          <p:spPr>
            <a:xfrm rot="10800000">
              <a:off x="2390098" y="-66445"/>
              <a:ext cx="151" cy="151"/>
            </a:xfrm>
            <a:custGeom>
              <a:avLst/>
              <a:gdLst/>
              <a:ahLst/>
              <a:cxnLst/>
              <a:rect l="l" t="t" r="r" b="b"/>
              <a:pathLst>
                <a:path w="1" h="1" extrusionOk="0">
                  <a:moveTo>
                    <a:pt x="0" y="1"/>
                  </a:moveTo>
                  <a:lnTo>
                    <a:pt x="0" y="1"/>
                  </a:lnTo>
                  <a:cubicBezTo>
                    <a:pt x="0" y="1"/>
                    <a:pt x="0" y="1"/>
                    <a:pt x="0"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5"/>
            <p:cNvSpPr/>
            <p:nvPr/>
          </p:nvSpPr>
          <p:spPr>
            <a:xfrm rot="10800000">
              <a:off x="2310206" y="-66445"/>
              <a:ext cx="1967" cy="151"/>
            </a:xfrm>
            <a:custGeom>
              <a:avLst/>
              <a:gdLst/>
              <a:ahLst/>
              <a:cxnLst/>
              <a:rect l="l" t="t" r="r" b="b"/>
              <a:pathLst>
                <a:path w="13" h="1" extrusionOk="0">
                  <a:moveTo>
                    <a:pt x="0" y="1"/>
                  </a:moveTo>
                  <a:lnTo>
                    <a:pt x="13" y="1"/>
                  </a:ln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5"/>
            <p:cNvSpPr/>
            <p:nvPr/>
          </p:nvSpPr>
          <p:spPr>
            <a:xfrm rot="10800000">
              <a:off x="2394033" y="-66445"/>
              <a:ext cx="151" cy="151"/>
            </a:xfrm>
            <a:custGeom>
              <a:avLst/>
              <a:gdLst/>
              <a:ahLst/>
              <a:cxnLst/>
              <a:rect l="l" t="t" r="r" b="b"/>
              <a:pathLst>
                <a:path w="1" h="1" extrusionOk="0">
                  <a:moveTo>
                    <a:pt x="0" y="1"/>
                  </a:move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5"/>
            <p:cNvSpPr/>
            <p:nvPr/>
          </p:nvSpPr>
          <p:spPr>
            <a:xfrm rot="10800000">
              <a:off x="1556974" y="426073"/>
              <a:ext cx="283106" cy="194285"/>
            </a:xfrm>
            <a:custGeom>
              <a:avLst/>
              <a:gdLst/>
              <a:ahLst/>
              <a:cxnLst/>
              <a:rect l="l" t="t" r="r" b="b"/>
              <a:pathLst>
                <a:path w="1871" h="1284" extrusionOk="0">
                  <a:moveTo>
                    <a:pt x="942" y="0"/>
                  </a:moveTo>
                  <a:cubicBezTo>
                    <a:pt x="896" y="37"/>
                    <a:pt x="857" y="106"/>
                    <a:pt x="796" y="106"/>
                  </a:cubicBezTo>
                  <a:cubicBezTo>
                    <a:pt x="772" y="106"/>
                    <a:pt x="743" y="94"/>
                    <a:pt x="710" y="65"/>
                  </a:cubicBezTo>
                  <a:cubicBezTo>
                    <a:pt x="687" y="77"/>
                    <a:pt x="661" y="81"/>
                    <a:pt x="635" y="81"/>
                  </a:cubicBezTo>
                  <a:cubicBezTo>
                    <a:pt x="608" y="81"/>
                    <a:pt x="580" y="77"/>
                    <a:pt x="553" y="77"/>
                  </a:cubicBezTo>
                  <a:cubicBezTo>
                    <a:pt x="500" y="77"/>
                    <a:pt x="452" y="90"/>
                    <a:pt x="426" y="168"/>
                  </a:cubicBezTo>
                  <a:cubicBezTo>
                    <a:pt x="416" y="189"/>
                    <a:pt x="405" y="210"/>
                    <a:pt x="387" y="210"/>
                  </a:cubicBezTo>
                  <a:cubicBezTo>
                    <a:pt x="384" y="210"/>
                    <a:pt x="379" y="209"/>
                    <a:pt x="374" y="206"/>
                  </a:cubicBezTo>
                  <a:cubicBezTo>
                    <a:pt x="343" y="184"/>
                    <a:pt x="318" y="175"/>
                    <a:pt x="299" y="175"/>
                  </a:cubicBezTo>
                  <a:cubicBezTo>
                    <a:pt x="238" y="175"/>
                    <a:pt x="226" y="261"/>
                    <a:pt x="207" y="310"/>
                  </a:cubicBezTo>
                  <a:cubicBezTo>
                    <a:pt x="194" y="387"/>
                    <a:pt x="142" y="400"/>
                    <a:pt x="78" y="400"/>
                  </a:cubicBezTo>
                  <a:cubicBezTo>
                    <a:pt x="78" y="413"/>
                    <a:pt x="78" y="413"/>
                    <a:pt x="78" y="426"/>
                  </a:cubicBezTo>
                  <a:cubicBezTo>
                    <a:pt x="142" y="477"/>
                    <a:pt x="91" y="490"/>
                    <a:pt x="52" y="516"/>
                  </a:cubicBezTo>
                  <a:lnTo>
                    <a:pt x="52" y="529"/>
                  </a:lnTo>
                  <a:cubicBezTo>
                    <a:pt x="168" y="542"/>
                    <a:pt x="142" y="645"/>
                    <a:pt x="142" y="722"/>
                  </a:cubicBezTo>
                  <a:cubicBezTo>
                    <a:pt x="155" y="735"/>
                    <a:pt x="155" y="774"/>
                    <a:pt x="142" y="787"/>
                  </a:cubicBezTo>
                  <a:cubicBezTo>
                    <a:pt x="104" y="838"/>
                    <a:pt x="13" y="787"/>
                    <a:pt x="1" y="864"/>
                  </a:cubicBezTo>
                  <a:cubicBezTo>
                    <a:pt x="13" y="873"/>
                    <a:pt x="28" y="875"/>
                    <a:pt x="43" y="875"/>
                  </a:cubicBezTo>
                  <a:cubicBezTo>
                    <a:pt x="74" y="875"/>
                    <a:pt x="108" y="864"/>
                    <a:pt x="142" y="864"/>
                  </a:cubicBezTo>
                  <a:cubicBezTo>
                    <a:pt x="142" y="877"/>
                    <a:pt x="155" y="903"/>
                    <a:pt x="155" y="916"/>
                  </a:cubicBezTo>
                  <a:cubicBezTo>
                    <a:pt x="220" y="941"/>
                    <a:pt x="310" y="954"/>
                    <a:pt x="271" y="1070"/>
                  </a:cubicBezTo>
                  <a:cubicBezTo>
                    <a:pt x="284" y="1083"/>
                    <a:pt x="284" y="1096"/>
                    <a:pt x="271" y="1096"/>
                  </a:cubicBezTo>
                  <a:cubicBezTo>
                    <a:pt x="306" y="1131"/>
                    <a:pt x="330" y="1175"/>
                    <a:pt x="372" y="1175"/>
                  </a:cubicBezTo>
                  <a:cubicBezTo>
                    <a:pt x="377" y="1175"/>
                    <a:pt x="382" y="1175"/>
                    <a:pt x="387" y="1173"/>
                  </a:cubicBezTo>
                  <a:cubicBezTo>
                    <a:pt x="396" y="1172"/>
                    <a:pt x="404" y="1171"/>
                    <a:pt x="410" y="1171"/>
                  </a:cubicBezTo>
                  <a:cubicBezTo>
                    <a:pt x="452" y="1171"/>
                    <a:pt x="455" y="1203"/>
                    <a:pt x="478" y="1225"/>
                  </a:cubicBezTo>
                  <a:cubicBezTo>
                    <a:pt x="493" y="1248"/>
                    <a:pt x="521" y="1284"/>
                    <a:pt x="545" y="1284"/>
                  </a:cubicBezTo>
                  <a:cubicBezTo>
                    <a:pt x="561" y="1284"/>
                    <a:pt x="575" y="1266"/>
                    <a:pt x="581" y="1212"/>
                  </a:cubicBezTo>
                  <a:cubicBezTo>
                    <a:pt x="581" y="1199"/>
                    <a:pt x="607" y="1186"/>
                    <a:pt x="619" y="1186"/>
                  </a:cubicBezTo>
                  <a:cubicBezTo>
                    <a:pt x="644" y="1194"/>
                    <a:pt x="665" y="1198"/>
                    <a:pt x="685" y="1198"/>
                  </a:cubicBezTo>
                  <a:cubicBezTo>
                    <a:pt x="758" y="1198"/>
                    <a:pt x="803" y="1147"/>
                    <a:pt x="864" y="1096"/>
                  </a:cubicBezTo>
                  <a:cubicBezTo>
                    <a:pt x="901" y="1060"/>
                    <a:pt x="933" y="1035"/>
                    <a:pt x="966" y="1035"/>
                  </a:cubicBezTo>
                  <a:cubicBezTo>
                    <a:pt x="991" y="1035"/>
                    <a:pt x="1017" y="1050"/>
                    <a:pt x="1045" y="1083"/>
                  </a:cubicBezTo>
                  <a:cubicBezTo>
                    <a:pt x="1077" y="1104"/>
                    <a:pt x="1125" y="1125"/>
                    <a:pt x="1170" y="1125"/>
                  </a:cubicBezTo>
                  <a:cubicBezTo>
                    <a:pt x="1180" y="1125"/>
                    <a:pt x="1190" y="1124"/>
                    <a:pt x="1200" y="1122"/>
                  </a:cubicBezTo>
                  <a:cubicBezTo>
                    <a:pt x="1213" y="1120"/>
                    <a:pt x="1227" y="1119"/>
                    <a:pt x="1241" y="1119"/>
                  </a:cubicBezTo>
                  <a:cubicBezTo>
                    <a:pt x="1304" y="1119"/>
                    <a:pt x="1366" y="1142"/>
                    <a:pt x="1419" y="1173"/>
                  </a:cubicBezTo>
                  <a:cubicBezTo>
                    <a:pt x="1448" y="1144"/>
                    <a:pt x="1484" y="1130"/>
                    <a:pt x="1522" y="1130"/>
                  </a:cubicBezTo>
                  <a:cubicBezTo>
                    <a:pt x="1535" y="1130"/>
                    <a:pt x="1548" y="1132"/>
                    <a:pt x="1561" y="1135"/>
                  </a:cubicBezTo>
                  <a:lnTo>
                    <a:pt x="1638" y="1109"/>
                  </a:lnTo>
                  <a:cubicBezTo>
                    <a:pt x="1659" y="1015"/>
                    <a:pt x="1730" y="989"/>
                    <a:pt x="1811" y="989"/>
                  </a:cubicBezTo>
                  <a:cubicBezTo>
                    <a:pt x="1830" y="989"/>
                    <a:pt x="1850" y="990"/>
                    <a:pt x="1870" y="993"/>
                  </a:cubicBezTo>
                  <a:cubicBezTo>
                    <a:pt x="1844" y="941"/>
                    <a:pt x="1806" y="903"/>
                    <a:pt x="1819" y="864"/>
                  </a:cubicBezTo>
                  <a:cubicBezTo>
                    <a:pt x="1844" y="761"/>
                    <a:pt x="1832" y="658"/>
                    <a:pt x="1780" y="567"/>
                  </a:cubicBezTo>
                  <a:cubicBezTo>
                    <a:pt x="1720" y="435"/>
                    <a:pt x="1591" y="347"/>
                    <a:pt x="1438" y="347"/>
                  </a:cubicBezTo>
                  <a:cubicBezTo>
                    <a:pt x="1427" y="347"/>
                    <a:pt x="1417" y="347"/>
                    <a:pt x="1406" y="348"/>
                  </a:cubicBezTo>
                  <a:cubicBezTo>
                    <a:pt x="1399" y="352"/>
                    <a:pt x="1392" y="353"/>
                    <a:pt x="1385" y="353"/>
                  </a:cubicBezTo>
                  <a:cubicBezTo>
                    <a:pt x="1366" y="353"/>
                    <a:pt x="1348" y="341"/>
                    <a:pt x="1329" y="322"/>
                  </a:cubicBezTo>
                  <a:cubicBezTo>
                    <a:pt x="1301" y="288"/>
                    <a:pt x="1289" y="272"/>
                    <a:pt x="1271" y="272"/>
                  </a:cubicBezTo>
                  <a:cubicBezTo>
                    <a:pt x="1256" y="272"/>
                    <a:pt x="1236" y="285"/>
                    <a:pt x="1200" y="310"/>
                  </a:cubicBezTo>
                  <a:cubicBezTo>
                    <a:pt x="1200" y="258"/>
                    <a:pt x="1187" y="193"/>
                    <a:pt x="1238" y="155"/>
                  </a:cubicBezTo>
                  <a:cubicBezTo>
                    <a:pt x="1290" y="129"/>
                    <a:pt x="1290" y="103"/>
                    <a:pt x="1264" y="77"/>
                  </a:cubicBezTo>
                  <a:cubicBezTo>
                    <a:pt x="1251" y="58"/>
                    <a:pt x="1235" y="52"/>
                    <a:pt x="1219" y="52"/>
                  </a:cubicBezTo>
                  <a:cubicBezTo>
                    <a:pt x="1203" y="52"/>
                    <a:pt x="1187" y="58"/>
                    <a:pt x="1174" y="65"/>
                  </a:cubicBezTo>
                  <a:lnTo>
                    <a:pt x="1148" y="103"/>
                  </a:lnTo>
                  <a:cubicBezTo>
                    <a:pt x="1148" y="181"/>
                    <a:pt x="1109" y="245"/>
                    <a:pt x="1032" y="271"/>
                  </a:cubicBezTo>
                  <a:lnTo>
                    <a:pt x="981" y="232"/>
                  </a:lnTo>
                  <a:cubicBezTo>
                    <a:pt x="968" y="168"/>
                    <a:pt x="968" y="116"/>
                    <a:pt x="955" y="65"/>
                  </a:cubicBezTo>
                  <a:cubicBezTo>
                    <a:pt x="955" y="39"/>
                    <a:pt x="955" y="26"/>
                    <a:pt x="942"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5"/>
            <p:cNvSpPr/>
            <p:nvPr/>
          </p:nvSpPr>
          <p:spPr>
            <a:xfrm rot="10800000">
              <a:off x="1184292" y="370541"/>
              <a:ext cx="386603" cy="189897"/>
            </a:xfrm>
            <a:custGeom>
              <a:avLst/>
              <a:gdLst/>
              <a:ahLst/>
              <a:cxnLst/>
              <a:rect l="l" t="t" r="r" b="b"/>
              <a:pathLst>
                <a:path w="2555" h="1255" extrusionOk="0">
                  <a:moveTo>
                    <a:pt x="1595" y="1"/>
                  </a:moveTo>
                  <a:cubicBezTo>
                    <a:pt x="1580" y="1"/>
                    <a:pt x="1563" y="5"/>
                    <a:pt x="1548" y="17"/>
                  </a:cubicBezTo>
                  <a:cubicBezTo>
                    <a:pt x="1506" y="42"/>
                    <a:pt x="1475" y="73"/>
                    <a:pt x="1440" y="73"/>
                  </a:cubicBezTo>
                  <a:cubicBezTo>
                    <a:pt x="1422" y="73"/>
                    <a:pt x="1403" y="65"/>
                    <a:pt x="1381" y="42"/>
                  </a:cubicBezTo>
                  <a:lnTo>
                    <a:pt x="1303" y="17"/>
                  </a:lnTo>
                  <a:lnTo>
                    <a:pt x="1278" y="30"/>
                  </a:lnTo>
                  <a:cubicBezTo>
                    <a:pt x="1045" y="55"/>
                    <a:pt x="788" y="30"/>
                    <a:pt x="684" y="313"/>
                  </a:cubicBezTo>
                  <a:cubicBezTo>
                    <a:pt x="684" y="339"/>
                    <a:pt x="646" y="352"/>
                    <a:pt x="633" y="365"/>
                  </a:cubicBezTo>
                  <a:cubicBezTo>
                    <a:pt x="620" y="365"/>
                    <a:pt x="607" y="365"/>
                    <a:pt x="594" y="378"/>
                  </a:cubicBezTo>
                  <a:cubicBezTo>
                    <a:pt x="478" y="455"/>
                    <a:pt x="517" y="571"/>
                    <a:pt x="517" y="674"/>
                  </a:cubicBezTo>
                  <a:cubicBezTo>
                    <a:pt x="388" y="765"/>
                    <a:pt x="233" y="816"/>
                    <a:pt x="78" y="829"/>
                  </a:cubicBezTo>
                  <a:cubicBezTo>
                    <a:pt x="65" y="816"/>
                    <a:pt x="65" y="790"/>
                    <a:pt x="53" y="790"/>
                  </a:cubicBezTo>
                  <a:cubicBezTo>
                    <a:pt x="1" y="790"/>
                    <a:pt x="27" y="816"/>
                    <a:pt x="40" y="842"/>
                  </a:cubicBezTo>
                  <a:cubicBezTo>
                    <a:pt x="53" y="855"/>
                    <a:pt x="40" y="881"/>
                    <a:pt x="14" y="906"/>
                  </a:cubicBezTo>
                  <a:lnTo>
                    <a:pt x="40" y="958"/>
                  </a:lnTo>
                  <a:lnTo>
                    <a:pt x="130" y="932"/>
                  </a:lnTo>
                  <a:cubicBezTo>
                    <a:pt x="246" y="868"/>
                    <a:pt x="388" y="816"/>
                    <a:pt x="517" y="777"/>
                  </a:cubicBezTo>
                  <a:cubicBezTo>
                    <a:pt x="555" y="829"/>
                    <a:pt x="517" y="894"/>
                    <a:pt x="568" y="945"/>
                  </a:cubicBezTo>
                  <a:cubicBezTo>
                    <a:pt x="620" y="984"/>
                    <a:pt x="555" y="1022"/>
                    <a:pt x="555" y="1087"/>
                  </a:cubicBezTo>
                  <a:cubicBezTo>
                    <a:pt x="569" y="1086"/>
                    <a:pt x="582" y="1085"/>
                    <a:pt x="595" y="1085"/>
                  </a:cubicBezTo>
                  <a:cubicBezTo>
                    <a:pt x="736" y="1085"/>
                    <a:pt x="874" y="1148"/>
                    <a:pt x="968" y="1255"/>
                  </a:cubicBezTo>
                  <a:lnTo>
                    <a:pt x="1045" y="1255"/>
                  </a:lnTo>
                  <a:cubicBezTo>
                    <a:pt x="1055" y="1226"/>
                    <a:pt x="1079" y="1211"/>
                    <a:pt x="1102" y="1211"/>
                  </a:cubicBezTo>
                  <a:cubicBezTo>
                    <a:pt x="1109" y="1211"/>
                    <a:pt x="1116" y="1213"/>
                    <a:pt x="1123" y="1216"/>
                  </a:cubicBezTo>
                  <a:cubicBezTo>
                    <a:pt x="1142" y="1217"/>
                    <a:pt x="1161" y="1218"/>
                    <a:pt x="1181" y="1218"/>
                  </a:cubicBezTo>
                  <a:cubicBezTo>
                    <a:pt x="1354" y="1218"/>
                    <a:pt x="1524" y="1166"/>
                    <a:pt x="1651" y="1061"/>
                  </a:cubicBezTo>
                  <a:cubicBezTo>
                    <a:pt x="1763" y="987"/>
                    <a:pt x="1815" y="828"/>
                    <a:pt x="1980" y="828"/>
                  </a:cubicBezTo>
                  <a:cubicBezTo>
                    <a:pt x="1987" y="828"/>
                    <a:pt x="1993" y="829"/>
                    <a:pt x="2000" y="829"/>
                  </a:cubicBezTo>
                  <a:cubicBezTo>
                    <a:pt x="1896" y="816"/>
                    <a:pt x="1871" y="752"/>
                    <a:pt x="1884" y="674"/>
                  </a:cubicBezTo>
                  <a:lnTo>
                    <a:pt x="1884" y="674"/>
                  </a:lnTo>
                  <a:cubicBezTo>
                    <a:pt x="1922" y="700"/>
                    <a:pt x="1964" y="713"/>
                    <a:pt x="2004" y="713"/>
                  </a:cubicBezTo>
                  <a:cubicBezTo>
                    <a:pt x="2045" y="713"/>
                    <a:pt x="2083" y="700"/>
                    <a:pt x="2116" y="674"/>
                  </a:cubicBezTo>
                  <a:cubicBezTo>
                    <a:pt x="2193" y="636"/>
                    <a:pt x="2270" y="610"/>
                    <a:pt x="2335" y="610"/>
                  </a:cubicBezTo>
                  <a:cubicBezTo>
                    <a:pt x="2351" y="607"/>
                    <a:pt x="2366" y="606"/>
                    <a:pt x="2380" y="606"/>
                  </a:cubicBezTo>
                  <a:cubicBezTo>
                    <a:pt x="2432" y="606"/>
                    <a:pt x="2467" y="629"/>
                    <a:pt x="2477" y="700"/>
                  </a:cubicBezTo>
                  <a:cubicBezTo>
                    <a:pt x="2477" y="717"/>
                    <a:pt x="2481" y="723"/>
                    <a:pt x="2488" y="723"/>
                  </a:cubicBezTo>
                  <a:cubicBezTo>
                    <a:pt x="2501" y="723"/>
                    <a:pt x="2524" y="700"/>
                    <a:pt x="2541" y="700"/>
                  </a:cubicBezTo>
                  <a:cubicBezTo>
                    <a:pt x="2554" y="687"/>
                    <a:pt x="2541" y="687"/>
                    <a:pt x="2541" y="674"/>
                  </a:cubicBezTo>
                  <a:cubicBezTo>
                    <a:pt x="2503" y="661"/>
                    <a:pt x="2503" y="636"/>
                    <a:pt x="2541" y="610"/>
                  </a:cubicBezTo>
                  <a:cubicBezTo>
                    <a:pt x="2541" y="584"/>
                    <a:pt x="2541" y="558"/>
                    <a:pt x="2528" y="520"/>
                  </a:cubicBezTo>
                  <a:cubicBezTo>
                    <a:pt x="2509" y="516"/>
                    <a:pt x="2490" y="515"/>
                    <a:pt x="2470" y="515"/>
                  </a:cubicBezTo>
                  <a:cubicBezTo>
                    <a:pt x="2413" y="515"/>
                    <a:pt x="2357" y="529"/>
                    <a:pt x="2309" y="558"/>
                  </a:cubicBezTo>
                  <a:cubicBezTo>
                    <a:pt x="2180" y="623"/>
                    <a:pt x="2038" y="661"/>
                    <a:pt x="1884" y="674"/>
                  </a:cubicBezTo>
                  <a:cubicBezTo>
                    <a:pt x="1909" y="507"/>
                    <a:pt x="1909" y="507"/>
                    <a:pt x="2013" y="442"/>
                  </a:cubicBezTo>
                  <a:cubicBezTo>
                    <a:pt x="1909" y="416"/>
                    <a:pt x="1819" y="391"/>
                    <a:pt x="1832" y="262"/>
                  </a:cubicBezTo>
                  <a:cubicBezTo>
                    <a:pt x="1832" y="249"/>
                    <a:pt x="1806" y="236"/>
                    <a:pt x="1793" y="223"/>
                  </a:cubicBezTo>
                  <a:cubicBezTo>
                    <a:pt x="1703" y="210"/>
                    <a:pt x="1639" y="171"/>
                    <a:pt x="1664" y="55"/>
                  </a:cubicBezTo>
                  <a:cubicBezTo>
                    <a:pt x="1664" y="28"/>
                    <a:pt x="1632" y="1"/>
                    <a:pt x="1595"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5"/>
            <p:cNvSpPr/>
            <p:nvPr/>
          </p:nvSpPr>
          <p:spPr>
            <a:xfrm rot="10800000">
              <a:off x="1098500" y="323636"/>
              <a:ext cx="151" cy="151"/>
            </a:xfrm>
            <a:custGeom>
              <a:avLst/>
              <a:gdLst/>
              <a:ahLst/>
              <a:cxnLst/>
              <a:rect l="l" t="t" r="r" b="b"/>
              <a:pathLst>
                <a:path w="1" h="1" extrusionOk="0">
                  <a:moveTo>
                    <a:pt x="0" y="0"/>
                  </a:move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5"/>
            <p:cNvSpPr/>
            <p:nvPr/>
          </p:nvSpPr>
          <p:spPr>
            <a:xfrm rot="10800000">
              <a:off x="932662" y="216204"/>
              <a:ext cx="177641" cy="129070"/>
            </a:xfrm>
            <a:custGeom>
              <a:avLst/>
              <a:gdLst/>
              <a:ahLst/>
              <a:cxnLst/>
              <a:rect l="l" t="t" r="r" b="b"/>
              <a:pathLst>
                <a:path w="1174" h="853" extrusionOk="0">
                  <a:moveTo>
                    <a:pt x="632" y="0"/>
                  </a:moveTo>
                  <a:cubicBezTo>
                    <a:pt x="593" y="65"/>
                    <a:pt x="516" y="39"/>
                    <a:pt x="464" y="90"/>
                  </a:cubicBezTo>
                  <a:cubicBezTo>
                    <a:pt x="439" y="78"/>
                    <a:pt x="400" y="52"/>
                    <a:pt x="387" y="13"/>
                  </a:cubicBezTo>
                  <a:lnTo>
                    <a:pt x="284" y="26"/>
                  </a:lnTo>
                  <a:cubicBezTo>
                    <a:pt x="232" y="90"/>
                    <a:pt x="155" y="103"/>
                    <a:pt x="77" y="142"/>
                  </a:cubicBezTo>
                  <a:cubicBezTo>
                    <a:pt x="77" y="181"/>
                    <a:pt x="77" y="207"/>
                    <a:pt x="65" y="245"/>
                  </a:cubicBezTo>
                  <a:cubicBezTo>
                    <a:pt x="65" y="284"/>
                    <a:pt x="0" y="361"/>
                    <a:pt x="65" y="413"/>
                  </a:cubicBezTo>
                  <a:cubicBezTo>
                    <a:pt x="125" y="453"/>
                    <a:pt x="170" y="502"/>
                    <a:pt x="237" y="502"/>
                  </a:cubicBezTo>
                  <a:cubicBezTo>
                    <a:pt x="255" y="502"/>
                    <a:pt x="275" y="498"/>
                    <a:pt x="297" y="490"/>
                  </a:cubicBezTo>
                  <a:lnTo>
                    <a:pt x="297" y="490"/>
                  </a:lnTo>
                  <a:cubicBezTo>
                    <a:pt x="297" y="555"/>
                    <a:pt x="271" y="619"/>
                    <a:pt x="361" y="658"/>
                  </a:cubicBezTo>
                  <a:cubicBezTo>
                    <a:pt x="387" y="658"/>
                    <a:pt x="387" y="697"/>
                    <a:pt x="400" y="709"/>
                  </a:cubicBezTo>
                  <a:cubicBezTo>
                    <a:pt x="400" y="709"/>
                    <a:pt x="413" y="722"/>
                    <a:pt x="413" y="735"/>
                  </a:cubicBezTo>
                  <a:cubicBezTo>
                    <a:pt x="451" y="748"/>
                    <a:pt x="490" y="800"/>
                    <a:pt x="503" y="851"/>
                  </a:cubicBezTo>
                  <a:cubicBezTo>
                    <a:pt x="503" y="845"/>
                    <a:pt x="506" y="842"/>
                    <a:pt x="509" y="842"/>
                  </a:cubicBezTo>
                  <a:cubicBezTo>
                    <a:pt x="513" y="842"/>
                    <a:pt x="516" y="845"/>
                    <a:pt x="516" y="851"/>
                  </a:cubicBezTo>
                  <a:cubicBezTo>
                    <a:pt x="525" y="852"/>
                    <a:pt x="533" y="853"/>
                    <a:pt x="542" y="853"/>
                  </a:cubicBezTo>
                  <a:cubicBezTo>
                    <a:pt x="638" y="853"/>
                    <a:pt x="727" y="803"/>
                    <a:pt x="815" y="803"/>
                  </a:cubicBezTo>
                  <a:cubicBezTo>
                    <a:pt x="835" y="803"/>
                    <a:pt x="856" y="806"/>
                    <a:pt x="877" y="813"/>
                  </a:cubicBezTo>
                  <a:cubicBezTo>
                    <a:pt x="883" y="819"/>
                    <a:pt x="890" y="822"/>
                    <a:pt x="896" y="822"/>
                  </a:cubicBezTo>
                  <a:cubicBezTo>
                    <a:pt x="903" y="822"/>
                    <a:pt x="909" y="819"/>
                    <a:pt x="916" y="813"/>
                  </a:cubicBezTo>
                  <a:cubicBezTo>
                    <a:pt x="954" y="671"/>
                    <a:pt x="1148" y="606"/>
                    <a:pt x="1122" y="426"/>
                  </a:cubicBezTo>
                  <a:cubicBezTo>
                    <a:pt x="1109" y="361"/>
                    <a:pt x="1135" y="297"/>
                    <a:pt x="1122" y="232"/>
                  </a:cubicBezTo>
                  <a:lnTo>
                    <a:pt x="1109" y="232"/>
                  </a:lnTo>
                  <a:cubicBezTo>
                    <a:pt x="1019" y="142"/>
                    <a:pt x="1019" y="116"/>
                    <a:pt x="1109" y="78"/>
                  </a:cubicBezTo>
                  <a:cubicBezTo>
                    <a:pt x="1122" y="65"/>
                    <a:pt x="1148" y="52"/>
                    <a:pt x="1173" y="39"/>
                  </a:cubicBezTo>
                  <a:cubicBezTo>
                    <a:pt x="1161" y="26"/>
                    <a:pt x="1161" y="13"/>
                    <a:pt x="1148" y="0"/>
                  </a:cubicBezTo>
                  <a:cubicBezTo>
                    <a:pt x="1128" y="7"/>
                    <a:pt x="1106" y="10"/>
                    <a:pt x="1082" y="10"/>
                  </a:cubicBezTo>
                  <a:cubicBezTo>
                    <a:pt x="1057" y="10"/>
                    <a:pt x="1032" y="7"/>
                    <a:pt x="1006" y="0"/>
                  </a:cubicBezTo>
                  <a:cubicBezTo>
                    <a:pt x="954" y="0"/>
                    <a:pt x="890" y="13"/>
                    <a:pt x="838" y="39"/>
                  </a:cubicBezTo>
                  <a:cubicBezTo>
                    <a:pt x="838" y="39"/>
                    <a:pt x="838" y="52"/>
                    <a:pt x="838" y="52"/>
                  </a:cubicBezTo>
                  <a:lnTo>
                    <a:pt x="800" y="52"/>
                  </a:lnTo>
                  <a:cubicBezTo>
                    <a:pt x="761" y="52"/>
                    <a:pt x="735" y="26"/>
                    <a:pt x="709"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5"/>
            <p:cNvSpPr/>
            <p:nvPr/>
          </p:nvSpPr>
          <p:spPr>
            <a:xfrm rot="10800000">
              <a:off x="507324" y="-35276"/>
              <a:ext cx="189443" cy="169924"/>
            </a:xfrm>
            <a:custGeom>
              <a:avLst/>
              <a:gdLst/>
              <a:ahLst/>
              <a:cxnLst/>
              <a:rect l="l" t="t" r="r" b="b"/>
              <a:pathLst>
                <a:path w="1252" h="1123" extrusionOk="0">
                  <a:moveTo>
                    <a:pt x="1161" y="1"/>
                  </a:moveTo>
                  <a:cubicBezTo>
                    <a:pt x="1045" y="14"/>
                    <a:pt x="929" y="65"/>
                    <a:pt x="852" y="156"/>
                  </a:cubicBezTo>
                  <a:cubicBezTo>
                    <a:pt x="831" y="166"/>
                    <a:pt x="810" y="185"/>
                    <a:pt x="782" y="185"/>
                  </a:cubicBezTo>
                  <a:cubicBezTo>
                    <a:pt x="776" y="185"/>
                    <a:pt x="769" y="184"/>
                    <a:pt x="762" y="181"/>
                  </a:cubicBezTo>
                  <a:cubicBezTo>
                    <a:pt x="658" y="168"/>
                    <a:pt x="555" y="168"/>
                    <a:pt x="439" y="168"/>
                  </a:cubicBezTo>
                  <a:cubicBezTo>
                    <a:pt x="398" y="168"/>
                    <a:pt x="365" y="119"/>
                    <a:pt x="320" y="119"/>
                  </a:cubicBezTo>
                  <a:cubicBezTo>
                    <a:pt x="309" y="119"/>
                    <a:pt x="297" y="122"/>
                    <a:pt x="284" y="130"/>
                  </a:cubicBezTo>
                  <a:cubicBezTo>
                    <a:pt x="310" y="181"/>
                    <a:pt x="323" y="220"/>
                    <a:pt x="349" y="246"/>
                  </a:cubicBezTo>
                  <a:cubicBezTo>
                    <a:pt x="297" y="272"/>
                    <a:pt x="259" y="323"/>
                    <a:pt x="259" y="375"/>
                  </a:cubicBezTo>
                  <a:cubicBezTo>
                    <a:pt x="252" y="376"/>
                    <a:pt x="245" y="377"/>
                    <a:pt x="238" y="377"/>
                  </a:cubicBezTo>
                  <a:cubicBezTo>
                    <a:pt x="191" y="377"/>
                    <a:pt x="143" y="341"/>
                    <a:pt x="143" y="284"/>
                  </a:cubicBezTo>
                  <a:cubicBezTo>
                    <a:pt x="104" y="323"/>
                    <a:pt x="27" y="297"/>
                    <a:pt x="1" y="362"/>
                  </a:cubicBezTo>
                  <a:lnTo>
                    <a:pt x="78" y="426"/>
                  </a:lnTo>
                  <a:cubicBezTo>
                    <a:pt x="117" y="426"/>
                    <a:pt x="143" y="439"/>
                    <a:pt x="130" y="491"/>
                  </a:cubicBezTo>
                  <a:lnTo>
                    <a:pt x="155" y="491"/>
                  </a:lnTo>
                  <a:cubicBezTo>
                    <a:pt x="143" y="581"/>
                    <a:pt x="143" y="684"/>
                    <a:pt x="155" y="787"/>
                  </a:cubicBezTo>
                  <a:cubicBezTo>
                    <a:pt x="181" y="813"/>
                    <a:pt x="207" y="826"/>
                    <a:pt x="233" y="852"/>
                  </a:cubicBezTo>
                  <a:cubicBezTo>
                    <a:pt x="297" y="916"/>
                    <a:pt x="297" y="942"/>
                    <a:pt x="207" y="1019"/>
                  </a:cubicBezTo>
                  <a:cubicBezTo>
                    <a:pt x="207" y="1032"/>
                    <a:pt x="207" y="1058"/>
                    <a:pt x="220" y="1071"/>
                  </a:cubicBezTo>
                  <a:cubicBezTo>
                    <a:pt x="251" y="1081"/>
                    <a:pt x="283" y="1100"/>
                    <a:pt x="314" y="1100"/>
                  </a:cubicBezTo>
                  <a:cubicBezTo>
                    <a:pt x="321" y="1100"/>
                    <a:pt x="329" y="1099"/>
                    <a:pt x="336" y="1097"/>
                  </a:cubicBezTo>
                  <a:cubicBezTo>
                    <a:pt x="336" y="1045"/>
                    <a:pt x="349" y="994"/>
                    <a:pt x="400" y="994"/>
                  </a:cubicBezTo>
                  <a:cubicBezTo>
                    <a:pt x="452" y="994"/>
                    <a:pt x="478" y="1045"/>
                    <a:pt x="504" y="1084"/>
                  </a:cubicBezTo>
                  <a:cubicBezTo>
                    <a:pt x="529" y="1084"/>
                    <a:pt x="542" y="1097"/>
                    <a:pt x="542" y="1123"/>
                  </a:cubicBezTo>
                  <a:cubicBezTo>
                    <a:pt x="581" y="1091"/>
                    <a:pt x="630" y="1074"/>
                    <a:pt x="676" y="1074"/>
                  </a:cubicBezTo>
                  <a:cubicBezTo>
                    <a:pt x="707" y="1074"/>
                    <a:pt x="736" y="1082"/>
                    <a:pt x="762" y="1097"/>
                  </a:cubicBezTo>
                  <a:lnTo>
                    <a:pt x="852" y="1110"/>
                  </a:lnTo>
                  <a:lnTo>
                    <a:pt x="878" y="1110"/>
                  </a:lnTo>
                  <a:cubicBezTo>
                    <a:pt x="878" y="1097"/>
                    <a:pt x="878" y="1084"/>
                    <a:pt x="903" y="1071"/>
                  </a:cubicBezTo>
                  <a:lnTo>
                    <a:pt x="1045" y="994"/>
                  </a:lnTo>
                  <a:cubicBezTo>
                    <a:pt x="1097" y="968"/>
                    <a:pt x="1097" y="878"/>
                    <a:pt x="1174" y="878"/>
                  </a:cubicBezTo>
                  <a:lnTo>
                    <a:pt x="1174" y="865"/>
                  </a:lnTo>
                  <a:lnTo>
                    <a:pt x="1174" y="852"/>
                  </a:lnTo>
                  <a:cubicBezTo>
                    <a:pt x="1161" y="813"/>
                    <a:pt x="1174" y="774"/>
                    <a:pt x="1200" y="749"/>
                  </a:cubicBezTo>
                  <a:lnTo>
                    <a:pt x="1200" y="736"/>
                  </a:lnTo>
                  <a:cubicBezTo>
                    <a:pt x="1200" y="633"/>
                    <a:pt x="1213" y="542"/>
                    <a:pt x="1226" y="439"/>
                  </a:cubicBezTo>
                  <a:cubicBezTo>
                    <a:pt x="1252" y="297"/>
                    <a:pt x="1226" y="143"/>
                    <a:pt x="1161"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5"/>
            <p:cNvSpPr/>
            <p:nvPr/>
          </p:nvSpPr>
          <p:spPr>
            <a:xfrm rot="10800000">
              <a:off x="2278884" y="497342"/>
              <a:ext cx="6053" cy="6052"/>
            </a:xfrm>
            <a:custGeom>
              <a:avLst/>
              <a:gdLst/>
              <a:ahLst/>
              <a:cxnLst/>
              <a:rect l="l" t="t" r="r" b="b"/>
              <a:pathLst>
                <a:path w="40" h="40" extrusionOk="0">
                  <a:moveTo>
                    <a:pt x="13" y="1"/>
                  </a:moveTo>
                  <a:cubicBezTo>
                    <a:pt x="13" y="1"/>
                    <a:pt x="1" y="27"/>
                    <a:pt x="13" y="39"/>
                  </a:cubicBezTo>
                  <a:lnTo>
                    <a:pt x="39" y="39"/>
                  </a:lnTo>
                  <a:cubicBezTo>
                    <a:pt x="39" y="39"/>
                    <a:pt x="39" y="1"/>
                    <a:pt x="26"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5"/>
            <p:cNvSpPr/>
            <p:nvPr/>
          </p:nvSpPr>
          <p:spPr>
            <a:xfrm rot="10800000">
              <a:off x="2245746" y="497341"/>
              <a:ext cx="115300" cy="123017"/>
            </a:xfrm>
            <a:custGeom>
              <a:avLst/>
              <a:gdLst/>
              <a:ahLst/>
              <a:cxnLst/>
              <a:rect l="l" t="t" r="r" b="b"/>
              <a:pathLst>
                <a:path w="762" h="813" extrusionOk="0">
                  <a:moveTo>
                    <a:pt x="568" y="0"/>
                  </a:moveTo>
                  <a:cubicBezTo>
                    <a:pt x="550" y="0"/>
                    <a:pt x="520" y="56"/>
                    <a:pt x="482" y="56"/>
                  </a:cubicBezTo>
                  <a:cubicBezTo>
                    <a:pt x="465" y="56"/>
                    <a:pt x="446" y="45"/>
                    <a:pt x="426" y="13"/>
                  </a:cubicBezTo>
                  <a:cubicBezTo>
                    <a:pt x="426" y="19"/>
                    <a:pt x="423" y="23"/>
                    <a:pt x="418" y="23"/>
                  </a:cubicBezTo>
                  <a:cubicBezTo>
                    <a:pt x="413" y="23"/>
                    <a:pt x="407" y="19"/>
                    <a:pt x="400" y="13"/>
                  </a:cubicBezTo>
                  <a:lnTo>
                    <a:pt x="362" y="13"/>
                  </a:lnTo>
                  <a:cubicBezTo>
                    <a:pt x="362" y="19"/>
                    <a:pt x="359" y="23"/>
                    <a:pt x="354" y="23"/>
                  </a:cubicBezTo>
                  <a:cubicBezTo>
                    <a:pt x="349" y="23"/>
                    <a:pt x="342" y="19"/>
                    <a:pt x="336" y="13"/>
                  </a:cubicBezTo>
                  <a:cubicBezTo>
                    <a:pt x="233" y="90"/>
                    <a:pt x="117" y="129"/>
                    <a:pt x="52" y="245"/>
                  </a:cubicBezTo>
                  <a:cubicBezTo>
                    <a:pt x="52" y="254"/>
                    <a:pt x="46" y="263"/>
                    <a:pt x="42" y="263"/>
                  </a:cubicBezTo>
                  <a:cubicBezTo>
                    <a:pt x="40" y="263"/>
                    <a:pt x="39" y="262"/>
                    <a:pt x="39" y="258"/>
                  </a:cubicBezTo>
                  <a:lnTo>
                    <a:pt x="1" y="310"/>
                  </a:lnTo>
                  <a:lnTo>
                    <a:pt x="1" y="322"/>
                  </a:lnTo>
                  <a:cubicBezTo>
                    <a:pt x="14" y="451"/>
                    <a:pt x="91" y="555"/>
                    <a:pt x="52" y="683"/>
                  </a:cubicBezTo>
                  <a:cubicBezTo>
                    <a:pt x="65" y="696"/>
                    <a:pt x="65" y="709"/>
                    <a:pt x="52" y="709"/>
                  </a:cubicBezTo>
                  <a:cubicBezTo>
                    <a:pt x="78" y="722"/>
                    <a:pt x="117" y="761"/>
                    <a:pt x="117" y="761"/>
                  </a:cubicBezTo>
                  <a:cubicBezTo>
                    <a:pt x="144" y="738"/>
                    <a:pt x="168" y="728"/>
                    <a:pt x="189" y="728"/>
                  </a:cubicBezTo>
                  <a:cubicBezTo>
                    <a:pt x="229" y="728"/>
                    <a:pt x="259" y="762"/>
                    <a:pt x="284" y="812"/>
                  </a:cubicBezTo>
                  <a:lnTo>
                    <a:pt x="336" y="812"/>
                  </a:lnTo>
                  <a:cubicBezTo>
                    <a:pt x="352" y="772"/>
                    <a:pt x="394" y="746"/>
                    <a:pt x="440" y="746"/>
                  </a:cubicBezTo>
                  <a:cubicBezTo>
                    <a:pt x="466" y="746"/>
                    <a:pt x="493" y="755"/>
                    <a:pt x="516" y="774"/>
                  </a:cubicBezTo>
                  <a:cubicBezTo>
                    <a:pt x="607" y="709"/>
                    <a:pt x="633" y="593"/>
                    <a:pt x="736" y="542"/>
                  </a:cubicBezTo>
                  <a:lnTo>
                    <a:pt x="736" y="542"/>
                  </a:lnTo>
                  <a:cubicBezTo>
                    <a:pt x="731" y="544"/>
                    <a:pt x="726" y="545"/>
                    <a:pt x="720" y="545"/>
                  </a:cubicBezTo>
                  <a:cubicBezTo>
                    <a:pt x="697" y="545"/>
                    <a:pt x="669" y="524"/>
                    <a:pt x="658" y="503"/>
                  </a:cubicBezTo>
                  <a:cubicBezTo>
                    <a:pt x="671" y="490"/>
                    <a:pt x="671" y="477"/>
                    <a:pt x="658" y="477"/>
                  </a:cubicBezTo>
                  <a:cubicBezTo>
                    <a:pt x="761" y="426"/>
                    <a:pt x="761" y="426"/>
                    <a:pt x="710" y="310"/>
                  </a:cubicBezTo>
                  <a:cubicBezTo>
                    <a:pt x="721" y="276"/>
                    <a:pt x="761" y="243"/>
                    <a:pt x="713" y="243"/>
                  </a:cubicBezTo>
                  <a:cubicBezTo>
                    <a:pt x="706" y="243"/>
                    <a:pt x="696" y="243"/>
                    <a:pt x="684" y="245"/>
                  </a:cubicBezTo>
                  <a:lnTo>
                    <a:pt x="633" y="206"/>
                  </a:lnTo>
                  <a:cubicBezTo>
                    <a:pt x="633" y="168"/>
                    <a:pt x="658" y="116"/>
                    <a:pt x="594" y="90"/>
                  </a:cubicBezTo>
                  <a:cubicBezTo>
                    <a:pt x="594" y="77"/>
                    <a:pt x="594" y="52"/>
                    <a:pt x="568" y="26"/>
                  </a:cubicBezTo>
                  <a:lnTo>
                    <a:pt x="568" y="13"/>
                  </a:lnTo>
                  <a:cubicBezTo>
                    <a:pt x="594" y="13"/>
                    <a:pt x="581" y="0"/>
                    <a:pt x="568"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5"/>
            <p:cNvSpPr/>
            <p:nvPr/>
          </p:nvSpPr>
          <p:spPr>
            <a:xfrm rot="10800000">
              <a:off x="1211680" y="-73406"/>
              <a:ext cx="285073" cy="102590"/>
            </a:xfrm>
            <a:custGeom>
              <a:avLst/>
              <a:gdLst/>
              <a:ahLst/>
              <a:cxnLst/>
              <a:rect l="l" t="t" r="r" b="b"/>
              <a:pathLst>
                <a:path w="1884" h="678" extrusionOk="0">
                  <a:moveTo>
                    <a:pt x="1445" y="26"/>
                  </a:moveTo>
                  <a:cubicBezTo>
                    <a:pt x="1355" y="26"/>
                    <a:pt x="1290" y="52"/>
                    <a:pt x="1303" y="155"/>
                  </a:cubicBezTo>
                  <a:cubicBezTo>
                    <a:pt x="1355" y="155"/>
                    <a:pt x="1394" y="116"/>
                    <a:pt x="1445" y="90"/>
                  </a:cubicBezTo>
                  <a:cubicBezTo>
                    <a:pt x="1497" y="77"/>
                    <a:pt x="1471" y="52"/>
                    <a:pt x="1445" y="26"/>
                  </a:cubicBezTo>
                  <a:close/>
                  <a:moveTo>
                    <a:pt x="878" y="0"/>
                  </a:moveTo>
                  <a:cubicBezTo>
                    <a:pt x="800" y="103"/>
                    <a:pt x="762" y="232"/>
                    <a:pt x="697" y="335"/>
                  </a:cubicBezTo>
                  <a:cubicBezTo>
                    <a:pt x="676" y="364"/>
                    <a:pt x="658" y="373"/>
                    <a:pt x="641" y="373"/>
                  </a:cubicBezTo>
                  <a:cubicBezTo>
                    <a:pt x="626" y="373"/>
                    <a:pt x="611" y="367"/>
                    <a:pt x="594" y="361"/>
                  </a:cubicBezTo>
                  <a:cubicBezTo>
                    <a:pt x="555" y="348"/>
                    <a:pt x="517" y="335"/>
                    <a:pt x="517" y="271"/>
                  </a:cubicBezTo>
                  <a:cubicBezTo>
                    <a:pt x="517" y="142"/>
                    <a:pt x="517" y="142"/>
                    <a:pt x="362" y="116"/>
                  </a:cubicBezTo>
                  <a:lnTo>
                    <a:pt x="362" y="116"/>
                  </a:lnTo>
                  <a:cubicBezTo>
                    <a:pt x="362" y="181"/>
                    <a:pt x="401" y="245"/>
                    <a:pt x="362" y="310"/>
                  </a:cubicBezTo>
                  <a:lnTo>
                    <a:pt x="323" y="322"/>
                  </a:lnTo>
                  <a:cubicBezTo>
                    <a:pt x="274" y="355"/>
                    <a:pt x="248" y="374"/>
                    <a:pt x="231" y="374"/>
                  </a:cubicBezTo>
                  <a:cubicBezTo>
                    <a:pt x="209" y="374"/>
                    <a:pt x="204" y="340"/>
                    <a:pt x="181" y="258"/>
                  </a:cubicBezTo>
                  <a:cubicBezTo>
                    <a:pt x="156" y="194"/>
                    <a:pt x="181" y="103"/>
                    <a:pt x="91" y="39"/>
                  </a:cubicBezTo>
                  <a:lnTo>
                    <a:pt x="91" y="39"/>
                  </a:lnTo>
                  <a:cubicBezTo>
                    <a:pt x="65" y="232"/>
                    <a:pt x="78" y="426"/>
                    <a:pt x="117" y="619"/>
                  </a:cubicBezTo>
                  <a:lnTo>
                    <a:pt x="207" y="619"/>
                  </a:lnTo>
                  <a:cubicBezTo>
                    <a:pt x="214" y="626"/>
                    <a:pt x="220" y="629"/>
                    <a:pt x="227" y="629"/>
                  </a:cubicBezTo>
                  <a:cubicBezTo>
                    <a:pt x="233" y="629"/>
                    <a:pt x="240" y="626"/>
                    <a:pt x="246" y="619"/>
                  </a:cubicBezTo>
                  <a:cubicBezTo>
                    <a:pt x="512" y="619"/>
                    <a:pt x="779" y="631"/>
                    <a:pt x="1045" y="631"/>
                  </a:cubicBezTo>
                  <a:cubicBezTo>
                    <a:pt x="1179" y="631"/>
                    <a:pt x="1312" y="628"/>
                    <a:pt x="1445" y="619"/>
                  </a:cubicBezTo>
                  <a:lnTo>
                    <a:pt x="1884" y="619"/>
                  </a:lnTo>
                  <a:cubicBezTo>
                    <a:pt x="1858" y="529"/>
                    <a:pt x="1806" y="439"/>
                    <a:pt x="1729" y="387"/>
                  </a:cubicBezTo>
                  <a:cubicBezTo>
                    <a:pt x="1690" y="361"/>
                    <a:pt x="1639" y="348"/>
                    <a:pt x="1613" y="310"/>
                  </a:cubicBezTo>
                  <a:cubicBezTo>
                    <a:pt x="1572" y="248"/>
                    <a:pt x="1507" y="211"/>
                    <a:pt x="1443" y="211"/>
                  </a:cubicBezTo>
                  <a:cubicBezTo>
                    <a:pt x="1426" y="211"/>
                    <a:pt x="1410" y="214"/>
                    <a:pt x="1394" y="219"/>
                  </a:cubicBezTo>
                  <a:cubicBezTo>
                    <a:pt x="1342" y="219"/>
                    <a:pt x="1303" y="219"/>
                    <a:pt x="1303" y="155"/>
                  </a:cubicBezTo>
                  <a:lnTo>
                    <a:pt x="1265" y="155"/>
                  </a:lnTo>
                  <a:cubicBezTo>
                    <a:pt x="1222" y="101"/>
                    <a:pt x="1152" y="74"/>
                    <a:pt x="1085" y="74"/>
                  </a:cubicBezTo>
                  <a:cubicBezTo>
                    <a:pt x="1072" y="74"/>
                    <a:pt x="1058" y="75"/>
                    <a:pt x="1045" y="77"/>
                  </a:cubicBezTo>
                  <a:cubicBezTo>
                    <a:pt x="981" y="65"/>
                    <a:pt x="942" y="0"/>
                    <a:pt x="878" y="0"/>
                  </a:cubicBezTo>
                  <a:close/>
                  <a:moveTo>
                    <a:pt x="1" y="619"/>
                  </a:moveTo>
                  <a:cubicBezTo>
                    <a:pt x="33" y="658"/>
                    <a:pt x="53" y="677"/>
                    <a:pt x="67" y="677"/>
                  </a:cubicBezTo>
                  <a:cubicBezTo>
                    <a:pt x="82" y="677"/>
                    <a:pt x="91" y="658"/>
                    <a:pt x="104" y="619"/>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5"/>
            <p:cNvSpPr/>
            <p:nvPr/>
          </p:nvSpPr>
          <p:spPr>
            <a:xfrm rot="10800000">
              <a:off x="930695" y="337405"/>
              <a:ext cx="2118" cy="2118"/>
            </a:xfrm>
            <a:custGeom>
              <a:avLst/>
              <a:gdLst/>
              <a:ahLst/>
              <a:cxnLst/>
              <a:rect l="l" t="t" r="r" b="b"/>
              <a:pathLst>
                <a:path w="14" h="14" extrusionOk="0">
                  <a:moveTo>
                    <a:pt x="0" y="1"/>
                  </a:moveTo>
                  <a:cubicBezTo>
                    <a:pt x="0" y="1"/>
                    <a:pt x="0" y="14"/>
                    <a:pt x="13" y="14"/>
                  </a:cubicBezTo>
                  <a:lnTo>
                    <a:pt x="13" y="1"/>
                  </a:ln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5"/>
            <p:cNvSpPr/>
            <p:nvPr/>
          </p:nvSpPr>
          <p:spPr>
            <a:xfrm rot="10800000">
              <a:off x="936596" y="347089"/>
              <a:ext cx="151" cy="151"/>
            </a:xfrm>
            <a:custGeom>
              <a:avLst/>
              <a:gdLst/>
              <a:ahLst/>
              <a:cxnLst/>
              <a:rect l="l" t="t" r="r" b="b"/>
              <a:pathLst>
                <a:path w="1" h="1" extrusionOk="0">
                  <a:moveTo>
                    <a:pt x="1" y="0"/>
                  </a:move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5"/>
            <p:cNvSpPr/>
            <p:nvPr/>
          </p:nvSpPr>
          <p:spPr>
            <a:xfrm rot="10800000">
              <a:off x="1916037" y="468137"/>
              <a:ext cx="312612" cy="214712"/>
            </a:xfrm>
            <a:custGeom>
              <a:avLst/>
              <a:gdLst/>
              <a:ahLst/>
              <a:cxnLst/>
              <a:rect l="l" t="t" r="r" b="b"/>
              <a:pathLst>
                <a:path w="2066" h="1419" extrusionOk="0">
                  <a:moveTo>
                    <a:pt x="1137" y="168"/>
                  </a:moveTo>
                  <a:cubicBezTo>
                    <a:pt x="1215" y="168"/>
                    <a:pt x="1227" y="220"/>
                    <a:pt x="1227" y="297"/>
                  </a:cubicBezTo>
                  <a:cubicBezTo>
                    <a:pt x="1137" y="297"/>
                    <a:pt x="1150" y="233"/>
                    <a:pt x="1137" y="168"/>
                  </a:cubicBezTo>
                  <a:close/>
                  <a:moveTo>
                    <a:pt x="1189" y="0"/>
                  </a:moveTo>
                  <a:lnTo>
                    <a:pt x="1099" y="91"/>
                  </a:lnTo>
                  <a:cubicBezTo>
                    <a:pt x="1073" y="181"/>
                    <a:pt x="1047" y="284"/>
                    <a:pt x="1047" y="387"/>
                  </a:cubicBezTo>
                  <a:lnTo>
                    <a:pt x="854" y="439"/>
                  </a:lnTo>
                  <a:cubicBezTo>
                    <a:pt x="801" y="456"/>
                    <a:pt x="748" y="498"/>
                    <a:pt x="695" y="498"/>
                  </a:cubicBezTo>
                  <a:cubicBezTo>
                    <a:pt x="671" y="498"/>
                    <a:pt x="646" y="489"/>
                    <a:pt x="621" y="465"/>
                  </a:cubicBezTo>
                  <a:cubicBezTo>
                    <a:pt x="552" y="534"/>
                    <a:pt x="462" y="583"/>
                    <a:pt x="370" y="583"/>
                  </a:cubicBezTo>
                  <a:cubicBezTo>
                    <a:pt x="359" y="583"/>
                    <a:pt x="348" y="582"/>
                    <a:pt x="338" y="581"/>
                  </a:cubicBezTo>
                  <a:cubicBezTo>
                    <a:pt x="273" y="581"/>
                    <a:pt x="183" y="619"/>
                    <a:pt x="209" y="723"/>
                  </a:cubicBezTo>
                  <a:cubicBezTo>
                    <a:pt x="196" y="735"/>
                    <a:pt x="170" y="761"/>
                    <a:pt x="183" y="787"/>
                  </a:cubicBezTo>
                  <a:cubicBezTo>
                    <a:pt x="144" y="826"/>
                    <a:pt x="106" y="839"/>
                    <a:pt x="54" y="839"/>
                  </a:cubicBezTo>
                  <a:cubicBezTo>
                    <a:pt x="38" y="829"/>
                    <a:pt x="27" y="825"/>
                    <a:pt x="21" y="825"/>
                  </a:cubicBezTo>
                  <a:cubicBezTo>
                    <a:pt x="1" y="825"/>
                    <a:pt x="15" y="861"/>
                    <a:pt x="15" y="890"/>
                  </a:cubicBezTo>
                  <a:cubicBezTo>
                    <a:pt x="29" y="886"/>
                    <a:pt x="42" y="884"/>
                    <a:pt x="55" y="884"/>
                  </a:cubicBezTo>
                  <a:cubicBezTo>
                    <a:pt x="127" y="884"/>
                    <a:pt x="181" y="942"/>
                    <a:pt x="170" y="1019"/>
                  </a:cubicBezTo>
                  <a:cubicBezTo>
                    <a:pt x="170" y="1077"/>
                    <a:pt x="186" y="1087"/>
                    <a:pt x="210" y="1087"/>
                  </a:cubicBezTo>
                  <a:cubicBezTo>
                    <a:pt x="225" y="1087"/>
                    <a:pt x="242" y="1084"/>
                    <a:pt x="260" y="1084"/>
                  </a:cubicBezTo>
                  <a:cubicBezTo>
                    <a:pt x="286" y="1084"/>
                    <a:pt x="312" y="1096"/>
                    <a:pt x="325" y="1135"/>
                  </a:cubicBezTo>
                  <a:lnTo>
                    <a:pt x="480" y="1135"/>
                  </a:lnTo>
                  <a:cubicBezTo>
                    <a:pt x="492" y="1129"/>
                    <a:pt x="502" y="1127"/>
                    <a:pt x="512" y="1127"/>
                  </a:cubicBezTo>
                  <a:cubicBezTo>
                    <a:pt x="543" y="1127"/>
                    <a:pt x="563" y="1154"/>
                    <a:pt x="583" y="1174"/>
                  </a:cubicBezTo>
                  <a:cubicBezTo>
                    <a:pt x="684" y="1241"/>
                    <a:pt x="805" y="1279"/>
                    <a:pt x="920" y="1279"/>
                  </a:cubicBezTo>
                  <a:cubicBezTo>
                    <a:pt x="937" y="1279"/>
                    <a:pt x="953" y="1279"/>
                    <a:pt x="970" y="1277"/>
                  </a:cubicBezTo>
                  <a:cubicBezTo>
                    <a:pt x="995" y="1277"/>
                    <a:pt x="1008" y="1303"/>
                    <a:pt x="1021" y="1316"/>
                  </a:cubicBezTo>
                  <a:cubicBezTo>
                    <a:pt x="1031" y="1335"/>
                    <a:pt x="1047" y="1347"/>
                    <a:pt x="1065" y="1347"/>
                  </a:cubicBezTo>
                  <a:cubicBezTo>
                    <a:pt x="1072" y="1347"/>
                    <a:pt x="1079" y="1345"/>
                    <a:pt x="1086" y="1341"/>
                  </a:cubicBezTo>
                  <a:cubicBezTo>
                    <a:pt x="1099" y="1341"/>
                    <a:pt x="1111" y="1316"/>
                    <a:pt x="1111" y="1303"/>
                  </a:cubicBezTo>
                  <a:cubicBezTo>
                    <a:pt x="1111" y="1274"/>
                    <a:pt x="1097" y="1259"/>
                    <a:pt x="1079" y="1259"/>
                  </a:cubicBezTo>
                  <a:cubicBezTo>
                    <a:pt x="1073" y="1259"/>
                    <a:pt x="1066" y="1261"/>
                    <a:pt x="1060" y="1264"/>
                  </a:cubicBezTo>
                  <a:cubicBezTo>
                    <a:pt x="1046" y="1269"/>
                    <a:pt x="1034" y="1271"/>
                    <a:pt x="1025" y="1271"/>
                  </a:cubicBezTo>
                  <a:cubicBezTo>
                    <a:pt x="982" y="1271"/>
                    <a:pt x="980" y="1229"/>
                    <a:pt x="970" y="1187"/>
                  </a:cubicBezTo>
                  <a:cubicBezTo>
                    <a:pt x="1013" y="1143"/>
                    <a:pt x="1059" y="1127"/>
                    <a:pt x="1105" y="1127"/>
                  </a:cubicBezTo>
                  <a:cubicBezTo>
                    <a:pt x="1169" y="1127"/>
                    <a:pt x="1232" y="1157"/>
                    <a:pt x="1292" y="1187"/>
                  </a:cubicBezTo>
                  <a:cubicBezTo>
                    <a:pt x="1279" y="1264"/>
                    <a:pt x="1227" y="1341"/>
                    <a:pt x="1331" y="1419"/>
                  </a:cubicBezTo>
                  <a:cubicBezTo>
                    <a:pt x="1331" y="1316"/>
                    <a:pt x="1331" y="1213"/>
                    <a:pt x="1395" y="1200"/>
                  </a:cubicBezTo>
                  <a:cubicBezTo>
                    <a:pt x="1524" y="1187"/>
                    <a:pt x="1614" y="1096"/>
                    <a:pt x="1717" y="1071"/>
                  </a:cubicBezTo>
                  <a:cubicBezTo>
                    <a:pt x="1729" y="1093"/>
                    <a:pt x="1730" y="1125"/>
                    <a:pt x="1755" y="1125"/>
                  </a:cubicBezTo>
                  <a:cubicBezTo>
                    <a:pt x="1759" y="1125"/>
                    <a:pt x="1764" y="1124"/>
                    <a:pt x="1769" y="1122"/>
                  </a:cubicBezTo>
                  <a:cubicBezTo>
                    <a:pt x="1808" y="1109"/>
                    <a:pt x="1808" y="1071"/>
                    <a:pt x="1795" y="1032"/>
                  </a:cubicBezTo>
                  <a:cubicBezTo>
                    <a:pt x="1782" y="993"/>
                    <a:pt x="1795" y="942"/>
                    <a:pt x="1821" y="916"/>
                  </a:cubicBezTo>
                  <a:lnTo>
                    <a:pt x="1846" y="916"/>
                  </a:lnTo>
                  <a:cubicBezTo>
                    <a:pt x="2040" y="864"/>
                    <a:pt x="2066" y="839"/>
                    <a:pt x="2066" y="658"/>
                  </a:cubicBezTo>
                  <a:cubicBezTo>
                    <a:pt x="2053" y="645"/>
                    <a:pt x="2053" y="619"/>
                    <a:pt x="2066" y="606"/>
                  </a:cubicBezTo>
                  <a:lnTo>
                    <a:pt x="2066" y="529"/>
                  </a:lnTo>
                  <a:cubicBezTo>
                    <a:pt x="2032" y="507"/>
                    <a:pt x="1999" y="475"/>
                    <a:pt x="1957" y="475"/>
                  </a:cubicBezTo>
                  <a:cubicBezTo>
                    <a:pt x="1951" y="475"/>
                    <a:pt x="1944" y="476"/>
                    <a:pt x="1937" y="478"/>
                  </a:cubicBezTo>
                  <a:cubicBezTo>
                    <a:pt x="1905" y="442"/>
                    <a:pt x="1876" y="429"/>
                    <a:pt x="1847" y="429"/>
                  </a:cubicBezTo>
                  <a:cubicBezTo>
                    <a:pt x="1793" y="429"/>
                    <a:pt x="1742" y="474"/>
                    <a:pt x="1692" y="490"/>
                  </a:cubicBezTo>
                  <a:cubicBezTo>
                    <a:pt x="1673" y="490"/>
                    <a:pt x="1654" y="518"/>
                    <a:pt x="1635" y="518"/>
                  </a:cubicBezTo>
                  <a:cubicBezTo>
                    <a:pt x="1628" y="518"/>
                    <a:pt x="1621" y="514"/>
                    <a:pt x="1614" y="503"/>
                  </a:cubicBezTo>
                  <a:cubicBezTo>
                    <a:pt x="1550" y="400"/>
                    <a:pt x="1408" y="413"/>
                    <a:pt x="1331" y="310"/>
                  </a:cubicBezTo>
                  <a:cubicBezTo>
                    <a:pt x="1292" y="271"/>
                    <a:pt x="1202" y="271"/>
                    <a:pt x="1240" y="207"/>
                  </a:cubicBezTo>
                  <a:cubicBezTo>
                    <a:pt x="1266" y="129"/>
                    <a:pt x="1202" y="65"/>
                    <a:pt x="1189"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5"/>
            <p:cNvSpPr/>
            <p:nvPr/>
          </p:nvSpPr>
          <p:spPr>
            <a:xfrm rot="10800000">
              <a:off x="1767752" y="-71894"/>
              <a:ext cx="226515" cy="265100"/>
            </a:xfrm>
            <a:custGeom>
              <a:avLst/>
              <a:gdLst/>
              <a:ahLst/>
              <a:cxnLst/>
              <a:rect l="l" t="t" r="r" b="b"/>
              <a:pathLst>
                <a:path w="1497" h="1752" extrusionOk="0">
                  <a:moveTo>
                    <a:pt x="504" y="581"/>
                  </a:moveTo>
                  <a:cubicBezTo>
                    <a:pt x="452" y="581"/>
                    <a:pt x="426" y="594"/>
                    <a:pt x="426" y="646"/>
                  </a:cubicBezTo>
                  <a:cubicBezTo>
                    <a:pt x="413" y="697"/>
                    <a:pt x="426" y="775"/>
                    <a:pt x="426" y="839"/>
                  </a:cubicBezTo>
                  <a:cubicBezTo>
                    <a:pt x="555" y="788"/>
                    <a:pt x="530" y="684"/>
                    <a:pt x="504" y="581"/>
                  </a:cubicBezTo>
                  <a:close/>
                  <a:moveTo>
                    <a:pt x="78" y="1523"/>
                  </a:moveTo>
                  <a:cubicBezTo>
                    <a:pt x="78" y="1535"/>
                    <a:pt x="78" y="1561"/>
                    <a:pt x="65" y="1574"/>
                  </a:cubicBezTo>
                  <a:cubicBezTo>
                    <a:pt x="65" y="1561"/>
                    <a:pt x="78" y="1535"/>
                    <a:pt x="78" y="1523"/>
                  </a:cubicBezTo>
                  <a:close/>
                  <a:moveTo>
                    <a:pt x="981" y="1"/>
                  </a:moveTo>
                  <a:cubicBezTo>
                    <a:pt x="839" y="233"/>
                    <a:pt x="800" y="504"/>
                    <a:pt x="646" y="723"/>
                  </a:cubicBezTo>
                  <a:lnTo>
                    <a:pt x="633" y="723"/>
                  </a:lnTo>
                  <a:cubicBezTo>
                    <a:pt x="620" y="762"/>
                    <a:pt x="594" y="800"/>
                    <a:pt x="568" y="813"/>
                  </a:cubicBezTo>
                  <a:cubicBezTo>
                    <a:pt x="530" y="839"/>
                    <a:pt x="517" y="878"/>
                    <a:pt x="530" y="904"/>
                  </a:cubicBezTo>
                  <a:cubicBezTo>
                    <a:pt x="515" y="918"/>
                    <a:pt x="495" y="933"/>
                    <a:pt x="477" y="933"/>
                  </a:cubicBezTo>
                  <a:cubicBezTo>
                    <a:pt x="463" y="933"/>
                    <a:pt x="450" y="925"/>
                    <a:pt x="439" y="904"/>
                  </a:cubicBezTo>
                  <a:lnTo>
                    <a:pt x="439" y="852"/>
                  </a:lnTo>
                  <a:lnTo>
                    <a:pt x="439" y="839"/>
                  </a:lnTo>
                  <a:lnTo>
                    <a:pt x="426" y="839"/>
                  </a:lnTo>
                  <a:cubicBezTo>
                    <a:pt x="401" y="839"/>
                    <a:pt x="388" y="839"/>
                    <a:pt x="388" y="878"/>
                  </a:cubicBezTo>
                  <a:cubicBezTo>
                    <a:pt x="375" y="904"/>
                    <a:pt x="336" y="891"/>
                    <a:pt x="323" y="929"/>
                  </a:cubicBezTo>
                  <a:cubicBezTo>
                    <a:pt x="285" y="981"/>
                    <a:pt x="181" y="994"/>
                    <a:pt x="207" y="1097"/>
                  </a:cubicBezTo>
                  <a:cubicBezTo>
                    <a:pt x="207" y="1110"/>
                    <a:pt x="181" y="1136"/>
                    <a:pt x="181" y="1136"/>
                  </a:cubicBezTo>
                  <a:cubicBezTo>
                    <a:pt x="173" y="1135"/>
                    <a:pt x="166" y="1135"/>
                    <a:pt x="159" y="1135"/>
                  </a:cubicBezTo>
                  <a:cubicBezTo>
                    <a:pt x="32" y="1135"/>
                    <a:pt x="77" y="1242"/>
                    <a:pt x="52" y="1303"/>
                  </a:cubicBezTo>
                  <a:cubicBezTo>
                    <a:pt x="14" y="1445"/>
                    <a:pt x="1" y="1574"/>
                    <a:pt x="14" y="1716"/>
                  </a:cubicBezTo>
                  <a:lnTo>
                    <a:pt x="1" y="1742"/>
                  </a:lnTo>
                  <a:cubicBezTo>
                    <a:pt x="413" y="1742"/>
                    <a:pt x="839" y="1729"/>
                    <a:pt x="1265" y="1716"/>
                  </a:cubicBezTo>
                  <a:cubicBezTo>
                    <a:pt x="1280" y="1742"/>
                    <a:pt x="1298" y="1751"/>
                    <a:pt x="1317" y="1751"/>
                  </a:cubicBezTo>
                  <a:cubicBezTo>
                    <a:pt x="1345" y="1751"/>
                    <a:pt x="1376" y="1731"/>
                    <a:pt x="1406" y="1716"/>
                  </a:cubicBezTo>
                  <a:cubicBezTo>
                    <a:pt x="1415" y="1712"/>
                    <a:pt x="1425" y="1710"/>
                    <a:pt x="1435" y="1710"/>
                  </a:cubicBezTo>
                  <a:cubicBezTo>
                    <a:pt x="1457" y="1710"/>
                    <a:pt x="1479" y="1716"/>
                    <a:pt x="1497" y="1716"/>
                  </a:cubicBezTo>
                  <a:cubicBezTo>
                    <a:pt x="1465" y="1708"/>
                    <a:pt x="1432" y="1690"/>
                    <a:pt x="1413" y="1690"/>
                  </a:cubicBezTo>
                  <a:cubicBezTo>
                    <a:pt x="1401" y="1690"/>
                    <a:pt x="1393" y="1697"/>
                    <a:pt x="1393" y="1716"/>
                  </a:cubicBezTo>
                  <a:lnTo>
                    <a:pt x="1342" y="1716"/>
                  </a:lnTo>
                  <a:cubicBezTo>
                    <a:pt x="1337" y="1701"/>
                    <a:pt x="1330" y="1696"/>
                    <a:pt x="1322" y="1696"/>
                  </a:cubicBezTo>
                  <a:cubicBezTo>
                    <a:pt x="1309" y="1696"/>
                    <a:pt x="1293" y="1708"/>
                    <a:pt x="1277" y="1716"/>
                  </a:cubicBezTo>
                  <a:cubicBezTo>
                    <a:pt x="1265" y="1677"/>
                    <a:pt x="1252" y="1639"/>
                    <a:pt x="1226" y="1613"/>
                  </a:cubicBezTo>
                  <a:cubicBezTo>
                    <a:pt x="1213" y="1548"/>
                    <a:pt x="1239" y="1484"/>
                    <a:pt x="1290" y="1445"/>
                  </a:cubicBezTo>
                  <a:lnTo>
                    <a:pt x="1329" y="1432"/>
                  </a:lnTo>
                  <a:cubicBezTo>
                    <a:pt x="1406" y="1329"/>
                    <a:pt x="1265" y="1316"/>
                    <a:pt x="1265" y="1252"/>
                  </a:cubicBezTo>
                  <a:cubicBezTo>
                    <a:pt x="1226" y="1300"/>
                    <a:pt x="1202" y="1348"/>
                    <a:pt x="1155" y="1348"/>
                  </a:cubicBezTo>
                  <a:cubicBezTo>
                    <a:pt x="1139" y="1348"/>
                    <a:pt x="1120" y="1342"/>
                    <a:pt x="1097" y="1329"/>
                  </a:cubicBezTo>
                  <a:cubicBezTo>
                    <a:pt x="1084" y="1316"/>
                    <a:pt x="1068" y="1310"/>
                    <a:pt x="1052" y="1310"/>
                  </a:cubicBezTo>
                  <a:cubicBezTo>
                    <a:pt x="1036" y="1310"/>
                    <a:pt x="1020" y="1316"/>
                    <a:pt x="1007" y="1329"/>
                  </a:cubicBezTo>
                  <a:cubicBezTo>
                    <a:pt x="1007" y="1316"/>
                    <a:pt x="994" y="1316"/>
                    <a:pt x="981" y="1316"/>
                  </a:cubicBezTo>
                  <a:cubicBezTo>
                    <a:pt x="968" y="1252"/>
                    <a:pt x="981" y="1187"/>
                    <a:pt x="929" y="1149"/>
                  </a:cubicBezTo>
                  <a:lnTo>
                    <a:pt x="865" y="1123"/>
                  </a:lnTo>
                  <a:cubicBezTo>
                    <a:pt x="865" y="1058"/>
                    <a:pt x="826" y="994"/>
                    <a:pt x="891" y="929"/>
                  </a:cubicBezTo>
                  <a:cubicBezTo>
                    <a:pt x="916" y="916"/>
                    <a:pt x="916" y="891"/>
                    <a:pt x="891" y="865"/>
                  </a:cubicBezTo>
                  <a:cubicBezTo>
                    <a:pt x="891" y="865"/>
                    <a:pt x="885" y="859"/>
                    <a:pt x="877" y="859"/>
                  </a:cubicBezTo>
                  <a:cubicBezTo>
                    <a:pt x="873" y="859"/>
                    <a:pt x="869" y="861"/>
                    <a:pt x="865" y="865"/>
                  </a:cubicBezTo>
                  <a:cubicBezTo>
                    <a:pt x="826" y="865"/>
                    <a:pt x="813" y="904"/>
                    <a:pt x="826" y="929"/>
                  </a:cubicBezTo>
                  <a:cubicBezTo>
                    <a:pt x="878" y="1045"/>
                    <a:pt x="787" y="1020"/>
                    <a:pt x="723" y="1033"/>
                  </a:cubicBezTo>
                  <a:cubicBezTo>
                    <a:pt x="684" y="1020"/>
                    <a:pt x="671" y="968"/>
                    <a:pt x="684" y="929"/>
                  </a:cubicBezTo>
                  <a:cubicBezTo>
                    <a:pt x="697" y="852"/>
                    <a:pt x="723" y="775"/>
                    <a:pt x="736" y="684"/>
                  </a:cubicBezTo>
                  <a:cubicBezTo>
                    <a:pt x="775" y="671"/>
                    <a:pt x="775" y="633"/>
                    <a:pt x="787" y="607"/>
                  </a:cubicBezTo>
                  <a:cubicBezTo>
                    <a:pt x="852" y="452"/>
                    <a:pt x="865" y="259"/>
                    <a:pt x="981" y="130"/>
                  </a:cubicBezTo>
                  <a:cubicBezTo>
                    <a:pt x="1007" y="91"/>
                    <a:pt x="1007" y="27"/>
                    <a:pt x="981"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5"/>
            <p:cNvSpPr/>
            <p:nvPr/>
          </p:nvSpPr>
          <p:spPr>
            <a:xfrm rot="10800000">
              <a:off x="1759128" y="-67958"/>
              <a:ext cx="10743" cy="3329"/>
            </a:xfrm>
            <a:custGeom>
              <a:avLst/>
              <a:gdLst/>
              <a:ahLst/>
              <a:cxnLst/>
              <a:rect l="l" t="t" r="r" b="b"/>
              <a:pathLst>
                <a:path w="71" h="22" extrusionOk="0">
                  <a:moveTo>
                    <a:pt x="48" y="0"/>
                  </a:moveTo>
                  <a:cubicBezTo>
                    <a:pt x="35" y="0"/>
                    <a:pt x="18" y="12"/>
                    <a:pt x="1" y="12"/>
                  </a:cubicBezTo>
                  <a:lnTo>
                    <a:pt x="39" y="12"/>
                  </a:lnTo>
                  <a:cubicBezTo>
                    <a:pt x="43" y="10"/>
                    <a:pt x="47" y="9"/>
                    <a:pt x="50" y="9"/>
                  </a:cubicBezTo>
                  <a:cubicBezTo>
                    <a:pt x="60" y="9"/>
                    <a:pt x="67" y="17"/>
                    <a:pt x="69" y="20"/>
                  </a:cubicBezTo>
                  <a:lnTo>
                    <a:pt x="69" y="20"/>
                  </a:lnTo>
                  <a:cubicBezTo>
                    <a:pt x="69" y="18"/>
                    <a:pt x="67" y="16"/>
                    <a:pt x="65" y="12"/>
                  </a:cubicBezTo>
                  <a:cubicBezTo>
                    <a:pt x="61" y="3"/>
                    <a:pt x="55" y="0"/>
                    <a:pt x="48" y="0"/>
                  </a:cubicBezTo>
                  <a:close/>
                  <a:moveTo>
                    <a:pt x="69" y="20"/>
                  </a:moveTo>
                  <a:cubicBezTo>
                    <a:pt x="70" y="21"/>
                    <a:pt x="70" y="21"/>
                    <a:pt x="70" y="21"/>
                  </a:cubicBezTo>
                  <a:cubicBezTo>
                    <a:pt x="70" y="21"/>
                    <a:pt x="70" y="21"/>
                    <a:pt x="69" y="2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5"/>
            <p:cNvSpPr/>
            <p:nvPr/>
          </p:nvSpPr>
          <p:spPr>
            <a:xfrm rot="10800000">
              <a:off x="2382381" y="524729"/>
              <a:ext cx="50841" cy="47512"/>
            </a:xfrm>
            <a:custGeom>
              <a:avLst/>
              <a:gdLst/>
              <a:ahLst/>
              <a:cxnLst/>
              <a:rect l="l" t="t" r="r" b="b"/>
              <a:pathLst>
                <a:path w="336" h="314" extrusionOk="0">
                  <a:moveTo>
                    <a:pt x="203" y="1"/>
                  </a:moveTo>
                  <a:cubicBezTo>
                    <a:pt x="186" y="1"/>
                    <a:pt x="166" y="6"/>
                    <a:pt x="142" y="17"/>
                  </a:cubicBezTo>
                  <a:lnTo>
                    <a:pt x="117" y="17"/>
                  </a:lnTo>
                  <a:cubicBezTo>
                    <a:pt x="94" y="28"/>
                    <a:pt x="72" y="59"/>
                    <a:pt x="34" y="59"/>
                  </a:cubicBezTo>
                  <a:cubicBezTo>
                    <a:pt x="27" y="59"/>
                    <a:pt x="21" y="58"/>
                    <a:pt x="13" y="56"/>
                  </a:cubicBezTo>
                  <a:cubicBezTo>
                    <a:pt x="1" y="108"/>
                    <a:pt x="1" y="146"/>
                    <a:pt x="13" y="198"/>
                  </a:cubicBezTo>
                  <a:cubicBezTo>
                    <a:pt x="39" y="211"/>
                    <a:pt x="52" y="237"/>
                    <a:pt x="52" y="262"/>
                  </a:cubicBezTo>
                  <a:cubicBezTo>
                    <a:pt x="78" y="262"/>
                    <a:pt x="78" y="288"/>
                    <a:pt x="91" y="314"/>
                  </a:cubicBezTo>
                  <a:cubicBezTo>
                    <a:pt x="130" y="314"/>
                    <a:pt x="181" y="301"/>
                    <a:pt x="220" y="275"/>
                  </a:cubicBezTo>
                  <a:cubicBezTo>
                    <a:pt x="284" y="237"/>
                    <a:pt x="336" y="198"/>
                    <a:pt x="310" y="120"/>
                  </a:cubicBezTo>
                  <a:cubicBezTo>
                    <a:pt x="290" y="61"/>
                    <a:pt x="262" y="1"/>
                    <a:pt x="203"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5"/>
            <p:cNvSpPr/>
            <p:nvPr/>
          </p:nvSpPr>
          <p:spPr>
            <a:xfrm rot="10800000">
              <a:off x="1086848" y="311984"/>
              <a:ext cx="199127" cy="128918"/>
            </a:xfrm>
            <a:custGeom>
              <a:avLst/>
              <a:gdLst/>
              <a:ahLst/>
              <a:cxnLst/>
              <a:rect l="l" t="t" r="r" b="b"/>
              <a:pathLst>
                <a:path w="1316" h="852" extrusionOk="0">
                  <a:moveTo>
                    <a:pt x="852" y="0"/>
                  </a:moveTo>
                  <a:lnTo>
                    <a:pt x="748" y="13"/>
                  </a:lnTo>
                  <a:cubicBezTo>
                    <a:pt x="658" y="13"/>
                    <a:pt x="568" y="52"/>
                    <a:pt x="503" y="129"/>
                  </a:cubicBezTo>
                  <a:lnTo>
                    <a:pt x="478" y="129"/>
                  </a:lnTo>
                  <a:cubicBezTo>
                    <a:pt x="400" y="129"/>
                    <a:pt x="387" y="194"/>
                    <a:pt x="375" y="232"/>
                  </a:cubicBezTo>
                  <a:cubicBezTo>
                    <a:pt x="362" y="284"/>
                    <a:pt x="349" y="336"/>
                    <a:pt x="336" y="374"/>
                  </a:cubicBezTo>
                  <a:lnTo>
                    <a:pt x="258" y="374"/>
                  </a:lnTo>
                  <a:cubicBezTo>
                    <a:pt x="218" y="363"/>
                    <a:pt x="187" y="358"/>
                    <a:pt x="162" y="358"/>
                  </a:cubicBezTo>
                  <a:cubicBezTo>
                    <a:pt x="100" y="358"/>
                    <a:pt x="76" y="394"/>
                    <a:pt x="39" y="477"/>
                  </a:cubicBezTo>
                  <a:cubicBezTo>
                    <a:pt x="1" y="581"/>
                    <a:pt x="26" y="684"/>
                    <a:pt x="91" y="774"/>
                  </a:cubicBezTo>
                  <a:cubicBezTo>
                    <a:pt x="149" y="784"/>
                    <a:pt x="200" y="852"/>
                    <a:pt x="266" y="852"/>
                  </a:cubicBezTo>
                  <a:cubicBezTo>
                    <a:pt x="287" y="852"/>
                    <a:pt x="310" y="845"/>
                    <a:pt x="336" y="826"/>
                  </a:cubicBezTo>
                  <a:cubicBezTo>
                    <a:pt x="393" y="778"/>
                    <a:pt x="472" y="751"/>
                    <a:pt x="546" y="751"/>
                  </a:cubicBezTo>
                  <a:cubicBezTo>
                    <a:pt x="571" y="751"/>
                    <a:pt x="596" y="754"/>
                    <a:pt x="620" y="761"/>
                  </a:cubicBezTo>
                  <a:cubicBezTo>
                    <a:pt x="671" y="774"/>
                    <a:pt x="736" y="774"/>
                    <a:pt x="787" y="774"/>
                  </a:cubicBezTo>
                  <a:cubicBezTo>
                    <a:pt x="852" y="774"/>
                    <a:pt x="852" y="722"/>
                    <a:pt x="852" y="684"/>
                  </a:cubicBezTo>
                  <a:lnTo>
                    <a:pt x="916" y="671"/>
                  </a:lnTo>
                  <a:lnTo>
                    <a:pt x="993" y="697"/>
                  </a:lnTo>
                  <a:lnTo>
                    <a:pt x="1019" y="671"/>
                  </a:lnTo>
                  <a:cubicBezTo>
                    <a:pt x="1019" y="645"/>
                    <a:pt x="1019" y="619"/>
                    <a:pt x="1019" y="581"/>
                  </a:cubicBezTo>
                  <a:cubicBezTo>
                    <a:pt x="1084" y="477"/>
                    <a:pt x="1097" y="349"/>
                    <a:pt x="1058" y="232"/>
                  </a:cubicBezTo>
                  <a:cubicBezTo>
                    <a:pt x="1047" y="201"/>
                    <a:pt x="1072" y="178"/>
                    <a:pt x="1109" y="178"/>
                  </a:cubicBezTo>
                  <a:cubicBezTo>
                    <a:pt x="1117" y="178"/>
                    <a:pt x="1126" y="179"/>
                    <a:pt x="1135" y="181"/>
                  </a:cubicBezTo>
                  <a:cubicBezTo>
                    <a:pt x="1151" y="185"/>
                    <a:pt x="1165" y="187"/>
                    <a:pt x="1178" y="187"/>
                  </a:cubicBezTo>
                  <a:cubicBezTo>
                    <a:pt x="1250" y="187"/>
                    <a:pt x="1283" y="130"/>
                    <a:pt x="1316" y="65"/>
                  </a:cubicBezTo>
                  <a:cubicBezTo>
                    <a:pt x="1296" y="45"/>
                    <a:pt x="1274" y="36"/>
                    <a:pt x="1251" y="36"/>
                  </a:cubicBezTo>
                  <a:cubicBezTo>
                    <a:pt x="1229" y="36"/>
                    <a:pt x="1206" y="45"/>
                    <a:pt x="1187" y="65"/>
                  </a:cubicBezTo>
                  <a:cubicBezTo>
                    <a:pt x="1142" y="123"/>
                    <a:pt x="1093" y="145"/>
                    <a:pt x="1043" y="145"/>
                  </a:cubicBezTo>
                  <a:cubicBezTo>
                    <a:pt x="993" y="145"/>
                    <a:pt x="942" y="123"/>
                    <a:pt x="890" y="91"/>
                  </a:cubicBezTo>
                  <a:cubicBezTo>
                    <a:pt x="865" y="65"/>
                    <a:pt x="839" y="39"/>
                    <a:pt x="852"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5"/>
            <p:cNvSpPr/>
            <p:nvPr/>
          </p:nvSpPr>
          <p:spPr>
            <a:xfrm rot="10800000">
              <a:off x="2007733" y="62321"/>
              <a:ext cx="50841" cy="29657"/>
            </a:xfrm>
            <a:custGeom>
              <a:avLst/>
              <a:gdLst/>
              <a:ahLst/>
              <a:cxnLst/>
              <a:rect l="l" t="t" r="r" b="b"/>
              <a:pathLst>
                <a:path w="336" h="196" extrusionOk="0">
                  <a:moveTo>
                    <a:pt x="285" y="0"/>
                  </a:moveTo>
                  <a:cubicBezTo>
                    <a:pt x="267" y="0"/>
                    <a:pt x="247" y="8"/>
                    <a:pt x="232" y="15"/>
                  </a:cubicBezTo>
                  <a:lnTo>
                    <a:pt x="0" y="170"/>
                  </a:lnTo>
                  <a:lnTo>
                    <a:pt x="13" y="196"/>
                  </a:lnTo>
                  <a:cubicBezTo>
                    <a:pt x="78" y="196"/>
                    <a:pt x="168" y="196"/>
                    <a:pt x="232" y="183"/>
                  </a:cubicBezTo>
                  <a:cubicBezTo>
                    <a:pt x="284" y="170"/>
                    <a:pt x="310" y="144"/>
                    <a:pt x="323" y="106"/>
                  </a:cubicBezTo>
                  <a:cubicBezTo>
                    <a:pt x="336" y="80"/>
                    <a:pt x="336" y="41"/>
                    <a:pt x="323" y="15"/>
                  </a:cubicBezTo>
                  <a:cubicBezTo>
                    <a:pt x="312" y="4"/>
                    <a:pt x="299" y="0"/>
                    <a:pt x="285"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5"/>
            <p:cNvSpPr/>
            <p:nvPr/>
          </p:nvSpPr>
          <p:spPr>
            <a:xfrm rot="10800000">
              <a:off x="1492668" y="128595"/>
              <a:ext cx="23453" cy="45545"/>
            </a:xfrm>
            <a:custGeom>
              <a:avLst/>
              <a:gdLst/>
              <a:ahLst/>
              <a:cxnLst/>
              <a:rect l="l" t="t" r="r" b="b"/>
              <a:pathLst>
                <a:path w="155" h="301" extrusionOk="0">
                  <a:moveTo>
                    <a:pt x="53" y="0"/>
                  </a:moveTo>
                  <a:cubicBezTo>
                    <a:pt x="48" y="0"/>
                    <a:pt x="43" y="2"/>
                    <a:pt x="39" y="4"/>
                  </a:cubicBezTo>
                  <a:cubicBezTo>
                    <a:pt x="0" y="4"/>
                    <a:pt x="0" y="43"/>
                    <a:pt x="0" y="68"/>
                  </a:cubicBezTo>
                  <a:cubicBezTo>
                    <a:pt x="13" y="133"/>
                    <a:pt x="26" y="184"/>
                    <a:pt x="26" y="249"/>
                  </a:cubicBezTo>
                  <a:cubicBezTo>
                    <a:pt x="26" y="288"/>
                    <a:pt x="52" y="300"/>
                    <a:pt x="90" y="300"/>
                  </a:cubicBezTo>
                  <a:cubicBezTo>
                    <a:pt x="129" y="300"/>
                    <a:pt x="155" y="262"/>
                    <a:pt x="155" y="223"/>
                  </a:cubicBezTo>
                  <a:cubicBezTo>
                    <a:pt x="155" y="159"/>
                    <a:pt x="90" y="107"/>
                    <a:pt x="90" y="43"/>
                  </a:cubicBezTo>
                  <a:cubicBezTo>
                    <a:pt x="90" y="22"/>
                    <a:pt x="73" y="0"/>
                    <a:pt x="53"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5"/>
            <p:cNvSpPr/>
            <p:nvPr/>
          </p:nvSpPr>
          <p:spPr>
            <a:xfrm rot="10800000">
              <a:off x="1463313" y="538044"/>
              <a:ext cx="43124" cy="49177"/>
            </a:xfrm>
            <a:custGeom>
              <a:avLst/>
              <a:gdLst/>
              <a:ahLst/>
              <a:cxnLst/>
              <a:rect l="l" t="t" r="r" b="b"/>
              <a:pathLst>
                <a:path w="285" h="325" extrusionOk="0">
                  <a:moveTo>
                    <a:pt x="117" y="0"/>
                  </a:moveTo>
                  <a:cubicBezTo>
                    <a:pt x="91" y="0"/>
                    <a:pt x="65" y="13"/>
                    <a:pt x="65" y="39"/>
                  </a:cubicBezTo>
                  <a:cubicBezTo>
                    <a:pt x="104" y="91"/>
                    <a:pt x="65" y="116"/>
                    <a:pt x="0" y="116"/>
                  </a:cubicBezTo>
                  <a:cubicBezTo>
                    <a:pt x="39" y="207"/>
                    <a:pt x="168" y="219"/>
                    <a:pt x="181" y="323"/>
                  </a:cubicBezTo>
                  <a:cubicBezTo>
                    <a:pt x="181" y="323"/>
                    <a:pt x="188" y="324"/>
                    <a:pt x="199" y="324"/>
                  </a:cubicBezTo>
                  <a:cubicBezTo>
                    <a:pt x="221" y="324"/>
                    <a:pt x="258" y="318"/>
                    <a:pt x="284" y="284"/>
                  </a:cubicBezTo>
                  <a:cubicBezTo>
                    <a:pt x="181" y="271"/>
                    <a:pt x="194" y="181"/>
                    <a:pt x="168" y="116"/>
                  </a:cubicBezTo>
                  <a:cubicBezTo>
                    <a:pt x="155" y="78"/>
                    <a:pt x="142" y="39"/>
                    <a:pt x="117"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5"/>
            <p:cNvSpPr/>
            <p:nvPr/>
          </p:nvSpPr>
          <p:spPr>
            <a:xfrm rot="10800000">
              <a:off x="1045843" y="114977"/>
              <a:ext cx="35256" cy="31776"/>
            </a:xfrm>
            <a:custGeom>
              <a:avLst/>
              <a:gdLst/>
              <a:ahLst/>
              <a:cxnLst/>
              <a:rect l="l" t="t" r="r" b="b"/>
              <a:pathLst>
                <a:path w="233" h="210" extrusionOk="0">
                  <a:moveTo>
                    <a:pt x="117" y="0"/>
                  </a:moveTo>
                  <a:cubicBezTo>
                    <a:pt x="81" y="0"/>
                    <a:pt x="54" y="28"/>
                    <a:pt x="26" y="55"/>
                  </a:cubicBezTo>
                  <a:cubicBezTo>
                    <a:pt x="13" y="119"/>
                    <a:pt x="1" y="184"/>
                    <a:pt x="91" y="210"/>
                  </a:cubicBezTo>
                  <a:cubicBezTo>
                    <a:pt x="97" y="203"/>
                    <a:pt x="104" y="200"/>
                    <a:pt x="110" y="200"/>
                  </a:cubicBezTo>
                  <a:cubicBezTo>
                    <a:pt x="117" y="200"/>
                    <a:pt x="123" y="203"/>
                    <a:pt x="129" y="210"/>
                  </a:cubicBezTo>
                  <a:cubicBezTo>
                    <a:pt x="129" y="184"/>
                    <a:pt x="155" y="158"/>
                    <a:pt x="181" y="145"/>
                  </a:cubicBezTo>
                  <a:cubicBezTo>
                    <a:pt x="194" y="94"/>
                    <a:pt x="233" y="68"/>
                    <a:pt x="168" y="16"/>
                  </a:cubicBezTo>
                  <a:cubicBezTo>
                    <a:pt x="149" y="5"/>
                    <a:pt x="133" y="0"/>
                    <a:pt x="117"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5"/>
            <p:cNvSpPr/>
            <p:nvPr/>
          </p:nvSpPr>
          <p:spPr>
            <a:xfrm rot="10800000">
              <a:off x="1951143" y="108168"/>
              <a:ext cx="26631" cy="26480"/>
            </a:xfrm>
            <a:custGeom>
              <a:avLst/>
              <a:gdLst/>
              <a:ahLst/>
              <a:cxnLst/>
              <a:rect l="l" t="t" r="r" b="b"/>
              <a:pathLst>
                <a:path w="176" h="175" extrusionOk="0">
                  <a:moveTo>
                    <a:pt x="124" y="1"/>
                  </a:moveTo>
                  <a:cubicBezTo>
                    <a:pt x="21" y="1"/>
                    <a:pt x="72" y="117"/>
                    <a:pt x="21" y="156"/>
                  </a:cubicBezTo>
                  <a:cubicBezTo>
                    <a:pt x="2" y="169"/>
                    <a:pt x="0" y="173"/>
                    <a:pt x="5" y="173"/>
                  </a:cubicBezTo>
                  <a:cubicBezTo>
                    <a:pt x="11" y="173"/>
                    <a:pt x="29" y="166"/>
                    <a:pt x="34" y="166"/>
                  </a:cubicBezTo>
                  <a:cubicBezTo>
                    <a:pt x="36" y="166"/>
                    <a:pt x="36" y="166"/>
                    <a:pt x="34" y="168"/>
                  </a:cubicBezTo>
                  <a:cubicBezTo>
                    <a:pt x="48" y="172"/>
                    <a:pt x="60" y="174"/>
                    <a:pt x="72" y="174"/>
                  </a:cubicBezTo>
                  <a:cubicBezTo>
                    <a:pt x="132" y="174"/>
                    <a:pt x="152" y="122"/>
                    <a:pt x="163" y="78"/>
                  </a:cubicBezTo>
                  <a:cubicBezTo>
                    <a:pt x="176" y="39"/>
                    <a:pt x="163" y="1"/>
                    <a:pt x="124"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5"/>
            <p:cNvSpPr/>
            <p:nvPr/>
          </p:nvSpPr>
          <p:spPr>
            <a:xfrm rot="10800000">
              <a:off x="1592079" y="255394"/>
              <a:ext cx="27539" cy="28295"/>
            </a:xfrm>
            <a:custGeom>
              <a:avLst/>
              <a:gdLst/>
              <a:ahLst/>
              <a:cxnLst/>
              <a:rect l="l" t="t" r="r" b="b"/>
              <a:pathLst>
                <a:path w="182" h="187" extrusionOk="0">
                  <a:moveTo>
                    <a:pt x="39" y="0"/>
                  </a:moveTo>
                  <a:cubicBezTo>
                    <a:pt x="26" y="0"/>
                    <a:pt x="14" y="10"/>
                    <a:pt x="14" y="19"/>
                  </a:cubicBezTo>
                  <a:cubicBezTo>
                    <a:pt x="1" y="83"/>
                    <a:pt x="52" y="135"/>
                    <a:pt x="78" y="173"/>
                  </a:cubicBezTo>
                  <a:cubicBezTo>
                    <a:pt x="78" y="186"/>
                    <a:pt x="117" y="186"/>
                    <a:pt x="130" y="186"/>
                  </a:cubicBezTo>
                  <a:cubicBezTo>
                    <a:pt x="142" y="186"/>
                    <a:pt x="168" y="173"/>
                    <a:pt x="181" y="135"/>
                  </a:cubicBezTo>
                  <a:cubicBezTo>
                    <a:pt x="130" y="109"/>
                    <a:pt x="130" y="32"/>
                    <a:pt x="52" y="6"/>
                  </a:cubicBezTo>
                  <a:cubicBezTo>
                    <a:pt x="48" y="2"/>
                    <a:pt x="44" y="0"/>
                    <a:pt x="39"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5"/>
            <p:cNvSpPr/>
            <p:nvPr/>
          </p:nvSpPr>
          <p:spPr>
            <a:xfrm rot="10800000">
              <a:off x="2942235" y="72005"/>
              <a:ext cx="25572" cy="27236"/>
            </a:xfrm>
            <a:custGeom>
              <a:avLst/>
              <a:gdLst/>
              <a:ahLst/>
              <a:cxnLst/>
              <a:rect l="l" t="t" r="r" b="b"/>
              <a:pathLst>
                <a:path w="169" h="180" extrusionOk="0">
                  <a:moveTo>
                    <a:pt x="63" y="1"/>
                  </a:moveTo>
                  <a:cubicBezTo>
                    <a:pt x="55" y="1"/>
                    <a:pt x="47" y="4"/>
                    <a:pt x="39" y="12"/>
                  </a:cubicBezTo>
                  <a:cubicBezTo>
                    <a:pt x="0" y="50"/>
                    <a:pt x="39" y="63"/>
                    <a:pt x="39" y="76"/>
                  </a:cubicBezTo>
                  <a:cubicBezTo>
                    <a:pt x="78" y="115"/>
                    <a:pt x="117" y="154"/>
                    <a:pt x="168" y="179"/>
                  </a:cubicBezTo>
                  <a:cubicBezTo>
                    <a:pt x="142" y="128"/>
                    <a:pt x="142" y="76"/>
                    <a:pt x="104" y="25"/>
                  </a:cubicBezTo>
                  <a:cubicBezTo>
                    <a:pt x="95" y="16"/>
                    <a:pt x="80" y="1"/>
                    <a:pt x="63"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5"/>
            <p:cNvSpPr/>
            <p:nvPr/>
          </p:nvSpPr>
          <p:spPr>
            <a:xfrm rot="10800000">
              <a:off x="2936486" y="64137"/>
              <a:ext cx="5901" cy="8020"/>
            </a:xfrm>
            <a:custGeom>
              <a:avLst/>
              <a:gdLst/>
              <a:ahLst/>
              <a:cxnLst/>
              <a:rect l="l" t="t" r="r" b="b"/>
              <a:pathLst>
                <a:path w="39" h="53" extrusionOk="0">
                  <a:moveTo>
                    <a:pt x="0" y="0"/>
                  </a:moveTo>
                  <a:cubicBezTo>
                    <a:pt x="0" y="13"/>
                    <a:pt x="13" y="39"/>
                    <a:pt x="39" y="52"/>
                  </a:cubicBezTo>
                  <a:cubicBezTo>
                    <a:pt x="26" y="26"/>
                    <a:pt x="13" y="13"/>
                    <a:pt x="0"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5"/>
            <p:cNvSpPr/>
            <p:nvPr/>
          </p:nvSpPr>
          <p:spPr>
            <a:xfrm rot="10800000">
              <a:off x="2598907" y="316371"/>
              <a:ext cx="425491" cy="356795"/>
            </a:xfrm>
            <a:custGeom>
              <a:avLst/>
              <a:gdLst/>
              <a:ahLst/>
              <a:cxnLst/>
              <a:rect l="l" t="t" r="r" b="b"/>
              <a:pathLst>
                <a:path w="2812" h="2358" extrusionOk="0">
                  <a:moveTo>
                    <a:pt x="607" y="491"/>
                  </a:moveTo>
                  <a:cubicBezTo>
                    <a:pt x="607" y="530"/>
                    <a:pt x="581" y="555"/>
                    <a:pt x="568" y="555"/>
                  </a:cubicBezTo>
                  <a:cubicBezTo>
                    <a:pt x="581" y="555"/>
                    <a:pt x="594" y="530"/>
                    <a:pt x="607" y="491"/>
                  </a:cubicBezTo>
                  <a:close/>
                  <a:moveTo>
                    <a:pt x="1277" y="607"/>
                  </a:moveTo>
                  <a:cubicBezTo>
                    <a:pt x="1290" y="620"/>
                    <a:pt x="1316" y="620"/>
                    <a:pt x="1329" y="620"/>
                  </a:cubicBezTo>
                  <a:lnTo>
                    <a:pt x="1277" y="620"/>
                  </a:lnTo>
                  <a:lnTo>
                    <a:pt x="1277" y="607"/>
                  </a:lnTo>
                  <a:close/>
                  <a:moveTo>
                    <a:pt x="336" y="1626"/>
                  </a:moveTo>
                  <a:cubicBezTo>
                    <a:pt x="387" y="1664"/>
                    <a:pt x="413" y="1729"/>
                    <a:pt x="478" y="1755"/>
                  </a:cubicBezTo>
                  <a:cubicBezTo>
                    <a:pt x="413" y="1742"/>
                    <a:pt x="387" y="1677"/>
                    <a:pt x="336" y="1639"/>
                  </a:cubicBezTo>
                  <a:lnTo>
                    <a:pt x="336" y="1626"/>
                  </a:lnTo>
                  <a:close/>
                  <a:moveTo>
                    <a:pt x="607" y="1"/>
                  </a:moveTo>
                  <a:lnTo>
                    <a:pt x="542" y="40"/>
                  </a:lnTo>
                  <a:lnTo>
                    <a:pt x="581" y="143"/>
                  </a:lnTo>
                  <a:lnTo>
                    <a:pt x="632" y="272"/>
                  </a:lnTo>
                  <a:cubicBezTo>
                    <a:pt x="658" y="297"/>
                    <a:pt x="658" y="336"/>
                    <a:pt x="697" y="336"/>
                  </a:cubicBezTo>
                  <a:cubicBezTo>
                    <a:pt x="761" y="414"/>
                    <a:pt x="697" y="452"/>
                    <a:pt x="645" y="491"/>
                  </a:cubicBezTo>
                  <a:lnTo>
                    <a:pt x="607" y="491"/>
                  </a:lnTo>
                  <a:cubicBezTo>
                    <a:pt x="580" y="477"/>
                    <a:pt x="549" y="457"/>
                    <a:pt x="526" y="457"/>
                  </a:cubicBezTo>
                  <a:cubicBezTo>
                    <a:pt x="505" y="457"/>
                    <a:pt x="491" y="474"/>
                    <a:pt x="491" y="530"/>
                  </a:cubicBezTo>
                  <a:cubicBezTo>
                    <a:pt x="465" y="530"/>
                    <a:pt x="439" y="542"/>
                    <a:pt x="426" y="542"/>
                  </a:cubicBezTo>
                  <a:cubicBezTo>
                    <a:pt x="392" y="565"/>
                    <a:pt x="378" y="609"/>
                    <a:pt x="338" y="609"/>
                  </a:cubicBezTo>
                  <a:cubicBezTo>
                    <a:pt x="334" y="609"/>
                    <a:pt x="328" y="608"/>
                    <a:pt x="323" y="607"/>
                  </a:cubicBezTo>
                  <a:cubicBezTo>
                    <a:pt x="271" y="581"/>
                    <a:pt x="323" y="517"/>
                    <a:pt x="297" y="478"/>
                  </a:cubicBezTo>
                  <a:cubicBezTo>
                    <a:pt x="284" y="478"/>
                    <a:pt x="271" y="478"/>
                    <a:pt x="271" y="465"/>
                  </a:cubicBezTo>
                  <a:cubicBezTo>
                    <a:pt x="246" y="465"/>
                    <a:pt x="233" y="452"/>
                    <a:pt x="233" y="439"/>
                  </a:cubicBezTo>
                  <a:lnTo>
                    <a:pt x="194" y="439"/>
                  </a:lnTo>
                  <a:cubicBezTo>
                    <a:pt x="194" y="426"/>
                    <a:pt x="194" y="414"/>
                    <a:pt x="194" y="414"/>
                  </a:cubicBezTo>
                  <a:cubicBezTo>
                    <a:pt x="155" y="414"/>
                    <a:pt x="129" y="439"/>
                    <a:pt x="104" y="439"/>
                  </a:cubicBezTo>
                  <a:cubicBezTo>
                    <a:pt x="1" y="452"/>
                    <a:pt x="26" y="504"/>
                    <a:pt x="78" y="555"/>
                  </a:cubicBezTo>
                  <a:lnTo>
                    <a:pt x="155" y="568"/>
                  </a:lnTo>
                  <a:cubicBezTo>
                    <a:pt x="181" y="633"/>
                    <a:pt x="284" y="633"/>
                    <a:pt x="258" y="736"/>
                  </a:cubicBezTo>
                  <a:cubicBezTo>
                    <a:pt x="142" y="813"/>
                    <a:pt x="117" y="865"/>
                    <a:pt x="168" y="968"/>
                  </a:cubicBezTo>
                  <a:lnTo>
                    <a:pt x="168" y="1032"/>
                  </a:lnTo>
                  <a:cubicBezTo>
                    <a:pt x="129" y="1032"/>
                    <a:pt x="91" y="1045"/>
                    <a:pt x="129" y="1097"/>
                  </a:cubicBezTo>
                  <a:cubicBezTo>
                    <a:pt x="220" y="1161"/>
                    <a:pt x="220" y="1277"/>
                    <a:pt x="129" y="1342"/>
                  </a:cubicBezTo>
                  <a:cubicBezTo>
                    <a:pt x="117" y="1368"/>
                    <a:pt x="104" y="1394"/>
                    <a:pt x="104" y="1432"/>
                  </a:cubicBezTo>
                  <a:cubicBezTo>
                    <a:pt x="194" y="1484"/>
                    <a:pt x="155" y="1587"/>
                    <a:pt x="194" y="1664"/>
                  </a:cubicBezTo>
                  <a:cubicBezTo>
                    <a:pt x="168" y="1664"/>
                    <a:pt x="168" y="1677"/>
                    <a:pt x="194" y="1690"/>
                  </a:cubicBezTo>
                  <a:cubicBezTo>
                    <a:pt x="207" y="1690"/>
                    <a:pt x="220" y="1690"/>
                    <a:pt x="233" y="1677"/>
                  </a:cubicBezTo>
                  <a:lnTo>
                    <a:pt x="297" y="1651"/>
                  </a:lnTo>
                  <a:cubicBezTo>
                    <a:pt x="336" y="1677"/>
                    <a:pt x="362" y="1729"/>
                    <a:pt x="362" y="1780"/>
                  </a:cubicBezTo>
                  <a:lnTo>
                    <a:pt x="413" y="1819"/>
                  </a:lnTo>
                  <a:cubicBezTo>
                    <a:pt x="400" y="1832"/>
                    <a:pt x="387" y="1858"/>
                    <a:pt x="400" y="1871"/>
                  </a:cubicBezTo>
                  <a:cubicBezTo>
                    <a:pt x="400" y="1884"/>
                    <a:pt x="400" y="1884"/>
                    <a:pt x="400" y="1896"/>
                  </a:cubicBezTo>
                  <a:cubicBezTo>
                    <a:pt x="323" y="1948"/>
                    <a:pt x="349" y="2000"/>
                    <a:pt x="387" y="2064"/>
                  </a:cubicBezTo>
                  <a:cubicBezTo>
                    <a:pt x="452" y="2064"/>
                    <a:pt x="503" y="2051"/>
                    <a:pt x="568" y="2025"/>
                  </a:cubicBezTo>
                  <a:cubicBezTo>
                    <a:pt x="529" y="1974"/>
                    <a:pt x="452" y="1987"/>
                    <a:pt x="439" y="1922"/>
                  </a:cubicBezTo>
                  <a:cubicBezTo>
                    <a:pt x="465" y="1871"/>
                    <a:pt x="503" y="1819"/>
                    <a:pt x="555" y="1780"/>
                  </a:cubicBezTo>
                  <a:cubicBezTo>
                    <a:pt x="632" y="1884"/>
                    <a:pt x="607" y="2025"/>
                    <a:pt x="697" y="2129"/>
                  </a:cubicBezTo>
                  <a:lnTo>
                    <a:pt x="723" y="2129"/>
                  </a:lnTo>
                  <a:cubicBezTo>
                    <a:pt x="761" y="2090"/>
                    <a:pt x="736" y="2025"/>
                    <a:pt x="748" y="1987"/>
                  </a:cubicBezTo>
                  <a:lnTo>
                    <a:pt x="800" y="1987"/>
                  </a:lnTo>
                  <a:cubicBezTo>
                    <a:pt x="832" y="2027"/>
                    <a:pt x="880" y="2047"/>
                    <a:pt x="926" y="2047"/>
                  </a:cubicBezTo>
                  <a:cubicBezTo>
                    <a:pt x="954" y="2047"/>
                    <a:pt x="982" y="2040"/>
                    <a:pt x="1006" y="2025"/>
                  </a:cubicBezTo>
                  <a:cubicBezTo>
                    <a:pt x="1013" y="2022"/>
                    <a:pt x="1021" y="2020"/>
                    <a:pt x="1029" y="2020"/>
                  </a:cubicBezTo>
                  <a:cubicBezTo>
                    <a:pt x="1051" y="2020"/>
                    <a:pt x="1074" y="2032"/>
                    <a:pt x="1084" y="2051"/>
                  </a:cubicBezTo>
                  <a:lnTo>
                    <a:pt x="1174" y="2348"/>
                  </a:lnTo>
                  <a:cubicBezTo>
                    <a:pt x="1180" y="2354"/>
                    <a:pt x="1190" y="2357"/>
                    <a:pt x="1200" y="2357"/>
                  </a:cubicBezTo>
                  <a:cubicBezTo>
                    <a:pt x="1209" y="2357"/>
                    <a:pt x="1219" y="2354"/>
                    <a:pt x="1226" y="2348"/>
                  </a:cubicBezTo>
                  <a:lnTo>
                    <a:pt x="1213" y="2232"/>
                  </a:lnTo>
                  <a:lnTo>
                    <a:pt x="1238" y="2193"/>
                  </a:lnTo>
                  <a:cubicBezTo>
                    <a:pt x="1226" y="2141"/>
                    <a:pt x="1226" y="2077"/>
                    <a:pt x="1277" y="2064"/>
                  </a:cubicBezTo>
                  <a:cubicBezTo>
                    <a:pt x="1367" y="2051"/>
                    <a:pt x="1380" y="1948"/>
                    <a:pt x="1458" y="1922"/>
                  </a:cubicBezTo>
                  <a:cubicBezTo>
                    <a:pt x="1471" y="1961"/>
                    <a:pt x="1509" y="1987"/>
                    <a:pt x="1522" y="2025"/>
                  </a:cubicBezTo>
                  <a:cubicBezTo>
                    <a:pt x="1548" y="2064"/>
                    <a:pt x="1561" y="2103"/>
                    <a:pt x="1587" y="2141"/>
                  </a:cubicBezTo>
                  <a:cubicBezTo>
                    <a:pt x="1596" y="2161"/>
                    <a:pt x="1614" y="2189"/>
                    <a:pt x="1645" y="2189"/>
                  </a:cubicBezTo>
                  <a:cubicBezTo>
                    <a:pt x="1654" y="2189"/>
                    <a:pt x="1665" y="2186"/>
                    <a:pt x="1677" y="2180"/>
                  </a:cubicBezTo>
                  <a:cubicBezTo>
                    <a:pt x="1716" y="2154"/>
                    <a:pt x="1690" y="2116"/>
                    <a:pt x="1677" y="2090"/>
                  </a:cubicBezTo>
                  <a:cubicBezTo>
                    <a:pt x="1651" y="2064"/>
                    <a:pt x="1625" y="1987"/>
                    <a:pt x="1587" y="1948"/>
                  </a:cubicBezTo>
                  <a:cubicBezTo>
                    <a:pt x="1535" y="1884"/>
                    <a:pt x="1548" y="1793"/>
                    <a:pt x="1612" y="1742"/>
                  </a:cubicBezTo>
                  <a:cubicBezTo>
                    <a:pt x="1632" y="1718"/>
                    <a:pt x="1650" y="1709"/>
                    <a:pt x="1666" y="1709"/>
                  </a:cubicBezTo>
                  <a:cubicBezTo>
                    <a:pt x="1702" y="1709"/>
                    <a:pt x="1732" y="1754"/>
                    <a:pt x="1767" y="1780"/>
                  </a:cubicBezTo>
                  <a:cubicBezTo>
                    <a:pt x="1788" y="1802"/>
                    <a:pt x="1802" y="1811"/>
                    <a:pt x="1814" y="1811"/>
                  </a:cubicBezTo>
                  <a:cubicBezTo>
                    <a:pt x="1824" y="1811"/>
                    <a:pt x="1833" y="1805"/>
                    <a:pt x="1844" y="1793"/>
                  </a:cubicBezTo>
                  <a:cubicBezTo>
                    <a:pt x="1870" y="1767"/>
                    <a:pt x="1844" y="1716"/>
                    <a:pt x="1819" y="1703"/>
                  </a:cubicBezTo>
                  <a:cubicBezTo>
                    <a:pt x="1767" y="1664"/>
                    <a:pt x="1716" y="1626"/>
                    <a:pt x="1754" y="1548"/>
                  </a:cubicBezTo>
                  <a:cubicBezTo>
                    <a:pt x="1819" y="1497"/>
                    <a:pt x="1909" y="1458"/>
                    <a:pt x="1999" y="1458"/>
                  </a:cubicBezTo>
                  <a:cubicBezTo>
                    <a:pt x="2077" y="1458"/>
                    <a:pt x="2141" y="1432"/>
                    <a:pt x="2193" y="1394"/>
                  </a:cubicBezTo>
                  <a:cubicBezTo>
                    <a:pt x="2249" y="1348"/>
                    <a:pt x="2296" y="1326"/>
                    <a:pt x="2338" y="1326"/>
                  </a:cubicBezTo>
                  <a:cubicBezTo>
                    <a:pt x="2402" y="1326"/>
                    <a:pt x="2450" y="1377"/>
                    <a:pt x="2489" y="1471"/>
                  </a:cubicBezTo>
                  <a:cubicBezTo>
                    <a:pt x="2502" y="1497"/>
                    <a:pt x="2528" y="1510"/>
                    <a:pt x="2554" y="1510"/>
                  </a:cubicBezTo>
                  <a:cubicBezTo>
                    <a:pt x="2515" y="1355"/>
                    <a:pt x="2515" y="1355"/>
                    <a:pt x="2644" y="1303"/>
                  </a:cubicBezTo>
                  <a:cubicBezTo>
                    <a:pt x="2644" y="1290"/>
                    <a:pt x="2657" y="1265"/>
                    <a:pt x="2657" y="1252"/>
                  </a:cubicBezTo>
                  <a:cubicBezTo>
                    <a:pt x="2760" y="1200"/>
                    <a:pt x="2760" y="1200"/>
                    <a:pt x="2773" y="1084"/>
                  </a:cubicBezTo>
                  <a:cubicBezTo>
                    <a:pt x="2773" y="1084"/>
                    <a:pt x="2786" y="1084"/>
                    <a:pt x="2786" y="1071"/>
                  </a:cubicBezTo>
                  <a:cubicBezTo>
                    <a:pt x="2812" y="916"/>
                    <a:pt x="2799" y="891"/>
                    <a:pt x="2618" y="878"/>
                  </a:cubicBezTo>
                  <a:cubicBezTo>
                    <a:pt x="2612" y="871"/>
                    <a:pt x="2605" y="868"/>
                    <a:pt x="2600" y="868"/>
                  </a:cubicBezTo>
                  <a:cubicBezTo>
                    <a:pt x="2596" y="868"/>
                    <a:pt x="2592" y="871"/>
                    <a:pt x="2592" y="878"/>
                  </a:cubicBezTo>
                  <a:cubicBezTo>
                    <a:pt x="2551" y="853"/>
                    <a:pt x="2511" y="844"/>
                    <a:pt x="2470" y="844"/>
                  </a:cubicBezTo>
                  <a:cubicBezTo>
                    <a:pt x="2446" y="844"/>
                    <a:pt x="2423" y="847"/>
                    <a:pt x="2399" y="852"/>
                  </a:cubicBezTo>
                  <a:cubicBezTo>
                    <a:pt x="2386" y="865"/>
                    <a:pt x="2373" y="865"/>
                    <a:pt x="2360" y="865"/>
                  </a:cubicBezTo>
                  <a:cubicBezTo>
                    <a:pt x="2347" y="916"/>
                    <a:pt x="2270" y="891"/>
                    <a:pt x="2257" y="916"/>
                  </a:cubicBezTo>
                  <a:cubicBezTo>
                    <a:pt x="2193" y="1058"/>
                    <a:pt x="2064" y="1084"/>
                    <a:pt x="1935" y="1110"/>
                  </a:cubicBezTo>
                  <a:cubicBezTo>
                    <a:pt x="1922" y="1084"/>
                    <a:pt x="1896" y="1084"/>
                    <a:pt x="1922" y="1058"/>
                  </a:cubicBezTo>
                  <a:cubicBezTo>
                    <a:pt x="1948" y="1032"/>
                    <a:pt x="1948" y="994"/>
                    <a:pt x="1922" y="994"/>
                  </a:cubicBezTo>
                  <a:cubicBezTo>
                    <a:pt x="1914" y="995"/>
                    <a:pt x="1906" y="995"/>
                    <a:pt x="1899" y="995"/>
                  </a:cubicBezTo>
                  <a:cubicBezTo>
                    <a:pt x="1784" y="995"/>
                    <a:pt x="1818" y="900"/>
                    <a:pt x="1806" y="839"/>
                  </a:cubicBezTo>
                  <a:cubicBezTo>
                    <a:pt x="1844" y="800"/>
                    <a:pt x="1896" y="775"/>
                    <a:pt x="1896" y="723"/>
                  </a:cubicBezTo>
                  <a:cubicBezTo>
                    <a:pt x="1844" y="723"/>
                    <a:pt x="1801" y="740"/>
                    <a:pt x="1753" y="740"/>
                  </a:cubicBezTo>
                  <a:cubicBezTo>
                    <a:pt x="1741" y="740"/>
                    <a:pt x="1728" y="738"/>
                    <a:pt x="1716" y="736"/>
                  </a:cubicBezTo>
                  <a:cubicBezTo>
                    <a:pt x="1703" y="697"/>
                    <a:pt x="1651" y="671"/>
                    <a:pt x="1651" y="633"/>
                  </a:cubicBezTo>
                  <a:cubicBezTo>
                    <a:pt x="1690" y="633"/>
                    <a:pt x="1728" y="633"/>
                    <a:pt x="1728" y="581"/>
                  </a:cubicBezTo>
                  <a:cubicBezTo>
                    <a:pt x="1728" y="547"/>
                    <a:pt x="1705" y="547"/>
                    <a:pt x="1683" y="547"/>
                  </a:cubicBezTo>
                  <a:cubicBezTo>
                    <a:pt x="1671" y="547"/>
                    <a:pt x="1660" y="547"/>
                    <a:pt x="1651" y="542"/>
                  </a:cubicBezTo>
                  <a:lnTo>
                    <a:pt x="1625" y="542"/>
                  </a:lnTo>
                  <a:lnTo>
                    <a:pt x="1625" y="465"/>
                  </a:lnTo>
                  <a:cubicBezTo>
                    <a:pt x="1625" y="452"/>
                    <a:pt x="1625" y="452"/>
                    <a:pt x="1625" y="439"/>
                  </a:cubicBezTo>
                  <a:cubicBezTo>
                    <a:pt x="1677" y="426"/>
                    <a:pt x="1728" y="401"/>
                    <a:pt x="1690" y="349"/>
                  </a:cubicBezTo>
                  <a:cubicBezTo>
                    <a:pt x="1677" y="337"/>
                    <a:pt x="1666" y="332"/>
                    <a:pt x="1657" y="332"/>
                  </a:cubicBezTo>
                  <a:cubicBezTo>
                    <a:pt x="1626" y="332"/>
                    <a:pt x="1609" y="381"/>
                    <a:pt x="1599" y="401"/>
                  </a:cubicBezTo>
                  <a:cubicBezTo>
                    <a:pt x="1574" y="414"/>
                    <a:pt x="1561" y="426"/>
                    <a:pt x="1548" y="426"/>
                  </a:cubicBezTo>
                  <a:cubicBezTo>
                    <a:pt x="1458" y="452"/>
                    <a:pt x="1458" y="491"/>
                    <a:pt x="1509" y="542"/>
                  </a:cubicBezTo>
                  <a:lnTo>
                    <a:pt x="1445" y="530"/>
                  </a:lnTo>
                  <a:lnTo>
                    <a:pt x="1354" y="491"/>
                  </a:lnTo>
                  <a:cubicBezTo>
                    <a:pt x="1316" y="452"/>
                    <a:pt x="1277" y="426"/>
                    <a:pt x="1329" y="375"/>
                  </a:cubicBezTo>
                  <a:cubicBezTo>
                    <a:pt x="1342" y="349"/>
                    <a:pt x="1342" y="336"/>
                    <a:pt x="1354" y="310"/>
                  </a:cubicBezTo>
                  <a:cubicBezTo>
                    <a:pt x="1354" y="285"/>
                    <a:pt x="1354" y="272"/>
                    <a:pt x="1380" y="259"/>
                  </a:cubicBezTo>
                  <a:cubicBezTo>
                    <a:pt x="1380" y="246"/>
                    <a:pt x="1380" y="246"/>
                    <a:pt x="1393" y="233"/>
                  </a:cubicBezTo>
                  <a:cubicBezTo>
                    <a:pt x="1380" y="207"/>
                    <a:pt x="1393" y="181"/>
                    <a:pt x="1406" y="169"/>
                  </a:cubicBezTo>
                  <a:cubicBezTo>
                    <a:pt x="1380" y="143"/>
                    <a:pt x="1406" y="117"/>
                    <a:pt x="1406" y="91"/>
                  </a:cubicBezTo>
                  <a:cubicBezTo>
                    <a:pt x="1342" y="91"/>
                    <a:pt x="1342" y="156"/>
                    <a:pt x="1329" y="194"/>
                  </a:cubicBezTo>
                  <a:cubicBezTo>
                    <a:pt x="1290" y="272"/>
                    <a:pt x="1277" y="362"/>
                    <a:pt x="1161" y="362"/>
                  </a:cubicBezTo>
                  <a:cubicBezTo>
                    <a:pt x="1148" y="362"/>
                    <a:pt x="1161" y="401"/>
                    <a:pt x="1187" y="414"/>
                  </a:cubicBezTo>
                  <a:cubicBezTo>
                    <a:pt x="1178" y="415"/>
                    <a:pt x="1169" y="416"/>
                    <a:pt x="1159" y="416"/>
                  </a:cubicBezTo>
                  <a:cubicBezTo>
                    <a:pt x="1118" y="416"/>
                    <a:pt x="1078" y="403"/>
                    <a:pt x="1039" y="403"/>
                  </a:cubicBezTo>
                  <a:cubicBezTo>
                    <a:pt x="1014" y="403"/>
                    <a:pt x="990" y="408"/>
                    <a:pt x="968" y="426"/>
                  </a:cubicBezTo>
                  <a:lnTo>
                    <a:pt x="903" y="414"/>
                  </a:lnTo>
                  <a:cubicBezTo>
                    <a:pt x="787" y="414"/>
                    <a:pt x="761" y="310"/>
                    <a:pt x="697" y="246"/>
                  </a:cubicBezTo>
                  <a:lnTo>
                    <a:pt x="697" y="130"/>
                  </a:lnTo>
                  <a:cubicBezTo>
                    <a:pt x="710" y="52"/>
                    <a:pt x="658" y="27"/>
                    <a:pt x="607"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5"/>
            <p:cNvSpPr/>
            <p:nvPr/>
          </p:nvSpPr>
          <p:spPr>
            <a:xfrm rot="10800000">
              <a:off x="2885645" y="293827"/>
              <a:ext cx="26782" cy="37828"/>
            </a:xfrm>
            <a:custGeom>
              <a:avLst/>
              <a:gdLst/>
              <a:ahLst/>
              <a:cxnLst/>
              <a:rect l="l" t="t" r="r" b="b"/>
              <a:pathLst>
                <a:path w="177" h="250" extrusionOk="0">
                  <a:moveTo>
                    <a:pt x="124" y="0"/>
                  </a:moveTo>
                  <a:lnTo>
                    <a:pt x="124" y="0"/>
                  </a:lnTo>
                  <a:cubicBezTo>
                    <a:pt x="60" y="26"/>
                    <a:pt x="60" y="104"/>
                    <a:pt x="8" y="129"/>
                  </a:cubicBezTo>
                  <a:cubicBezTo>
                    <a:pt x="20" y="164"/>
                    <a:pt x="1" y="250"/>
                    <a:pt x="78" y="250"/>
                  </a:cubicBezTo>
                  <a:cubicBezTo>
                    <a:pt x="88" y="250"/>
                    <a:pt x="99" y="248"/>
                    <a:pt x="112" y="245"/>
                  </a:cubicBezTo>
                  <a:cubicBezTo>
                    <a:pt x="112" y="168"/>
                    <a:pt x="176" y="91"/>
                    <a:pt x="124"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5"/>
            <p:cNvSpPr/>
            <p:nvPr/>
          </p:nvSpPr>
          <p:spPr>
            <a:xfrm rot="10800000">
              <a:off x="1221365" y="127385"/>
              <a:ext cx="27539" cy="24815"/>
            </a:xfrm>
            <a:custGeom>
              <a:avLst/>
              <a:gdLst/>
              <a:ahLst/>
              <a:cxnLst/>
              <a:rect l="l" t="t" r="r" b="b"/>
              <a:pathLst>
                <a:path w="182" h="164" extrusionOk="0">
                  <a:moveTo>
                    <a:pt x="58" y="0"/>
                  </a:moveTo>
                  <a:cubicBezTo>
                    <a:pt x="20" y="0"/>
                    <a:pt x="10" y="39"/>
                    <a:pt x="1" y="78"/>
                  </a:cubicBezTo>
                  <a:cubicBezTo>
                    <a:pt x="1" y="129"/>
                    <a:pt x="24" y="164"/>
                    <a:pt x="72" y="164"/>
                  </a:cubicBezTo>
                  <a:cubicBezTo>
                    <a:pt x="85" y="164"/>
                    <a:pt x="100" y="161"/>
                    <a:pt x="117" y="155"/>
                  </a:cubicBezTo>
                  <a:cubicBezTo>
                    <a:pt x="181" y="117"/>
                    <a:pt x="130" y="52"/>
                    <a:pt x="104" y="14"/>
                  </a:cubicBezTo>
                  <a:cubicBezTo>
                    <a:pt x="85" y="4"/>
                    <a:pt x="70" y="0"/>
                    <a:pt x="58"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5"/>
            <p:cNvSpPr/>
            <p:nvPr/>
          </p:nvSpPr>
          <p:spPr>
            <a:xfrm rot="10800000">
              <a:off x="1340448" y="99392"/>
              <a:ext cx="37223" cy="21486"/>
            </a:xfrm>
            <a:custGeom>
              <a:avLst/>
              <a:gdLst/>
              <a:ahLst/>
              <a:cxnLst/>
              <a:rect l="l" t="t" r="r" b="b"/>
              <a:pathLst>
                <a:path w="246" h="142" extrusionOk="0">
                  <a:moveTo>
                    <a:pt x="78" y="0"/>
                  </a:moveTo>
                  <a:cubicBezTo>
                    <a:pt x="39" y="13"/>
                    <a:pt x="1" y="39"/>
                    <a:pt x="13" y="90"/>
                  </a:cubicBezTo>
                  <a:cubicBezTo>
                    <a:pt x="22" y="125"/>
                    <a:pt x="36" y="136"/>
                    <a:pt x="56" y="136"/>
                  </a:cubicBezTo>
                  <a:cubicBezTo>
                    <a:pt x="66" y="136"/>
                    <a:pt x="78" y="133"/>
                    <a:pt x="91" y="129"/>
                  </a:cubicBezTo>
                  <a:cubicBezTo>
                    <a:pt x="103" y="102"/>
                    <a:pt x="114" y="92"/>
                    <a:pt x="126" y="92"/>
                  </a:cubicBezTo>
                  <a:cubicBezTo>
                    <a:pt x="153" y="92"/>
                    <a:pt x="180" y="142"/>
                    <a:pt x="207" y="142"/>
                  </a:cubicBezTo>
                  <a:lnTo>
                    <a:pt x="246" y="116"/>
                  </a:lnTo>
                  <a:cubicBezTo>
                    <a:pt x="246" y="77"/>
                    <a:pt x="220" y="26"/>
                    <a:pt x="181" y="26"/>
                  </a:cubicBezTo>
                  <a:cubicBezTo>
                    <a:pt x="142" y="13"/>
                    <a:pt x="104" y="26"/>
                    <a:pt x="78"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5"/>
            <p:cNvSpPr/>
            <p:nvPr/>
          </p:nvSpPr>
          <p:spPr>
            <a:xfrm rot="10800000">
              <a:off x="1707228" y="269012"/>
              <a:ext cx="21638" cy="19671"/>
            </a:xfrm>
            <a:custGeom>
              <a:avLst/>
              <a:gdLst/>
              <a:ahLst/>
              <a:cxnLst/>
              <a:rect l="l" t="t" r="r" b="b"/>
              <a:pathLst>
                <a:path w="143" h="130" extrusionOk="0">
                  <a:moveTo>
                    <a:pt x="91" y="0"/>
                  </a:moveTo>
                  <a:cubicBezTo>
                    <a:pt x="26" y="13"/>
                    <a:pt x="1" y="26"/>
                    <a:pt x="13" y="65"/>
                  </a:cubicBezTo>
                  <a:cubicBezTo>
                    <a:pt x="13" y="103"/>
                    <a:pt x="39" y="129"/>
                    <a:pt x="91" y="129"/>
                  </a:cubicBezTo>
                  <a:cubicBezTo>
                    <a:pt x="117" y="129"/>
                    <a:pt x="142" y="103"/>
                    <a:pt x="142" y="65"/>
                  </a:cubicBezTo>
                  <a:cubicBezTo>
                    <a:pt x="142" y="26"/>
                    <a:pt x="104" y="0"/>
                    <a:pt x="91"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5"/>
            <p:cNvSpPr/>
            <p:nvPr/>
          </p:nvSpPr>
          <p:spPr>
            <a:xfrm rot="10800000">
              <a:off x="934629" y="450586"/>
              <a:ext cx="21638" cy="23453"/>
            </a:xfrm>
            <a:custGeom>
              <a:avLst/>
              <a:gdLst/>
              <a:ahLst/>
              <a:cxnLst/>
              <a:rect l="l" t="t" r="r" b="b"/>
              <a:pathLst>
                <a:path w="143" h="155" extrusionOk="0">
                  <a:moveTo>
                    <a:pt x="52" y="0"/>
                  </a:moveTo>
                  <a:cubicBezTo>
                    <a:pt x="14" y="39"/>
                    <a:pt x="1" y="90"/>
                    <a:pt x="14" y="142"/>
                  </a:cubicBezTo>
                  <a:lnTo>
                    <a:pt x="104" y="155"/>
                  </a:lnTo>
                  <a:cubicBezTo>
                    <a:pt x="143" y="116"/>
                    <a:pt x="143" y="52"/>
                    <a:pt x="104" y="13"/>
                  </a:cubicBezTo>
                  <a:lnTo>
                    <a:pt x="52" y="0"/>
                  </a:ln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5"/>
            <p:cNvSpPr/>
            <p:nvPr/>
          </p:nvSpPr>
          <p:spPr>
            <a:xfrm rot="10800000">
              <a:off x="1275989" y="99089"/>
              <a:ext cx="21638" cy="35558"/>
            </a:xfrm>
            <a:custGeom>
              <a:avLst/>
              <a:gdLst/>
              <a:ahLst/>
              <a:cxnLst/>
              <a:rect l="l" t="t" r="r" b="b"/>
              <a:pathLst>
                <a:path w="143" h="235" extrusionOk="0">
                  <a:moveTo>
                    <a:pt x="90" y="1"/>
                  </a:moveTo>
                  <a:cubicBezTo>
                    <a:pt x="39" y="65"/>
                    <a:pt x="13" y="143"/>
                    <a:pt x="0" y="233"/>
                  </a:cubicBezTo>
                  <a:cubicBezTo>
                    <a:pt x="7" y="234"/>
                    <a:pt x="13" y="234"/>
                    <a:pt x="19" y="234"/>
                  </a:cubicBezTo>
                  <a:cubicBezTo>
                    <a:pt x="113" y="234"/>
                    <a:pt x="92" y="140"/>
                    <a:pt x="116" y="91"/>
                  </a:cubicBezTo>
                  <a:lnTo>
                    <a:pt x="142" y="52"/>
                  </a:lnTo>
                  <a:lnTo>
                    <a:pt x="90" y="1"/>
                  </a:ln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5"/>
            <p:cNvSpPr/>
            <p:nvPr/>
          </p:nvSpPr>
          <p:spPr>
            <a:xfrm rot="10800000">
              <a:off x="2606777" y="364641"/>
              <a:ext cx="19519" cy="17704"/>
            </a:xfrm>
            <a:custGeom>
              <a:avLst/>
              <a:gdLst/>
              <a:ahLst/>
              <a:cxnLst/>
              <a:rect l="l" t="t" r="r" b="b"/>
              <a:pathLst>
                <a:path w="129" h="117" extrusionOk="0">
                  <a:moveTo>
                    <a:pt x="77" y="0"/>
                  </a:moveTo>
                  <a:cubicBezTo>
                    <a:pt x="39" y="0"/>
                    <a:pt x="13" y="26"/>
                    <a:pt x="13" y="65"/>
                  </a:cubicBezTo>
                  <a:cubicBezTo>
                    <a:pt x="0" y="90"/>
                    <a:pt x="26" y="116"/>
                    <a:pt x="52" y="116"/>
                  </a:cubicBezTo>
                  <a:cubicBezTo>
                    <a:pt x="77" y="116"/>
                    <a:pt x="116" y="90"/>
                    <a:pt x="129" y="52"/>
                  </a:cubicBezTo>
                  <a:cubicBezTo>
                    <a:pt x="129" y="26"/>
                    <a:pt x="116" y="13"/>
                    <a:pt x="77"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5"/>
            <p:cNvSpPr/>
            <p:nvPr/>
          </p:nvSpPr>
          <p:spPr>
            <a:xfrm rot="10800000">
              <a:off x="2370579" y="126174"/>
              <a:ext cx="17704" cy="16190"/>
            </a:xfrm>
            <a:custGeom>
              <a:avLst/>
              <a:gdLst/>
              <a:ahLst/>
              <a:cxnLst/>
              <a:rect l="l" t="t" r="r" b="b"/>
              <a:pathLst>
                <a:path w="117" h="107" extrusionOk="0">
                  <a:moveTo>
                    <a:pt x="65" y="0"/>
                  </a:moveTo>
                  <a:cubicBezTo>
                    <a:pt x="26" y="0"/>
                    <a:pt x="0" y="13"/>
                    <a:pt x="0" y="52"/>
                  </a:cubicBezTo>
                  <a:cubicBezTo>
                    <a:pt x="0" y="84"/>
                    <a:pt x="18" y="107"/>
                    <a:pt x="45" y="107"/>
                  </a:cubicBezTo>
                  <a:cubicBezTo>
                    <a:pt x="51" y="107"/>
                    <a:pt x="58" y="106"/>
                    <a:pt x="65" y="103"/>
                  </a:cubicBezTo>
                  <a:cubicBezTo>
                    <a:pt x="103" y="103"/>
                    <a:pt x="116" y="78"/>
                    <a:pt x="116" y="52"/>
                  </a:cubicBezTo>
                  <a:cubicBezTo>
                    <a:pt x="116" y="13"/>
                    <a:pt x="90" y="0"/>
                    <a:pt x="65"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5"/>
            <p:cNvSpPr/>
            <p:nvPr/>
          </p:nvSpPr>
          <p:spPr>
            <a:xfrm rot="10800000">
              <a:off x="2075975" y="165667"/>
              <a:ext cx="19671" cy="17704"/>
            </a:xfrm>
            <a:custGeom>
              <a:avLst/>
              <a:gdLst/>
              <a:ahLst/>
              <a:cxnLst/>
              <a:rect l="l" t="t" r="r" b="b"/>
              <a:pathLst>
                <a:path w="130" h="117" extrusionOk="0">
                  <a:moveTo>
                    <a:pt x="65" y="0"/>
                  </a:moveTo>
                  <a:cubicBezTo>
                    <a:pt x="26" y="0"/>
                    <a:pt x="0" y="39"/>
                    <a:pt x="0" y="78"/>
                  </a:cubicBezTo>
                  <a:cubicBezTo>
                    <a:pt x="0" y="104"/>
                    <a:pt x="26" y="117"/>
                    <a:pt x="52" y="117"/>
                  </a:cubicBezTo>
                  <a:cubicBezTo>
                    <a:pt x="91" y="117"/>
                    <a:pt x="116" y="91"/>
                    <a:pt x="129" y="52"/>
                  </a:cubicBezTo>
                  <a:cubicBezTo>
                    <a:pt x="129" y="13"/>
                    <a:pt x="91" y="0"/>
                    <a:pt x="65"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5"/>
            <p:cNvSpPr/>
            <p:nvPr/>
          </p:nvSpPr>
          <p:spPr>
            <a:xfrm rot="10800000">
              <a:off x="2074008" y="243743"/>
              <a:ext cx="17704" cy="15737"/>
            </a:xfrm>
            <a:custGeom>
              <a:avLst/>
              <a:gdLst/>
              <a:ahLst/>
              <a:cxnLst/>
              <a:rect l="l" t="t" r="r" b="b"/>
              <a:pathLst>
                <a:path w="117" h="104" extrusionOk="0">
                  <a:moveTo>
                    <a:pt x="65" y="1"/>
                  </a:moveTo>
                  <a:cubicBezTo>
                    <a:pt x="39" y="1"/>
                    <a:pt x="0" y="13"/>
                    <a:pt x="0" y="65"/>
                  </a:cubicBezTo>
                  <a:cubicBezTo>
                    <a:pt x="0" y="104"/>
                    <a:pt x="13" y="104"/>
                    <a:pt x="39" y="104"/>
                  </a:cubicBezTo>
                  <a:cubicBezTo>
                    <a:pt x="65" y="91"/>
                    <a:pt x="103" y="78"/>
                    <a:pt x="116" y="39"/>
                  </a:cubicBezTo>
                  <a:cubicBezTo>
                    <a:pt x="116" y="13"/>
                    <a:pt x="103" y="1"/>
                    <a:pt x="65"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5"/>
            <p:cNvSpPr/>
            <p:nvPr/>
          </p:nvSpPr>
          <p:spPr>
            <a:xfrm rot="10800000">
              <a:off x="850651" y="218323"/>
              <a:ext cx="29506" cy="18309"/>
            </a:xfrm>
            <a:custGeom>
              <a:avLst/>
              <a:gdLst/>
              <a:ahLst/>
              <a:cxnLst/>
              <a:rect l="l" t="t" r="r" b="b"/>
              <a:pathLst>
                <a:path w="195" h="121" extrusionOk="0">
                  <a:moveTo>
                    <a:pt x="106" y="0"/>
                  </a:moveTo>
                  <a:cubicBezTo>
                    <a:pt x="84" y="0"/>
                    <a:pt x="62" y="15"/>
                    <a:pt x="39" y="30"/>
                  </a:cubicBezTo>
                  <a:cubicBezTo>
                    <a:pt x="26" y="43"/>
                    <a:pt x="14" y="56"/>
                    <a:pt x="1" y="69"/>
                  </a:cubicBezTo>
                  <a:cubicBezTo>
                    <a:pt x="26" y="95"/>
                    <a:pt x="65" y="120"/>
                    <a:pt x="104" y="120"/>
                  </a:cubicBezTo>
                  <a:cubicBezTo>
                    <a:pt x="155" y="107"/>
                    <a:pt x="194" y="82"/>
                    <a:pt x="155" y="30"/>
                  </a:cubicBezTo>
                  <a:cubicBezTo>
                    <a:pt x="139" y="8"/>
                    <a:pt x="123" y="0"/>
                    <a:pt x="106"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5"/>
            <p:cNvSpPr/>
            <p:nvPr/>
          </p:nvSpPr>
          <p:spPr>
            <a:xfrm rot="10800000">
              <a:off x="1699511" y="-16361"/>
              <a:ext cx="13769" cy="16342"/>
            </a:xfrm>
            <a:custGeom>
              <a:avLst/>
              <a:gdLst/>
              <a:ahLst/>
              <a:cxnLst/>
              <a:rect l="l" t="t" r="r" b="b"/>
              <a:pathLst>
                <a:path w="91" h="108" extrusionOk="0">
                  <a:moveTo>
                    <a:pt x="52" y="1"/>
                  </a:moveTo>
                  <a:cubicBezTo>
                    <a:pt x="14" y="1"/>
                    <a:pt x="1" y="26"/>
                    <a:pt x="1" y="65"/>
                  </a:cubicBezTo>
                  <a:cubicBezTo>
                    <a:pt x="1" y="91"/>
                    <a:pt x="14" y="104"/>
                    <a:pt x="39" y="104"/>
                  </a:cubicBezTo>
                  <a:cubicBezTo>
                    <a:pt x="44" y="106"/>
                    <a:pt x="48" y="107"/>
                    <a:pt x="53" y="107"/>
                  </a:cubicBezTo>
                  <a:cubicBezTo>
                    <a:pt x="73" y="107"/>
                    <a:pt x="91" y="84"/>
                    <a:pt x="91" y="52"/>
                  </a:cubicBezTo>
                  <a:cubicBezTo>
                    <a:pt x="91" y="26"/>
                    <a:pt x="78" y="13"/>
                    <a:pt x="52"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5"/>
            <p:cNvSpPr/>
            <p:nvPr/>
          </p:nvSpPr>
          <p:spPr>
            <a:xfrm rot="10800000">
              <a:off x="1771687" y="64136"/>
              <a:ext cx="17704" cy="16342"/>
            </a:xfrm>
            <a:custGeom>
              <a:avLst/>
              <a:gdLst/>
              <a:ahLst/>
              <a:cxnLst/>
              <a:rect l="l" t="t" r="r" b="b"/>
              <a:pathLst>
                <a:path w="117" h="108" extrusionOk="0">
                  <a:moveTo>
                    <a:pt x="66" y="1"/>
                  </a:moveTo>
                  <a:cubicBezTo>
                    <a:pt x="62" y="1"/>
                    <a:pt x="57" y="2"/>
                    <a:pt x="52" y="4"/>
                  </a:cubicBezTo>
                  <a:cubicBezTo>
                    <a:pt x="27" y="4"/>
                    <a:pt x="1" y="17"/>
                    <a:pt x="14" y="55"/>
                  </a:cubicBezTo>
                  <a:cubicBezTo>
                    <a:pt x="14" y="81"/>
                    <a:pt x="52" y="107"/>
                    <a:pt x="78" y="107"/>
                  </a:cubicBezTo>
                  <a:cubicBezTo>
                    <a:pt x="104" y="107"/>
                    <a:pt x="117" y="81"/>
                    <a:pt x="104" y="55"/>
                  </a:cubicBezTo>
                  <a:cubicBezTo>
                    <a:pt x="104" y="24"/>
                    <a:pt x="86" y="1"/>
                    <a:pt x="66"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5"/>
            <p:cNvSpPr/>
            <p:nvPr/>
          </p:nvSpPr>
          <p:spPr>
            <a:xfrm rot="10800000">
              <a:off x="2957972" y="327570"/>
              <a:ext cx="151" cy="151"/>
            </a:xfrm>
            <a:custGeom>
              <a:avLst/>
              <a:gdLst/>
              <a:ahLst/>
              <a:cxnLst/>
              <a:rect l="l" t="t" r="r" b="b"/>
              <a:pathLst>
                <a:path w="1" h="1" extrusionOk="0">
                  <a:moveTo>
                    <a:pt x="1" y="0"/>
                  </a:moveTo>
                  <a:lnTo>
                    <a:pt x="1" y="0"/>
                  </a:ln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5"/>
            <p:cNvSpPr/>
            <p:nvPr/>
          </p:nvSpPr>
          <p:spPr>
            <a:xfrm rot="10800000">
              <a:off x="2934519" y="327570"/>
              <a:ext cx="23605" cy="23605"/>
            </a:xfrm>
            <a:custGeom>
              <a:avLst/>
              <a:gdLst/>
              <a:ahLst/>
              <a:cxnLst/>
              <a:rect l="l" t="t" r="r" b="b"/>
              <a:pathLst>
                <a:path w="156" h="156" extrusionOk="0">
                  <a:moveTo>
                    <a:pt x="104" y="1"/>
                  </a:moveTo>
                  <a:lnTo>
                    <a:pt x="104" y="1"/>
                  </a:lnTo>
                  <a:cubicBezTo>
                    <a:pt x="53" y="26"/>
                    <a:pt x="53" y="78"/>
                    <a:pt x="14" y="104"/>
                  </a:cubicBezTo>
                  <a:cubicBezTo>
                    <a:pt x="14" y="129"/>
                    <a:pt x="14" y="142"/>
                    <a:pt x="1" y="155"/>
                  </a:cubicBezTo>
                  <a:lnTo>
                    <a:pt x="65" y="142"/>
                  </a:lnTo>
                  <a:cubicBezTo>
                    <a:pt x="78" y="104"/>
                    <a:pt x="156" y="65"/>
                    <a:pt x="104"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5"/>
            <p:cNvSpPr/>
            <p:nvPr/>
          </p:nvSpPr>
          <p:spPr>
            <a:xfrm rot="10800000">
              <a:off x="1190195" y="283236"/>
              <a:ext cx="13769" cy="21184"/>
            </a:xfrm>
            <a:custGeom>
              <a:avLst/>
              <a:gdLst/>
              <a:ahLst/>
              <a:cxnLst/>
              <a:rect l="l" t="t" r="r" b="b"/>
              <a:pathLst>
                <a:path w="91" h="140" extrusionOk="0">
                  <a:moveTo>
                    <a:pt x="39" y="1"/>
                  </a:moveTo>
                  <a:cubicBezTo>
                    <a:pt x="0" y="1"/>
                    <a:pt x="0" y="40"/>
                    <a:pt x="0" y="65"/>
                  </a:cubicBezTo>
                  <a:cubicBezTo>
                    <a:pt x="0" y="91"/>
                    <a:pt x="0" y="104"/>
                    <a:pt x="0" y="117"/>
                  </a:cubicBezTo>
                  <a:cubicBezTo>
                    <a:pt x="19" y="130"/>
                    <a:pt x="36" y="140"/>
                    <a:pt x="50" y="140"/>
                  </a:cubicBezTo>
                  <a:cubicBezTo>
                    <a:pt x="65" y="140"/>
                    <a:pt x="78" y="130"/>
                    <a:pt x="90" y="104"/>
                  </a:cubicBezTo>
                  <a:cubicBezTo>
                    <a:pt x="90" y="91"/>
                    <a:pt x="90" y="78"/>
                    <a:pt x="90" y="65"/>
                  </a:cubicBezTo>
                  <a:cubicBezTo>
                    <a:pt x="78" y="40"/>
                    <a:pt x="78" y="1"/>
                    <a:pt x="39"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5"/>
            <p:cNvSpPr/>
            <p:nvPr/>
          </p:nvSpPr>
          <p:spPr>
            <a:xfrm rot="10800000">
              <a:off x="1160992" y="103175"/>
              <a:ext cx="31322" cy="23605"/>
            </a:xfrm>
            <a:custGeom>
              <a:avLst/>
              <a:gdLst/>
              <a:ahLst/>
              <a:cxnLst/>
              <a:rect l="l" t="t" r="r" b="b"/>
              <a:pathLst>
                <a:path w="207" h="156" extrusionOk="0">
                  <a:moveTo>
                    <a:pt x="117" y="0"/>
                  </a:moveTo>
                  <a:cubicBezTo>
                    <a:pt x="117" y="26"/>
                    <a:pt x="91" y="39"/>
                    <a:pt x="78" y="39"/>
                  </a:cubicBezTo>
                  <a:cubicBezTo>
                    <a:pt x="52" y="65"/>
                    <a:pt x="13" y="78"/>
                    <a:pt x="1" y="116"/>
                  </a:cubicBezTo>
                  <a:cubicBezTo>
                    <a:pt x="13" y="129"/>
                    <a:pt x="13" y="142"/>
                    <a:pt x="13" y="155"/>
                  </a:cubicBezTo>
                  <a:lnTo>
                    <a:pt x="155" y="104"/>
                  </a:lnTo>
                  <a:cubicBezTo>
                    <a:pt x="155" y="65"/>
                    <a:pt x="207" y="13"/>
                    <a:pt x="117"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5"/>
            <p:cNvSpPr/>
            <p:nvPr/>
          </p:nvSpPr>
          <p:spPr>
            <a:xfrm rot="10800000">
              <a:off x="1307310" y="235421"/>
              <a:ext cx="13769" cy="16190"/>
            </a:xfrm>
            <a:custGeom>
              <a:avLst/>
              <a:gdLst/>
              <a:ahLst/>
              <a:cxnLst/>
              <a:rect l="l" t="t" r="r" b="b"/>
              <a:pathLst>
                <a:path w="91" h="107" extrusionOk="0">
                  <a:moveTo>
                    <a:pt x="39" y="0"/>
                  </a:moveTo>
                  <a:cubicBezTo>
                    <a:pt x="0" y="0"/>
                    <a:pt x="0" y="39"/>
                    <a:pt x="0" y="65"/>
                  </a:cubicBezTo>
                  <a:cubicBezTo>
                    <a:pt x="11" y="86"/>
                    <a:pt x="13" y="107"/>
                    <a:pt x="34" y="107"/>
                  </a:cubicBezTo>
                  <a:cubicBezTo>
                    <a:pt x="39" y="107"/>
                    <a:pt x="45" y="106"/>
                    <a:pt x="52" y="103"/>
                  </a:cubicBezTo>
                  <a:cubicBezTo>
                    <a:pt x="78" y="90"/>
                    <a:pt x="91" y="65"/>
                    <a:pt x="78" y="39"/>
                  </a:cubicBezTo>
                  <a:cubicBezTo>
                    <a:pt x="78" y="26"/>
                    <a:pt x="65" y="0"/>
                    <a:pt x="39"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5"/>
            <p:cNvSpPr/>
            <p:nvPr/>
          </p:nvSpPr>
          <p:spPr>
            <a:xfrm rot="10800000">
              <a:off x="1085336" y="513532"/>
              <a:ext cx="21184" cy="15131"/>
            </a:xfrm>
            <a:custGeom>
              <a:avLst/>
              <a:gdLst/>
              <a:ahLst/>
              <a:cxnLst/>
              <a:rect l="l" t="t" r="r" b="b"/>
              <a:pathLst>
                <a:path w="140" h="100" extrusionOk="0">
                  <a:moveTo>
                    <a:pt x="40" y="0"/>
                  </a:moveTo>
                  <a:cubicBezTo>
                    <a:pt x="27" y="13"/>
                    <a:pt x="14" y="26"/>
                    <a:pt x="1" y="52"/>
                  </a:cubicBezTo>
                  <a:cubicBezTo>
                    <a:pt x="14" y="52"/>
                    <a:pt x="27" y="65"/>
                    <a:pt x="27" y="90"/>
                  </a:cubicBezTo>
                  <a:cubicBezTo>
                    <a:pt x="52" y="97"/>
                    <a:pt x="71" y="100"/>
                    <a:pt x="87" y="100"/>
                  </a:cubicBezTo>
                  <a:cubicBezTo>
                    <a:pt x="135" y="100"/>
                    <a:pt x="140" y="68"/>
                    <a:pt x="130"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5"/>
            <p:cNvSpPr/>
            <p:nvPr/>
          </p:nvSpPr>
          <p:spPr>
            <a:xfrm rot="10800000">
              <a:off x="2333508" y="118911"/>
              <a:ext cx="17704" cy="11046"/>
            </a:xfrm>
            <a:custGeom>
              <a:avLst/>
              <a:gdLst/>
              <a:ahLst/>
              <a:cxnLst/>
              <a:rect l="l" t="t" r="r" b="b"/>
              <a:pathLst>
                <a:path w="117" h="73" extrusionOk="0">
                  <a:moveTo>
                    <a:pt x="76" y="1"/>
                  </a:moveTo>
                  <a:cubicBezTo>
                    <a:pt x="60" y="1"/>
                    <a:pt x="47" y="10"/>
                    <a:pt x="39" y="34"/>
                  </a:cubicBezTo>
                  <a:cubicBezTo>
                    <a:pt x="39" y="47"/>
                    <a:pt x="13" y="60"/>
                    <a:pt x="0" y="73"/>
                  </a:cubicBezTo>
                  <a:lnTo>
                    <a:pt x="65" y="73"/>
                  </a:lnTo>
                  <a:cubicBezTo>
                    <a:pt x="90" y="73"/>
                    <a:pt x="116" y="60"/>
                    <a:pt x="116" y="34"/>
                  </a:cubicBezTo>
                  <a:cubicBezTo>
                    <a:pt x="116" y="21"/>
                    <a:pt x="116" y="8"/>
                    <a:pt x="103" y="8"/>
                  </a:cubicBezTo>
                  <a:cubicBezTo>
                    <a:pt x="94" y="4"/>
                    <a:pt x="84" y="1"/>
                    <a:pt x="76"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5"/>
            <p:cNvSpPr/>
            <p:nvPr/>
          </p:nvSpPr>
          <p:spPr>
            <a:xfrm rot="10800000">
              <a:off x="1116052" y="217869"/>
              <a:ext cx="13769" cy="14223"/>
            </a:xfrm>
            <a:custGeom>
              <a:avLst/>
              <a:gdLst/>
              <a:ahLst/>
              <a:cxnLst/>
              <a:rect l="l" t="t" r="r" b="b"/>
              <a:pathLst>
                <a:path w="91" h="94" extrusionOk="0">
                  <a:moveTo>
                    <a:pt x="65" y="0"/>
                  </a:moveTo>
                  <a:cubicBezTo>
                    <a:pt x="26" y="0"/>
                    <a:pt x="0" y="26"/>
                    <a:pt x="0" y="65"/>
                  </a:cubicBezTo>
                  <a:cubicBezTo>
                    <a:pt x="0" y="75"/>
                    <a:pt x="17" y="94"/>
                    <a:pt x="30" y="94"/>
                  </a:cubicBezTo>
                  <a:cubicBezTo>
                    <a:pt x="33" y="94"/>
                    <a:pt x="36" y="93"/>
                    <a:pt x="39" y="90"/>
                  </a:cubicBezTo>
                  <a:cubicBezTo>
                    <a:pt x="65" y="90"/>
                    <a:pt x="90" y="65"/>
                    <a:pt x="90" y="39"/>
                  </a:cubicBezTo>
                  <a:cubicBezTo>
                    <a:pt x="90" y="26"/>
                    <a:pt x="78" y="0"/>
                    <a:pt x="65"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5"/>
            <p:cNvSpPr/>
            <p:nvPr/>
          </p:nvSpPr>
          <p:spPr>
            <a:xfrm rot="10800000">
              <a:off x="1262371" y="79419"/>
              <a:ext cx="19671" cy="17250"/>
            </a:xfrm>
            <a:custGeom>
              <a:avLst/>
              <a:gdLst/>
              <a:ahLst/>
              <a:cxnLst/>
              <a:rect l="l" t="t" r="r" b="b"/>
              <a:pathLst>
                <a:path w="130" h="114" extrusionOk="0">
                  <a:moveTo>
                    <a:pt x="79" y="1"/>
                  </a:moveTo>
                  <a:cubicBezTo>
                    <a:pt x="48" y="1"/>
                    <a:pt x="22" y="12"/>
                    <a:pt x="13" y="46"/>
                  </a:cubicBezTo>
                  <a:cubicBezTo>
                    <a:pt x="0" y="72"/>
                    <a:pt x="13" y="98"/>
                    <a:pt x="39" y="111"/>
                  </a:cubicBezTo>
                  <a:cubicBezTo>
                    <a:pt x="44" y="113"/>
                    <a:pt x="49" y="113"/>
                    <a:pt x="54" y="113"/>
                  </a:cubicBezTo>
                  <a:cubicBezTo>
                    <a:pt x="82" y="113"/>
                    <a:pt x="96" y="82"/>
                    <a:pt x="129" y="59"/>
                  </a:cubicBezTo>
                  <a:lnTo>
                    <a:pt x="129" y="8"/>
                  </a:lnTo>
                  <a:cubicBezTo>
                    <a:pt x="112" y="3"/>
                    <a:pt x="95" y="1"/>
                    <a:pt x="79"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5"/>
            <p:cNvSpPr/>
            <p:nvPr/>
          </p:nvSpPr>
          <p:spPr>
            <a:xfrm rot="10800000">
              <a:off x="1898486" y="304268"/>
              <a:ext cx="15737" cy="11802"/>
            </a:xfrm>
            <a:custGeom>
              <a:avLst/>
              <a:gdLst/>
              <a:ahLst/>
              <a:cxnLst/>
              <a:rect l="l" t="t" r="r" b="b"/>
              <a:pathLst>
                <a:path w="104" h="78" extrusionOk="0">
                  <a:moveTo>
                    <a:pt x="65" y="1"/>
                  </a:moveTo>
                  <a:cubicBezTo>
                    <a:pt x="39" y="1"/>
                    <a:pt x="13" y="1"/>
                    <a:pt x="13" y="39"/>
                  </a:cubicBezTo>
                  <a:cubicBezTo>
                    <a:pt x="1" y="65"/>
                    <a:pt x="26" y="78"/>
                    <a:pt x="52" y="78"/>
                  </a:cubicBezTo>
                  <a:cubicBezTo>
                    <a:pt x="78" y="78"/>
                    <a:pt x="104" y="52"/>
                    <a:pt x="91" y="26"/>
                  </a:cubicBezTo>
                  <a:cubicBezTo>
                    <a:pt x="91" y="14"/>
                    <a:pt x="78" y="1"/>
                    <a:pt x="65"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5"/>
            <p:cNvSpPr/>
            <p:nvPr/>
          </p:nvSpPr>
          <p:spPr>
            <a:xfrm rot="10800000">
              <a:off x="1839928" y="214389"/>
              <a:ext cx="11802" cy="13921"/>
            </a:xfrm>
            <a:custGeom>
              <a:avLst/>
              <a:gdLst/>
              <a:ahLst/>
              <a:cxnLst/>
              <a:rect l="l" t="t" r="r" b="b"/>
              <a:pathLst>
                <a:path w="78" h="92" extrusionOk="0">
                  <a:moveTo>
                    <a:pt x="39" y="1"/>
                  </a:moveTo>
                  <a:cubicBezTo>
                    <a:pt x="13" y="14"/>
                    <a:pt x="0" y="40"/>
                    <a:pt x="13" y="65"/>
                  </a:cubicBezTo>
                  <a:cubicBezTo>
                    <a:pt x="26" y="91"/>
                    <a:pt x="26" y="91"/>
                    <a:pt x="39" y="91"/>
                  </a:cubicBezTo>
                  <a:cubicBezTo>
                    <a:pt x="65" y="78"/>
                    <a:pt x="78" y="52"/>
                    <a:pt x="78" y="40"/>
                  </a:cubicBezTo>
                  <a:cubicBezTo>
                    <a:pt x="78" y="14"/>
                    <a:pt x="52" y="1"/>
                    <a:pt x="39"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5"/>
            <p:cNvSpPr/>
            <p:nvPr/>
          </p:nvSpPr>
          <p:spPr>
            <a:xfrm rot="10800000">
              <a:off x="1508253" y="-74314"/>
              <a:ext cx="23151" cy="9684"/>
            </a:xfrm>
            <a:custGeom>
              <a:avLst/>
              <a:gdLst/>
              <a:ahLst/>
              <a:cxnLst/>
              <a:rect l="l" t="t" r="r" b="b"/>
              <a:pathLst>
                <a:path w="153" h="64" extrusionOk="0">
                  <a:moveTo>
                    <a:pt x="4" y="1"/>
                  </a:moveTo>
                  <a:cubicBezTo>
                    <a:pt x="0" y="1"/>
                    <a:pt x="0" y="23"/>
                    <a:pt x="4" y="23"/>
                  </a:cubicBezTo>
                  <a:cubicBezTo>
                    <a:pt x="6" y="23"/>
                    <a:pt x="8" y="20"/>
                    <a:pt x="11" y="12"/>
                  </a:cubicBezTo>
                  <a:cubicBezTo>
                    <a:pt x="8" y="4"/>
                    <a:pt x="6" y="1"/>
                    <a:pt x="4" y="1"/>
                  </a:cubicBezTo>
                  <a:close/>
                  <a:moveTo>
                    <a:pt x="11" y="12"/>
                  </a:moveTo>
                  <a:cubicBezTo>
                    <a:pt x="49" y="12"/>
                    <a:pt x="101" y="51"/>
                    <a:pt x="127" y="64"/>
                  </a:cubicBezTo>
                  <a:cubicBezTo>
                    <a:pt x="153" y="64"/>
                    <a:pt x="153" y="64"/>
                    <a:pt x="140" y="12"/>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5"/>
            <p:cNvSpPr/>
            <p:nvPr/>
          </p:nvSpPr>
          <p:spPr>
            <a:xfrm rot="10800000">
              <a:off x="542429" y="155983"/>
              <a:ext cx="15736" cy="13769"/>
            </a:xfrm>
            <a:custGeom>
              <a:avLst/>
              <a:gdLst/>
              <a:ahLst/>
              <a:cxnLst/>
              <a:rect l="l" t="t" r="r" b="b"/>
              <a:pathLst>
                <a:path w="104" h="91" extrusionOk="0">
                  <a:moveTo>
                    <a:pt x="78" y="1"/>
                  </a:moveTo>
                  <a:cubicBezTo>
                    <a:pt x="39" y="1"/>
                    <a:pt x="0" y="1"/>
                    <a:pt x="13" y="39"/>
                  </a:cubicBezTo>
                  <a:cubicBezTo>
                    <a:pt x="13" y="91"/>
                    <a:pt x="52" y="91"/>
                    <a:pt x="91" y="91"/>
                  </a:cubicBezTo>
                  <a:cubicBezTo>
                    <a:pt x="103" y="52"/>
                    <a:pt x="91" y="27"/>
                    <a:pt x="78"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5"/>
            <p:cNvSpPr/>
            <p:nvPr/>
          </p:nvSpPr>
          <p:spPr>
            <a:xfrm rot="10800000">
              <a:off x="1960827" y="181252"/>
              <a:ext cx="13921" cy="10441"/>
            </a:xfrm>
            <a:custGeom>
              <a:avLst/>
              <a:gdLst/>
              <a:ahLst/>
              <a:cxnLst/>
              <a:rect l="l" t="t" r="r" b="b"/>
              <a:pathLst>
                <a:path w="92" h="69" extrusionOk="0">
                  <a:moveTo>
                    <a:pt x="48" y="0"/>
                  </a:moveTo>
                  <a:cubicBezTo>
                    <a:pt x="45" y="0"/>
                    <a:pt x="42" y="2"/>
                    <a:pt x="39" y="4"/>
                  </a:cubicBezTo>
                  <a:cubicBezTo>
                    <a:pt x="14" y="17"/>
                    <a:pt x="1" y="30"/>
                    <a:pt x="14" y="43"/>
                  </a:cubicBezTo>
                  <a:cubicBezTo>
                    <a:pt x="14" y="68"/>
                    <a:pt x="39" y="68"/>
                    <a:pt x="52" y="68"/>
                  </a:cubicBezTo>
                  <a:cubicBezTo>
                    <a:pt x="65" y="68"/>
                    <a:pt x="91" y="68"/>
                    <a:pt x="91" y="43"/>
                  </a:cubicBezTo>
                  <a:cubicBezTo>
                    <a:pt x="81" y="21"/>
                    <a:pt x="61" y="0"/>
                    <a:pt x="48"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5"/>
            <p:cNvSpPr/>
            <p:nvPr/>
          </p:nvSpPr>
          <p:spPr>
            <a:xfrm rot="10800000">
              <a:off x="2854475" y="317886"/>
              <a:ext cx="15434" cy="19973"/>
            </a:xfrm>
            <a:custGeom>
              <a:avLst/>
              <a:gdLst/>
              <a:ahLst/>
              <a:cxnLst/>
              <a:rect l="l" t="t" r="r" b="b"/>
              <a:pathLst>
                <a:path w="102" h="132" extrusionOk="0">
                  <a:moveTo>
                    <a:pt x="35" y="1"/>
                  </a:moveTo>
                  <a:cubicBezTo>
                    <a:pt x="1" y="1"/>
                    <a:pt x="12" y="46"/>
                    <a:pt x="24" y="80"/>
                  </a:cubicBezTo>
                  <a:lnTo>
                    <a:pt x="24" y="132"/>
                  </a:lnTo>
                  <a:lnTo>
                    <a:pt x="63" y="119"/>
                  </a:lnTo>
                  <a:cubicBezTo>
                    <a:pt x="63" y="106"/>
                    <a:pt x="63" y="93"/>
                    <a:pt x="63" y="93"/>
                  </a:cubicBezTo>
                  <a:cubicBezTo>
                    <a:pt x="63" y="54"/>
                    <a:pt x="101" y="3"/>
                    <a:pt x="50" y="3"/>
                  </a:cubicBezTo>
                  <a:cubicBezTo>
                    <a:pt x="44" y="1"/>
                    <a:pt x="39" y="1"/>
                    <a:pt x="35"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5"/>
            <p:cNvSpPr/>
            <p:nvPr/>
          </p:nvSpPr>
          <p:spPr>
            <a:xfrm rot="10800000">
              <a:off x="2957972" y="298367"/>
              <a:ext cx="13769" cy="27388"/>
            </a:xfrm>
            <a:custGeom>
              <a:avLst/>
              <a:gdLst/>
              <a:ahLst/>
              <a:cxnLst/>
              <a:rect l="l" t="t" r="r" b="b"/>
              <a:pathLst>
                <a:path w="91" h="181" extrusionOk="0">
                  <a:moveTo>
                    <a:pt x="91" y="0"/>
                  </a:moveTo>
                  <a:lnTo>
                    <a:pt x="91" y="0"/>
                  </a:lnTo>
                  <a:cubicBezTo>
                    <a:pt x="26" y="39"/>
                    <a:pt x="1" y="103"/>
                    <a:pt x="1" y="181"/>
                  </a:cubicBezTo>
                  <a:cubicBezTo>
                    <a:pt x="39" y="168"/>
                    <a:pt x="52" y="142"/>
                    <a:pt x="65" y="103"/>
                  </a:cubicBezTo>
                  <a:cubicBezTo>
                    <a:pt x="52" y="65"/>
                    <a:pt x="91" y="39"/>
                    <a:pt x="91"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5"/>
            <p:cNvSpPr/>
            <p:nvPr/>
          </p:nvSpPr>
          <p:spPr>
            <a:xfrm rot="10800000">
              <a:off x="1789239" y="212422"/>
              <a:ext cx="11802" cy="11954"/>
            </a:xfrm>
            <a:custGeom>
              <a:avLst/>
              <a:gdLst/>
              <a:ahLst/>
              <a:cxnLst/>
              <a:rect l="l" t="t" r="r" b="b"/>
              <a:pathLst>
                <a:path w="78" h="79" extrusionOk="0">
                  <a:moveTo>
                    <a:pt x="39" y="1"/>
                  </a:moveTo>
                  <a:cubicBezTo>
                    <a:pt x="13" y="14"/>
                    <a:pt x="0" y="26"/>
                    <a:pt x="0" y="39"/>
                  </a:cubicBezTo>
                  <a:cubicBezTo>
                    <a:pt x="0" y="65"/>
                    <a:pt x="26" y="78"/>
                    <a:pt x="39" y="78"/>
                  </a:cubicBezTo>
                  <a:cubicBezTo>
                    <a:pt x="52" y="78"/>
                    <a:pt x="78" y="78"/>
                    <a:pt x="78" y="52"/>
                  </a:cubicBezTo>
                  <a:cubicBezTo>
                    <a:pt x="78" y="26"/>
                    <a:pt x="65" y="1"/>
                    <a:pt x="39"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5"/>
            <p:cNvSpPr/>
            <p:nvPr/>
          </p:nvSpPr>
          <p:spPr>
            <a:xfrm rot="10800000">
              <a:off x="1771687" y="116339"/>
              <a:ext cx="7868" cy="10441"/>
            </a:xfrm>
            <a:custGeom>
              <a:avLst/>
              <a:gdLst/>
              <a:ahLst/>
              <a:cxnLst/>
              <a:rect l="l" t="t" r="r" b="b"/>
              <a:pathLst>
                <a:path w="52" h="69" extrusionOk="0">
                  <a:moveTo>
                    <a:pt x="26" y="0"/>
                  </a:moveTo>
                  <a:cubicBezTo>
                    <a:pt x="13" y="0"/>
                    <a:pt x="0" y="26"/>
                    <a:pt x="0" y="39"/>
                  </a:cubicBezTo>
                  <a:cubicBezTo>
                    <a:pt x="0" y="52"/>
                    <a:pt x="0" y="65"/>
                    <a:pt x="13" y="65"/>
                  </a:cubicBezTo>
                  <a:cubicBezTo>
                    <a:pt x="18" y="67"/>
                    <a:pt x="23" y="68"/>
                    <a:pt x="27" y="68"/>
                  </a:cubicBezTo>
                  <a:cubicBezTo>
                    <a:pt x="43" y="68"/>
                    <a:pt x="52" y="50"/>
                    <a:pt x="52" y="39"/>
                  </a:cubicBezTo>
                  <a:cubicBezTo>
                    <a:pt x="52" y="26"/>
                    <a:pt x="39" y="0"/>
                    <a:pt x="26"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5"/>
            <p:cNvSpPr/>
            <p:nvPr/>
          </p:nvSpPr>
          <p:spPr>
            <a:xfrm rot="10800000">
              <a:off x="1397038" y="34933"/>
              <a:ext cx="9835" cy="8020"/>
            </a:xfrm>
            <a:custGeom>
              <a:avLst/>
              <a:gdLst/>
              <a:ahLst/>
              <a:cxnLst/>
              <a:rect l="l" t="t" r="r" b="b"/>
              <a:pathLst>
                <a:path w="65" h="53" extrusionOk="0">
                  <a:moveTo>
                    <a:pt x="26" y="1"/>
                  </a:moveTo>
                  <a:cubicBezTo>
                    <a:pt x="13" y="1"/>
                    <a:pt x="0" y="27"/>
                    <a:pt x="0" y="27"/>
                  </a:cubicBezTo>
                  <a:cubicBezTo>
                    <a:pt x="0" y="40"/>
                    <a:pt x="0" y="52"/>
                    <a:pt x="26" y="52"/>
                  </a:cubicBezTo>
                  <a:cubicBezTo>
                    <a:pt x="52" y="52"/>
                    <a:pt x="65" y="40"/>
                    <a:pt x="65" y="27"/>
                  </a:cubicBezTo>
                  <a:cubicBezTo>
                    <a:pt x="65" y="1"/>
                    <a:pt x="52" y="1"/>
                    <a:pt x="26"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5"/>
            <p:cNvSpPr/>
            <p:nvPr/>
          </p:nvSpPr>
          <p:spPr>
            <a:xfrm rot="10800000">
              <a:off x="1258891" y="105142"/>
              <a:ext cx="17250" cy="12862"/>
            </a:xfrm>
            <a:custGeom>
              <a:avLst/>
              <a:gdLst/>
              <a:ahLst/>
              <a:cxnLst/>
              <a:rect l="l" t="t" r="r" b="b"/>
              <a:pathLst>
                <a:path w="114" h="85" extrusionOk="0">
                  <a:moveTo>
                    <a:pt x="76" y="1"/>
                  </a:moveTo>
                  <a:cubicBezTo>
                    <a:pt x="62" y="1"/>
                    <a:pt x="41" y="3"/>
                    <a:pt x="13" y="7"/>
                  </a:cubicBezTo>
                  <a:cubicBezTo>
                    <a:pt x="0" y="58"/>
                    <a:pt x="26" y="84"/>
                    <a:pt x="77" y="84"/>
                  </a:cubicBezTo>
                  <a:cubicBezTo>
                    <a:pt x="105" y="19"/>
                    <a:pt x="113" y="1"/>
                    <a:pt x="76"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5"/>
            <p:cNvSpPr/>
            <p:nvPr/>
          </p:nvSpPr>
          <p:spPr>
            <a:xfrm rot="10800000">
              <a:off x="899525" y="248131"/>
              <a:ext cx="23605" cy="13618"/>
            </a:xfrm>
            <a:custGeom>
              <a:avLst/>
              <a:gdLst/>
              <a:ahLst/>
              <a:cxnLst/>
              <a:rect l="l" t="t" r="r" b="b"/>
              <a:pathLst>
                <a:path w="156" h="90" extrusionOk="0">
                  <a:moveTo>
                    <a:pt x="113" y="0"/>
                  </a:moveTo>
                  <a:cubicBezTo>
                    <a:pt x="107" y="0"/>
                    <a:pt x="100" y="1"/>
                    <a:pt x="91" y="3"/>
                  </a:cubicBezTo>
                  <a:cubicBezTo>
                    <a:pt x="53" y="3"/>
                    <a:pt x="1" y="16"/>
                    <a:pt x="40" y="80"/>
                  </a:cubicBezTo>
                  <a:cubicBezTo>
                    <a:pt x="59" y="86"/>
                    <a:pt x="78" y="90"/>
                    <a:pt x="98" y="90"/>
                  </a:cubicBezTo>
                  <a:cubicBezTo>
                    <a:pt x="117" y="90"/>
                    <a:pt x="136" y="86"/>
                    <a:pt x="156" y="80"/>
                  </a:cubicBezTo>
                  <a:cubicBezTo>
                    <a:pt x="156" y="35"/>
                    <a:pt x="156" y="0"/>
                    <a:pt x="113"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5"/>
            <p:cNvSpPr/>
            <p:nvPr/>
          </p:nvSpPr>
          <p:spPr>
            <a:xfrm rot="10800000">
              <a:off x="827349" y="115431"/>
              <a:ext cx="15736" cy="13315"/>
            </a:xfrm>
            <a:custGeom>
              <a:avLst/>
              <a:gdLst/>
              <a:ahLst/>
              <a:cxnLst/>
              <a:rect l="l" t="t" r="r" b="b"/>
              <a:pathLst>
                <a:path w="104" h="88" extrusionOk="0">
                  <a:moveTo>
                    <a:pt x="52" y="0"/>
                  </a:moveTo>
                  <a:cubicBezTo>
                    <a:pt x="1" y="0"/>
                    <a:pt x="14" y="39"/>
                    <a:pt x="14" y="78"/>
                  </a:cubicBezTo>
                  <a:cubicBezTo>
                    <a:pt x="26" y="84"/>
                    <a:pt x="39" y="88"/>
                    <a:pt x="52" y="88"/>
                  </a:cubicBezTo>
                  <a:cubicBezTo>
                    <a:pt x="65" y="88"/>
                    <a:pt x="78" y="84"/>
                    <a:pt x="91" y="78"/>
                  </a:cubicBezTo>
                  <a:cubicBezTo>
                    <a:pt x="91" y="52"/>
                    <a:pt x="104" y="0"/>
                    <a:pt x="52"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5"/>
            <p:cNvSpPr/>
            <p:nvPr/>
          </p:nvSpPr>
          <p:spPr>
            <a:xfrm rot="10800000">
              <a:off x="2612527" y="339372"/>
              <a:ext cx="11954" cy="9835"/>
            </a:xfrm>
            <a:custGeom>
              <a:avLst/>
              <a:gdLst/>
              <a:ahLst/>
              <a:cxnLst/>
              <a:rect l="l" t="t" r="r" b="b"/>
              <a:pathLst>
                <a:path w="79" h="65" extrusionOk="0">
                  <a:moveTo>
                    <a:pt x="40" y="0"/>
                  </a:moveTo>
                  <a:cubicBezTo>
                    <a:pt x="14" y="0"/>
                    <a:pt x="1" y="13"/>
                    <a:pt x="1" y="39"/>
                  </a:cubicBezTo>
                  <a:cubicBezTo>
                    <a:pt x="1" y="52"/>
                    <a:pt x="27" y="65"/>
                    <a:pt x="40" y="65"/>
                  </a:cubicBezTo>
                  <a:cubicBezTo>
                    <a:pt x="65" y="65"/>
                    <a:pt x="78" y="52"/>
                    <a:pt x="78" y="26"/>
                  </a:cubicBezTo>
                  <a:cubicBezTo>
                    <a:pt x="78" y="13"/>
                    <a:pt x="65" y="0"/>
                    <a:pt x="40"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5"/>
            <p:cNvSpPr/>
            <p:nvPr/>
          </p:nvSpPr>
          <p:spPr>
            <a:xfrm rot="10800000">
              <a:off x="1116052" y="489625"/>
              <a:ext cx="15736" cy="16039"/>
            </a:xfrm>
            <a:custGeom>
              <a:avLst/>
              <a:gdLst/>
              <a:ahLst/>
              <a:cxnLst/>
              <a:rect l="l" t="t" r="r" b="b"/>
              <a:pathLst>
                <a:path w="104" h="106" extrusionOk="0">
                  <a:moveTo>
                    <a:pt x="71" y="0"/>
                  </a:moveTo>
                  <a:cubicBezTo>
                    <a:pt x="35" y="0"/>
                    <a:pt x="23" y="32"/>
                    <a:pt x="0" y="54"/>
                  </a:cubicBezTo>
                  <a:lnTo>
                    <a:pt x="0" y="106"/>
                  </a:lnTo>
                  <a:cubicBezTo>
                    <a:pt x="52" y="106"/>
                    <a:pt x="103" y="93"/>
                    <a:pt x="103" y="29"/>
                  </a:cubicBezTo>
                  <a:cubicBezTo>
                    <a:pt x="103" y="29"/>
                    <a:pt x="103" y="16"/>
                    <a:pt x="91" y="3"/>
                  </a:cubicBezTo>
                  <a:cubicBezTo>
                    <a:pt x="83" y="1"/>
                    <a:pt x="77" y="0"/>
                    <a:pt x="71"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5"/>
            <p:cNvSpPr/>
            <p:nvPr/>
          </p:nvSpPr>
          <p:spPr>
            <a:xfrm rot="10800000">
              <a:off x="2714057" y="425166"/>
              <a:ext cx="13769" cy="9835"/>
            </a:xfrm>
            <a:custGeom>
              <a:avLst/>
              <a:gdLst/>
              <a:ahLst/>
              <a:cxnLst/>
              <a:rect l="l" t="t" r="r" b="b"/>
              <a:pathLst>
                <a:path w="91" h="65" extrusionOk="0">
                  <a:moveTo>
                    <a:pt x="39" y="0"/>
                  </a:moveTo>
                  <a:cubicBezTo>
                    <a:pt x="26" y="0"/>
                    <a:pt x="1" y="13"/>
                    <a:pt x="1" y="39"/>
                  </a:cubicBezTo>
                  <a:cubicBezTo>
                    <a:pt x="1" y="52"/>
                    <a:pt x="13" y="65"/>
                    <a:pt x="39" y="65"/>
                  </a:cubicBezTo>
                  <a:cubicBezTo>
                    <a:pt x="52" y="65"/>
                    <a:pt x="65" y="52"/>
                    <a:pt x="78" y="39"/>
                  </a:cubicBezTo>
                  <a:cubicBezTo>
                    <a:pt x="91" y="13"/>
                    <a:pt x="65" y="0"/>
                    <a:pt x="39"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5"/>
            <p:cNvSpPr/>
            <p:nvPr/>
          </p:nvSpPr>
          <p:spPr>
            <a:xfrm rot="10800000">
              <a:off x="2620395" y="402923"/>
              <a:ext cx="9835" cy="10743"/>
            </a:xfrm>
            <a:custGeom>
              <a:avLst/>
              <a:gdLst/>
              <a:ahLst/>
              <a:cxnLst/>
              <a:rect l="l" t="t" r="r" b="b"/>
              <a:pathLst>
                <a:path w="65" h="71" extrusionOk="0">
                  <a:moveTo>
                    <a:pt x="26" y="1"/>
                  </a:moveTo>
                  <a:cubicBezTo>
                    <a:pt x="13" y="1"/>
                    <a:pt x="0" y="14"/>
                    <a:pt x="0" y="40"/>
                  </a:cubicBezTo>
                  <a:cubicBezTo>
                    <a:pt x="0" y="58"/>
                    <a:pt x="14" y="70"/>
                    <a:pt x="27" y="70"/>
                  </a:cubicBezTo>
                  <a:cubicBezTo>
                    <a:pt x="31" y="70"/>
                    <a:pt x="35" y="69"/>
                    <a:pt x="39" y="65"/>
                  </a:cubicBezTo>
                  <a:cubicBezTo>
                    <a:pt x="52" y="65"/>
                    <a:pt x="65" y="52"/>
                    <a:pt x="65" y="40"/>
                  </a:cubicBezTo>
                  <a:cubicBezTo>
                    <a:pt x="65" y="14"/>
                    <a:pt x="52" y="1"/>
                    <a:pt x="26"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5"/>
            <p:cNvSpPr/>
            <p:nvPr/>
          </p:nvSpPr>
          <p:spPr>
            <a:xfrm rot="10800000">
              <a:off x="2602843" y="573451"/>
              <a:ext cx="14677" cy="12862"/>
            </a:xfrm>
            <a:custGeom>
              <a:avLst/>
              <a:gdLst/>
              <a:ahLst/>
              <a:cxnLst/>
              <a:rect l="l" t="t" r="r" b="b"/>
              <a:pathLst>
                <a:path w="97" h="85" extrusionOk="0">
                  <a:moveTo>
                    <a:pt x="16" y="1"/>
                  </a:moveTo>
                  <a:cubicBezTo>
                    <a:pt x="6" y="1"/>
                    <a:pt x="0" y="7"/>
                    <a:pt x="6" y="33"/>
                  </a:cubicBezTo>
                  <a:cubicBezTo>
                    <a:pt x="19" y="59"/>
                    <a:pt x="58" y="85"/>
                    <a:pt x="97" y="85"/>
                  </a:cubicBezTo>
                  <a:cubicBezTo>
                    <a:pt x="97" y="46"/>
                    <a:pt x="71" y="20"/>
                    <a:pt x="45" y="7"/>
                  </a:cubicBezTo>
                  <a:cubicBezTo>
                    <a:pt x="39" y="7"/>
                    <a:pt x="26" y="1"/>
                    <a:pt x="16"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5"/>
            <p:cNvSpPr/>
            <p:nvPr/>
          </p:nvSpPr>
          <p:spPr>
            <a:xfrm rot="10800000">
              <a:off x="2437005" y="496131"/>
              <a:ext cx="13769" cy="9987"/>
            </a:xfrm>
            <a:custGeom>
              <a:avLst/>
              <a:gdLst/>
              <a:ahLst/>
              <a:cxnLst/>
              <a:rect l="l" t="t" r="r" b="b"/>
              <a:pathLst>
                <a:path w="91" h="66" extrusionOk="0">
                  <a:moveTo>
                    <a:pt x="45" y="1"/>
                  </a:moveTo>
                  <a:cubicBezTo>
                    <a:pt x="31" y="1"/>
                    <a:pt x="19" y="10"/>
                    <a:pt x="1" y="19"/>
                  </a:cubicBezTo>
                  <a:cubicBezTo>
                    <a:pt x="1" y="32"/>
                    <a:pt x="1" y="45"/>
                    <a:pt x="1" y="57"/>
                  </a:cubicBezTo>
                  <a:cubicBezTo>
                    <a:pt x="23" y="57"/>
                    <a:pt x="41" y="66"/>
                    <a:pt x="54" y="66"/>
                  </a:cubicBezTo>
                  <a:cubicBezTo>
                    <a:pt x="64" y="66"/>
                    <a:pt x="72" y="61"/>
                    <a:pt x="78" y="45"/>
                  </a:cubicBezTo>
                  <a:cubicBezTo>
                    <a:pt x="91" y="32"/>
                    <a:pt x="78" y="6"/>
                    <a:pt x="65" y="6"/>
                  </a:cubicBezTo>
                  <a:cubicBezTo>
                    <a:pt x="57" y="2"/>
                    <a:pt x="51" y="1"/>
                    <a:pt x="45"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5"/>
            <p:cNvSpPr/>
            <p:nvPr/>
          </p:nvSpPr>
          <p:spPr>
            <a:xfrm rot="10800000">
              <a:off x="1789239" y="403680"/>
              <a:ext cx="13769" cy="13769"/>
            </a:xfrm>
            <a:custGeom>
              <a:avLst/>
              <a:gdLst/>
              <a:ahLst/>
              <a:cxnLst/>
              <a:rect l="l" t="t" r="r" b="b"/>
              <a:pathLst>
                <a:path w="91" h="91" extrusionOk="0">
                  <a:moveTo>
                    <a:pt x="65" y="0"/>
                  </a:moveTo>
                  <a:cubicBezTo>
                    <a:pt x="1" y="13"/>
                    <a:pt x="1" y="52"/>
                    <a:pt x="26" y="90"/>
                  </a:cubicBezTo>
                  <a:cubicBezTo>
                    <a:pt x="78" y="77"/>
                    <a:pt x="91" y="52"/>
                    <a:pt x="65"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5"/>
            <p:cNvSpPr/>
            <p:nvPr/>
          </p:nvSpPr>
          <p:spPr>
            <a:xfrm rot="10800000">
              <a:off x="1477082" y="38867"/>
              <a:ext cx="9835" cy="9835"/>
            </a:xfrm>
            <a:custGeom>
              <a:avLst/>
              <a:gdLst/>
              <a:ahLst/>
              <a:cxnLst/>
              <a:rect l="l" t="t" r="r" b="b"/>
              <a:pathLst>
                <a:path w="65" h="65" extrusionOk="0">
                  <a:moveTo>
                    <a:pt x="39" y="0"/>
                  </a:moveTo>
                  <a:cubicBezTo>
                    <a:pt x="0" y="0"/>
                    <a:pt x="0" y="13"/>
                    <a:pt x="0" y="39"/>
                  </a:cubicBezTo>
                  <a:cubicBezTo>
                    <a:pt x="0" y="39"/>
                    <a:pt x="0" y="52"/>
                    <a:pt x="13" y="65"/>
                  </a:cubicBezTo>
                  <a:cubicBezTo>
                    <a:pt x="39" y="65"/>
                    <a:pt x="52" y="52"/>
                    <a:pt x="52" y="39"/>
                  </a:cubicBezTo>
                  <a:cubicBezTo>
                    <a:pt x="65" y="26"/>
                    <a:pt x="52" y="13"/>
                    <a:pt x="39"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5"/>
            <p:cNvSpPr/>
            <p:nvPr/>
          </p:nvSpPr>
          <p:spPr>
            <a:xfrm rot="10800000">
              <a:off x="1211681" y="491440"/>
              <a:ext cx="13769" cy="11500"/>
            </a:xfrm>
            <a:custGeom>
              <a:avLst/>
              <a:gdLst/>
              <a:ahLst/>
              <a:cxnLst/>
              <a:rect l="l" t="t" r="r" b="b"/>
              <a:pathLst>
                <a:path w="91" h="76" extrusionOk="0">
                  <a:moveTo>
                    <a:pt x="52" y="1"/>
                  </a:moveTo>
                  <a:cubicBezTo>
                    <a:pt x="39" y="1"/>
                    <a:pt x="26" y="4"/>
                    <a:pt x="13" y="11"/>
                  </a:cubicBezTo>
                  <a:cubicBezTo>
                    <a:pt x="0" y="36"/>
                    <a:pt x="13" y="75"/>
                    <a:pt x="39" y="75"/>
                  </a:cubicBezTo>
                  <a:cubicBezTo>
                    <a:pt x="78" y="75"/>
                    <a:pt x="91" y="49"/>
                    <a:pt x="91" y="11"/>
                  </a:cubicBezTo>
                  <a:cubicBezTo>
                    <a:pt x="78" y="4"/>
                    <a:pt x="65" y="1"/>
                    <a:pt x="52"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5"/>
            <p:cNvSpPr/>
            <p:nvPr/>
          </p:nvSpPr>
          <p:spPr>
            <a:xfrm rot="10800000">
              <a:off x="820086" y="40381"/>
              <a:ext cx="17098" cy="12256"/>
            </a:xfrm>
            <a:custGeom>
              <a:avLst/>
              <a:gdLst/>
              <a:ahLst/>
              <a:cxnLst/>
              <a:rect l="l" t="t" r="r" b="b"/>
              <a:pathLst>
                <a:path w="113" h="81" extrusionOk="0">
                  <a:moveTo>
                    <a:pt x="39" y="0"/>
                  </a:moveTo>
                  <a:cubicBezTo>
                    <a:pt x="39" y="39"/>
                    <a:pt x="0" y="78"/>
                    <a:pt x="52" y="78"/>
                  </a:cubicBezTo>
                  <a:cubicBezTo>
                    <a:pt x="60" y="79"/>
                    <a:pt x="68" y="80"/>
                    <a:pt x="74" y="80"/>
                  </a:cubicBezTo>
                  <a:cubicBezTo>
                    <a:pt x="113" y="80"/>
                    <a:pt x="102" y="45"/>
                    <a:pt x="91"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5"/>
            <p:cNvSpPr/>
            <p:nvPr/>
          </p:nvSpPr>
          <p:spPr>
            <a:xfrm rot="10800000">
              <a:off x="1213648" y="37506"/>
              <a:ext cx="23605" cy="13164"/>
            </a:xfrm>
            <a:custGeom>
              <a:avLst/>
              <a:gdLst/>
              <a:ahLst/>
              <a:cxnLst/>
              <a:rect l="l" t="t" r="r" b="b"/>
              <a:pathLst>
                <a:path w="156" h="87" extrusionOk="0">
                  <a:moveTo>
                    <a:pt x="78" y="0"/>
                  </a:moveTo>
                  <a:cubicBezTo>
                    <a:pt x="65" y="39"/>
                    <a:pt x="40" y="52"/>
                    <a:pt x="1" y="52"/>
                  </a:cubicBezTo>
                  <a:cubicBezTo>
                    <a:pt x="21" y="77"/>
                    <a:pt x="39" y="86"/>
                    <a:pt x="56" y="86"/>
                  </a:cubicBezTo>
                  <a:cubicBezTo>
                    <a:pt x="83" y="86"/>
                    <a:pt x="106" y="63"/>
                    <a:pt x="130" y="39"/>
                  </a:cubicBezTo>
                  <a:cubicBezTo>
                    <a:pt x="143" y="39"/>
                    <a:pt x="156" y="13"/>
                    <a:pt x="130"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5"/>
            <p:cNvSpPr/>
            <p:nvPr/>
          </p:nvSpPr>
          <p:spPr>
            <a:xfrm rot="10800000">
              <a:off x="1779404" y="135556"/>
              <a:ext cx="8020" cy="6809"/>
            </a:xfrm>
            <a:custGeom>
              <a:avLst/>
              <a:gdLst/>
              <a:ahLst/>
              <a:cxnLst/>
              <a:rect l="l" t="t" r="r" b="b"/>
              <a:pathLst>
                <a:path w="53" h="45" extrusionOk="0">
                  <a:moveTo>
                    <a:pt x="14" y="0"/>
                  </a:moveTo>
                  <a:cubicBezTo>
                    <a:pt x="14" y="0"/>
                    <a:pt x="1" y="13"/>
                    <a:pt x="1" y="26"/>
                  </a:cubicBezTo>
                  <a:cubicBezTo>
                    <a:pt x="1" y="35"/>
                    <a:pt x="14" y="44"/>
                    <a:pt x="26" y="44"/>
                  </a:cubicBezTo>
                  <a:cubicBezTo>
                    <a:pt x="31" y="44"/>
                    <a:pt x="36" y="43"/>
                    <a:pt x="39" y="39"/>
                  </a:cubicBezTo>
                  <a:cubicBezTo>
                    <a:pt x="39" y="39"/>
                    <a:pt x="39" y="26"/>
                    <a:pt x="39" y="13"/>
                  </a:cubicBezTo>
                  <a:cubicBezTo>
                    <a:pt x="52" y="0"/>
                    <a:pt x="26" y="0"/>
                    <a:pt x="14"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5"/>
            <p:cNvSpPr/>
            <p:nvPr/>
          </p:nvSpPr>
          <p:spPr>
            <a:xfrm rot="10800000">
              <a:off x="2392065" y="89557"/>
              <a:ext cx="13769" cy="13769"/>
            </a:xfrm>
            <a:custGeom>
              <a:avLst/>
              <a:gdLst/>
              <a:ahLst/>
              <a:cxnLst/>
              <a:rect l="l" t="t" r="r" b="b"/>
              <a:pathLst>
                <a:path w="91" h="91" extrusionOk="0">
                  <a:moveTo>
                    <a:pt x="39" y="0"/>
                  </a:moveTo>
                  <a:cubicBezTo>
                    <a:pt x="13" y="0"/>
                    <a:pt x="0" y="26"/>
                    <a:pt x="13" y="52"/>
                  </a:cubicBezTo>
                  <a:cubicBezTo>
                    <a:pt x="13" y="77"/>
                    <a:pt x="26" y="90"/>
                    <a:pt x="39" y="90"/>
                  </a:cubicBezTo>
                  <a:cubicBezTo>
                    <a:pt x="65" y="77"/>
                    <a:pt x="90" y="65"/>
                    <a:pt x="77" y="39"/>
                  </a:cubicBezTo>
                  <a:cubicBezTo>
                    <a:pt x="77" y="26"/>
                    <a:pt x="65" y="13"/>
                    <a:pt x="39"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5"/>
            <p:cNvSpPr/>
            <p:nvPr/>
          </p:nvSpPr>
          <p:spPr>
            <a:xfrm rot="10800000">
              <a:off x="2015450" y="407311"/>
              <a:ext cx="13921" cy="12105"/>
            </a:xfrm>
            <a:custGeom>
              <a:avLst/>
              <a:gdLst/>
              <a:ahLst/>
              <a:cxnLst/>
              <a:rect l="l" t="t" r="r" b="b"/>
              <a:pathLst>
                <a:path w="92" h="80" extrusionOk="0">
                  <a:moveTo>
                    <a:pt x="27" y="0"/>
                  </a:moveTo>
                  <a:cubicBezTo>
                    <a:pt x="27" y="26"/>
                    <a:pt x="1" y="78"/>
                    <a:pt x="52" y="78"/>
                  </a:cubicBezTo>
                  <a:cubicBezTo>
                    <a:pt x="57" y="79"/>
                    <a:pt x="60" y="80"/>
                    <a:pt x="64" y="80"/>
                  </a:cubicBezTo>
                  <a:cubicBezTo>
                    <a:pt x="91" y="80"/>
                    <a:pt x="91" y="36"/>
                    <a:pt x="91" y="13"/>
                  </a:cubicBezTo>
                  <a:lnTo>
                    <a:pt x="27" y="0"/>
                  </a:ln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5"/>
            <p:cNvSpPr/>
            <p:nvPr/>
          </p:nvSpPr>
          <p:spPr>
            <a:xfrm rot="10800000">
              <a:off x="2382381" y="411548"/>
              <a:ext cx="9835" cy="9835"/>
            </a:xfrm>
            <a:custGeom>
              <a:avLst/>
              <a:gdLst/>
              <a:ahLst/>
              <a:cxnLst/>
              <a:rect l="l" t="t" r="r" b="b"/>
              <a:pathLst>
                <a:path w="65" h="65" extrusionOk="0">
                  <a:moveTo>
                    <a:pt x="26" y="0"/>
                  </a:moveTo>
                  <a:cubicBezTo>
                    <a:pt x="0" y="0"/>
                    <a:pt x="0" y="26"/>
                    <a:pt x="0" y="26"/>
                  </a:cubicBezTo>
                  <a:cubicBezTo>
                    <a:pt x="13" y="65"/>
                    <a:pt x="26" y="65"/>
                    <a:pt x="52" y="65"/>
                  </a:cubicBezTo>
                  <a:cubicBezTo>
                    <a:pt x="65" y="52"/>
                    <a:pt x="65" y="39"/>
                    <a:pt x="65" y="26"/>
                  </a:cubicBezTo>
                  <a:cubicBezTo>
                    <a:pt x="65" y="13"/>
                    <a:pt x="52" y="0"/>
                    <a:pt x="26"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5"/>
            <p:cNvSpPr/>
            <p:nvPr/>
          </p:nvSpPr>
          <p:spPr>
            <a:xfrm rot="10800000">
              <a:off x="2093981" y="444685"/>
              <a:ext cx="15283" cy="10592"/>
            </a:xfrm>
            <a:custGeom>
              <a:avLst/>
              <a:gdLst/>
              <a:ahLst/>
              <a:cxnLst/>
              <a:rect l="l" t="t" r="r" b="b"/>
              <a:pathLst>
                <a:path w="101" h="70" extrusionOk="0">
                  <a:moveTo>
                    <a:pt x="51" y="1"/>
                  </a:moveTo>
                  <a:cubicBezTo>
                    <a:pt x="40" y="1"/>
                    <a:pt x="27" y="2"/>
                    <a:pt x="13" y="5"/>
                  </a:cubicBezTo>
                  <a:lnTo>
                    <a:pt x="0" y="44"/>
                  </a:lnTo>
                  <a:cubicBezTo>
                    <a:pt x="0" y="57"/>
                    <a:pt x="0" y="57"/>
                    <a:pt x="0" y="70"/>
                  </a:cubicBezTo>
                  <a:lnTo>
                    <a:pt x="90" y="70"/>
                  </a:lnTo>
                  <a:cubicBezTo>
                    <a:pt x="100" y="20"/>
                    <a:pt x="87" y="1"/>
                    <a:pt x="51"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5"/>
            <p:cNvSpPr/>
            <p:nvPr/>
          </p:nvSpPr>
          <p:spPr>
            <a:xfrm rot="10800000">
              <a:off x="1914979" y="181252"/>
              <a:ext cx="5145" cy="7566"/>
            </a:xfrm>
            <a:custGeom>
              <a:avLst/>
              <a:gdLst/>
              <a:ahLst/>
              <a:cxnLst/>
              <a:rect l="l" t="t" r="r" b="b"/>
              <a:pathLst>
                <a:path w="34" h="50" extrusionOk="0">
                  <a:moveTo>
                    <a:pt x="30" y="1"/>
                  </a:moveTo>
                  <a:cubicBezTo>
                    <a:pt x="27" y="1"/>
                    <a:pt x="20" y="4"/>
                    <a:pt x="14" y="11"/>
                  </a:cubicBezTo>
                  <a:cubicBezTo>
                    <a:pt x="1" y="11"/>
                    <a:pt x="1" y="24"/>
                    <a:pt x="1" y="36"/>
                  </a:cubicBezTo>
                  <a:lnTo>
                    <a:pt x="27" y="49"/>
                  </a:lnTo>
                  <a:cubicBezTo>
                    <a:pt x="27" y="36"/>
                    <a:pt x="27" y="24"/>
                    <a:pt x="27" y="11"/>
                  </a:cubicBezTo>
                  <a:cubicBezTo>
                    <a:pt x="33" y="4"/>
                    <a:pt x="33" y="1"/>
                    <a:pt x="30"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5"/>
            <p:cNvSpPr/>
            <p:nvPr/>
          </p:nvSpPr>
          <p:spPr>
            <a:xfrm rot="10800000">
              <a:off x="1796956" y="347089"/>
              <a:ext cx="9987" cy="8020"/>
            </a:xfrm>
            <a:custGeom>
              <a:avLst/>
              <a:gdLst/>
              <a:ahLst/>
              <a:cxnLst/>
              <a:rect l="l" t="t" r="r" b="b"/>
              <a:pathLst>
                <a:path w="66" h="53" extrusionOk="0">
                  <a:moveTo>
                    <a:pt x="39" y="1"/>
                  </a:moveTo>
                  <a:cubicBezTo>
                    <a:pt x="27" y="1"/>
                    <a:pt x="27" y="1"/>
                    <a:pt x="14" y="14"/>
                  </a:cubicBezTo>
                  <a:cubicBezTo>
                    <a:pt x="1" y="27"/>
                    <a:pt x="14" y="52"/>
                    <a:pt x="39" y="52"/>
                  </a:cubicBezTo>
                  <a:cubicBezTo>
                    <a:pt x="39" y="52"/>
                    <a:pt x="52" y="39"/>
                    <a:pt x="52" y="39"/>
                  </a:cubicBezTo>
                  <a:cubicBezTo>
                    <a:pt x="65" y="27"/>
                    <a:pt x="52" y="14"/>
                    <a:pt x="39"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5"/>
            <p:cNvSpPr/>
            <p:nvPr/>
          </p:nvSpPr>
          <p:spPr>
            <a:xfrm rot="10800000">
              <a:off x="1560909" y="565583"/>
              <a:ext cx="15736" cy="9987"/>
            </a:xfrm>
            <a:custGeom>
              <a:avLst/>
              <a:gdLst/>
              <a:ahLst/>
              <a:cxnLst/>
              <a:rect l="l" t="t" r="r" b="b"/>
              <a:pathLst>
                <a:path w="104" h="66" extrusionOk="0">
                  <a:moveTo>
                    <a:pt x="65" y="1"/>
                  </a:moveTo>
                  <a:cubicBezTo>
                    <a:pt x="52" y="26"/>
                    <a:pt x="0" y="26"/>
                    <a:pt x="13" y="65"/>
                  </a:cubicBezTo>
                  <a:lnTo>
                    <a:pt x="39" y="65"/>
                  </a:lnTo>
                  <a:cubicBezTo>
                    <a:pt x="91" y="65"/>
                    <a:pt x="103" y="39"/>
                    <a:pt x="91"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5"/>
            <p:cNvSpPr/>
            <p:nvPr/>
          </p:nvSpPr>
          <p:spPr>
            <a:xfrm rot="10800000">
              <a:off x="1453629" y="344517"/>
              <a:ext cx="13316" cy="11046"/>
            </a:xfrm>
            <a:custGeom>
              <a:avLst/>
              <a:gdLst/>
              <a:ahLst/>
              <a:cxnLst/>
              <a:rect l="l" t="t" r="r" b="b"/>
              <a:pathLst>
                <a:path w="88" h="73" extrusionOk="0">
                  <a:moveTo>
                    <a:pt x="35" y="0"/>
                  </a:moveTo>
                  <a:cubicBezTo>
                    <a:pt x="27" y="0"/>
                    <a:pt x="19" y="2"/>
                    <a:pt x="10" y="4"/>
                  </a:cubicBezTo>
                  <a:cubicBezTo>
                    <a:pt x="0" y="54"/>
                    <a:pt x="21" y="73"/>
                    <a:pt x="55" y="73"/>
                  </a:cubicBezTo>
                  <a:cubicBezTo>
                    <a:pt x="65" y="73"/>
                    <a:pt x="76" y="71"/>
                    <a:pt x="88" y="68"/>
                  </a:cubicBezTo>
                  <a:cubicBezTo>
                    <a:pt x="88" y="25"/>
                    <a:pt x="70" y="0"/>
                    <a:pt x="35"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5"/>
            <p:cNvSpPr/>
            <p:nvPr/>
          </p:nvSpPr>
          <p:spPr>
            <a:xfrm rot="10800000">
              <a:off x="1359967" y="54453"/>
              <a:ext cx="13769" cy="11802"/>
            </a:xfrm>
            <a:custGeom>
              <a:avLst/>
              <a:gdLst/>
              <a:ahLst/>
              <a:cxnLst/>
              <a:rect l="l" t="t" r="r" b="b"/>
              <a:pathLst>
                <a:path w="91" h="78" extrusionOk="0">
                  <a:moveTo>
                    <a:pt x="78" y="0"/>
                  </a:moveTo>
                  <a:cubicBezTo>
                    <a:pt x="26" y="0"/>
                    <a:pt x="0" y="13"/>
                    <a:pt x="13" y="77"/>
                  </a:cubicBezTo>
                  <a:cubicBezTo>
                    <a:pt x="65" y="77"/>
                    <a:pt x="91" y="52"/>
                    <a:pt x="78"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5"/>
            <p:cNvSpPr/>
            <p:nvPr/>
          </p:nvSpPr>
          <p:spPr>
            <a:xfrm rot="10800000">
              <a:off x="682998" y="261296"/>
              <a:ext cx="13769" cy="11802"/>
            </a:xfrm>
            <a:custGeom>
              <a:avLst/>
              <a:gdLst/>
              <a:ahLst/>
              <a:cxnLst/>
              <a:rect l="l" t="t" r="r" b="b"/>
              <a:pathLst>
                <a:path w="91" h="78" extrusionOk="0">
                  <a:moveTo>
                    <a:pt x="14" y="0"/>
                  </a:moveTo>
                  <a:cubicBezTo>
                    <a:pt x="14" y="26"/>
                    <a:pt x="1" y="65"/>
                    <a:pt x="39" y="78"/>
                  </a:cubicBezTo>
                  <a:cubicBezTo>
                    <a:pt x="78" y="78"/>
                    <a:pt x="78" y="39"/>
                    <a:pt x="91"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5"/>
            <p:cNvSpPr/>
            <p:nvPr/>
          </p:nvSpPr>
          <p:spPr>
            <a:xfrm rot="10800000">
              <a:off x="1147223" y="446652"/>
              <a:ext cx="8020" cy="6658"/>
            </a:xfrm>
            <a:custGeom>
              <a:avLst/>
              <a:gdLst/>
              <a:ahLst/>
              <a:cxnLst/>
              <a:rect l="l" t="t" r="r" b="b"/>
              <a:pathLst>
                <a:path w="53" h="44" extrusionOk="0">
                  <a:moveTo>
                    <a:pt x="42" y="1"/>
                  </a:moveTo>
                  <a:cubicBezTo>
                    <a:pt x="29" y="1"/>
                    <a:pt x="9" y="18"/>
                    <a:pt x="1" y="18"/>
                  </a:cubicBezTo>
                  <a:cubicBezTo>
                    <a:pt x="1" y="31"/>
                    <a:pt x="1" y="44"/>
                    <a:pt x="1" y="44"/>
                  </a:cubicBezTo>
                  <a:cubicBezTo>
                    <a:pt x="13" y="44"/>
                    <a:pt x="52" y="44"/>
                    <a:pt x="52" y="18"/>
                  </a:cubicBezTo>
                  <a:cubicBezTo>
                    <a:pt x="52" y="5"/>
                    <a:pt x="48" y="1"/>
                    <a:pt x="42"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5"/>
            <p:cNvSpPr/>
            <p:nvPr/>
          </p:nvSpPr>
          <p:spPr>
            <a:xfrm rot="10800000">
              <a:off x="2476044" y="107109"/>
              <a:ext cx="1967" cy="9987"/>
            </a:xfrm>
            <a:custGeom>
              <a:avLst/>
              <a:gdLst/>
              <a:ahLst/>
              <a:cxnLst/>
              <a:rect l="l" t="t" r="r" b="b"/>
              <a:pathLst>
                <a:path w="13" h="66" extrusionOk="0">
                  <a:moveTo>
                    <a:pt x="0" y="1"/>
                  </a:moveTo>
                  <a:lnTo>
                    <a:pt x="0" y="65"/>
                  </a:lnTo>
                  <a:cubicBezTo>
                    <a:pt x="13" y="52"/>
                    <a:pt x="13" y="27"/>
                    <a:pt x="0"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5"/>
            <p:cNvSpPr/>
            <p:nvPr/>
          </p:nvSpPr>
          <p:spPr>
            <a:xfrm rot="10800000">
              <a:off x="2007729" y="-78249"/>
              <a:ext cx="950394" cy="265856"/>
            </a:xfrm>
            <a:custGeom>
              <a:avLst/>
              <a:gdLst/>
              <a:ahLst/>
              <a:cxnLst/>
              <a:rect l="l" t="t" r="r" b="b"/>
              <a:pathLst>
                <a:path w="6281" h="1757" extrusionOk="0">
                  <a:moveTo>
                    <a:pt x="4192" y="763"/>
                  </a:moveTo>
                  <a:cubicBezTo>
                    <a:pt x="4217" y="789"/>
                    <a:pt x="4256" y="802"/>
                    <a:pt x="4295" y="828"/>
                  </a:cubicBezTo>
                  <a:cubicBezTo>
                    <a:pt x="4334" y="867"/>
                    <a:pt x="4334" y="931"/>
                    <a:pt x="4295" y="957"/>
                  </a:cubicBezTo>
                  <a:lnTo>
                    <a:pt x="4205" y="957"/>
                  </a:lnTo>
                  <a:lnTo>
                    <a:pt x="4166" y="931"/>
                  </a:lnTo>
                  <a:lnTo>
                    <a:pt x="4127" y="918"/>
                  </a:lnTo>
                  <a:lnTo>
                    <a:pt x="4114" y="931"/>
                  </a:lnTo>
                  <a:cubicBezTo>
                    <a:pt x="4140" y="1021"/>
                    <a:pt x="4230" y="1073"/>
                    <a:pt x="4230" y="1176"/>
                  </a:cubicBezTo>
                  <a:cubicBezTo>
                    <a:pt x="4241" y="1259"/>
                    <a:pt x="4226" y="1283"/>
                    <a:pt x="4180" y="1283"/>
                  </a:cubicBezTo>
                  <a:cubicBezTo>
                    <a:pt x="4169" y="1283"/>
                    <a:pt x="4156" y="1282"/>
                    <a:pt x="4140" y="1279"/>
                  </a:cubicBezTo>
                  <a:cubicBezTo>
                    <a:pt x="4024" y="1279"/>
                    <a:pt x="3908" y="1241"/>
                    <a:pt x="3818" y="1189"/>
                  </a:cubicBezTo>
                  <a:cubicBezTo>
                    <a:pt x="3805" y="1176"/>
                    <a:pt x="3792" y="1176"/>
                    <a:pt x="3792" y="1163"/>
                  </a:cubicBezTo>
                  <a:cubicBezTo>
                    <a:pt x="3792" y="1073"/>
                    <a:pt x="3753" y="983"/>
                    <a:pt x="3844" y="905"/>
                  </a:cubicBezTo>
                  <a:lnTo>
                    <a:pt x="3831" y="905"/>
                  </a:lnTo>
                  <a:cubicBezTo>
                    <a:pt x="3861" y="882"/>
                    <a:pt x="3892" y="855"/>
                    <a:pt x="3925" y="855"/>
                  </a:cubicBezTo>
                  <a:cubicBezTo>
                    <a:pt x="3948" y="855"/>
                    <a:pt x="3972" y="868"/>
                    <a:pt x="3998" y="905"/>
                  </a:cubicBezTo>
                  <a:cubicBezTo>
                    <a:pt x="4004" y="922"/>
                    <a:pt x="4016" y="927"/>
                    <a:pt x="4032" y="927"/>
                  </a:cubicBezTo>
                  <a:cubicBezTo>
                    <a:pt x="4053" y="927"/>
                    <a:pt x="4079" y="918"/>
                    <a:pt x="4101" y="918"/>
                  </a:cubicBezTo>
                  <a:lnTo>
                    <a:pt x="4114" y="905"/>
                  </a:lnTo>
                  <a:cubicBezTo>
                    <a:pt x="4076" y="789"/>
                    <a:pt x="4076" y="789"/>
                    <a:pt x="4192" y="763"/>
                  </a:cubicBezTo>
                  <a:close/>
                  <a:moveTo>
                    <a:pt x="5443" y="1"/>
                  </a:moveTo>
                  <a:cubicBezTo>
                    <a:pt x="5432" y="1"/>
                    <a:pt x="5422" y="5"/>
                    <a:pt x="5417" y="16"/>
                  </a:cubicBezTo>
                  <a:cubicBezTo>
                    <a:pt x="5352" y="106"/>
                    <a:pt x="5210" y="157"/>
                    <a:pt x="5262" y="312"/>
                  </a:cubicBezTo>
                  <a:cubicBezTo>
                    <a:pt x="5262" y="364"/>
                    <a:pt x="5249" y="428"/>
                    <a:pt x="5223" y="480"/>
                  </a:cubicBezTo>
                  <a:cubicBezTo>
                    <a:pt x="5215" y="514"/>
                    <a:pt x="5183" y="537"/>
                    <a:pt x="5152" y="537"/>
                  </a:cubicBezTo>
                  <a:cubicBezTo>
                    <a:pt x="5136" y="537"/>
                    <a:pt x="5120" y="531"/>
                    <a:pt x="5107" y="518"/>
                  </a:cubicBezTo>
                  <a:cubicBezTo>
                    <a:pt x="5043" y="506"/>
                    <a:pt x="4965" y="518"/>
                    <a:pt x="4940" y="415"/>
                  </a:cubicBezTo>
                  <a:cubicBezTo>
                    <a:pt x="4932" y="363"/>
                    <a:pt x="4911" y="336"/>
                    <a:pt x="4870" y="336"/>
                  </a:cubicBezTo>
                  <a:cubicBezTo>
                    <a:pt x="4840" y="336"/>
                    <a:pt x="4800" y="350"/>
                    <a:pt x="4746" y="377"/>
                  </a:cubicBezTo>
                  <a:cubicBezTo>
                    <a:pt x="4811" y="415"/>
                    <a:pt x="4914" y="415"/>
                    <a:pt x="4914" y="518"/>
                  </a:cubicBezTo>
                  <a:lnTo>
                    <a:pt x="4849" y="557"/>
                  </a:lnTo>
                  <a:cubicBezTo>
                    <a:pt x="4817" y="554"/>
                    <a:pt x="4794" y="551"/>
                    <a:pt x="4777" y="551"/>
                  </a:cubicBezTo>
                  <a:cubicBezTo>
                    <a:pt x="4729" y="551"/>
                    <a:pt x="4719" y="569"/>
                    <a:pt x="4682" y="634"/>
                  </a:cubicBezTo>
                  <a:cubicBezTo>
                    <a:pt x="4669" y="647"/>
                    <a:pt x="4656" y="660"/>
                    <a:pt x="4643" y="673"/>
                  </a:cubicBezTo>
                  <a:cubicBezTo>
                    <a:pt x="4630" y="673"/>
                    <a:pt x="4617" y="673"/>
                    <a:pt x="4617" y="699"/>
                  </a:cubicBezTo>
                  <a:lnTo>
                    <a:pt x="4527" y="699"/>
                  </a:lnTo>
                  <a:cubicBezTo>
                    <a:pt x="4516" y="665"/>
                    <a:pt x="4505" y="632"/>
                    <a:pt x="4477" y="632"/>
                  </a:cubicBezTo>
                  <a:cubicBezTo>
                    <a:pt x="4472" y="632"/>
                    <a:pt x="4468" y="633"/>
                    <a:pt x="4462" y="634"/>
                  </a:cubicBezTo>
                  <a:cubicBezTo>
                    <a:pt x="4424" y="647"/>
                    <a:pt x="4450" y="673"/>
                    <a:pt x="4462" y="699"/>
                  </a:cubicBezTo>
                  <a:cubicBezTo>
                    <a:pt x="4462" y="725"/>
                    <a:pt x="4462" y="751"/>
                    <a:pt x="4462" y="776"/>
                  </a:cubicBezTo>
                  <a:cubicBezTo>
                    <a:pt x="4450" y="776"/>
                    <a:pt x="4437" y="776"/>
                    <a:pt x="4437" y="789"/>
                  </a:cubicBezTo>
                  <a:cubicBezTo>
                    <a:pt x="4413" y="801"/>
                    <a:pt x="4394" y="807"/>
                    <a:pt x="4377" y="807"/>
                  </a:cubicBezTo>
                  <a:cubicBezTo>
                    <a:pt x="4337" y="807"/>
                    <a:pt x="4313" y="775"/>
                    <a:pt x="4295" y="712"/>
                  </a:cubicBezTo>
                  <a:cubicBezTo>
                    <a:pt x="4282" y="673"/>
                    <a:pt x="4266" y="654"/>
                    <a:pt x="4242" y="654"/>
                  </a:cubicBezTo>
                  <a:cubicBezTo>
                    <a:pt x="4217" y="654"/>
                    <a:pt x="4185" y="673"/>
                    <a:pt x="4140" y="712"/>
                  </a:cubicBezTo>
                  <a:cubicBezTo>
                    <a:pt x="4116" y="724"/>
                    <a:pt x="4090" y="733"/>
                    <a:pt x="4065" y="733"/>
                  </a:cubicBezTo>
                  <a:cubicBezTo>
                    <a:pt x="4037" y="733"/>
                    <a:pt x="4012" y="721"/>
                    <a:pt x="3998" y="686"/>
                  </a:cubicBezTo>
                  <a:cubicBezTo>
                    <a:pt x="3984" y="665"/>
                    <a:pt x="3966" y="655"/>
                    <a:pt x="3950" y="655"/>
                  </a:cubicBezTo>
                  <a:cubicBezTo>
                    <a:pt x="3938" y="655"/>
                    <a:pt x="3927" y="662"/>
                    <a:pt x="3921" y="673"/>
                  </a:cubicBezTo>
                  <a:cubicBezTo>
                    <a:pt x="3882" y="699"/>
                    <a:pt x="3895" y="738"/>
                    <a:pt x="3934" y="763"/>
                  </a:cubicBezTo>
                  <a:cubicBezTo>
                    <a:pt x="3908" y="854"/>
                    <a:pt x="3792" y="828"/>
                    <a:pt x="3753" y="905"/>
                  </a:cubicBezTo>
                  <a:lnTo>
                    <a:pt x="3727" y="905"/>
                  </a:lnTo>
                  <a:cubicBezTo>
                    <a:pt x="3717" y="911"/>
                    <a:pt x="3704" y="914"/>
                    <a:pt x="3692" y="914"/>
                  </a:cubicBezTo>
                  <a:cubicBezTo>
                    <a:pt x="3674" y="914"/>
                    <a:pt x="3658" y="907"/>
                    <a:pt x="3650" y="892"/>
                  </a:cubicBezTo>
                  <a:cubicBezTo>
                    <a:pt x="3624" y="854"/>
                    <a:pt x="3599" y="815"/>
                    <a:pt x="3573" y="789"/>
                  </a:cubicBezTo>
                  <a:cubicBezTo>
                    <a:pt x="3562" y="778"/>
                    <a:pt x="3551" y="766"/>
                    <a:pt x="3539" y="754"/>
                  </a:cubicBezTo>
                  <a:lnTo>
                    <a:pt x="3539" y="754"/>
                  </a:lnTo>
                  <a:cubicBezTo>
                    <a:pt x="3550" y="757"/>
                    <a:pt x="3561" y="760"/>
                    <a:pt x="3573" y="763"/>
                  </a:cubicBezTo>
                  <a:lnTo>
                    <a:pt x="3560" y="751"/>
                  </a:lnTo>
                  <a:cubicBezTo>
                    <a:pt x="3549" y="748"/>
                    <a:pt x="3539" y="746"/>
                    <a:pt x="3529" y="744"/>
                  </a:cubicBezTo>
                  <a:lnTo>
                    <a:pt x="3529" y="744"/>
                  </a:lnTo>
                  <a:cubicBezTo>
                    <a:pt x="3502" y="719"/>
                    <a:pt x="3472" y="699"/>
                    <a:pt x="3431" y="699"/>
                  </a:cubicBezTo>
                  <a:cubicBezTo>
                    <a:pt x="3328" y="699"/>
                    <a:pt x="3263" y="622"/>
                    <a:pt x="3186" y="570"/>
                  </a:cubicBezTo>
                  <a:lnTo>
                    <a:pt x="3186" y="493"/>
                  </a:lnTo>
                  <a:cubicBezTo>
                    <a:pt x="3186" y="467"/>
                    <a:pt x="3147" y="467"/>
                    <a:pt x="3134" y="454"/>
                  </a:cubicBezTo>
                  <a:cubicBezTo>
                    <a:pt x="3113" y="443"/>
                    <a:pt x="3100" y="396"/>
                    <a:pt x="3059" y="396"/>
                  </a:cubicBezTo>
                  <a:cubicBezTo>
                    <a:pt x="3051" y="396"/>
                    <a:pt x="3042" y="398"/>
                    <a:pt x="3031" y="402"/>
                  </a:cubicBezTo>
                  <a:cubicBezTo>
                    <a:pt x="2980" y="428"/>
                    <a:pt x="2992" y="454"/>
                    <a:pt x="3005" y="506"/>
                  </a:cubicBezTo>
                  <a:cubicBezTo>
                    <a:pt x="3005" y="506"/>
                    <a:pt x="2980" y="531"/>
                    <a:pt x="2967" y="544"/>
                  </a:cubicBezTo>
                  <a:cubicBezTo>
                    <a:pt x="2958" y="544"/>
                    <a:pt x="2950" y="543"/>
                    <a:pt x="2941" y="543"/>
                  </a:cubicBezTo>
                  <a:cubicBezTo>
                    <a:pt x="2790" y="543"/>
                    <a:pt x="2703" y="651"/>
                    <a:pt x="2593" y="725"/>
                  </a:cubicBezTo>
                  <a:cubicBezTo>
                    <a:pt x="2464" y="802"/>
                    <a:pt x="2374" y="931"/>
                    <a:pt x="2361" y="1086"/>
                  </a:cubicBezTo>
                  <a:cubicBezTo>
                    <a:pt x="2348" y="1150"/>
                    <a:pt x="2322" y="1215"/>
                    <a:pt x="2270" y="1253"/>
                  </a:cubicBezTo>
                  <a:cubicBezTo>
                    <a:pt x="2257" y="1266"/>
                    <a:pt x="2245" y="1266"/>
                    <a:pt x="2232" y="1266"/>
                  </a:cubicBezTo>
                  <a:cubicBezTo>
                    <a:pt x="2245" y="1279"/>
                    <a:pt x="2245" y="1292"/>
                    <a:pt x="2245" y="1292"/>
                  </a:cubicBezTo>
                  <a:cubicBezTo>
                    <a:pt x="2245" y="1357"/>
                    <a:pt x="2206" y="1357"/>
                    <a:pt x="2154" y="1369"/>
                  </a:cubicBezTo>
                  <a:cubicBezTo>
                    <a:pt x="2116" y="1369"/>
                    <a:pt x="2090" y="1369"/>
                    <a:pt x="2090" y="1331"/>
                  </a:cubicBezTo>
                  <a:cubicBezTo>
                    <a:pt x="2077" y="1266"/>
                    <a:pt x="2154" y="1279"/>
                    <a:pt x="2180" y="1253"/>
                  </a:cubicBezTo>
                  <a:lnTo>
                    <a:pt x="2206" y="1253"/>
                  </a:lnTo>
                  <a:cubicBezTo>
                    <a:pt x="2193" y="1241"/>
                    <a:pt x="2180" y="1228"/>
                    <a:pt x="2180" y="1215"/>
                  </a:cubicBezTo>
                  <a:cubicBezTo>
                    <a:pt x="2160" y="1200"/>
                    <a:pt x="2140" y="1194"/>
                    <a:pt x="2119" y="1194"/>
                  </a:cubicBezTo>
                  <a:cubicBezTo>
                    <a:pt x="2088" y="1194"/>
                    <a:pt x="2057" y="1207"/>
                    <a:pt x="2025" y="1215"/>
                  </a:cubicBezTo>
                  <a:cubicBezTo>
                    <a:pt x="1974" y="1202"/>
                    <a:pt x="1909" y="1189"/>
                    <a:pt x="1896" y="1137"/>
                  </a:cubicBezTo>
                  <a:cubicBezTo>
                    <a:pt x="1871" y="1047"/>
                    <a:pt x="1871" y="944"/>
                    <a:pt x="1768" y="905"/>
                  </a:cubicBezTo>
                  <a:cubicBezTo>
                    <a:pt x="1768" y="892"/>
                    <a:pt x="1768" y="879"/>
                    <a:pt x="1780" y="854"/>
                  </a:cubicBezTo>
                  <a:lnTo>
                    <a:pt x="1780" y="854"/>
                  </a:lnTo>
                  <a:cubicBezTo>
                    <a:pt x="1759" y="867"/>
                    <a:pt x="1737" y="871"/>
                    <a:pt x="1716" y="871"/>
                  </a:cubicBezTo>
                  <a:cubicBezTo>
                    <a:pt x="1674" y="871"/>
                    <a:pt x="1634" y="854"/>
                    <a:pt x="1600" y="854"/>
                  </a:cubicBezTo>
                  <a:cubicBezTo>
                    <a:pt x="1600" y="854"/>
                    <a:pt x="1613" y="828"/>
                    <a:pt x="1626" y="828"/>
                  </a:cubicBezTo>
                  <a:cubicBezTo>
                    <a:pt x="1626" y="815"/>
                    <a:pt x="1664" y="802"/>
                    <a:pt x="1651" y="776"/>
                  </a:cubicBezTo>
                  <a:cubicBezTo>
                    <a:pt x="1639" y="763"/>
                    <a:pt x="1639" y="763"/>
                    <a:pt x="1626" y="763"/>
                  </a:cubicBezTo>
                  <a:cubicBezTo>
                    <a:pt x="1600" y="763"/>
                    <a:pt x="1587" y="789"/>
                    <a:pt x="1587" y="815"/>
                  </a:cubicBezTo>
                  <a:cubicBezTo>
                    <a:pt x="1600" y="828"/>
                    <a:pt x="1600" y="841"/>
                    <a:pt x="1587" y="854"/>
                  </a:cubicBezTo>
                  <a:cubicBezTo>
                    <a:pt x="1561" y="828"/>
                    <a:pt x="1523" y="815"/>
                    <a:pt x="1484" y="815"/>
                  </a:cubicBezTo>
                  <a:cubicBezTo>
                    <a:pt x="1477" y="816"/>
                    <a:pt x="1470" y="817"/>
                    <a:pt x="1463" y="817"/>
                  </a:cubicBezTo>
                  <a:cubicBezTo>
                    <a:pt x="1395" y="817"/>
                    <a:pt x="1335" y="763"/>
                    <a:pt x="1265" y="763"/>
                  </a:cubicBezTo>
                  <a:lnTo>
                    <a:pt x="1174" y="712"/>
                  </a:lnTo>
                  <a:cubicBezTo>
                    <a:pt x="1174" y="673"/>
                    <a:pt x="1136" y="634"/>
                    <a:pt x="1174" y="596"/>
                  </a:cubicBezTo>
                  <a:cubicBezTo>
                    <a:pt x="1181" y="583"/>
                    <a:pt x="1194" y="576"/>
                    <a:pt x="1208" y="576"/>
                  </a:cubicBezTo>
                  <a:cubicBezTo>
                    <a:pt x="1223" y="576"/>
                    <a:pt x="1239" y="583"/>
                    <a:pt x="1252" y="596"/>
                  </a:cubicBezTo>
                  <a:cubicBezTo>
                    <a:pt x="1268" y="612"/>
                    <a:pt x="1290" y="634"/>
                    <a:pt x="1310" y="634"/>
                  </a:cubicBezTo>
                  <a:cubicBezTo>
                    <a:pt x="1322" y="634"/>
                    <a:pt x="1333" y="627"/>
                    <a:pt x="1342" y="609"/>
                  </a:cubicBezTo>
                  <a:cubicBezTo>
                    <a:pt x="1355" y="557"/>
                    <a:pt x="1316" y="518"/>
                    <a:pt x="1278" y="493"/>
                  </a:cubicBezTo>
                  <a:cubicBezTo>
                    <a:pt x="1266" y="485"/>
                    <a:pt x="1256" y="482"/>
                    <a:pt x="1248" y="482"/>
                  </a:cubicBezTo>
                  <a:cubicBezTo>
                    <a:pt x="1230" y="482"/>
                    <a:pt x="1218" y="497"/>
                    <a:pt x="1200" y="506"/>
                  </a:cubicBezTo>
                  <a:cubicBezTo>
                    <a:pt x="1188" y="517"/>
                    <a:pt x="1177" y="522"/>
                    <a:pt x="1165" y="522"/>
                  </a:cubicBezTo>
                  <a:cubicBezTo>
                    <a:pt x="1138" y="522"/>
                    <a:pt x="1111" y="498"/>
                    <a:pt x="1084" y="480"/>
                  </a:cubicBezTo>
                  <a:lnTo>
                    <a:pt x="1084" y="480"/>
                  </a:lnTo>
                  <a:cubicBezTo>
                    <a:pt x="1045" y="557"/>
                    <a:pt x="1110" y="634"/>
                    <a:pt x="1084" y="712"/>
                  </a:cubicBezTo>
                  <a:cubicBezTo>
                    <a:pt x="1071" y="751"/>
                    <a:pt x="1020" y="776"/>
                    <a:pt x="981" y="789"/>
                  </a:cubicBezTo>
                  <a:lnTo>
                    <a:pt x="852" y="725"/>
                  </a:lnTo>
                  <a:cubicBezTo>
                    <a:pt x="831" y="662"/>
                    <a:pt x="799" y="641"/>
                    <a:pt x="761" y="641"/>
                  </a:cubicBezTo>
                  <a:cubicBezTo>
                    <a:pt x="729" y="641"/>
                    <a:pt x="694" y="656"/>
                    <a:pt x="659" y="673"/>
                  </a:cubicBezTo>
                  <a:cubicBezTo>
                    <a:pt x="613" y="704"/>
                    <a:pt x="576" y="730"/>
                    <a:pt x="537" y="730"/>
                  </a:cubicBezTo>
                  <a:cubicBezTo>
                    <a:pt x="511" y="730"/>
                    <a:pt x="484" y="718"/>
                    <a:pt x="452" y="686"/>
                  </a:cubicBezTo>
                  <a:lnTo>
                    <a:pt x="452" y="686"/>
                  </a:lnTo>
                  <a:cubicBezTo>
                    <a:pt x="517" y="776"/>
                    <a:pt x="517" y="776"/>
                    <a:pt x="478" y="931"/>
                  </a:cubicBezTo>
                  <a:cubicBezTo>
                    <a:pt x="388" y="905"/>
                    <a:pt x="349" y="828"/>
                    <a:pt x="310" y="751"/>
                  </a:cubicBezTo>
                  <a:cubicBezTo>
                    <a:pt x="246" y="622"/>
                    <a:pt x="143" y="493"/>
                    <a:pt x="27" y="402"/>
                  </a:cubicBezTo>
                  <a:lnTo>
                    <a:pt x="27" y="402"/>
                  </a:lnTo>
                  <a:cubicBezTo>
                    <a:pt x="53" y="467"/>
                    <a:pt x="78" y="531"/>
                    <a:pt x="130" y="583"/>
                  </a:cubicBezTo>
                  <a:cubicBezTo>
                    <a:pt x="207" y="647"/>
                    <a:pt x="220" y="751"/>
                    <a:pt x="272" y="815"/>
                  </a:cubicBezTo>
                  <a:cubicBezTo>
                    <a:pt x="336" y="892"/>
                    <a:pt x="310" y="879"/>
                    <a:pt x="310" y="1034"/>
                  </a:cubicBezTo>
                  <a:lnTo>
                    <a:pt x="336" y="1189"/>
                  </a:lnTo>
                  <a:lnTo>
                    <a:pt x="310" y="1253"/>
                  </a:lnTo>
                  <a:cubicBezTo>
                    <a:pt x="233" y="1253"/>
                    <a:pt x="156" y="1215"/>
                    <a:pt x="91" y="1150"/>
                  </a:cubicBezTo>
                  <a:cubicBezTo>
                    <a:pt x="85" y="1144"/>
                    <a:pt x="72" y="1141"/>
                    <a:pt x="59" y="1141"/>
                  </a:cubicBezTo>
                  <a:cubicBezTo>
                    <a:pt x="46" y="1141"/>
                    <a:pt x="33" y="1144"/>
                    <a:pt x="27" y="1150"/>
                  </a:cubicBezTo>
                  <a:cubicBezTo>
                    <a:pt x="1" y="1176"/>
                    <a:pt x="14" y="1202"/>
                    <a:pt x="53" y="1228"/>
                  </a:cubicBezTo>
                  <a:cubicBezTo>
                    <a:pt x="107" y="1260"/>
                    <a:pt x="161" y="1311"/>
                    <a:pt x="230" y="1311"/>
                  </a:cubicBezTo>
                  <a:cubicBezTo>
                    <a:pt x="244" y="1311"/>
                    <a:pt x="257" y="1309"/>
                    <a:pt x="272" y="1305"/>
                  </a:cubicBezTo>
                  <a:lnTo>
                    <a:pt x="272" y="1305"/>
                  </a:lnTo>
                  <a:cubicBezTo>
                    <a:pt x="285" y="1357"/>
                    <a:pt x="349" y="1408"/>
                    <a:pt x="259" y="1447"/>
                  </a:cubicBezTo>
                  <a:cubicBezTo>
                    <a:pt x="220" y="1447"/>
                    <a:pt x="181" y="1447"/>
                    <a:pt x="169" y="1486"/>
                  </a:cubicBezTo>
                  <a:cubicBezTo>
                    <a:pt x="169" y="1510"/>
                    <a:pt x="203" y="1707"/>
                    <a:pt x="240" y="1707"/>
                  </a:cubicBezTo>
                  <a:cubicBezTo>
                    <a:pt x="242" y="1707"/>
                    <a:pt x="244" y="1706"/>
                    <a:pt x="246" y="1705"/>
                  </a:cubicBezTo>
                  <a:cubicBezTo>
                    <a:pt x="253" y="1711"/>
                    <a:pt x="259" y="1714"/>
                    <a:pt x="264" y="1714"/>
                  </a:cubicBezTo>
                  <a:cubicBezTo>
                    <a:pt x="276" y="1714"/>
                    <a:pt x="286" y="1702"/>
                    <a:pt x="300" y="1702"/>
                  </a:cubicBezTo>
                  <a:cubicBezTo>
                    <a:pt x="303" y="1702"/>
                    <a:pt x="307" y="1703"/>
                    <a:pt x="310" y="1705"/>
                  </a:cubicBezTo>
                  <a:lnTo>
                    <a:pt x="323" y="1705"/>
                  </a:lnTo>
                  <a:cubicBezTo>
                    <a:pt x="337" y="1716"/>
                    <a:pt x="349" y="1720"/>
                    <a:pt x="361" y="1720"/>
                  </a:cubicBezTo>
                  <a:cubicBezTo>
                    <a:pt x="393" y="1720"/>
                    <a:pt x="417" y="1690"/>
                    <a:pt x="440" y="1690"/>
                  </a:cubicBezTo>
                  <a:cubicBezTo>
                    <a:pt x="449" y="1690"/>
                    <a:pt x="457" y="1694"/>
                    <a:pt x="465" y="1705"/>
                  </a:cubicBezTo>
                  <a:cubicBezTo>
                    <a:pt x="650" y="1683"/>
                    <a:pt x="836" y="1676"/>
                    <a:pt x="1024" y="1676"/>
                  </a:cubicBezTo>
                  <a:cubicBezTo>
                    <a:pt x="1399" y="1676"/>
                    <a:pt x="1780" y="1705"/>
                    <a:pt x="2167" y="1705"/>
                  </a:cubicBezTo>
                  <a:lnTo>
                    <a:pt x="2283" y="1705"/>
                  </a:lnTo>
                  <a:cubicBezTo>
                    <a:pt x="2245" y="1653"/>
                    <a:pt x="2116" y="1614"/>
                    <a:pt x="2167" y="1498"/>
                  </a:cubicBezTo>
                  <a:lnTo>
                    <a:pt x="2167" y="1498"/>
                  </a:lnTo>
                  <a:cubicBezTo>
                    <a:pt x="2283" y="1511"/>
                    <a:pt x="2335" y="1627"/>
                    <a:pt x="2399" y="1705"/>
                  </a:cubicBezTo>
                  <a:lnTo>
                    <a:pt x="2451" y="1705"/>
                  </a:lnTo>
                  <a:cubicBezTo>
                    <a:pt x="2457" y="1711"/>
                    <a:pt x="2464" y="1714"/>
                    <a:pt x="2470" y="1714"/>
                  </a:cubicBezTo>
                  <a:cubicBezTo>
                    <a:pt x="2477" y="1714"/>
                    <a:pt x="2483" y="1711"/>
                    <a:pt x="2490" y="1705"/>
                  </a:cubicBezTo>
                  <a:lnTo>
                    <a:pt x="3392" y="1705"/>
                  </a:lnTo>
                  <a:cubicBezTo>
                    <a:pt x="3417" y="1724"/>
                    <a:pt x="3432" y="1731"/>
                    <a:pt x="3440" y="1731"/>
                  </a:cubicBezTo>
                  <a:cubicBezTo>
                    <a:pt x="3453" y="1731"/>
                    <a:pt x="3447" y="1713"/>
                    <a:pt x="3431" y="1705"/>
                  </a:cubicBezTo>
                  <a:lnTo>
                    <a:pt x="3663" y="1705"/>
                  </a:lnTo>
                  <a:cubicBezTo>
                    <a:pt x="3676" y="1550"/>
                    <a:pt x="3805" y="1357"/>
                    <a:pt x="3985" y="1357"/>
                  </a:cubicBezTo>
                  <a:lnTo>
                    <a:pt x="4140" y="1357"/>
                  </a:lnTo>
                  <a:cubicBezTo>
                    <a:pt x="4179" y="1357"/>
                    <a:pt x="4192" y="1357"/>
                    <a:pt x="4205" y="1395"/>
                  </a:cubicBezTo>
                  <a:cubicBezTo>
                    <a:pt x="4205" y="1421"/>
                    <a:pt x="4179" y="1421"/>
                    <a:pt x="4166" y="1434"/>
                  </a:cubicBezTo>
                  <a:cubicBezTo>
                    <a:pt x="4162" y="1436"/>
                    <a:pt x="4157" y="1437"/>
                    <a:pt x="4151" y="1437"/>
                  </a:cubicBezTo>
                  <a:cubicBezTo>
                    <a:pt x="4140" y="1437"/>
                    <a:pt x="4128" y="1434"/>
                    <a:pt x="4116" y="1434"/>
                  </a:cubicBezTo>
                  <a:cubicBezTo>
                    <a:pt x="4098" y="1434"/>
                    <a:pt x="4082" y="1440"/>
                    <a:pt x="4076" y="1473"/>
                  </a:cubicBezTo>
                  <a:cubicBezTo>
                    <a:pt x="4101" y="1473"/>
                    <a:pt x="4127" y="1486"/>
                    <a:pt x="4140" y="1511"/>
                  </a:cubicBezTo>
                  <a:lnTo>
                    <a:pt x="4153" y="1705"/>
                  </a:lnTo>
                  <a:lnTo>
                    <a:pt x="4205" y="1705"/>
                  </a:lnTo>
                  <a:cubicBezTo>
                    <a:pt x="4221" y="1710"/>
                    <a:pt x="4237" y="1713"/>
                    <a:pt x="4252" y="1713"/>
                  </a:cubicBezTo>
                  <a:cubicBezTo>
                    <a:pt x="4273" y="1713"/>
                    <a:pt x="4293" y="1707"/>
                    <a:pt x="4308" y="1692"/>
                  </a:cubicBezTo>
                  <a:lnTo>
                    <a:pt x="4308" y="1692"/>
                  </a:lnTo>
                  <a:lnTo>
                    <a:pt x="4295" y="1705"/>
                  </a:lnTo>
                  <a:lnTo>
                    <a:pt x="4385" y="1705"/>
                  </a:lnTo>
                  <a:cubicBezTo>
                    <a:pt x="4371" y="1744"/>
                    <a:pt x="4372" y="1757"/>
                    <a:pt x="4384" y="1757"/>
                  </a:cubicBezTo>
                  <a:cubicBezTo>
                    <a:pt x="4403" y="1757"/>
                    <a:pt x="4448" y="1721"/>
                    <a:pt x="4488" y="1705"/>
                  </a:cubicBezTo>
                  <a:lnTo>
                    <a:pt x="4604" y="1705"/>
                  </a:lnTo>
                  <a:cubicBezTo>
                    <a:pt x="4604" y="1720"/>
                    <a:pt x="4606" y="1725"/>
                    <a:pt x="4610" y="1725"/>
                  </a:cubicBezTo>
                  <a:cubicBezTo>
                    <a:pt x="4616" y="1725"/>
                    <a:pt x="4627" y="1713"/>
                    <a:pt x="4643" y="1705"/>
                  </a:cubicBezTo>
                  <a:lnTo>
                    <a:pt x="4875" y="1705"/>
                  </a:lnTo>
                  <a:cubicBezTo>
                    <a:pt x="5314" y="1731"/>
                    <a:pt x="5765" y="1731"/>
                    <a:pt x="6203" y="1731"/>
                  </a:cubicBezTo>
                  <a:lnTo>
                    <a:pt x="6281" y="1731"/>
                  </a:lnTo>
                  <a:cubicBezTo>
                    <a:pt x="6281" y="1731"/>
                    <a:pt x="6268" y="1718"/>
                    <a:pt x="6255" y="1718"/>
                  </a:cubicBezTo>
                  <a:lnTo>
                    <a:pt x="6255" y="1679"/>
                  </a:lnTo>
                  <a:cubicBezTo>
                    <a:pt x="6229" y="1640"/>
                    <a:pt x="6139" y="1473"/>
                    <a:pt x="6165" y="1408"/>
                  </a:cubicBezTo>
                  <a:cubicBezTo>
                    <a:pt x="6190" y="1305"/>
                    <a:pt x="6100" y="1279"/>
                    <a:pt x="6087" y="1215"/>
                  </a:cubicBezTo>
                  <a:cubicBezTo>
                    <a:pt x="6036" y="1150"/>
                    <a:pt x="5945" y="1099"/>
                    <a:pt x="5855" y="1086"/>
                  </a:cubicBezTo>
                  <a:lnTo>
                    <a:pt x="5855" y="1021"/>
                  </a:lnTo>
                  <a:cubicBezTo>
                    <a:pt x="5829" y="1021"/>
                    <a:pt x="5816" y="1008"/>
                    <a:pt x="5816" y="996"/>
                  </a:cubicBezTo>
                  <a:cubicBezTo>
                    <a:pt x="5778" y="996"/>
                    <a:pt x="5752" y="983"/>
                    <a:pt x="5713" y="970"/>
                  </a:cubicBezTo>
                  <a:cubicBezTo>
                    <a:pt x="5662" y="957"/>
                    <a:pt x="5649" y="918"/>
                    <a:pt x="5675" y="867"/>
                  </a:cubicBezTo>
                  <a:cubicBezTo>
                    <a:pt x="5682" y="864"/>
                    <a:pt x="5690" y="864"/>
                    <a:pt x="5698" y="864"/>
                  </a:cubicBezTo>
                  <a:cubicBezTo>
                    <a:pt x="5707" y="864"/>
                    <a:pt x="5717" y="864"/>
                    <a:pt x="5727" y="864"/>
                  </a:cubicBezTo>
                  <a:cubicBezTo>
                    <a:pt x="5755" y="864"/>
                    <a:pt x="5783" y="857"/>
                    <a:pt x="5791" y="802"/>
                  </a:cubicBezTo>
                  <a:cubicBezTo>
                    <a:pt x="5726" y="802"/>
                    <a:pt x="5662" y="815"/>
                    <a:pt x="5610" y="867"/>
                  </a:cubicBezTo>
                  <a:cubicBezTo>
                    <a:pt x="5494" y="854"/>
                    <a:pt x="5455" y="751"/>
                    <a:pt x="5365" y="699"/>
                  </a:cubicBezTo>
                  <a:cubicBezTo>
                    <a:pt x="5339" y="686"/>
                    <a:pt x="5301" y="660"/>
                    <a:pt x="5275" y="634"/>
                  </a:cubicBezTo>
                  <a:cubicBezTo>
                    <a:pt x="5275" y="622"/>
                    <a:pt x="5275" y="622"/>
                    <a:pt x="5275" y="609"/>
                  </a:cubicBezTo>
                  <a:cubicBezTo>
                    <a:pt x="5301" y="415"/>
                    <a:pt x="5275" y="209"/>
                    <a:pt x="5481" y="80"/>
                  </a:cubicBezTo>
                  <a:cubicBezTo>
                    <a:pt x="5507" y="67"/>
                    <a:pt x="5494" y="41"/>
                    <a:pt x="5481" y="16"/>
                  </a:cubicBezTo>
                  <a:cubicBezTo>
                    <a:pt x="5474" y="8"/>
                    <a:pt x="5458" y="1"/>
                    <a:pt x="5443"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5"/>
            <p:cNvSpPr/>
            <p:nvPr/>
          </p:nvSpPr>
          <p:spPr>
            <a:xfrm rot="10800000">
              <a:off x="1125887" y="38867"/>
              <a:ext cx="56742" cy="55078"/>
            </a:xfrm>
            <a:custGeom>
              <a:avLst/>
              <a:gdLst/>
              <a:ahLst/>
              <a:cxnLst/>
              <a:rect l="l" t="t" r="r" b="b"/>
              <a:pathLst>
                <a:path w="375" h="364" extrusionOk="0">
                  <a:moveTo>
                    <a:pt x="227" y="1"/>
                  </a:moveTo>
                  <a:cubicBezTo>
                    <a:pt x="221" y="1"/>
                    <a:pt x="214" y="1"/>
                    <a:pt x="207" y="3"/>
                  </a:cubicBezTo>
                  <a:cubicBezTo>
                    <a:pt x="104" y="3"/>
                    <a:pt x="1" y="80"/>
                    <a:pt x="1" y="157"/>
                  </a:cubicBezTo>
                  <a:cubicBezTo>
                    <a:pt x="1" y="235"/>
                    <a:pt x="104" y="364"/>
                    <a:pt x="169" y="364"/>
                  </a:cubicBezTo>
                  <a:cubicBezTo>
                    <a:pt x="285" y="338"/>
                    <a:pt x="375" y="248"/>
                    <a:pt x="375" y="132"/>
                  </a:cubicBezTo>
                  <a:cubicBezTo>
                    <a:pt x="363" y="61"/>
                    <a:pt x="298" y="1"/>
                    <a:pt x="227"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5"/>
            <p:cNvSpPr/>
            <p:nvPr/>
          </p:nvSpPr>
          <p:spPr>
            <a:xfrm rot="10800000">
              <a:off x="589335" y="125871"/>
              <a:ext cx="277205" cy="133609"/>
            </a:xfrm>
            <a:custGeom>
              <a:avLst/>
              <a:gdLst/>
              <a:ahLst/>
              <a:cxnLst/>
              <a:rect l="l" t="t" r="r" b="b"/>
              <a:pathLst>
                <a:path w="1832" h="883" extrusionOk="0">
                  <a:moveTo>
                    <a:pt x="968" y="1"/>
                  </a:moveTo>
                  <a:cubicBezTo>
                    <a:pt x="923" y="20"/>
                    <a:pt x="875" y="20"/>
                    <a:pt x="826" y="20"/>
                  </a:cubicBezTo>
                  <a:cubicBezTo>
                    <a:pt x="778" y="20"/>
                    <a:pt x="729" y="20"/>
                    <a:pt x="684" y="39"/>
                  </a:cubicBezTo>
                  <a:cubicBezTo>
                    <a:pt x="620" y="104"/>
                    <a:pt x="542" y="155"/>
                    <a:pt x="465" y="194"/>
                  </a:cubicBezTo>
                  <a:cubicBezTo>
                    <a:pt x="452" y="142"/>
                    <a:pt x="465" y="78"/>
                    <a:pt x="401" y="52"/>
                  </a:cubicBezTo>
                  <a:cubicBezTo>
                    <a:pt x="401" y="52"/>
                    <a:pt x="375" y="52"/>
                    <a:pt x="375" y="65"/>
                  </a:cubicBezTo>
                  <a:cubicBezTo>
                    <a:pt x="362" y="130"/>
                    <a:pt x="426" y="155"/>
                    <a:pt x="439" y="207"/>
                  </a:cubicBezTo>
                  <a:cubicBezTo>
                    <a:pt x="401" y="233"/>
                    <a:pt x="414" y="271"/>
                    <a:pt x="401" y="297"/>
                  </a:cubicBezTo>
                  <a:lnTo>
                    <a:pt x="375" y="310"/>
                  </a:lnTo>
                  <a:cubicBezTo>
                    <a:pt x="349" y="310"/>
                    <a:pt x="336" y="323"/>
                    <a:pt x="336" y="336"/>
                  </a:cubicBezTo>
                  <a:cubicBezTo>
                    <a:pt x="336" y="336"/>
                    <a:pt x="323" y="336"/>
                    <a:pt x="336" y="349"/>
                  </a:cubicBezTo>
                  <a:cubicBezTo>
                    <a:pt x="349" y="362"/>
                    <a:pt x="336" y="400"/>
                    <a:pt x="349" y="413"/>
                  </a:cubicBezTo>
                  <a:cubicBezTo>
                    <a:pt x="349" y="426"/>
                    <a:pt x="336" y="452"/>
                    <a:pt x="323" y="465"/>
                  </a:cubicBezTo>
                  <a:cubicBezTo>
                    <a:pt x="294" y="475"/>
                    <a:pt x="272" y="499"/>
                    <a:pt x="241" y="499"/>
                  </a:cubicBezTo>
                  <a:cubicBezTo>
                    <a:pt x="231" y="499"/>
                    <a:pt x="220" y="497"/>
                    <a:pt x="207" y="491"/>
                  </a:cubicBezTo>
                  <a:lnTo>
                    <a:pt x="143" y="503"/>
                  </a:lnTo>
                  <a:lnTo>
                    <a:pt x="65" y="516"/>
                  </a:lnTo>
                  <a:lnTo>
                    <a:pt x="1" y="529"/>
                  </a:lnTo>
                  <a:cubicBezTo>
                    <a:pt x="1" y="572"/>
                    <a:pt x="10" y="597"/>
                    <a:pt x="42" y="597"/>
                  </a:cubicBezTo>
                  <a:cubicBezTo>
                    <a:pt x="49" y="597"/>
                    <a:pt x="57" y="596"/>
                    <a:pt x="65" y="594"/>
                  </a:cubicBezTo>
                  <a:cubicBezTo>
                    <a:pt x="130" y="555"/>
                    <a:pt x="194" y="542"/>
                    <a:pt x="272" y="542"/>
                  </a:cubicBezTo>
                  <a:cubicBezTo>
                    <a:pt x="310" y="542"/>
                    <a:pt x="349" y="568"/>
                    <a:pt x="336" y="607"/>
                  </a:cubicBezTo>
                  <a:cubicBezTo>
                    <a:pt x="305" y="699"/>
                    <a:pt x="335" y="718"/>
                    <a:pt x="377" y="718"/>
                  </a:cubicBezTo>
                  <a:cubicBezTo>
                    <a:pt x="405" y="718"/>
                    <a:pt x="439" y="710"/>
                    <a:pt x="465" y="710"/>
                  </a:cubicBezTo>
                  <a:cubicBezTo>
                    <a:pt x="465" y="787"/>
                    <a:pt x="555" y="787"/>
                    <a:pt x="568" y="839"/>
                  </a:cubicBezTo>
                  <a:lnTo>
                    <a:pt x="671" y="852"/>
                  </a:lnTo>
                  <a:cubicBezTo>
                    <a:pt x="671" y="864"/>
                    <a:pt x="671" y="877"/>
                    <a:pt x="671" y="877"/>
                  </a:cubicBezTo>
                  <a:cubicBezTo>
                    <a:pt x="682" y="881"/>
                    <a:pt x="691" y="882"/>
                    <a:pt x="700" y="882"/>
                  </a:cubicBezTo>
                  <a:cubicBezTo>
                    <a:pt x="724" y="882"/>
                    <a:pt x="743" y="870"/>
                    <a:pt x="762" y="852"/>
                  </a:cubicBezTo>
                  <a:cubicBezTo>
                    <a:pt x="794" y="871"/>
                    <a:pt x="829" y="881"/>
                    <a:pt x="865" y="881"/>
                  </a:cubicBezTo>
                  <a:cubicBezTo>
                    <a:pt x="900" y="881"/>
                    <a:pt x="936" y="871"/>
                    <a:pt x="968" y="852"/>
                  </a:cubicBezTo>
                  <a:cubicBezTo>
                    <a:pt x="1008" y="836"/>
                    <a:pt x="1048" y="825"/>
                    <a:pt x="1088" y="825"/>
                  </a:cubicBezTo>
                  <a:cubicBezTo>
                    <a:pt x="1112" y="825"/>
                    <a:pt x="1137" y="829"/>
                    <a:pt x="1161" y="839"/>
                  </a:cubicBezTo>
                  <a:cubicBezTo>
                    <a:pt x="1165" y="841"/>
                    <a:pt x="1169" y="842"/>
                    <a:pt x="1172" y="842"/>
                  </a:cubicBezTo>
                  <a:cubicBezTo>
                    <a:pt x="1210" y="842"/>
                    <a:pt x="1207" y="722"/>
                    <a:pt x="1280" y="722"/>
                  </a:cubicBezTo>
                  <a:cubicBezTo>
                    <a:pt x="1283" y="722"/>
                    <a:pt x="1287" y="722"/>
                    <a:pt x="1290" y="723"/>
                  </a:cubicBezTo>
                  <a:cubicBezTo>
                    <a:pt x="1342" y="723"/>
                    <a:pt x="1381" y="697"/>
                    <a:pt x="1381" y="632"/>
                  </a:cubicBezTo>
                  <a:cubicBezTo>
                    <a:pt x="1368" y="568"/>
                    <a:pt x="1419" y="568"/>
                    <a:pt x="1458" y="542"/>
                  </a:cubicBezTo>
                  <a:cubicBezTo>
                    <a:pt x="1489" y="549"/>
                    <a:pt x="1522" y="552"/>
                    <a:pt x="1556" y="552"/>
                  </a:cubicBezTo>
                  <a:cubicBezTo>
                    <a:pt x="1648" y="552"/>
                    <a:pt x="1747" y="528"/>
                    <a:pt x="1832" y="491"/>
                  </a:cubicBezTo>
                  <a:cubicBezTo>
                    <a:pt x="1741" y="491"/>
                    <a:pt x="1668" y="479"/>
                    <a:pt x="1603" y="479"/>
                  </a:cubicBezTo>
                  <a:cubicBezTo>
                    <a:pt x="1548" y="479"/>
                    <a:pt x="1498" y="487"/>
                    <a:pt x="1445" y="516"/>
                  </a:cubicBezTo>
                  <a:lnTo>
                    <a:pt x="1394" y="478"/>
                  </a:lnTo>
                  <a:cubicBezTo>
                    <a:pt x="1381" y="426"/>
                    <a:pt x="1394" y="375"/>
                    <a:pt x="1432" y="349"/>
                  </a:cubicBezTo>
                  <a:lnTo>
                    <a:pt x="1510" y="336"/>
                  </a:lnTo>
                  <a:cubicBezTo>
                    <a:pt x="1561" y="323"/>
                    <a:pt x="1600" y="297"/>
                    <a:pt x="1664" y="284"/>
                  </a:cubicBezTo>
                  <a:cubicBezTo>
                    <a:pt x="1755" y="271"/>
                    <a:pt x="1755" y="246"/>
                    <a:pt x="1703" y="142"/>
                  </a:cubicBezTo>
                  <a:cubicBezTo>
                    <a:pt x="1677" y="142"/>
                    <a:pt x="1651" y="155"/>
                    <a:pt x="1639" y="181"/>
                  </a:cubicBezTo>
                  <a:cubicBezTo>
                    <a:pt x="1613" y="258"/>
                    <a:pt x="1510" y="246"/>
                    <a:pt x="1471" y="297"/>
                  </a:cubicBezTo>
                  <a:cubicBezTo>
                    <a:pt x="1414" y="297"/>
                    <a:pt x="1377" y="256"/>
                    <a:pt x="1333" y="256"/>
                  </a:cubicBezTo>
                  <a:cubicBezTo>
                    <a:pt x="1327" y="256"/>
                    <a:pt x="1322" y="257"/>
                    <a:pt x="1316" y="258"/>
                  </a:cubicBezTo>
                  <a:lnTo>
                    <a:pt x="1277" y="233"/>
                  </a:lnTo>
                  <a:cubicBezTo>
                    <a:pt x="1213" y="142"/>
                    <a:pt x="1045" y="155"/>
                    <a:pt x="1020" y="13"/>
                  </a:cubicBezTo>
                  <a:cubicBezTo>
                    <a:pt x="1020" y="13"/>
                    <a:pt x="981" y="1"/>
                    <a:pt x="968"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5"/>
            <p:cNvSpPr/>
            <p:nvPr/>
          </p:nvSpPr>
          <p:spPr>
            <a:xfrm rot="10800000">
              <a:off x="575566" y="118306"/>
              <a:ext cx="15736" cy="22092"/>
            </a:xfrm>
            <a:custGeom>
              <a:avLst/>
              <a:gdLst/>
              <a:ahLst/>
              <a:cxnLst/>
              <a:rect l="l" t="t" r="r" b="b"/>
              <a:pathLst>
                <a:path w="104" h="146" extrusionOk="0">
                  <a:moveTo>
                    <a:pt x="65" y="0"/>
                  </a:moveTo>
                  <a:cubicBezTo>
                    <a:pt x="0" y="13"/>
                    <a:pt x="26" y="65"/>
                    <a:pt x="26" y="103"/>
                  </a:cubicBezTo>
                  <a:cubicBezTo>
                    <a:pt x="15" y="124"/>
                    <a:pt x="22" y="145"/>
                    <a:pt x="46" y="145"/>
                  </a:cubicBezTo>
                  <a:cubicBezTo>
                    <a:pt x="51" y="145"/>
                    <a:pt x="57" y="144"/>
                    <a:pt x="65" y="142"/>
                  </a:cubicBezTo>
                  <a:cubicBezTo>
                    <a:pt x="103" y="129"/>
                    <a:pt x="103" y="90"/>
                    <a:pt x="103" y="52"/>
                  </a:cubicBezTo>
                  <a:cubicBezTo>
                    <a:pt x="103" y="13"/>
                    <a:pt x="103" y="0"/>
                    <a:pt x="65"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5"/>
            <p:cNvSpPr/>
            <p:nvPr/>
          </p:nvSpPr>
          <p:spPr>
            <a:xfrm rot="10800000">
              <a:off x="663478" y="88649"/>
              <a:ext cx="11802" cy="10895"/>
            </a:xfrm>
            <a:custGeom>
              <a:avLst/>
              <a:gdLst/>
              <a:ahLst/>
              <a:cxnLst/>
              <a:rect l="l" t="t" r="r" b="b"/>
              <a:pathLst>
                <a:path w="78" h="72" extrusionOk="0">
                  <a:moveTo>
                    <a:pt x="52" y="1"/>
                  </a:moveTo>
                  <a:cubicBezTo>
                    <a:pt x="26" y="1"/>
                    <a:pt x="1" y="14"/>
                    <a:pt x="1" y="52"/>
                  </a:cubicBezTo>
                  <a:cubicBezTo>
                    <a:pt x="13" y="65"/>
                    <a:pt x="26" y="72"/>
                    <a:pt x="38" y="72"/>
                  </a:cubicBezTo>
                  <a:cubicBezTo>
                    <a:pt x="49" y="72"/>
                    <a:pt x="59" y="65"/>
                    <a:pt x="65" y="52"/>
                  </a:cubicBezTo>
                  <a:cubicBezTo>
                    <a:pt x="78" y="27"/>
                    <a:pt x="65" y="14"/>
                    <a:pt x="52"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5"/>
            <p:cNvSpPr/>
            <p:nvPr/>
          </p:nvSpPr>
          <p:spPr>
            <a:xfrm rot="10800000">
              <a:off x="1496602" y="-66445"/>
              <a:ext cx="11802" cy="4539"/>
            </a:xfrm>
            <a:custGeom>
              <a:avLst/>
              <a:gdLst/>
              <a:ahLst/>
              <a:cxnLst/>
              <a:rect l="l" t="t" r="r" b="b"/>
              <a:pathLst>
                <a:path w="78" h="30" extrusionOk="0">
                  <a:moveTo>
                    <a:pt x="30" y="1"/>
                  </a:moveTo>
                  <a:cubicBezTo>
                    <a:pt x="17" y="1"/>
                    <a:pt x="7" y="11"/>
                    <a:pt x="1" y="30"/>
                  </a:cubicBezTo>
                  <a:lnTo>
                    <a:pt x="78" y="30"/>
                  </a:lnTo>
                  <a:cubicBezTo>
                    <a:pt x="59" y="11"/>
                    <a:pt x="43" y="1"/>
                    <a:pt x="30"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5"/>
            <p:cNvSpPr/>
            <p:nvPr/>
          </p:nvSpPr>
          <p:spPr>
            <a:xfrm rot="10800000">
              <a:off x="2060390" y="440600"/>
              <a:ext cx="25572" cy="20276"/>
            </a:xfrm>
            <a:custGeom>
              <a:avLst/>
              <a:gdLst/>
              <a:ahLst/>
              <a:cxnLst/>
              <a:rect l="l" t="t" r="r" b="b"/>
              <a:pathLst>
                <a:path w="169" h="134" extrusionOk="0">
                  <a:moveTo>
                    <a:pt x="41" y="0"/>
                  </a:moveTo>
                  <a:cubicBezTo>
                    <a:pt x="28" y="0"/>
                    <a:pt x="14" y="1"/>
                    <a:pt x="1" y="3"/>
                  </a:cubicBezTo>
                  <a:cubicBezTo>
                    <a:pt x="62" y="40"/>
                    <a:pt x="65" y="133"/>
                    <a:pt x="151" y="133"/>
                  </a:cubicBezTo>
                  <a:cubicBezTo>
                    <a:pt x="157" y="133"/>
                    <a:pt x="162" y="133"/>
                    <a:pt x="168" y="132"/>
                  </a:cubicBezTo>
                  <a:cubicBezTo>
                    <a:pt x="168" y="34"/>
                    <a:pt x="113" y="0"/>
                    <a:pt x="41"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5"/>
            <p:cNvSpPr/>
            <p:nvPr/>
          </p:nvSpPr>
          <p:spPr>
            <a:xfrm rot="10800000">
              <a:off x="1980346" y="483118"/>
              <a:ext cx="9987" cy="12408"/>
            </a:xfrm>
            <a:custGeom>
              <a:avLst/>
              <a:gdLst/>
              <a:ahLst/>
              <a:cxnLst/>
              <a:rect l="l" t="t" r="r" b="b"/>
              <a:pathLst>
                <a:path w="66" h="82" extrusionOk="0">
                  <a:moveTo>
                    <a:pt x="14" y="0"/>
                  </a:moveTo>
                  <a:cubicBezTo>
                    <a:pt x="1" y="13"/>
                    <a:pt x="1" y="39"/>
                    <a:pt x="14" y="52"/>
                  </a:cubicBezTo>
                  <a:cubicBezTo>
                    <a:pt x="14" y="62"/>
                    <a:pt x="22" y="81"/>
                    <a:pt x="32" y="81"/>
                  </a:cubicBezTo>
                  <a:cubicBezTo>
                    <a:pt x="34" y="81"/>
                    <a:pt x="37" y="80"/>
                    <a:pt x="39" y="78"/>
                  </a:cubicBezTo>
                  <a:cubicBezTo>
                    <a:pt x="65" y="78"/>
                    <a:pt x="65" y="52"/>
                    <a:pt x="52" y="39"/>
                  </a:cubicBezTo>
                  <a:cubicBezTo>
                    <a:pt x="52" y="26"/>
                    <a:pt x="39" y="13"/>
                    <a:pt x="14"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5"/>
            <p:cNvSpPr/>
            <p:nvPr/>
          </p:nvSpPr>
          <p:spPr>
            <a:xfrm rot="10800000">
              <a:off x="1252838" y="401561"/>
              <a:ext cx="29203" cy="20125"/>
            </a:xfrm>
            <a:custGeom>
              <a:avLst/>
              <a:gdLst/>
              <a:ahLst/>
              <a:cxnLst/>
              <a:rect l="l" t="t" r="r" b="b"/>
              <a:pathLst>
                <a:path w="193" h="133" extrusionOk="0">
                  <a:moveTo>
                    <a:pt x="167" y="0"/>
                  </a:moveTo>
                  <a:cubicBezTo>
                    <a:pt x="161" y="0"/>
                    <a:pt x="153" y="2"/>
                    <a:pt x="142" y="2"/>
                  </a:cubicBezTo>
                  <a:cubicBezTo>
                    <a:pt x="116" y="2"/>
                    <a:pt x="78" y="54"/>
                    <a:pt x="26" y="67"/>
                  </a:cubicBezTo>
                  <a:cubicBezTo>
                    <a:pt x="0" y="80"/>
                    <a:pt x="26" y="118"/>
                    <a:pt x="39" y="131"/>
                  </a:cubicBezTo>
                  <a:cubicBezTo>
                    <a:pt x="43" y="132"/>
                    <a:pt x="47" y="133"/>
                    <a:pt x="52" y="133"/>
                  </a:cubicBezTo>
                  <a:cubicBezTo>
                    <a:pt x="106" y="133"/>
                    <a:pt x="193" y="64"/>
                    <a:pt x="181" y="28"/>
                  </a:cubicBezTo>
                  <a:cubicBezTo>
                    <a:pt x="181" y="5"/>
                    <a:pt x="176" y="0"/>
                    <a:pt x="167"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5"/>
            <p:cNvSpPr/>
            <p:nvPr/>
          </p:nvSpPr>
          <p:spPr>
            <a:xfrm rot="10800000">
              <a:off x="1295508" y="339372"/>
              <a:ext cx="21638" cy="12256"/>
            </a:xfrm>
            <a:custGeom>
              <a:avLst/>
              <a:gdLst/>
              <a:ahLst/>
              <a:cxnLst/>
              <a:rect l="l" t="t" r="r" b="b"/>
              <a:pathLst>
                <a:path w="143" h="81" extrusionOk="0">
                  <a:moveTo>
                    <a:pt x="84" y="0"/>
                  </a:moveTo>
                  <a:cubicBezTo>
                    <a:pt x="71" y="0"/>
                    <a:pt x="58" y="4"/>
                    <a:pt x="52" y="4"/>
                  </a:cubicBezTo>
                  <a:cubicBezTo>
                    <a:pt x="13" y="16"/>
                    <a:pt x="0" y="55"/>
                    <a:pt x="13" y="81"/>
                  </a:cubicBezTo>
                  <a:lnTo>
                    <a:pt x="65" y="81"/>
                  </a:lnTo>
                  <a:cubicBezTo>
                    <a:pt x="103" y="68"/>
                    <a:pt x="142" y="55"/>
                    <a:pt x="116" y="16"/>
                  </a:cubicBezTo>
                  <a:cubicBezTo>
                    <a:pt x="110" y="4"/>
                    <a:pt x="97" y="0"/>
                    <a:pt x="84"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5"/>
            <p:cNvSpPr/>
            <p:nvPr/>
          </p:nvSpPr>
          <p:spPr>
            <a:xfrm rot="10800000">
              <a:off x="1098500" y="323636"/>
              <a:ext cx="151" cy="151"/>
            </a:xfrm>
            <a:custGeom>
              <a:avLst/>
              <a:gdLst/>
              <a:ahLst/>
              <a:cxnLst/>
              <a:rect l="l" t="t" r="r" b="b"/>
              <a:pathLst>
                <a:path w="1" h="1" extrusionOk="0">
                  <a:moveTo>
                    <a:pt x="0" y="0"/>
                  </a:move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5"/>
            <p:cNvSpPr/>
            <p:nvPr/>
          </p:nvSpPr>
          <p:spPr>
            <a:xfrm rot="10800000">
              <a:off x="1098500" y="323636"/>
              <a:ext cx="19671" cy="21638"/>
            </a:xfrm>
            <a:custGeom>
              <a:avLst/>
              <a:gdLst/>
              <a:ahLst/>
              <a:cxnLst/>
              <a:rect l="l" t="t" r="r" b="b"/>
              <a:pathLst>
                <a:path w="130" h="143" extrusionOk="0">
                  <a:moveTo>
                    <a:pt x="91" y="0"/>
                  </a:moveTo>
                  <a:cubicBezTo>
                    <a:pt x="26" y="0"/>
                    <a:pt x="1" y="26"/>
                    <a:pt x="26" y="90"/>
                  </a:cubicBezTo>
                  <a:cubicBezTo>
                    <a:pt x="52" y="116"/>
                    <a:pt x="91" y="142"/>
                    <a:pt x="129" y="142"/>
                  </a:cubicBezTo>
                  <a:lnTo>
                    <a:pt x="91" y="0"/>
                  </a:ln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5"/>
            <p:cNvSpPr/>
            <p:nvPr/>
          </p:nvSpPr>
          <p:spPr>
            <a:xfrm rot="10800000">
              <a:off x="1285824" y="50518"/>
              <a:ext cx="15736" cy="18158"/>
            </a:xfrm>
            <a:custGeom>
              <a:avLst/>
              <a:gdLst/>
              <a:ahLst/>
              <a:cxnLst/>
              <a:rect l="l" t="t" r="r" b="b"/>
              <a:pathLst>
                <a:path w="104" h="120" extrusionOk="0">
                  <a:moveTo>
                    <a:pt x="70" y="1"/>
                  </a:moveTo>
                  <a:cubicBezTo>
                    <a:pt x="65" y="1"/>
                    <a:pt x="59" y="1"/>
                    <a:pt x="52" y="3"/>
                  </a:cubicBezTo>
                  <a:cubicBezTo>
                    <a:pt x="0" y="3"/>
                    <a:pt x="13" y="29"/>
                    <a:pt x="13" y="55"/>
                  </a:cubicBezTo>
                  <a:cubicBezTo>
                    <a:pt x="13" y="81"/>
                    <a:pt x="26" y="106"/>
                    <a:pt x="65" y="119"/>
                  </a:cubicBezTo>
                  <a:cubicBezTo>
                    <a:pt x="91" y="119"/>
                    <a:pt x="104" y="93"/>
                    <a:pt x="104" y="55"/>
                  </a:cubicBezTo>
                  <a:cubicBezTo>
                    <a:pt x="104" y="33"/>
                    <a:pt x="104" y="1"/>
                    <a:pt x="70"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5"/>
            <p:cNvSpPr/>
            <p:nvPr/>
          </p:nvSpPr>
          <p:spPr>
            <a:xfrm rot="10800000">
              <a:off x="1315027" y="19348"/>
              <a:ext cx="19671" cy="12105"/>
            </a:xfrm>
            <a:custGeom>
              <a:avLst/>
              <a:gdLst/>
              <a:ahLst/>
              <a:cxnLst/>
              <a:rect l="l" t="t" r="r" b="b"/>
              <a:pathLst>
                <a:path w="130" h="80" extrusionOk="0">
                  <a:moveTo>
                    <a:pt x="74" y="0"/>
                  </a:moveTo>
                  <a:cubicBezTo>
                    <a:pt x="62" y="0"/>
                    <a:pt x="49" y="2"/>
                    <a:pt x="39" y="2"/>
                  </a:cubicBezTo>
                  <a:cubicBezTo>
                    <a:pt x="26" y="2"/>
                    <a:pt x="0" y="2"/>
                    <a:pt x="13" y="54"/>
                  </a:cubicBezTo>
                  <a:cubicBezTo>
                    <a:pt x="26" y="67"/>
                    <a:pt x="52" y="80"/>
                    <a:pt x="78" y="80"/>
                  </a:cubicBezTo>
                  <a:cubicBezTo>
                    <a:pt x="103" y="80"/>
                    <a:pt x="129" y="54"/>
                    <a:pt x="116" y="28"/>
                  </a:cubicBezTo>
                  <a:cubicBezTo>
                    <a:pt x="109" y="5"/>
                    <a:pt x="92" y="0"/>
                    <a:pt x="74"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5"/>
            <p:cNvSpPr/>
            <p:nvPr/>
          </p:nvSpPr>
          <p:spPr>
            <a:xfrm rot="10800000">
              <a:off x="983352" y="98182"/>
              <a:ext cx="25572" cy="13013"/>
            </a:xfrm>
            <a:custGeom>
              <a:avLst/>
              <a:gdLst/>
              <a:ahLst/>
              <a:cxnLst/>
              <a:rect l="l" t="t" r="r" b="b"/>
              <a:pathLst>
                <a:path w="169" h="86" extrusionOk="0">
                  <a:moveTo>
                    <a:pt x="104" y="1"/>
                  </a:moveTo>
                  <a:lnTo>
                    <a:pt x="1" y="13"/>
                  </a:lnTo>
                  <a:cubicBezTo>
                    <a:pt x="1" y="78"/>
                    <a:pt x="52" y="65"/>
                    <a:pt x="91" y="78"/>
                  </a:cubicBezTo>
                  <a:cubicBezTo>
                    <a:pt x="100" y="83"/>
                    <a:pt x="111" y="86"/>
                    <a:pt x="122" y="86"/>
                  </a:cubicBezTo>
                  <a:cubicBezTo>
                    <a:pt x="140" y="86"/>
                    <a:pt x="155" y="77"/>
                    <a:pt x="155" y="52"/>
                  </a:cubicBezTo>
                  <a:cubicBezTo>
                    <a:pt x="168" y="13"/>
                    <a:pt x="130" y="1"/>
                    <a:pt x="104"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5"/>
            <p:cNvSpPr/>
            <p:nvPr/>
          </p:nvSpPr>
          <p:spPr>
            <a:xfrm rot="10800000">
              <a:off x="2468175" y="487657"/>
              <a:ext cx="128918" cy="120445"/>
            </a:xfrm>
            <a:custGeom>
              <a:avLst/>
              <a:gdLst/>
              <a:ahLst/>
              <a:cxnLst/>
              <a:rect l="l" t="t" r="r" b="b"/>
              <a:pathLst>
                <a:path w="852" h="796" extrusionOk="0">
                  <a:moveTo>
                    <a:pt x="367" y="0"/>
                  </a:moveTo>
                  <a:cubicBezTo>
                    <a:pt x="286" y="0"/>
                    <a:pt x="219" y="32"/>
                    <a:pt x="168" y="125"/>
                  </a:cubicBezTo>
                  <a:cubicBezTo>
                    <a:pt x="155" y="138"/>
                    <a:pt x="129" y="151"/>
                    <a:pt x="116" y="151"/>
                  </a:cubicBezTo>
                  <a:cubicBezTo>
                    <a:pt x="13" y="203"/>
                    <a:pt x="13" y="293"/>
                    <a:pt x="39" y="383"/>
                  </a:cubicBezTo>
                  <a:lnTo>
                    <a:pt x="39" y="435"/>
                  </a:lnTo>
                  <a:cubicBezTo>
                    <a:pt x="78" y="538"/>
                    <a:pt x="0" y="693"/>
                    <a:pt x="194" y="706"/>
                  </a:cubicBezTo>
                  <a:cubicBezTo>
                    <a:pt x="233" y="706"/>
                    <a:pt x="220" y="770"/>
                    <a:pt x="220" y="796"/>
                  </a:cubicBezTo>
                  <a:lnTo>
                    <a:pt x="271" y="796"/>
                  </a:lnTo>
                  <a:cubicBezTo>
                    <a:pt x="284" y="770"/>
                    <a:pt x="310" y="757"/>
                    <a:pt x="336" y="757"/>
                  </a:cubicBezTo>
                  <a:cubicBezTo>
                    <a:pt x="360" y="741"/>
                    <a:pt x="388" y="730"/>
                    <a:pt x="416" y="730"/>
                  </a:cubicBezTo>
                  <a:cubicBezTo>
                    <a:pt x="433" y="730"/>
                    <a:pt x="450" y="734"/>
                    <a:pt x="465" y="744"/>
                  </a:cubicBezTo>
                  <a:cubicBezTo>
                    <a:pt x="516" y="719"/>
                    <a:pt x="568" y="693"/>
                    <a:pt x="606" y="667"/>
                  </a:cubicBezTo>
                  <a:cubicBezTo>
                    <a:pt x="684" y="628"/>
                    <a:pt x="723" y="551"/>
                    <a:pt x="723" y="474"/>
                  </a:cubicBezTo>
                  <a:cubicBezTo>
                    <a:pt x="723" y="409"/>
                    <a:pt x="710" y="319"/>
                    <a:pt x="826" y="319"/>
                  </a:cubicBezTo>
                  <a:cubicBezTo>
                    <a:pt x="826" y="306"/>
                    <a:pt x="839" y="306"/>
                    <a:pt x="851" y="306"/>
                  </a:cubicBezTo>
                  <a:cubicBezTo>
                    <a:pt x="851" y="293"/>
                    <a:pt x="851" y="280"/>
                    <a:pt x="851" y="267"/>
                  </a:cubicBezTo>
                  <a:lnTo>
                    <a:pt x="813" y="241"/>
                  </a:lnTo>
                  <a:cubicBezTo>
                    <a:pt x="806" y="243"/>
                    <a:pt x="799" y="244"/>
                    <a:pt x="793" y="244"/>
                  </a:cubicBezTo>
                  <a:cubicBezTo>
                    <a:pt x="757" y="244"/>
                    <a:pt x="743" y="214"/>
                    <a:pt x="710" y="203"/>
                  </a:cubicBezTo>
                  <a:cubicBezTo>
                    <a:pt x="710" y="190"/>
                    <a:pt x="710" y="177"/>
                    <a:pt x="697" y="177"/>
                  </a:cubicBezTo>
                  <a:cubicBezTo>
                    <a:pt x="697" y="112"/>
                    <a:pt x="658" y="100"/>
                    <a:pt x="606" y="100"/>
                  </a:cubicBezTo>
                  <a:cubicBezTo>
                    <a:pt x="594" y="74"/>
                    <a:pt x="581" y="48"/>
                    <a:pt x="568" y="22"/>
                  </a:cubicBezTo>
                  <a:lnTo>
                    <a:pt x="503" y="22"/>
                  </a:lnTo>
                  <a:cubicBezTo>
                    <a:pt x="455" y="9"/>
                    <a:pt x="409" y="0"/>
                    <a:pt x="367"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5"/>
            <p:cNvSpPr/>
            <p:nvPr/>
          </p:nvSpPr>
          <p:spPr>
            <a:xfrm rot="10800000">
              <a:off x="1494635" y="409581"/>
              <a:ext cx="17704" cy="10592"/>
            </a:xfrm>
            <a:custGeom>
              <a:avLst/>
              <a:gdLst/>
              <a:ahLst/>
              <a:cxnLst/>
              <a:rect l="l" t="t" r="r" b="b"/>
              <a:pathLst>
                <a:path w="117" h="70" extrusionOk="0">
                  <a:moveTo>
                    <a:pt x="58" y="0"/>
                  </a:moveTo>
                  <a:cubicBezTo>
                    <a:pt x="39" y="0"/>
                    <a:pt x="23" y="12"/>
                    <a:pt x="14" y="31"/>
                  </a:cubicBezTo>
                  <a:cubicBezTo>
                    <a:pt x="1" y="57"/>
                    <a:pt x="14" y="70"/>
                    <a:pt x="27" y="70"/>
                  </a:cubicBezTo>
                  <a:cubicBezTo>
                    <a:pt x="52" y="57"/>
                    <a:pt x="78" y="44"/>
                    <a:pt x="91" y="31"/>
                  </a:cubicBezTo>
                  <a:cubicBezTo>
                    <a:pt x="117" y="5"/>
                    <a:pt x="91" y="5"/>
                    <a:pt x="78" y="5"/>
                  </a:cubicBezTo>
                  <a:cubicBezTo>
                    <a:pt x="71" y="2"/>
                    <a:pt x="64" y="0"/>
                    <a:pt x="58" y="0"/>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5"/>
            <p:cNvSpPr/>
            <p:nvPr/>
          </p:nvSpPr>
          <p:spPr>
            <a:xfrm rot="10800000">
              <a:off x="1664255" y="429100"/>
              <a:ext cx="11954" cy="12408"/>
            </a:xfrm>
            <a:custGeom>
              <a:avLst/>
              <a:gdLst/>
              <a:ahLst/>
              <a:cxnLst/>
              <a:rect l="l" t="t" r="r" b="b"/>
              <a:pathLst>
                <a:path w="79" h="82" extrusionOk="0">
                  <a:moveTo>
                    <a:pt x="60" y="1"/>
                  </a:moveTo>
                  <a:cubicBezTo>
                    <a:pt x="57" y="1"/>
                    <a:pt x="55" y="2"/>
                    <a:pt x="52" y="4"/>
                  </a:cubicBezTo>
                  <a:cubicBezTo>
                    <a:pt x="26" y="4"/>
                    <a:pt x="1" y="30"/>
                    <a:pt x="14" y="56"/>
                  </a:cubicBezTo>
                  <a:cubicBezTo>
                    <a:pt x="14" y="69"/>
                    <a:pt x="26" y="82"/>
                    <a:pt x="39" y="82"/>
                  </a:cubicBezTo>
                  <a:cubicBezTo>
                    <a:pt x="65" y="82"/>
                    <a:pt x="78" y="56"/>
                    <a:pt x="78" y="30"/>
                  </a:cubicBezTo>
                  <a:cubicBezTo>
                    <a:pt x="78" y="20"/>
                    <a:pt x="70" y="1"/>
                    <a:pt x="60"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42" name="Google Shape;642;p5"/>
          <p:cNvPicPr preferRelativeResize="0"/>
          <p:nvPr/>
        </p:nvPicPr>
        <p:blipFill>
          <a:blip r:embed="rId4">
            <a:alphaModFix/>
          </a:blip>
          <a:stretch>
            <a:fillRect/>
          </a:stretch>
        </p:blipFill>
        <p:spPr>
          <a:xfrm>
            <a:off x="91925" y="186625"/>
            <a:ext cx="820351" cy="61525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blipFill>
          <a:blip r:embed="rId2">
            <a:alphaModFix/>
          </a:blip>
          <a:stretch>
            <a:fillRect/>
          </a:stretch>
        </a:blipFill>
        <a:effectLst/>
      </p:bgPr>
    </p:bg>
    <p:spTree>
      <p:nvGrpSpPr>
        <p:cNvPr id="1" name="Shape 1083"/>
        <p:cNvGrpSpPr/>
        <p:nvPr/>
      </p:nvGrpSpPr>
      <p:grpSpPr>
        <a:xfrm>
          <a:off x="0" y="0"/>
          <a:ext cx="0" cy="0"/>
          <a:chOff x="0" y="0"/>
          <a:chExt cx="0" cy="0"/>
        </a:xfrm>
      </p:grpSpPr>
      <p:pic>
        <p:nvPicPr>
          <p:cNvPr id="1084" name="Google Shape;1084;p9"/>
          <p:cNvPicPr preferRelativeResize="0"/>
          <p:nvPr/>
        </p:nvPicPr>
        <p:blipFill rotWithShape="1">
          <a:blip r:embed="rId3">
            <a:alphaModFix/>
          </a:blip>
          <a:srcRect t="7798" b="7806"/>
          <a:stretch/>
        </p:blipFill>
        <p:spPr>
          <a:xfrm>
            <a:off x="0" y="0"/>
            <a:ext cx="9144003" cy="5143501"/>
          </a:xfrm>
          <a:prstGeom prst="rect">
            <a:avLst/>
          </a:prstGeom>
          <a:noFill/>
          <a:ln>
            <a:noFill/>
          </a:ln>
        </p:spPr>
      </p:pic>
      <p:pic>
        <p:nvPicPr>
          <p:cNvPr id="1085" name="Google Shape;1085;p9"/>
          <p:cNvPicPr preferRelativeResize="0"/>
          <p:nvPr/>
        </p:nvPicPr>
        <p:blipFill>
          <a:blip r:embed="rId4">
            <a:alphaModFix/>
          </a:blip>
          <a:stretch>
            <a:fillRect/>
          </a:stretch>
        </p:blipFill>
        <p:spPr>
          <a:xfrm>
            <a:off x="1142725" y="-129125"/>
            <a:ext cx="6858000" cy="5143500"/>
          </a:xfrm>
          <a:prstGeom prst="rect">
            <a:avLst/>
          </a:prstGeom>
          <a:noFill/>
          <a:ln>
            <a:noFill/>
          </a:ln>
        </p:spPr>
      </p:pic>
      <p:sp>
        <p:nvSpPr>
          <p:cNvPr id="1086" name="Google Shape;1086;p9"/>
          <p:cNvSpPr txBox="1">
            <a:spLocks noGrp="1"/>
          </p:cNvSpPr>
          <p:nvPr>
            <p:ph type="title"/>
          </p:nvPr>
        </p:nvSpPr>
        <p:spPr>
          <a:xfrm>
            <a:off x="1529888" y="1774650"/>
            <a:ext cx="6084000" cy="845100"/>
          </a:xfrm>
          <a:prstGeom prst="rect">
            <a:avLst/>
          </a:prstGeom>
        </p:spPr>
        <p:txBody>
          <a:bodyPr spcFirstLastPara="1" wrap="square" lIns="91425" tIns="91425" rIns="91425" bIns="91425" anchor="ctr" anchorCtr="0">
            <a:noAutofit/>
          </a:bodyPr>
          <a:lstStyle>
            <a:lvl1pPr lvl="0" algn="ctr">
              <a:spcBef>
                <a:spcPts val="0"/>
              </a:spcBef>
              <a:spcAft>
                <a:spcPts val="0"/>
              </a:spcAft>
              <a:buSzPts val="4200"/>
              <a:buNone/>
              <a:defRPr sz="5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087" name="Google Shape;1087;p9"/>
          <p:cNvSpPr txBox="1">
            <a:spLocks noGrp="1"/>
          </p:cNvSpPr>
          <p:nvPr>
            <p:ph type="subTitle" idx="1"/>
          </p:nvPr>
        </p:nvSpPr>
        <p:spPr>
          <a:xfrm>
            <a:off x="1894663" y="2635863"/>
            <a:ext cx="5354100" cy="7491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100"/>
              <a:buNone/>
              <a:defRPr sz="18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grpSp>
        <p:nvGrpSpPr>
          <p:cNvPr id="1088" name="Google Shape;1088;p9"/>
          <p:cNvGrpSpPr/>
          <p:nvPr/>
        </p:nvGrpSpPr>
        <p:grpSpPr>
          <a:xfrm>
            <a:off x="714208" y="355816"/>
            <a:ext cx="7715881" cy="314092"/>
            <a:chOff x="714181" y="414418"/>
            <a:chExt cx="7556440" cy="307601"/>
          </a:xfrm>
        </p:grpSpPr>
        <p:grpSp>
          <p:nvGrpSpPr>
            <p:cNvPr id="1089" name="Google Shape;1089;p9"/>
            <p:cNvGrpSpPr/>
            <p:nvPr/>
          </p:nvGrpSpPr>
          <p:grpSpPr>
            <a:xfrm>
              <a:off x="882905" y="536157"/>
              <a:ext cx="7163972" cy="64150"/>
              <a:chOff x="1299890" y="844622"/>
              <a:chExt cx="6544233" cy="64143"/>
            </a:xfrm>
          </p:grpSpPr>
          <p:grpSp>
            <p:nvGrpSpPr>
              <p:cNvPr id="1090" name="Google Shape;1090;p9"/>
              <p:cNvGrpSpPr/>
              <p:nvPr/>
            </p:nvGrpSpPr>
            <p:grpSpPr>
              <a:xfrm>
                <a:off x="4528885" y="844622"/>
                <a:ext cx="3315238" cy="64143"/>
                <a:chOff x="896765" y="648922"/>
                <a:chExt cx="3315238" cy="64143"/>
              </a:xfrm>
            </p:grpSpPr>
            <p:sp>
              <p:nvSpPr>
                <p:cNvPr id="1091" name="Google Shape;1091;p9"/>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9"/>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9"/>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9"/>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9"/>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9"/>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9"/>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9"/>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9"/>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9"/>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9"/>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9"/>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9"/>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9"/>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9"/>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9"/>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9"/>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9"/>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9"/>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9"/>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9"/>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9"/>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9"/>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9"/>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9"/>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9"/>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9"/>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9"/>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9"/>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9"/>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9"/>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9"/>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9"/>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4" name="Google Shape;1124;p9"/>
              <p:cNvGrpSpPr/>
              <p:nvPr/>
            </p:nvGrpSpPr>
            <p:grpSpPr>
              <a:xfrm>
                <a:off x="1299890" y="844622"/>
                <a:ext cx="3315238" cy="64143"/>
                <a:chOff x="896765" y="648922"/>
                <a:chExt cx="3315238" cy="64143"/>
              </a:xfrm>
            </p:grpSpPr>
            <p:sp>
              <p:nvSpPr>
                <p:cNvPr id="1125" name="Google Shape;1125;p9"/>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9"/>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9"/>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9"/>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9"/>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9"/>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9"/>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9"/>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9"/>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9"/>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9"/>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9"/>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9"/>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9"/>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9"/>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9"/>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9"/>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9"/>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9"/>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9"/>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9"/>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9"/>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9"/>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9"/>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9"/>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9"/>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9"/>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9"/>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9"/>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9"/>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9"/>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9"/>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9"/>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58" name="Google Shape;1158;p9"/>
            <p:cNvGrpSpPr/>
            <p:nvPr/>
          </p:nvGrpSpPr>
          <p:grpSpPr>
            <a:xfrm>
              <a:off x="714181" y="414418"/>
              <a:ext cx="310295" cy="307601"/>
              <a:chOff x="1969331" y="802493"/>
              <a:chExt cx="310295" cy="307601"/>
            </a:xfrm>
          </p:grpSpPr>
          <p:sp>
            <p:nvSpPr>
              <p:cNvPr id="1159" name="Google Shape;1159;p9"/>
              <p:cNvSpPr/>
              <p:nvPr/>
            </p:nvSpPr>
            <p:spPr>
              <a:xfrm rot="10800000">
                <a:off x="2159912" y="1003137"/>
                <a:ext cx="201" cy="201"/>
              </a:xfrm>
              <a:custGeom>
                <a:avLst/>
                <a:gdLst/>
                <a:ahLst/>
                <a:cxnLst/>
                <a:rect l="l" t="t" r="r" b="b"/>
                <a:pathLst>
                  <a:path w="1" h="1" extrusionOk="0">
                    <a:moveTo>
                      <a:pt x="1" y="0"/>
                    </a:move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0" name="Google Shape;1160;p9"/>
              <p:cNvGrpSpPr/>
              <p:nvPr/>
            </p:nvGrpSpPr>
            <p:grpSpPr>
              <a:xfrm>
                <a:off x="1969331" y="802493"/>
                <a:ext cx="310295" cy="307601"/>
                <a:chOff x="4037750" y="3523325"/>
                <a:chExt cx="108975" cy="108025"/>
              </a:xfrm>
            </p:grpSpPr>
            <p:sp>
              <p:nvSpPr>
                <p:cNvPr id="1161" name="Google Shape;1161;p9"/>
                <p:cNvSpPr/>
                <p:nvPr/>
              </p:nvSpPr>
              <p:spPr>
                <a:xfrm>
                  <a:off x="4037750" y="3570375"/>
                  <a:ext cx="59975" cy="60975"/>
                </a:xfrm>
                <a:custGeom>
                  <a:avLst/>
                  <a:gdLst/>
                  <a:ahLst/>
                  <a:cxnLst/>
                  <a:rect l="l" t="t" r="r" b="b"/>
                  <a:pathLst>
                    <a:path w="2399" h="2439" extrusionOk="0">
                      <a:moveTo>
                        <a:pt x="13" y="2426"/>
                      </a:moveTo>
                      <a:lnTo>
                        <a:pt x="0" y="2438"/>
                      </a:lnTo>
                      <a:lnTo>
                        <a:pt x="64" y="2438"/>
                      </a:lnTo>
                      <a:lnTo>
                        <a:pt x="13" y="2426"/>
                      </a:lnTo>
                      <a:close/>
                      <a:moveTo>
                        <a:pt x="1558" y="1"/>
                      </a:moveTo>
                      <a:cubicBezTo>
                        <a:pt x="1429" y="1"/>
                        <a:pt x="1299" y="24"/>
                        <a:pt x="1173" y="66"/>
                      </a:cubicBezTo>
                      <a:cubicBezTo>
                        <a:pt x="954" y="156"/>
                        <a:pt x="774" y="298"/>
                        <a:pt x="632" y="478"/>
                      </a:cubicBezTo>
                      <a:cubicBezTo>
                        <a:pt x="503" y="646"/>
                        <a:pt x="413" y="840"/>
                        <a:pt x="361" y="1046"/>
                      </a:cubicBezTo>
                      <a:cubicBezTo>
                        <a:pt x="348" y="1149"/>
                        <a:pt x="335" y="1239"/>
                        <a:pt x="335" y="1342"/>
                      </a:cubicBezTo>
                      <a:lnTo>
                        <a:pt x="335" y="1407"/>
                      </a:lnTo>
                      <a:lnTo>
                        <a:pt x="335" y="1446"/>
                      </a:lnTo>
                      <a:lnTo>
                        <a:pt x="335" y="1471"/>
                      </a:lnTo>
                      <a:cubicBezTo>
                        <a:pt x="348" y="1510"/>
                        <a:pt x="348" y="1562"/>
                        <a:pt x="348" y="1600"/>
                      </a:cubicBezTo>
                      <a:cubicBezTo>
                        <a:pt x="361" y="1742"/>
                        <a:pt x="361" y="1897"/>
                        <a:pt x="361" y="2039"/>
                      </a:cubicBezTo>
                      <a:cubicBezTo>
                        <a:pt x="361" y="2155"/>
                        <a:pt x="322" y="2258"/>
                        <a:pt x="271" y="2361"/>
                      </a:cubicBezTo>
                      <a:cubicBezTo>
                        <a:pt x="219" y="2413"/>
                        <a:pt x="155" y="2438"/>
                        <a:pt x="77" y="2438"/>
                      </a:cubicBezTo>
                      <a:lnTo>
                        <a:pt x="168" y="2438"/>
                      </a:lnTo>
                      <a:cubicBezTo>
                        <a:pt x="206" y="2426"/>
                        <a:pt x="258" y="2400"/>
                        <a:pt x="284" y="2374"/>
                      </a:cubicBezTo>
                      <a:cubicBezTo>
                        <a:pt x="361" y="2284"/>
                        <a:pt x="413" y="2168"/>
                        <a:pt x="426" y="2039"/>
                      </a:cubicBezTo>
                      <a:cubicBezTo>
                        <a:pt x="451" y="1884"/>
                        <a:pt x="451" y="1729"/>
                        <a:pt x="451" y="1587"/>
                      </a:cubicBezTo>
                      <a:lnTo>
                        <a:pt x="451" y="1394"/>
                      </a:lnTo>
                      <a:lnTo>
                        <a:pt x="451" y="1330"/>
                      </a:lnTo>
                      <a:cubicBezTo>
                        <a:pt x="464" y="1239"/>
                        <a:pt x="477" y="1149"/>
                        <a:pt x="490" y="1072"/>
                      </a:cubicBezTo>
                      <a:cubicBezTo>
                        <a:pt x="542" y="891"/>
                        <a:pt x="619" y="723"/>
                        <a:pt x="748" y="582"/>
                      </a:cubicBezTo>
                      <a:cubicBezTo>
                        <a:pt x="877" y="427"/>
                        <a:pt x="1044" y="311"/>
                        <a:pt x="1225" y="246"/>
                      </a:cubicBezTo>
                      <a:cubicBezTo>
                        <a:pt x="1322" y="208"/>
                        <a:pt x="1422" y="188"/>
                        <a:pt x="1520" y="188"/>
                      </a:cubicBezTo>
                      <a:cubicBezTo>
                        <a:pt x="1618" y="188"/>
                        <a:pt x="1715" y="208"/>
                        <a:pt x="1805" y="246"/>
                      </a:cubicBezTo>
                      <a:cubicBezTo>
                        <a:pt x="1896" y="272"/>
                        <a:pt x="1973" y="337"/>
                        <a:pt x="2037" y="401"/>
                      </a:cubicBezTo>
                      <a:cubicBezTo>
                        <a:pt x="2102" y="478"/>
                        <a:pt x="2141" y="556"/>
                        <a:pt x="2166" y="646"/>
                      </a:cubicBezTo>
                      <a:cubicBezTo>
                        <a:pt x="2218" y="827"/>
                        <a:pt x="2179" y="1020"/>
                        <a:pt x="2076" y="1175"/>
                      </a:cubicBezTo>
                      <a:cubicBezTo>
                        <a:pt x="2050" y="1201"/>
                        <a:pt x="2012" y="1239"/>
                        <a:pt x="1986" y="1265"/>
                      </a:cubicBezTo>
                      <a:lnTo>
                        <a:pt x="1973" y="1278"/>
                      </a:lnTo>
                      <a:lnTo>
                        <a:pt x="1934" y="1291"/>
                      </a:lnTo>
                      <a:cubicBezTo>
                        <a:pt x="1921" y="1304"/>
                        <a:pt x="1908" y="1317"/>
                        <a:pt x="1883" y="1317"/>
                      </a:cubicBezTo>
                      <a:cubicBezTo>
                        <a:pt x="1825" y="1346"/>
                        <a:pt x="1767" y="1360"/>
                        <a:pt x="1709" y="1360"/>
                      </a:cubicBezTo>
                      <a:cubicBezTo>
                        <a:pt x="1689" y="1360"/>
                        <a:pt x="1670" y="1359"/>
                        <a:pt x="1651" y="1355"/>
                      </a:cubicBezTo>
                      <a:cubicBezTo>
                        <a:pt x="1496" y="1317"/>
                        <a:pt x="1354" y="1213"/>
                        <a:pt x="1289" y="1072"/>
                      </a:cubicBezTo>
                      <a:cubicBezTo>
                        <a:pt x="1225" y="956"/>
                        <a:pt x="1251" y="801"/>
                        <a:pt x="1341" y="711"/>
                      </a:cubicBezTo>
                      <a:cubicBezTo>
                        <a:pt x="1354" y="698"/>
                        <a:pt x="1367" y="685"/>
                        <a:pt x="1380" y="672"/>
                      </a:cubicBezTo>
                      <a:lnTo>
                        <a:pt x="1393" y="659"/>
                      </a:lnTo>
                      <a:cubicBezTo>
                        <a:pt x="1406" y="659"/>
                        <a:pt x="1406" y="646"/>
                        <a:pt x="1406" y="646"/>
                      </a:cubicBezTo>
                      <a:cubicBezTo>
                        <a:pt x="1431" y="633"/>
                        <a:pt x="1457" y="620"/>
                        <a:pt x="1483" y="607"/>
                      </a:cubicBezTo>
                      <a:cubicBezTo>
                        <a:pt x="1498" y="604"/>
                        <a:pt x="1512" y="602"/>
                        <a:pt x="1526" y="602"/>
                      </a:cubicBezTo>
                      <a:cubicBezTo>
                        <a:pt x="1558" y="602"/>
                        <a:pt x="1588" y="611"/>
                        <a:pt x="1625" y="620"/>
                      </a:cubicBezTo>
                      <a:cubicBezTo>
                        <a:pt x="1663" y="646"/>
                        <a:pt x="1689" y="672"/>
                        <a:pt x="1702" y="711"/>
                      </a:cubicBezTo>
                      <a:cubicBezTo>
                        <a:pt x="1715" y="736"/>
                        <a:pt x="1728" y="762"/>
                        <a:pt x="1715" y="788"/>
                      </a:cubicBezTo>
                      <a:cubicBezTo>
                        <a:pt x="1715" y="814"/>
                        <a:pt x="1715" y="827"/>
                        <a:pt x="1702" y="852"/>
                      </a:cubicBezTo>
                      <a:cubicBezTo>
                        <a:pt x="1741" y="801"/>
                        <a:pt x="1754" y="749"/>
                        <a:pt x="1728" y="685"/>
                      </a:cubicBezTo>
                      <a:cubicBezTo>
                        <a:pt x="1715" y="646"/>
                        <a:pt x="1676" y="607"/>
                        <a:pt x="1638" y="582"/>
                      </a:cubicBezTo>
                      <a:cubicBezTo>
                        <a:pt x="1600" y="563"/>
                        <a:pt x="1562" y="551"/>
                        <a:pt x="1519" y="551"/>
                      </a:cubicBezTo>
                      <a:cubicBezTo>
                        <a:pt x="1504" y="551"/>
                        <a:pt x="1487" y="552"/>
                        <a:pt x="1470" y="556"/>
                      </a:cubicBezTo>
                      <a:cubicBezTo>
                        <a:pt x="1431" y="556"/>
                        <a:pt x="1406" y="569"/>
                        <a:pt x="1380" y="582"/>
                      </a:cubicBezTo>
                      <a:lnTo>
                        <a:pt x="1354" y="595"/>
                      </a:lnTo>
                      <a:lnTo>
                        <a:pt x="1328" y="607"/>
                      </a:lnTo>
                      <a:cubicBezTo>
                        <a:pt x="1315" y="620"/>
                        <a:pt x="1302" y="633"/>
                        <a:pt x="1289" y="646"/>
                      </a:cubicBezTo>
                      <a:cubicBezTo>
                        <a:pt x="1238" y="698"/>
                        <a:pt x="1186" y="775"/>
                        <a:pt x="1161" y="852"/>
                      </a:cubicBezTo>
                      <a:cubicBezTo>
                        <a:pt x="1148" y="930"/>
                        <a:pt x="1148" y="1033"/>
                        <a:pt x="1173" y="1110"/>
                      </a:cubicBezTo>
                      <a:cubicBezTo>
                        <a:pt x="1251" y="1304"/>
                        <a:pt x="1418" y="1446"/>
                        <a:pt x="1612" y="1497"/>
                      </a:cubicBezTo>
                      <a:cubicBezTo>
                        <a:pt x="1653" y="1506"/>
                        <a:pt x="1694" y="1511"/>
                        <a:pt x="1735" y="1511"/>
                      </a:cubicBezTo>
                      <a:cubicBezTo>
                        <a:pt x="1808" y="1511"/>
                        <a:pt x="1880" y="1496"/>
                        <a:pt x="1947" y="1471"/>
                      </a:cubicBezTo>
                      <a:cubicBezTo>
                        <a:pt x="1973" y="1458"/>
                        <a:pt x="2012" y="1446"/>
                        <a:pt x="2037" y="1433"/>
                      </a:cubicBezTo>
                      <a:lnTo>
                        <a:pt x="2063" y="1420"/>
                      </a:lnTo>
                      <a:lnTo>
                        <a:pt x="2076" y="1420"/>
                      </a:lnTo>
                      <a:lnTo>
                        <a:pt x="2089" y="1407"/>
                      </a:lnTo>
                      <a:cubicBezTo>
                        <a:pt x="2141" y="1368"/>
                        <a:pt x="2179" y="1330"/>
                        <a:pt x="2218" y="1278"/>
                      </a:cubicBezTo>
                      <a:cubicBezTo>
                        <a:pt x="2295" y="1188"/>
                        <a:pt x="2347" y="1072"/>
                        <a:pt x="2373" y="956"/>
                      </a:cubicBezTo>
                      <a:cubicBezTo>
                        <a:pt x="2398" y="840"/>
                        <a:pt x="2398" y="711"/>
                        <a:pt x="2360" y="595"/>
                      </a:cubicBezTo>
                      <a:cubicBezTo>
                        <a:pt x="2308" y="350"/>
                        <a:pt x="2128" y="143"/>
                        <a:pt x="1883" y="53"/>
                      </a:cubicBezTo>
                      <a:cubicBezTo>
                        <a:pt x="1776" y="17"/>
                        <a:pt x="1667" y="1"/>
                        <a:pt x="15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9"/>
                <p:cNvSpPr/>
                <p:nvPr/>
              </p:nvSpPr>
              <p:spPr>
                <a:xfrm>
                  <a:off x="4046775" y="3579750"/>
                  <a:ext cx="15800" cy="39350"/>
                </a:xfrm>
                <a:custGeom>
                  <a:avLst/>
                  <a:gdLst/>
                  <a:ahLst/>
                  <a:cxnLst/>
                  <a:rect l="l" t="t" r="r" b="b"/>
                  <a:pathLst>
                    <a:path w="632" h="1574" extrusionOk="0">
                      <a:moveTo>
                        <a:pt x="580" y="0"/>
                      </a:moveTo>
                      <a:lnTo>
                        <a:pt x="529" y="65"/>
                      </a:lnTo>
                      <a:lnTo>
                        <a:pt x="503" y="103"/>
                      </a:lnTo>
                      <a:lnTo>
                        <a:pt x="477" y="142"/>
                      </a:lnTo>
                      <a:cubicBezTo>
                        <a:pt x="477" y="155"/>
                        <a:pt x="464" y="181"/>
                        <a:pt x="451" y="194"/>
                      </a:cubicBezTo>
                      <a:lnTo>
                        <a:pt x="426" y="258"/>
                      </a:lnTo>
                      <a:cubicBezTo>
                        <a:pt x="413" y="310"/>
                        <a:pt x="400" y="361"/>
                        <a:pt x="400" y="413"/>
                      </a:cubicBezTo>
                      <a:cubicBezTo>
                        <a:pt x="387" y="465"/>
                        <a:pt x="387" y="516"/>
                        <a:pt x="387" y="568"/>
                      </a:cubicBezTo>
                      <a:cubicBezTo>
                        <a:pt x="387" y="632"/>
                        <a:pt x="387" y="684"/>
                        <a:pt x="400" y="748"/>
                      </a:cubicBezTo>
                      <a:lnTo>
                        <a:pt x="413" y="903"/>
                      </a:lnTo>
                      <a:cubicBezTo>
                        <a:pt x="426" y="955"/>
                        <a:pt x="426" y="1006"/>
                        <a:pt x="413" y="1058"/>
                      </a:cubicBezTo>
                      <a:cubicBezTo>
                        <a:pt x="413" y="1083"/>
                        <a:pt x="413" y="1109"/>
                        <a:pt x="400" y="1122"/>
                      </a:cubicBezTo>
                      <a:cubicBezTo>
                        <a:pt x="400" y="1148"/>
                        <a:pt x="387" y="1174"/>
                        <a:pt x="387" y="1200"/>
                      </a:cubicBezTo>
                      <a:cubicBezTo>
                        <a:pt x="361" y="1238"/>
                        <a:pt x="348" y="1277"/>
                        <a:pt x="322" y="1316"/>
                      </a:cubicBezTo>
                      <a:cubicBezTo>
                        <a:pt x="310" y="1328"/>
                        <a:pt x="297" y="1341"/>
                        <a:pt x="284" y="1367"/>
                      </a:cubicBezTo>
                      <a:cubicBezTo>
                        <a:pt x="271" y="1380"/>
                        <a:pt x="258" y="1393"/>
                        <a:pt x="232" y="1406"/>
                      </a:cubicBezTo>
                      <a:cubicBezTo>
                        <a:pt x="219" y="1419"/>
                        <a:pt x="206" y="1432"/>
                        <a:pt x="193" y="1445"/>
                      </a:cubicBezTo>
                      <a:cubicBezTo>
                        <a:pt x="181" y="1457"/>
                        <a:pt x="168" y="1470"/>
                        <a:pt x="155" y="1470"/>
                      </a:cubicBezTo>
                      <a:cubicBezTo>
                        <a:pt x="129" y="1496"/>
                        <a:pt x="103" y="1509"/>
                        <a:pt x="77" y="1522"/>
                      </a:cubicBezTo>
                      <a:lnTo>
                        <a:pt x="0" y="1573"/>
                      </a:lnTo>
                      <a:lnTo>
                        <a:pt x="103" y="1573"/>
                      </a:lnTo>
                      <a:cubicBezTo>
                        <a:pt x="129" y="1573"/>
                        <a:pt x="168" y="1573"/>
                        <a:pt x="193" y="1561"/>
                      </a:cubicBezTo>
                      <a:cubicBezTo>
                        <a:pt x="245" y="1548"/>
                        <a:pt x="284" y="1535"/>
                        <a:pt x="322" y="1522"/>
                      </a:cubicBezTo>
                      <a:cubicBezTo>
                        <a:pt x="361" y="1496"/>
                        <a:pt x="413" y="1457"/>
                        <a:pt x="451" y="1432"/>
                      </a:cubicBezTo>
                      <a:cubicBezTo>
                        <a:pt x="490" y="1380"/>
                        <a:pt x="529" y="1341"/>
                        <a:pt x="555" y="1277"/>
                      </a:cubicBezTo>
                      <a:cubicBezTo>
                        <a:pt x="593" y="1225"/>
                        <a:pt x="619" y="1161"/>
                        <a:pt x="619" y="1096"/>
                      </a:cubicBezTo>
                      <a:cubicBezTo>
                        <a:pt x="632" y="1032"/>
                        <a:pt x="632" y="967"/>
                        <a:pt x="619" y="903"/>
                      </a:cubicBezTo>
                      <a:cubicBezTo>
                        <a:pt x="619" y="838"/>
                        <a:pt x="606" y="774"/>
                        <a:pt x="593" y="722"/>
                      </a:cubicBezTo>
                      <a:cubicBezTo>
                        <a:pt x="593" y="671"/>
                        <a:pt x="593" y="619"/>
                        <a:pt x="567" y="568"/>
                      </a:cubicBezTo>
                      <a:cubicBezTo>
                        <a:pt x="555" y="516"/>
                        <a:pt x="555" y="465"/>
                        <a:pt x="555" y="413"/>
                      </a:cubicBezTo>
                      <a:lnTo>
                        <a:pt x="555" y="284"/>
                      </a:lnTo>
                      <a:lnTo>
                        <a:pt x="555" y="220"/>
                      </a:lnTo>
                      <a:lnTo>
                        <a:pt x="555" y="168"/>
                      </a:lnTo>
                      <a:cubicBezTo>
                        <a:pt x="555" y="142"/>
                        <a:pt x="567" y="103"/>
                        <a:pt x="567" y="78"/>
                      </a:cubicBezTo>
                      <a:cubicBezTo>
                        <a:pt x="580" y="26"/>
                        <a:pt x="580" y="0"/>
                        <a:pt x="5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9"/>
                <p:cNvSpPr/>
                <p:nvPr/>
              </p:nvSpPr>
              <p:spPr>
                <a:xfrm>
                  <a:off x="4085125" y="3523325"/>
                  <a:ext cx="61600" cy="60300"/>
                </a:xfrm>
                <a:custGeom>
                  <a:avLst/>
                  <a:gdLst/>
                  <a:ahLst/>
                  <a:cxnLst/>
                  <a:rect l="l" t="t" r="r" b="b"/>
                  <a:pathLst>
                    <a:path w="2464" h="2412" extrusionOk="0">
                      <a:moveTo>
                        <a:pt x="2425" y="1"/>
                      </a:moveTo>
                      <a:lnTo>
                        <a:pt x="2425" y="27"/>
                      </a:lnTo>
                      <a:cubicBezTo>
                        <a:pt x="2438" y="39"/>
                        <a:pt x="2438" y="52"/>
                        <a:pt x="2438" y="78"/>
                      </a:cubicBezTo>
                      <a:cubicBezTo>
                        <a:pt x="2438" y="117"/>
                        <a:pt x="2438" y="143"/>
                        <a:pt x="2438" y="181"/>
                      </a:cubicBezTo>
                      <a:cubicBezTo>
                        <a:pt x="2430" y="204"/>
                        <a:pt x="2423" y="226"/>
                        <a:pt x="2410" y="249"/>
                      </a:cubicBezTo>
                      <a:lnTo>
                        <a:pt x="2410" y="249"/>
                      </a:lnTo>
                      <a:cubicBezTo>
                        <a:pt x="2448" y="204"/>
                        <a:pt x="2463" y="151"/>
                        <a:pt x="2463" y="91"/>
                      </a:cubicBezTo>
                      <a:cubicBezTo>
                        <a:pt x="2463" y="78"/>
                        <a:pt x="2463" y="52"/>
                        <a:pt x="2463" y="39"/>
                      </a:cubicBezTo>
                      <a:lnTo>
                        <a:pt x="2425" y="1"/>
                      </a:lnTo>
                      <a:close/>
                      <a:moveTo>
                        <a:pt x="2410" y="249"/>
                      </a:moveTo>
                      <a:cubicBezTo>
                        <a:pt x="2400" y="261"/>
                        <a:pt x="2387" y="273"/>
                        <a:pt x="2373" y="284"/>
                      </a:cubicBezTo>
                      <a:cubicBezTo>
                        <a:pt x="2283" y="336"/>
                        <a:pt x="2180" y="375"/>
                        <a:pt x="2064" y="375"/>
                      </a:cubicBezTo>
                      <a:cubicBezTo>
                        <a:pt x="1922" y="375"/>
                        <a:pt x="1767" y="375"/>
                        <a:pt x="1625" y="362"/>
                      </a:cubicBezTo>
                      <a:lnTo>
                        <a:pt x="1496" y="349"/>
                      </a:lnTo>
                      <a:lnTo>
                        <a:pt x="1354" y="349"/>
                      </a:lnTo>
                      <a:cubicBezTo>
                        <a:pt x="1264" y="349"/>
                        <a:pt x="1161" y="362"/>
                        <a:pt x="1071" y="375"/>
                      </a:cubicBezTo>
                      <a:cubicBezTo>
                        <a:pt x="864" y="413"/>
                        <a:pt x="671" y="504"/>
                        <a:pt x="503" y="646"/>
                      </a:cubicBezTo>
                      <a:cubicBezTo>
                        <a:pt x="310" y="774"/>
                        <a:pt x="181" y="968"/>
                        <a:pt x="91" y="1187"/>
                      </a:cubicBezTo>
                      <a:cubicBezTo>
                        <a:pt x="13" y="1419"/>
                        <a:pt x="1" y="1664"/>
                        <a:pt x="78" y="1896"/>
                      </a:cubicBezTo>
                      <a:cubicBezTo>
                        <a:pt x="168" y="2141"/>
                        <a:pt x="374" y="2322"/>
                        <a:pt x="619" y="2386"/>
                      </a:cubicBezTo>
                      <a:cubicBezTo>
                        <a:pt x="680" y="2403"/>
                        <a:pt x="742" y="2411"/>
                        <a:pt x="804" y="2411"/>
                      </a:cubicBezTo>
                      <a:cubicBezTo>
                        <a:pt x="981" y="2411"/>
                        <a:pt x="1160" y="2346"/>
                        <a:pt x="1303" y="2232"/>
                      </a:cubicBezTo>
                      <a:cubicBezTo>
                        <a:pt x="1342" y="2193"/>
                        <a:pt x="1393" y="2154"/>
                        <a:pt x="1419" y="2115"/>
                      </a:cubicBezTo>
                      <a:lnTo>
                        <a:pt x="1432" y="2090"/>
                      </a:lnTo>
                      <a:lnTo>
                        <a:pt x="1458" y="2051"/>
                      </a:lnTo>
                      <a:cubicBezTo>
                        <a:pt x="1470" y="2025"/>
                        <a:pt x="1483" y="1999"/>
                        <a:pt x="1496" y="1974"/>
                      </a:cubicBezTo>
                      <a:cubicBezTo>
                        <a:pt x="1535" y="1858"/>
                        <a:pt x="1548" y="1742"/>
                        <a:pt x="1509" y="1638"/>
                      </a:cubicBezTo>
                      <a:cubicBezTo>
                        <a:pt x="1470" y="1432"/>
                        <a:pt x="1329" y="1277"/>
                        <a:pt x="1135" y="1200"/>
                      </a:cubicBezTo>
                      <a:cubicBezTo>
                        <a:pt x="1079" y="1184"/>
                        <a:pt x="1024" y="1173"/>
                        <a:pt x="968" y="1173"/>
                      </a:cubicBezTo>
                      <a:cubicBezTo>
                        <a:pt x="933" y="1173"/>
                        <a:pt x="899" y="1177"/>
                        <a:pt x="864" y="1187"/>
                      </a:cubicBezTo>
                      <a:cubicBezTo>
                        <a:pt x="787" y="1213"/>
                        <a:pt x="723" y="1252"/>
                        <a:pt x="671" y="1316"/>
                      </a:cubicBezTo>
                      <a:cubicBezTo>
                        <a:pt x="658" y="1329"/>
                        <a:pt x="645" y="1342"/>
                        <a:pt x="632" y="1355"/>
                      </a:cubicBezTo>
                      <a:lnTo>
                        <a:pt x="619" y="1381"/>
                      </a:lnTo>
                      <a:cubicBezTo>
                        <a:pt x="607" y="1381"/>
                        <a:pt x="607" y="1393"/>
                        <a:pt x="607" y="1393"/>
                      </a:cubicBezTo>
                      <a:cubicBezTo>
                        <a:pt x="594" y="1432"/>
                        <a:pt x="581" y="1458"/>
                        <a:pt x="568" y="1497"/>
                      </a:cubicBezTo>
                      <a:cubicBezTo>
                        <a:pt x="555" y="1548"/>
                        <a:pt x="568" y="1613"/>
                        <a:pt x="607" y="1664"/>
                      </a:cubicBezTo>
                      <a:cubicBezTo>
                        <a:pt x="632" y="1703"/>
                        <a:pt x="671" y="1729"/>
                        <a:pt x="710" y="1754"/>
                      </a:cubicBezTo>
                      <a:lnTo>
                        <a:pt x="813" y="1754"/>
                      </a:lnTo>
                      <a:cubicBezTo>
                        <a:pt x="826" y="1742"/>
                        <a:pt x="852" y="1729"/>
                        <a:pt x="864" y="1729"/>
                      </a:cubicBezTo>
                      <a:lnTo>
                        <a:pt x="877" y="1716"/>
                      </a:lnTo>
                      <a:lnTo>
                        <a:pt x="864" y="1716"/>
                      </a:lnTo>
                      <a:cubicBezTo>
                        <a:pt x="852" y="1716"/>
                        <a:pt x="826" y="1729"/>
                        <a:pt x="813" y="1729"/>
                      </a:cubicBezTo>
                      <a:cubicBezTo>
                        <a:pt x="774" y="1729"/>
                        <a:pt x="748" y="1729"/>
                        <a:pt x="723" y="1716"/>
                      </a:cubicBezTo>
                      <a:cubicBezTo>
                        <a:pt x="684" y="1703"/>
                        <a:pt x="658" y="1664"/>
                        <a:pt x="632" y="1638"/>
                      </a:cubicBezTo>
                      <a:cubicBezTo>
                        <a:pt x="619" y="1587"/>
                        <a:pt x="607" y="1535"/>
                        <a:pt x="619" y="1497"/>
                      </a:cubicBezTo>
                      <a:cubicBezTo>
                        <a:pt x="632" y="1471"/>
                        <a:pt x="645" y="1445"/>
                        <a:pt x="658" y="1419"/>
                      </a:cubicBezTo>
                      <a:lnTo>
                        <a:pt x="671" y="1406"/>
                      </a:lnTo>
                      <a:lnTo>
                        <a:pt x="684" y="1393"/>
                      </a:lnTo>
                      <a:cubicBezTo>
                        <a:pt x="697" y="1381"/>
                        <a:pt x="710" y="1368"/>
                        <a:pt x="723" y="1355"/>
                      </a:cubicBezTo>
                      <a:cubicBezTo>
                        <a:pt x="761" y="1316"/>
                        <a:pt x="826" y="1290"/>
                        <a:pt x="877" y="1277"/>
                      </a:cubicBezTo>
                      <a:cubicBezTo>
                        <a:pt x="906" y="1273"/>
                        <a:pt x="932" y="1270"/>
                        <a:pt x="958" y="1270"/>
                      </a:cubicBezTo>
                      <a:cubicBezTo>
                        <a:pt x="1002" y="1270"/>
                        <a:pt x="1043" y="1279"/>
                        <a:pt x="1084" y="1303"/>
                      </a:cubicBezTo>
                      <a:cubicBezTo>
                        <a:pt x="1225" y="1368"/>
                        <a:pt x="1329" y="1497"/>
                        <a:pt x="1354" y="1651"/>
                      </a:cubicBezTo>
                      <a:cubicBezTo>
                        <a:pt x="1367" y="1742"/>
                        <a:pt x="1367" y="1819"/>
                        <a:pt x="1329" y="1896"/>
                      </a:cubicBezTo>
                      <a:cubicBezTo>
                        <a:pt x="1316" y="1909"/>
                        <a:pt x="1303" y="1922"/>
                        <a:pt x="1303" y="1948"/>
                      </a:cubicBezTo>
                      <a:lnTo>
                        <a:pt x="1277" y="1974"/>
                      </a:lnTo>
                      <a:lnTo>
                        <a:pt x="1264" y="1987"/>
                      </a:lnTo>
                      <a:cubicBezTo>
                        <a:pt x="1238" y="2025"/>
                        <a:pt x="1213" y="2051"/>
                        <a:pt x="1174" y="2090"/>
                      </a:cubicBezTo>
                      <a:cubicBezTo>
                        <a:pt x="1065" y="2162"/>
                        <a:pt x="938" y="2203"/>
                        <a:pt x="813" y="2203"/>
                      </a:cubicBezTo>
                      <a:cubicBezTo>
                        <a:pt x="760" y="2203"/>
                        <a:pt x="708" y="2195"/>
                        <a:pt x="658" y="2180"/>
                      </a:cubicBezTo>
                      <a:cubicBezTo>
                        <a:pt x="555" y="2154"/>
                        <a:pt x="478" y="2115"/>
                        <a:pt x="413" y="2051"/>
                      </a:cubicBezTo>
                      <a:cubicBezTo>
                        <a:pt x="336" y="1987"/>
                        <a:pt x="284" y="1909"/>
                        <a:pt x="246" y="1819"/>
                      </a:cubicBezTo>
                      <a:cubicBezTo>
                        <a:pt x="181" y="1626"/>
                        <a:pt x="181" y="1419"/>
                        <a:pt x="246" y="1239"/>
                      </a:cubicBezTo>
                      <a:cubicBezTo>
                        <a:pt x="310" y="1045"/>
                        <a:pt x="426" y="891"/>
                        <a:pt x="581" y="762"/>
                      </a:cubicBezTo>
                      <a:cubicBezTo>
                        <a:pt x="723" y="633"/>
                        <a:pt x="890" y="555"/>
                        <a:pt x="1084" y="504"/>
                      </a:cubicBezTo>
                      <a:cubicBezTo>
                        <a:pt x="1161" y="478"/>
                        <a:pt x="1251" y="465"/>
                        <a:pt x="1342" y="465"/>
                      </a:cubicBezTo>
                      <a:lnTo>
                        <a:pt x="1599" y="465"/>
                      </a:lnTo>
                      <a:cubicBezTo>
                        <a:pt x="1741" y="465"/>
                        <a:pt x="1896" y="452"/>
                        <a:pt x="2051" y="439"/>
                      </a:cubicBezTo>
                      <a:cubicBezTo>
                        <a:pt x="2167" y="426"/>
                        <a:pt x="2283" y="375"/>
                        <a:pt x="2373" y="297"/>
                      </a:cubicBezTo>
                      <a:cubicBezTo>
                        <a:pt x="2389" y="281"/>
                        <a:pt x="2401" y="265"/>
                        <a:pt x="2410" y="24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9"/>
                <p:cNvSpPr/>
                <p:nvPr/>
              </p:nvSpPr>
              <p:spPr>
                <a:xfrm>
                  <a:off x="4093175" y="3532675"/>
                  <a:ext cx="39350" cy="15325"/>
                </a:xfrm>
                <a:custGeom>
                  <a:avLst/>
                  <a:gdLst/>
                  <a:ahLst/>
                  <a:cxnLst/>
                  <a:rect l="l" t="t" r="r" b="b"/>
                  <a:pathLst>
                    <a:path w="1574" h="613" extrusionOk="0">
                      <a:moveTo>
                        <a:pt x="1574" y="1"/>
                      </a:moveTo>
                      <a:lnTo>
                        <a:pt x="1522" y="65"/>
                      </a:lnTo>
                      <a:cubicBezTo>
                        <a:pt x="1510" y="78"/>
                        <a:pt x="1497" y="104"/>
                        <a:pt x="1471" y="143"/>
                      </a:cubicBezTo>
                      <a:cubicBezTo>
                        <a:pt x="1471" y="155"/>
                        <a:pt x="1458" y="168"/>
                        <a:pt x="1445" y="181"/>
                      </a:cubicBezTo>
                      <a:cubicBezTo>
                        <a:pt x="1432" y="194"/>
                        <a:pt x="1419" y="207"/>
                        <a:pt x="1406" y="220"/>
                      </a:cubicBezTo>
                      <a:lnTo>
                        <a:pt x="1355" y="272"/>
                      </a:lnTo>
                      <a:cubicBezTo>
                        <a:pt x="1342" y="284"/>
                        <a:pt x="1329" y="297"/>
                        <a:pt x="1316" y="310"/>
                      </a:cubicBezTo>
                      <a:cubicBezTo>
                        <a:pt x="1277" y="336"/>
                        <a:pt x="1239" y="349"/>
                        <a:pt x="1187" y="375"/>
                      </a:cubicBezTo>
                      <a:cubicBezTo>
                        <a:pt x="1174" y="375"/>
                        <a:pt x="1148" y="388"/>
                        <a:pt x="1123" y="388"/>
                      </a:cubicBezTo>
                      <a:cubicBezTo>
                        <a:pt x="1097" y="388"/>
                        <a:pt x="1084" y="400"/>
                        <a:pt x="1058" y="400"/>
                      </a:cubicBezTo>
                      <a:lnTo>
                        <a:pt x="903" y="400"/>
                      </a:lnTo>
                      <a:lnTo>
                        <a:pt x="749" y="375"/>
                      </a:lnTo>
                      <a:lnTo>
                        <a:pt x="568" y="375"/>
                      </a:lnTo>
                      <a:cubicBezTo>
                        <a:pt x="551" y="370"/>
                        <a:pt x="534" y="369"/>
                        <a:pt x="517" y="369"/>
                      </a:cubicBezTo>
                      <a:cubicBezTo>
                        <a:pt x="482" y="369"/>
                        <a:pt x="448" y="375"/>
                        <a:pt x="414" y="375"/>
                      </a:cubicBezTo>
                      <a:cubicBezTo>
                        <a:pt x="362" y="388"/>
                        <a:pt x="310" y="400"/>
                        <a:pt x="259" y="413"/>
                      </a:cubicBezTo>
                      <a:lnTo>
                        <a:pt x="194" y="439"/>
                      </a:lnTo>
                      <a:cubicBezTo>
                        <a:pt x="181" y="452"/>
                        <a:pt x="156" y="465"/>
                        <a:pt x="143" y="465"/>
                      </a:cubicBezTo>
                      <a:lnTo>
                        <a:pt x="104" y="491"/>
                      </a:lnTo>
                      <a:cubicBezTo>
                        <a:pt x="91" y="504"/>
                        <a:pt x="78" y="504"/>
                        <a:pt x="65" y="517"/>
                      </a:cubicBezTo>
                      <a:cubicBezTo>
                        <a:pt x="40" y="529"/>
                        <a:pt x="14" y="555"/>
                        <a:pt x="1" y="568"/>
                      </a:cubicBezTo>
                      <a:lnTo>
                        <a:pt x="78" y="555"/>
                      </a:lnTo>
                      <a:cubicBezTo>
                        <a:pt x="104" y="542"/>
                        <a:pt x="143" y="542"/>
                        <a:pt x="169" y="542"/>
                      </a:cubicBezTo>
                      <a:lnTo>
                        <a:pt x="414" y="542"/>
                      </a:lnTo>
                      <a:cubicBezTo>
                        <a:pt x="465" y="542"/>
                        <a:pt x="504" y="555"/>
                        <a:pt x="568" y="555"/>
                      </a:cubicBezTo>
                      <a:cubicBezTo>
                        <a:pt x="620" y="568"/>
                        <a:pt x="671" y="568"/>
                        <a:pt x="723" y="581"/>
                      </a:cubicBezTo>
                      <a:cubicBezTo>
                        <a:pt x="787" y="594"/>
                        <a:pt x="839" y="607"/>
                        <a:pt x="903" y="607"/>
                      </a:cubicBezTo>
                      <a:cubicBezTo>
                        <a:pt x="925" y="611"/>
                        <a:pt x="946" y="613"/>
                        <a:pt x="968" y="613"/>
                      </a:cubicBezTo>
                      <a:cubicBezTo>
                        <a:pt x="1011" y="613"/>
                        <a:pt x="1054" y="607"/>
                        <a:pt x="1097" y="607"/>
                      </a:cubicBezTo>
                      <a:cubicBezTo>
                        <a:pt x="1226" y="581"/>
                        <a:pt x="1329" y="517"/>
                        <a:pt x="1419" y="426"/>
                      </a:cubicBezTo>
                      <a:cubicBezTo>
                        <a:pt x="1458" y="388"/>
                        <a:pt x="1484" y="349"/>
                        <a:pt x="1510" y="297"/>
                      </a:cubicBezTo>
                      <a:cubicBezTo>
                        <a:pt x="1535" y="259"/>
                        <a:pt x="1548" y="220"/>
                        <a:pt x="1561" y="181"/>
                      </a:cubicBezTo>
                      <a:cubicBezTo>
                        <a:pt x="1561" y="143"/>
                        <a:pt x="1574" y="117"/>
                        <a:pt x="1574" y="78"/>
                      </a:cubicBezTo>
                      <a:lnTo>
                        <a:pt x="1574" y="14"/>
                      </a:lnTo>
                      <a:lnTo>
                        <a:pt x="15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9"/>
                <p:cNvSpPr/>
                <p:nvPr/>
              </p:nvSpPr>
              <p:spPr>
                <a:xfrm>
                  <a:off x="4074425" y="3588300"/>
                  <a:ext cx="7750" cy="5375"/>
                </a:xfrm>
                <a:custGeom>
                  <a:avLst/>
                  <a:gdLst/>
                  <a:ahLst/>
                  <a:cxnLst/>
                  <a:rect l="l" t="t" r="r" b="b"/>
                  <a:pathLst>
                    <a:path w="310" h="215" extrusionOk="0">
                      <a:moveTo>
                        <a:pt x="147" y="1"/>
                      </a:moveTo>
                      <a:cubicBezTo>
                        <a:pt x="66" y="1"/>
                        <a:pt x="0" y="92"/>
                        <a:pt x="42" y="174"/>
                      </a:cubicBezTo>
                      <a:cubicBezTo>
                        <a:pt x="59" y="203"/>
                        <a:pt x="83" y="214"/>
                        <a:pt x="108" y="214"/>
                      </a:cubicBezTo>
                      <a:cubicBezTo>
                        <a:pt x="199" y="214"/>
                        <a:pt x="310" y="70"/>
                        <a:pt x="209" y="19"/>
                      </a:cubicBezTo>
                      <a:cubicBezTo>
                        <a:pt x="189" y="6"/>
                        <a:pt x="168"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9"/>
                <p:cNvSpPr/>
                <p:nvPr/>
              </p:nvSpPr>
              <p:spPr>
                <a:xfrm>
                  <a:off x="4101900" y="3560575"/>
                  <a:ext cx="6450" cy="5325"/>
                </a:xfrm>
                <a:custGeom>
                  <a:avLst/>
                  <a:gdLst/>
                  <a:ahLst/>
                  <a:cxnLst/>
                  <a:rect l="l" t="t" r="r" b="b"/>
                  <a:pathLst>
                    <a:path w="258" h="213" extrusionOk="0">
                      <a:moveTo>
                        <a:pt x="156" y="1"/>
                      </a:moveTo>
                      <a:cubicBezTo>
                        <a:pt x="72" y="1"/>
                        <a:pt x="0" y="92"/>
                        <a:pt x="52" y="174"/>
                      </a:cubicBezTo>
                      <a:cubicBezTo>
                        <a:pt x="77" y="200"/>
                        <a:pt x="106" y="213"/>
                        <a:pt x="135" y="213"/>
                      </a:cubicBezTo>
                      <a:cubicBezTo>
                        <a:pt x="164" y="213"/>
                        <a:pt x="193" y="200"/>
                        <a:pt x="219" y="174"/>
                      </a:cubicBezTo>
                      <a:cubicBezTo>
                        <a:pt x="258" y="136"/>
                        <a:pt x="258" y="58"/>
                        <a:pt x="219" y="19"/>
                      </a:cubicBezTo>
                      <a:cubicBezTo>
                        <a:pt x="199" y="7"/>
                        <a:pt x="177" y="1"/>
                        <a:pt x="1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67" name="Google Shape;1167;p9"/>
            <p:cNvGrpSpPr/>
            <p:nvPr/>
          </p:nvGrpSpPr>
          <p:grpSpPr>
            <a:xfrm flipH="1">
              <a:off x="7960325" y="414418"/>
              <a:ext cx="310295" cy="307601"/>
              <a:chOff x="1969331" y="802493"/>
              <a:chExt cx="310295" cy="307601"/>
            </a:xfrm>
          </p:grpSpPr>
          <p:sp>
            <p:nvSpPr>
              <p:cNvPr id="1168" name="Google Shape;1168;p9"/>
              <p:cNvSpPr/>
              <p:nvPr/>
            </p:nvSpPr>
            <p:spPr>
              <a:xfrm rot="10800000">
                <a:off x="2159912" y="1003137"/>
                <a:ext cx="201" cy="201"/>
              </a:xfrm>
              <a:custGeom>
                <a:avLst/>
                <a:gdLst/>
                <a:ahLst/>
                <a:cxnLst/>
                <a:rect l="l" t="t" r="r" b="b"/>
                <a:pathLst>
                  <a:path w="1" h="1" extrusionOk="0">
                    <a:moveTo>
                      <a:pt x="1" y="0"/>
                    </a:move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9" name="Google Shape;1169;p9"/>
              <p:cNvGrpSpPr/>
              <p:nvPr/>
            </p:nvGrpSpPr>
            <p:grpSpPr>
              <a:xfrm>
                <a:off x="1969331" y="802493"/>
                <a:ext cx="310295" cy="307601"/>
                <a:chOff x="4037750" y="3523325"/>
                <a:chExt cx="108975" cy="108025"/>
              </a:xfrm>
            </p:grpSpPr>
            <p:sp>
              <p:nvSpPr>
                <p:cNvPr id="1170" name="Google Shape;1170;p9"/>
                <p:cNvSpPr/>
                <p:nvPr/>
              </p:nvSpPr>
              <p:spPr>
                <a:xfrm>
                  <a:off x="4037750" y="3570375"/>
                  <a:ext cx="59975" cy="60975"/>
                </a:xfrm>
                <a:custGeom>
                  <a:avLst/>
                  <a:gdLst/>
                  <a:ahLst/>
                  <a:cxnLst/>
                  <a:rect l="l" t="t" r="r" b="b"/>
                  <a:pathLst>
                    <a:path w="2399" h="2439" extrusionOk="0">
                      <a:moveTo>
                        <a:pt x="13" y="2426"/>
                      </a:moveTo>
                      <a:lnTo>
                        <a:pt x="0" y="2438"/>
                      </a:lnTo>
                      <a:lnTo>
                        <a:pt x="64" y="2438"/>
                      </a:lnTo>
                      <a:lnTo>
                        <a:pt x="13" y="2426"/>
                      </a:lnTo>
                      <a:close/>
                      <a:moveTo>
                        <a:pt x="1558" y="1"/>
                      </a:moveTo>
                      <a:cubicBezTo>
                        <a:pt x="1429" y="1"/>
                        <a:pt x="1299" y="24"/>
                        <a:pt x="1173" y="66"/>
                      </a:cubicBezTo>
                      <a:cubicBezTo>
                        <a:pt x="954" y="156"/>
                        <a:pt x="774" y="298"/>
                        <a:pt x="632" y="478"/>
                      </a:cubicBezTo>
                      <a:cubicBezTo>
                        <a:pt x="503" y="646"/>
                        <a:pt x="413" y="840"/>
                        <a:pt x="361" y="1046"/>
                      </a:cubicBezTo>
                      <a:cubicBezTo>
                        <a:pt x="348" y="1149"/>
                        <a:pt x="335" y="1239"/>
                        <a:pt x="335" y="1342"/>
                      </a:cubicBezTo>
                      <a:lnTo>
                        <a:pt x="335" y="1407"/>
                      </a:lnTo>
                      <a:lnTo>
                        <a:pt x="335" y="1446"/>
                      </a:lnTo>
                      <a:lnTo>
                        <a:pt x="335" y="1471"/>
                      </a:lnTo>
                      <a:cubicBezTo>
                        <a:pt x="348" y="1510"/>
                        <a:pt x="348" y="1562"/>
                        <a:pt x="348" y="1600"/>
                      </a:cubicBezTo>
                      <a:cubicBezTo>
                        <a:pt x="361" y="1742"/>
                        <a:pt x="361" y="1897"/>
                        <a:pt x="361" y="2039"/>
                      </a:cubicBezTo>
                      <a:cubicBezTo>
                        <a:pt x="361" y="2155"/>
                        <a:pt x="322" y="2258"/>
                        <a:pt x="271" y="2361"/>
                      </a:cubicBezTo>
                      <a:cubicBezTo>
                        <a:pt x="219" y="2413"/>
                        <a:pt x="155" y="2438"/>
                        <a:pt x="77" y="2438"/>
                      </a:cubicBezTo>
                      <a:lnTo>
                        <a:pt x="168" y="2438"/>
                      </a:lnTo>
                      <a:cubicBezTo>
                        <a:pt x="206" y="2426"/>
                        <a:pt x="258" y="2400"/>
                        <a:pt x="284" y="2374"/>
                      </a:cubicBezTo>
                      <a:cubicBezTo>
                        <a:pt x="361" y="2284"/>
                        <a:pt x="413" y="2168"/>
                        <a:pt x="426" y="2039"/>
                      </a:cubicBezTo>
                      <a:cubicBezTo>
                        <a:pt x="451" y="1884"/>
                        <a:pt x="451" y="1729"/>
                        <a:pt x="451" y="1587"/>
                      </a:cubicBezTo>
                      <a:lnTo>
                        <a:pt x="451" y="1394"/>
                      </a:lnTo>
                      <a:lnTo>
                        <a:pt x="451" y="1330"/>
                      </a:lnTo>
                      <a:cubicBezTo>
                        <a:pt x="464" y="1239"/>
                        <a:pt x="477" y="1149"/>
                        <a:pt x="490" y="1072"/>
                      </a:cubicBezTo>
                      <a:cubicBezTo>
                        <a:pt x="542" y="891"/>
                        <a:pt x="619" y="723"/>
                        <a:pt x="748" y="582"/>
                      </a:cubicBezTo>
                      <a:cubicBezTo>
                        <a:pt x="877" y="427"/>
                        <a:pt x="1044" y="311"/>
                        <a:pt x="1225" y="246"/>
                      </a:cubicBezTo>
                      <a:cubicBezTo>
                        <a:pt x="1322" y="208"/>
                        <a:pt x="1422" y="188"/>
                        <a:pt x="1520" y="188"/>
                      </a:cubicBezTo>
                      <a:cubicBezTo>
                        <a:pt x="1618" y="188"/>
                        <a:pt x="1715" y="208"/>
                        <a:pt x="1805" y="246"/>
                      </a:cubicBezTo>
                      <a:cubicBezTo>
                        <a:pt x="1896" y="272"/>
                        <a:pt x="1973" y="337"/>
                        <a:pt x="2037" y="401"/>
                      </a:cubicBezTo>
                      <a:cubicBezTo>
                        <a:pt x="2102" y="478"/>
                        <a:pt x="2141" y="556"/>
                        <a:pt x="2166" y="646"/>
                      </a:cubicBezTo>
                      <a:cubicBezTo>
                        <a:pt x="2218" y="827"/>
                        <a:pt x="2179" y="1020"/>
                        <a:pt x="2076" y="1175"/>
                      </a:cubicBezTo>
                      <a:cubicBezTo>
                        <a:pt x="2050" y="1201"/>
                        <a:pt x="2012" y="1239"/>
                        <a:pt x="1986" y="1265"/>
                      </a:cubicBezTo>
                      <a:lnTo>
                        <a:pt x="1973" y="1278"/>
                      </a:lnTo>
                      <a:lnTo>
                        <a:pt x="1934" y="1291"/>
                      </a:lnTo>
                      <a:cubicBezTo>
                        <a:pt x="1921" y="1304"/>
                        <a:pt x="1908" y="1317"/>
                        <a:pt x="1883" y="1317"/>
                      </a:cubicBezTo>
                      <a:cubicBezTo>
                        <a:pt x="1825" y="1346"/>
                        <a:pt x="1767" y="1360"/>
                        <a:pt x="1709" y="1360"/>
                      </a:cubicBezTo>
                      <a:cubicBezTo>
                        <a:pt x="1689" y="1360"/>
                        <a:pt x="1670" y="1359"/>
                        <a:pt x="1651" y="1355"/>
                      </a:cubicBezTo>
                      <a:cubicBezTo>
                        <a:pt x="1496" y="1317"/>
                        <a:pt x="1354" y="1213"/>
                        <a:pt x="1289" y="1072"/>
                      </a:cubicBezTo>
                      <a:cubicBezTo>
                        <a:pt x="1225" y="956"/>
                        <a:pt x="1251" y="801"/>
                        <a:pt x="1341" y="711"/>
                      </a:cubicBezTo>
                      <a:cubicBezTo>
                        <a:pt x="1354" y="698"/>
                        <a:pt x="1367" y="685"/>
                        <a:pt x="1380" y="672"/>
                      </a:cubicBezTo>
                      <a:lnTo>
                        <a:pt x="1393" y="659"/>
                      </a:lnTo>
                      <a:cubicBezTo>
                        <a:pt x="1406" y="659"/>
                        <a:pt x="1406" y="646"/>
                        <a:pt x="1406" y="646"/>
                      </a:cubicBezTo>
                      <a:cubicBezTo>
                        <a:pt x="1431" y="633"/>
                        <a:pt x="1457" y="620"/>
                        <a:pt x="1483" y="607"/>
                      </a:cubicBezTo>
                      <a:cubicBezTo>
                        <a:pt x="1498" y="604"/>
                        <a:pt x="1512" y="602"/>
                        <a:pt x="1526" y="602"/>
                      </a:cubicBezTo>
                      <a:cubicBezTo>
                        <a:pt x="1558" y="602"/>
                        <a:pt x="1588" y="611"/>
                        <a:pt x="1625" y="620"/>
                      </a:cubicBezTo>
                      <a:cubicBezTo>
                        <a:pt x="1663" y="646"/>
                        <a:pt x="1689" y="672"/>
                        <a:pt x="1702" y="711"/>
                      </a:cubicBezTo>
                      <a:cubicBezTo>
                        <a:pt x="1715" y="736"/>
                        <a:pt x="1728" y="762"/>
                        <a:pt x="1715" y="788"/>
                      </a:cubicBezTo>
                      <a:cubicBezTo>
                        <a:pt x="1715" y="814"/>
                        <a:pt x="1715" y="827"/>
                        <a:pt x="1702" y="852"/>
                      </a:cubicBezTo>
                      <a:cubicBezTo>
                        <a:pt x="1741" y="801"/>
                        <a:pt x="1754" y="749"/>
                        <a:pt x="1728" y="685"/>
                      </a:cubicBezTo>
                      <a:cubicBezTo>
                        <a:pt x="1715" y="646"/>
                        <a:pt x="1676" y="607"/>
                        <a:pt x="1638" y="582"/>
                      </a:cubicBezTo>
                      <a:cubicBezTo>
                        <a:pt x="1600" y="563"/>
                        <a:pt x="1562" y="551"/>
                        <a:pt x="1519" y="551"/>
                      </a:cubicBezTo>
                      <a:cubicBezTo>
                        <a:pt x="1504" y="551"/>
                        <a:pt x="1487" y="552"/>
                        <a:pt x="1470" y="556"/>
                      </a:cubicBezTo>
                      <a:cubicBezTo>
                        <a:pt x="1431" y="556"/>
                        <a:pt x="1406" y="569"/>
                        <a:pt x="1380" y="582"/>
                      </a:cubicBezTo>
                      <a:lnTo>
                        <a:pt x="1354" y="595"/>
                      </a:lnTo>
                      <a:lnTo>
                        <a:pt x="1328" y="607"/>
                      </a:lnTo>
                      <a:cubicBezTo>
                        <a:pt x="1315" y="620"/>
                        <a:pt x="1302" y="633"/>
                        <a:pt x="1289" y="646"/>
                      </a:cubicBezTo>
                      <a:cubicBezTo>
                        <a:pt x="1238" y="698"/>
                        <a:pt x="1186" y="775"/>
                        <a:pt x="1161" y="852"/>
                      </a:cubicBezTo>
                      <a:cubicBezTo>
                        <a:pt x="1148" y="930"/>
                        <a:pt x="1148" y="1033"/>
                        <a:pt x="1173" y="1110"/>
                      </a:cubicBezTo>
                      <a:cubicBezTo>
                        <a:pt x="1251" y="1304"/>
                        <a:pt x="1418" y="1446"/>
                        <a:pt x="1612" y="1497"/>
                      </a:cubicBezTo>
                      <a:cubicBezTo>
                        <a:pt x="1653" y="1506"/>
                        <a:pt x="1694" y="1511"/>
                        <a:pt x="1735" y="1511"/>
                      </a:cubicBezTo>
                      <a:cubicBezTo>
                        <a:pt x="1808" y="1511"/>
                        <a:pt x="1880" y="1496"/>
                        <a:pt x="1947" y="1471"/>
                      </a:cubicBezTo>
                      <a:cubicBezTo>
                        <a:pt x="1973" y="1458"/>
                        <a:pt x="2012" y="1446"/>
                        <a:pt x="2037" y="1433"/>
                      </a:cubicBezTo>
                      <a:lnTo>
                        <a:pt x="2063" y="1420"/>
                      </a:lnTo>
                      <a:lnTo>
                        <a:pt x="2076" y="1420"/>
                      </a:lnTo>
                      <a:lnTo>
                        <a:pt x="2089" y="1407"/>
                      </a:lnTo>
                      <a:cubicBezTo>
                        <a:pt x="2141" y="1368"/>
                        <a:pt x="2179" y="1330"/>
                        <a:pt x="2218" y="1278"/>
                      </a:cubicBezTo>
                      <a:cubicBezTo>
                        <a:pt x="2295" y="1188"/>
                        <a:pt x="2347" y="1072"/>
                        <a:pt x="2373" y="956"/>
                      </a:cubicBezTo>
                      <a:cubicBezTo>
                        <a:pt x="2398" y="840"/>
                        <a:pt x="2398" y="711"/>
                        <a:pt x="2360" y="595"/>
                      </a:cubicBezTo>
                      <a:cubicBezTo>
                        <a:pt x="2308" y="350"/>
                        <a:pt x="2128" y="143"/>
                        <a:pt x="1883" y="53"/>
                      </a:cubicBezTo>
                      <a:cubicBezTo>
                        <a:pt x="1776" y="17"/>
                        <a:pt x="1667" y="1"/>
                        <a:pt x="15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9"/>
                <p:cNvSpPr/>
                <p:nvPr/>
              </p:nvSpPr>
              <p:spPr>
                <a:xfrm>
                  <a:off x="4046775" y="3579750"/>
                  <a:ext cx="15800" cy="39350"/>
                </a:xfrm>
                <a:custGeom>
                  <a:avLst/>
                  <a:gdLst/>
                  <a:ahLst/>
                  <a:cxnLst/>
                  <a:rect l="l" t="t" r="r" b="b"/>
                  <a:pathLst>
                    <a:path w="632" h="1574" extrusionOk="0">
                      <a:moveTo>
                        <a:pt x="580" y="0"/>
                      </a:moveTo>
                      <a:lnTo>
                        <a:pt x="529" y="65"/>
                      </a:lnTo>
                      <a:lnTo>
                        <a:pt x="503" y="103"/>
                      </a:lnTo>
                      <a:lnTo>
                        <a:pt x="477" y="142"/>
                      </a:lnTo>
                      <a:cubicBezTo>
                        <a:pt x="477" y="155"/>
                        <a:pt x="464" y="181"/>
                        <a:pt x="451" y="194"/>
                      </a:cubicBezTo>
                      <a:lnTo>
                        <a:pt x="426" y="258"/>
                      </a:lnTo>
                      <a:cubicBezTo>
                        <a:pt x="413" y="310"/>
                        <a:pt x="400" y="361"/>
                        <a:pt x="400" y="413"/>
                      </a:cubicBezTo>
                      <a:cubicBezTo>
                        <a:pt x="387" y="465"/>
                        <a:pt x="387" y="516"/>
                        <a:pt x="387" y="568"/>
                      </a:cubicBezTo>
                      <a:cubicBezTo>
                        <a:pt x="387" y="632"/>
                        <a:pt x="387" y="684"/>
                        <a:pt x="400" y="748"/>
                      </a:cubicBezTo>
                      <a:lnTo>
                        <a:pt x="413" y="903"/>
                      </a:lnTo>
                      <a:cubicBezTo>
                        <a:pt x="426" y="955"/>
                        <a:pt x="426" y="1006"/>
                        <a:pt x="413" y="1058"/>
                      </a:cubicBezTo>
                      <a:cubicBezTo>
                        <a:pt x="413" y="1083"/>
                        <a:pt x="413" y="1109"/>
                        <a:pt x="400" y="1122"/>
                      </a:cubicBezTo>
                      <a:cubicBezTo>
                        <a:pt x="400" y="1148"/>
                        <a:pt x="387" y="1174"/>
                        <a:pt x="387" y="1200"/>
                      </a:cubicBezTo>
                      <a:cubicBezTo>
                        <a:pt x="361" y="1238"/>
                        <a:pt x="348" y="1277"/>
                        <a:pt x="322" y="1316"/>
                      </a:cubicBezTo>
                      <a:cubicBezTo>
                        <a:pt x="310" y="1328"/>
                        <a:pt x="297" y="1341"/>
                        <a:pt x="284" y="1367"/>
                      </a:cubicBezTo>
                      <a:cubicBezTo>
                        <a:pt x="271" y="1380"/>
                        <a:pt x="258" y="1393"/>
                        <a:pt x="232" y="1406"/>
                      </a:cubicBezTo>
                      <a:cubicBezTo>
                        <a:pt x="219" y="1419"/>
                        <a:pt x="206" y="1432"/>
                        <a:pt x="193" y="1445"/>
                      </a:cubicBezTo>
                      <a:cubicBezTo>
                        <a:pt x="181" y="1457"/>
                        <a:pt x="168" y="1470"/>
                        <a:pt x="155" y="1470"/>
                      </a:cubicBezTo>
                      <a:cubicBezTo>
                        <a:pt x="129" y="1496"/>
                        <a:pt x="103" y="1509"/>
                        <a:pt x="77" y="1522"/>
                      </a:cubicBezTo>
                      <a:lnTo>
                        <a:pt x="0" y="1573"/>
                      </a:lnTo>
                      <a:lnTo>
                        <a:pt x="103" y="1573"/>
                      </a:lnTo>
                      <a:cubicBezTo>
                        <a:pt x="129" y="1573"/>
                        <a:pt x="168" y="1573"/>
                        <a:pt x="193" y="1561"/>
                      </a:cubicBezTo>
                      <a:cubicBezTo>
                        <a:pt x="245" y="1548"/>
                        <a:pt x="284" y="1535"/>
                        <a:pt x="322" y="1522"/>
                      </a:cubicBezTo>
                      <a:cubicBezTo>
                        <a:pt x="361" y="1496"/>
                        <a:pt x="413" y="1457"/>
                        <a:pt x="451" y="1432"/>
                      </a:cubicBezTo>
                      <a:cubicBezTo>
                        <a:pt x="490" y="1380"/>
                        <a:pt x="529" y="1341"/>
                        <a:pt x="555" y="1277"/>
                      </a:cubicBezTo>
                      <a:cubicBezTo>
                        <a:pt x="593" y="1225"/>
                        <a:pt x="619" y="1161"/>
                        <a:pt x="619" y="1096"/>
                      </a:cubicBezTo>
                      <a:cubicBezTo>
                        <a:pt x="632" y="1032"/>
                        <a:pt x="632" y="967"/>
                        <a:pt x="619" y="903"/>
                      </a:cubicBezTo>
                      <a:cubicBezTo>
                        <a:pt x="619" y="838"/>
                        <a:pt x="606" y="774"/>
                        <a:pt x="593" y="722"/>
                      </a:cubicBezTo>
                      <a:cubicBezTo>
                        <a:pt x="593" y="671"/>
                        <a:pt x="593" y="619"/>
                        <a:pt x="567" y="568"/>
                      </a:cubicBezTo>
                      <a:cubicBezTo>
                        <a:pt x="555" y="516"/>
                        <a:pt x="555" y="465"/>
                        <a:pt x="555" y="413"/>
                      </a:cubicBezTo>
                      <a:lnTo>
                        <a:pt x="555" y="284"/>
                      </a:lnTo>
                      <a:lnTo>
                        <a:pt x="555" y="220"/>
                      </a:lnTo>
                      <a:lnTo>
                        <a:pt x="555" y="168"/>
                      </a:lnTo>
                      <a:cubicBezTo>
                        <a:pt x="555" y="142"/>
                        <a:pt x="567" y="103"/>
                        <a:pt x="567" y="78"/>
                      </a:cubicBezTo>
                      <a:cubicBezTo>
                        <a:pt x="580" y="26"/>
                        <a:pt x="580" y="0"/>
                        <a:pt x="5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9"/>
                <p:cNvSpPr/>
                <p:nvPr/>
              </p:nvSpPr>
              <p:spPr>
                <a:xfrm>
                  <a:off x="4085125" y="3523325"/>
                  <a:ext cx="61600" cy="60300"/>
                </a:xfrm>
                <a:custGeom>
                  <a:avLst/>
                  <a:gdLst/>
                  <a:ahLst/>
                  <a:cxnLst/>
                  <a:rect l="l" t="t" r="r" b="b"/>
                  <a:pathLst>
                    <a:path w="2464" h="2412" extrusionOk="0">
                      <a:moveTo>
                        <a:pt x="2425" y="1"/>
                      </a:moveTo>
                      <a:lnTo>
                        <a:pt x="2425" y="27"/>
                      </a:lnTo>
                      <a:cubicBezTo>
                        <a:pt x="2438" y="39"/>
                        <a:pt x="2438" y="52"/>
                        <a:pt x="2438" y="78"/>
                      </a:cubicBezTo>
                      <a:cubicBezTo>
                        <a:pt x="2438" y="117"/>
                        <a:pt x="2438" y="143"/>
                        <a:pt x="2438" y="181"/>
                      </a:cubicBezTo>
                      <a:cubicBezTo>
                        <a:pt x="2430" y="204"/>
                        <a:pt x="2423" y="226"/>
                        <a:pt x="2410" y="249"/>
                      </a:cubicBezTo>
                      <a:lnTo>
                        <a:pt x="2410" y="249"/>
                      </a:lnTo>
                      <a:cubicBezTo>
                        <a:pt x="2448" y="204"/>
                        <a:pt x="2463" y="151"/>
                        <a:pt x="2463" y="91"/>
                      </a:cubicBezTo>
                      <a:cubicBezTo>
                        <a:pt x="2463" y="78"/>
                        <a:pt x="2463" y="52"/>
                        <a:pt x="2463" y="39"/>
                      </a:cubicBezTo>
                      <a:lnTo>
                        <a:pt x="2425" y="1"/>
                      </a:lnTo>
                      <a:close/>
                      <a:moveTo>
                        <a:pt x="2410" y="249"/>
                      </a:moveTo>
                      <a:cubicBezTo>
                        <a:pt x="2400" y="261"/>
                        <a:pt x="2387" y="273"/>
                        <a:pt x="2373" y="284"/>
                      </a:cubicBezTo>
                      <a:cubicBezTo>
                        <a:pt x="2283" y="336"/>
                        <a:pt x="2180" y="375"/>
                        <a:pt x="2064" y="375"/>
                      </a:cubicBezTo>
                      <a:cubicBezTo>
                        <a:pt x="1922" y="375"/>
                        <a:pt x="1767" y="375"/>
                        <a:pt x="1625" y="362"/>
                      </a:cubicBezTo>
                      <a:lnTo>
                        <a:pt x="1496" y="349"/>
                      </a:lnTo>
                      <a:lnTo>
                        <a:pt x="1354" y="349"/>
                      </a:lnTo>
                      <a:cubicBezTo>
                        <a:pt x="1264" y="349"/>
                        <a:pt x="1161" y="362"/>
                        <a:pt x="1071" y="375"/>
                      </a:cubicBezTo>
                      <a:cubicBezTo>
                        <a:pt x="864" y="413"/>
                        <a:pt x="671" y="504"/>
                        <a:pt x="503" y="646"/>
                      </a:cubicBezTo>
                      <a:cubicBezTo>
                        <a:pt x="310" y="774"/>
                        <a:pt x="181" y="968"/>
                        <a:pt x="91" y="1187"/>
                      </a:cubicBezTo>
                      <a:cubicBezTo>
                        <a:pt x="13" y="1419"/>
                        <a:pt x="1" y="1664"/>
                        <a:pt x="78" y="1896"/>
                      </a:cubicBezTo>
                      <a:cubicBezTo>
                        <a:pt x="168" y="2141"/>
                        <a:pt x="374" y="2322"/>
                        <a:pt x="619" y="2386"/>
                      </a:cubicBezTo>
                      <a:cubicBezTo>
                        <a:pt x="680" y="2403"/>
                        <a:pt x="742" y="2411"/>
                        <a:pt x="804" y="2411"/>
                      </a:cubicBezTo>
                      <a:cubicBezTo>
                        <a:pt x="981" y="2411"/>
                        <a:pt x="1160" y="2346"/>
                        <a:pt x="1303" y="2232"/>
                      </a:cubicBezTo>
                      <a:cubicBezTo>
                        <a:pt x="1342" y="2193"/>
                        <a:pt x="1393" y="2154"/>
                        <a:pt x="1419" y="2115"/>
                      </a:cubicBezTo>
                      <a:lnTo>
                        <a:pt x="1432" y="2090"/>
                      </a:lnTo>
                      <a:lnTo>
                        <a:pt x="1458" y="2051"/>
                      </a:lnTo>
                      <a:cubicBezTo>
                        <a:pt x="1470" y="2025"/>
                        <a:pt x="1483" y="1999"/>
                        <a:pt x="1496" y="1974"/>
                      </a:cubicBezTo>
                      <a:cubicBezTo>
                        <a:pt x="1535" y="1858"/>
                        <a:pt x="1548" y="1742"/>
                        <a:pt x="1509" y="1638"/>
                      </a:cubicBezTo>
                      <a:cubicBezTo>
                        <a:pt x="1470" y="1432"/>
                        <a:pt x="1329" y="1277"/>
                        <a:pt x="1135" y="1200"/>
                      </a:cubicBezTo>
                      <a:cubicBezTo>
                        <a:pt x="1079" y="1184"/>
                        <a:pt x="1024" y="1173"/>
                        <a:pt x="968" y="1173"/>
                      </a:cubicBezTo>
                      <a:cubicBezTo>
                        <a:pt x="933" y="1173"/>
                        <a:pt x="899" y="1177"/>
                        <a:pt x="864" y="1187"/>
                      </a:cubicBezTo>
                      <a:cubicBezTo>
                        <a:pt x="787" y="1213"/>
                        <a:pt x="723" y="1252"/>
                        <a:pt x="671" y="1316"/>
                      </a:cubicBezTo>
                      <a:cubicBezTo>
                        <a:pt x="658" y="1329"/>
                        <a:pt x="645" y="1342"/>
                        <a:pt x="632" y="1355"/>
                      </a:cubicBezTo>
                      <a:lnTo>
                        <a:pt x="619" y="1381"/>
                      </a:lnTo>
                      <a:cubicBezTo>
                        <a:pt x="607" y="1381"/>
                        <a:pt x="607" y="1393"/>
                        <a:pt x="607" y="1393"/>
                      </a:cubicBezTo>
                      <a:cubicBezTo>
                        <a:pt x="594" y="1432"/>
                        <a:pt x="581" y="1458"/>
                        <a:pt x="568" y="1497"/>
                      </a:cubicBezTo>
                      <a:cubicBezTo>
                        <a:pt x="555" y="1548"/>
                        <a:pt x="568" y="1613"/>
                        <a:pt x="607" y="1664"/>
                      </a:cubicBezTo>
                      <a:cubicBezTo>
                        <a:pt x="632" y="1703"/>
                        <a:pt x="671" y="1729"/>
                        <a:pt x="710" y="1754"/>
                      </a:cubicBezTo>
                      <a:lnTo>
                        <a:pt x="813" y="1754"/>
                      </a:lnTo>
                      <a:cubicBezTo>
                        <a:pt x="826" y="1742"/>
                        <a:pt x="852" y="1729"/>
                        <a:pt x="864" y="1729"/>
                      </a:cubicBezTo>
                      <a:lnTo>
                        <a:pt x="877" y="1716"/>
                      </a:lnTo>
                      <a:lnTo>
                        <a:pt x="864" y="1716"/>
                      </a:lnTo>
                      <a:cubicBezTo>
                        <a:pt x="852" y="1716"/>
                        <a:pt x="826" y="1729"/>
                        <a:pt x="813" y="1729"/>
                      </a:cubicBezTo>
                      <a:cubicBezTo>
                        <a:pt x="774" y="1729"/>
                        <a:pt x="748" y="1729"/>
                        <a:pt x="723" y="1716"/>
                      </a:cubicBezTo>
                      <a:cubicBezTo>
                        <a:pt x="684" y="1703"/>
                        <a:pt x="658" y="1664"/>
                        <a:pt x="632" y="1638"/>
                      </a:cubicBezTo>
                      <a:cubicBezTo>
                        <a:pt x="619" y="1587"/>
                        <a:pt x="607" y="1535"/>
                        <a:pt x="619" y="1497"/>
                      </a:cubicBezTo>
                      <a:cubicBezTo>
                        <a:pt x="632" y="1471"/>
                        <a:pt x="645" y="1445"/>
                        <a:pt x="658" y="1419"/>
                      </a:cubicBezTo>
                      <a:lnTo>
                        <a:pt x="671" y="1406"/>
                      </a:lnTo>
                      <a:lnTo>
                        <a:pt x="684" y="1393"/>
                      </a:lnTo>
                      <a:cubicBezTo>
                        <a:pt x="697" y="1381"/>
                        <a:pt x="710" y="1368"/>
                        <a:pt x="723" y="1355"/>
                      </a:cubicBezTo>
                      <a:cubicBezTo>
                        <a:pt x="761" y="1316"/>
                        <a:pt x="826" y="1290"/>
                        <a:pt x="877" y="1277"/>
                      </a:cubicBezTo>
                      <a:cubicBezTo>
                        <a:pt x="906" y="1273"/>
                        <a:pt x="932" y="1270"/>
                        <a:pt x="958" y="1270"/>
                      </a:cubicBezTo>
                      <a:cubicBezTo>
                        <a:pt x="1002" y="1270"/>
                        <a:pt x="1043" y="1279"/>
                        <a:pt x="1084" y="1303"/>
                      </a:cubicBezTo>
                      <a:cubicBezTo>
                        <a:pt x="1225" y="1368"/>
                        <a:pt x="1329" y="1497"/>
                        <a:pt x="1354" y="1651"/>
                      </a:cubicBezTo>
                      <a:cubicBezTo>
                        <a:pt x="1367" y="1742"/>
                        <a:pt x="1367" y="1819"/>
                        <a:pt x="1329" y="1896"/>
                      </a:cubicBezTo>
                      <a:cubicBezTo>
                        <a:pt x="1316" y="1909"/>
                        <a:pt x="1303" y="1922"/>
                        <a:pt x="1303" y="1948"/>
                      </a:cubicBezTo>
                      <a:lnTo>
                        <a:pt x="1277" y="1974"/>
                      </a:lnTo>
                      <a:lnTo>
                        <a:pt x="1264" y="1987"/>
                      </a:lnTo>
                      <a:cubicBezTo>
                        <a:pt x="1238" y="2025"/>
                        <a:pt x="1213" y="2051"/>
                        <a:pt x="1174" y="2090"/>
                      </a:cubicBezTo>
                      <a:cubicBezTo>
                        <a:pt x="1065" y="2162"/>
                        <a:pt x="938" y="2203"/>
                        <a:pt x="813" y="2203"/>
                      </a:cubicBezTo>
                      <a:cubicBezTo>
                        <a:pt x="760" y="2203"/>
                        <a:pt x="708" y="2195"/>
                        <a:pt x="658" y="2180"/>
                      </a:cubicBezTo>
                      <a:cubicBezTo>
                        <a:pt x="555" y="2154"/>
                        <a:pt x="478" y="2115"/>
                        <a:pt x="413" y="2051"/>
                      </a:cubicBezTo>
                      <a:cubicBezTo>
                        <a:pt x="336" y="1987"/>
                        <a:pt x="284" y="1909"/>
                        <a:pt x="246" y="1819"/>
                      </a:cubicBezTo>
                      <a:cubicBezTo>
                        <a:pt x="181" y="1626"/>
                        <a:pt x="181" y="1419"/>
                        <a:pt x="246" y="1239"/>
                      </a:cubicBezTo>
                      <a:cubicBezTo>
                        <a:pt x="310" y="1045"/>
                        <a:pt x="426" y="891"/>
                        <a:pt x="581" y="762"/>
                      </a:cubicBezTo>
                      <a:cubicBezTo>
                        <a:pt x="723" y="633"/>
                        <a:pt x="890" y="555"/>
                        <a:pt x="1084" y="504"/>
                      </a:cubicBezTo>
                      <a:cubicBezTo>
                        <a:pt x="1161" y="478"/>
                        <a:pt x="1251" y="465"/>
                        <a:pt x="1342" y="465"/>
                      </a:cubicBezTo>
                      <a:lnTo>
                        <a:pt x="1599" y="465"/>
                      </a:lnTo>
                      <a:cubicBezTo>
                        <a:pt x="1741" y="465"/>
                        <a:pt x="1896" y="452"/>
                        <a:pt x="2051" y="439"/>
                      </a:cubicBezTo>
                      <a:cubicBezTo>
                        <a:pt x="2167" y="426"/>
                        <a:pt x="2283" y="375"/>
                        <a:pt x="2373" y="297"/>
                      </a:cubicBezTo>
                      <a:cubicBezTo>
                        <a:pt x="2389" y="281"/>
                        <a:pt x="2401" y="265"/>
                        <a:pt x="2410" y="24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9"/>
                <p:cNvSpPr/>
                <p:nvPr/>
              </p:nvSpPr>
              <p:spPr>
                <a:xfrm>
                  <a:off x="4093175" y="3532675"/>
                  <a:ext cx="39350" cy="15325"/>
                </a:xfrm>
                <a:custGeom>
                  <a:avLst/>
                  <a:gdLst/>
                  <a:ahLst/>
                  <a:cxnLst/>
                  <a:rect l="l" t="t" r="r" b="b"/>
                  <a:pathLst>
                    <a:path w="1574" h="613" extrusionOk="0">
                      <a:moveTo>
                        <a:pt x="1574" y="1"/>
                      </a:moveTo>
                      <a:lnTo>
                        <a:pt x="1522" y="65"/>
                      </a:lnTo>
                      <a:cubicBezTo>
                        <a:pt x="1510" y="78"/>
                        <a:pt x="1497" y="104"/>
                        <a:pt x="1471" y="143"/>
                      </a:cubicBezTo>
                      <a:cubicBezTo>
                        <a:pt x="1471" y="155"/>
                        <a:pt x="1458" y="168"/>
                        <a:pt x="1445" y="181"/>
                      </a:cubicBezTo>
                      <a:cubicBezTo>
                        <a:pt x="1432" y="194"/>
                        <a:pt x="1419" y="207"/>
                        <a:pt x="1406" y="220"/>
                      </a:cubicBezTo>
                      <a:lnTo>
                        <a:pt x="1355" y="272"/>
                      </a:lnTo>
                      <a:cubicBezTo>
                        <a:pt x="1342" y="284"/>
                        <a:pt x="1329" y="297"/>
                        <a:pt x="1316" y="310"/>
                      </a:cubicBezTo>
                      <a:cubicBezTo>
                        <a:pt x="1277" y="336"/>
                        <a:pt x="1239" y="349"/>
                        <a:pt x="1187" y="375"/>
                      </a:cubicBezTo>
                      <a:cubicBezTo>
                        <a:pt x="1174" y="375"/>
                        <a:pt x="1148" y="388"/>
                        <a:pt x="1123" y="388"/>
                      </a:cubicBezTo>
                      <a:cubicBezTo>
                        <a:pt x="1097" y="388"/>
                        <a:pt x="1084" y="400"/>
                        <a:pt x="1058" y="400"/>
                      </a:cubicBezTo>
                      <a:lnTo>
                        <a:pt x="903" y="400"/>
                      </a:lnTo>
                      <a:lnTo>
                        <a:pt x="749" y="375"/>
                      </a:lnTo>
                      <a:lnTo>
                        <a:pt x="568" y="375"/>
                      </a:lnTo>
                      <a:cubicBezTo>
                        <a:pt x="551" y="370"/>
                        <a:pt x="534" y="369"/>
                        <a:pt x="517" y="369"/>
                      </a:cubicBezTo>
                      <a:cubicBezTo>
                        <a:pt x="482" y="369"/>
                        <a:pt x="448" y="375"/>
                        <a:pt x="414" y="375"/>
                      </a:cubicBezTo>
                      <a:cubicBezTo>
                        <a:pt x="362" y="388"/>
                        <a:pt x="310" y="400"/>
                        <a:pt x="259" y="413"/>
                      </a:cubicBezTo>
                      <a:lnTo>
                        <a:pt x="194" y="439"/>
                      </a:lnTo>
                      <a:cubicBezTo>
                        <a:pt x="181" y="452"/>
                        <a:pt x="156" y="465"/>
                        <a:pt x="143" y="465"/>
                      </a:cubicBezTo>
                      <a:lnTo>
                        <a:pt x="104" y="491"/>
                      </a:lnTo>
                      <a:cubicBezTo>
                        <a:pt x="91" y="504"/>
                        <a:pt x="78" y="504"/>
                        <a:pt x="65" y="517"/>
                      </a:cubicBezTo>
                      <a:cubicBezTo>
                        <a:pt x="40" y="529"/>
                        <a:pt x="14" y="555"/>
                        <a:pt x="1" y="568"/>
                      </a:cubicBezTo>
                      <a:lnTo>
                        <a:pt x="78" y="555"/>
                      </a:lnTo>
                      <a:cubicBezTo>
                        <a:pt x="104" y="542"/>
                        <a:pt x="143" y="542"/>
                        <a:pt x="169" y="542"/>
                      </a:cubicBezTo>
                      <a:lnTo>
                        <a:pt x="414" y="542"/>
                      </a:lnTo>
                      <a:cubicBezTo>
                        <a:pt x="465" y="542"/>
                        <a:pt x="504" y="555"/>
                        <a:pt x="568" y="555"/>
                      </a:cubicBezTo>
                      <a:cubicBezTo>
                        <a:pt x="620" y="568"/>
                        <a:pt x="671" y="568"/>
                        <a:pt x="723" y="581"/>
                      </a:cubicBezTo>
                      <a:cubicBezTo>
                        <a:pt x="787" y="594"/>
                        <a:pt x="839" y="607"/>
                        <a:pt x="903" y="607"/>
                      </a:cubicBezTo>
                      <a:cubicBezTo>
                        <a:pt x="925" y="611"/>
                        <a:pt x="946" y="613"/>
                        <a:pt x="968" y="613"/>
                      </a:cubicBezTo>
                      <a:cubicBezTo>
                        <a:pt x="1011" y="613"/>
                        <a:pt x="1054" y="607"/>
                        <a:pt x="1097" y="607"/>
                      </a:cubicBezTo>
                      <a:cubicBezTo>
                        <a:pt x="1226" y="581"/>
                        <a:pt x="1329" y="517"/>
                        <a:pt x="1419" y="426"/>
                      </a:cubicBezTo>
                      <a:cubicBezTo>
                        <a:pt x="1458" y="388"/>
                        <a:pt x="1484" y="349"/>
                        <a:pt x="1510" y="297"/>
                      </a:cubicBezTo>
                      <a:cubicBezTo>
                        <a:pt x="1535" y="259"/>
                        <a:pt x="1548" y="220"/>
                        <a:pt x="1561" y="181"/>
                      </a:cubicBezTo>
                      <a:cubicBezTo>
                        <a:pt x="1561" y="143"/>
                        <a:pt x="1574" y="117"/>
                        <a:pt x="1574" y="78"/>
                      </a:cubicBezTo>
                      <a:lnTo>
                        <a:pt x="1574" y="14"/>
                      </a:lnTo>
                      <a:lnTo>
                        <a:pt x="15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9"/>
                <p:cNvSpPr/>
                <p:nvPr/>
              </p:nvSpPr>
              <p:spPr>
                <a:xfrm>
                  <a:off x="4074425" y="3588300"/>
                  <a:ext cx="7750" cy="5375"/>
                </a:xfrm>
                <a:custGeom>
                  <a:avLst/>
                  <a:gdLst/>
                  <a:ahLst/>
                  <a:cxnLst/>
                  <a:rect l="l" t="t" r="r" b="b"/>
                  <a:pathLst>
                    <a:path w="310" h="215" extrusionOk="0">
                      <a:moveTo>
                        <a:pt x="147" y="1"/>
                      </a:moveTo>
                      <a:cubicBezTo>
                        <a:pt x="66" y="1"/>
                        <a:pt x="0" y="92"/>
                        <a:pt x="42" y="174"/>
                      </a:cubicBezTo>
                      <a:cubicBezTo>
                        <a:pt x="59" y="203"/>
                        <a:pt x="83" y="214"/>
                        <a:pt x="108" y="214"/>
                      </a:cubicBezTo>
                      <a:cubicBezTo>
                        <a:pt x="199" y="214"/>
                        <a:pt x="310" y="70"/>
                        <a:pt x="209" y="19"/>
                      </a:cubicBezTo>
                      <a:cubicBezTo>
                        <a:pt x="189" y="6"/>
                        <a:pt x="168"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9"/>
                <p:cNvSpPr/>
                <p:nvPr/>
              </p:nvSpPr>
              <p:spPr>
                <a:xfrm>
                  <a:off x="4101900" y="3560575"/>
                  <a:ext cx="6450" cy="5325"/>
                </a:xfrm>
                <a:custGeom>
                  <a:avLst/>
                  <a:gdLst/>
                  <a:ahLst/>
                  <a:cxnLst/>
                  <a:rect l="l" t="t" r="r" b="b"/>
                  <a:pathLst>
                    <a:path w="258" h="213" extrusionOk="0">
                      <a:moveTo>
                        <a:pt x="156" y="1"/>
                      </a:moveTo>
                      <a:cubicBezTo>
                        <a:pt x="72" y="1"/>
                        <a:pt x="0" y="92"/>
                        <a:pt x="52" y="174"/>
                      </a:cubicBezTo>
                      <a:cubicBezTo>
                        <a:pt x="77" y="200"/>
                        <a:pt x="106" y="213"/>
                        <a:pt x="135" y="213"/>
                      </a:cubicBezTo>
                      <a:cubicBezTo>
                        <a:pt x="164" y="213"/>
                        <a:pt x="193" y="200"/>
                        <a:pt x="219" y="174"/>
                      </a:cubicBezTo>
                      <a:cubicBezTo>
                        <a:pt x="258" y="136"/>
                        <a:pt x="258" y="58"/>
                        <a:pt x="219" y="19"/>
                      </a:cubicBezTo>
                      <a:cubicBezTo>
                        <a:pt x="199" y="7"/>
                        <a:pt x="177" y="1"/>
                        <a:pt x="1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76" name="Google Shape;1176;p9"/>
          <p:cNvGrpSpPr/>
          <p:nvPr/>
        </p:nvGrpSpPr>
        <p:grpSpPr>
          <a:xfrm>
            <a:off x="714214" y="4473580"/>
            <a:ext cx="7715881" cy="314092"/>
            <a:chOff x="946206" y="1234018"/>
            <a:chExt cx="7556440" cy="307601"/>
          </a:xfrm>
        </p:grpSpPr>
        <p:grpSp>
          <p:nvGrpSpPr>
            <p:cNvPr id="1177" name="Google Shape;1177;p9"/>
            <p:cNvGrpSpPr/>
            <p:nvPr/>
          </p:nvGrpSpPr>
          <p:grpSpPr>
            <a:xfrm>
              <a:off x="1114930" y="1355757"/>
              <a:ext cx="7163972" cy="64150"/>
              <a:chOff x="1299890" y="844622"/>
              <a:chExt cx="6544233" cy="64143"/>
            </a:xfrm>
          </p:grpSpPr>
          <p:grpSp>
            <p:nvGrpSpPr>
              <p:cNvPr id="1178" name="Google Shape;1178;p9"/>
              <p:cNvGrpSpPr/>
              <p:nvPr/>
            </p:nvGrpSpPr>
            <p:grpSpPr>
              <a:xfrm>
                <a:off x="4528885" y="844622"/>
                <a:ext cx="3315238" cy="64143"/>
                <a:chOff x="896765" y="648922"/>
                <a:chExt cx="3315238" cy="64143"/>
              </a:xfrm>
            </p:grpSpPr>
            <p:sp>
              <p:nvSpPr>
                <p:cNvPr id="1179" name="Google Shape;1179;p9"/>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9"/>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9"/>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9"/>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9"/>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9"/>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9"/>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9"/>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9"/>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9"/>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9"/>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9"/>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9"/>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9"/>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9"/>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9"/>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9"/>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9"/>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9"/>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9"/>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9"/>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9"/>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9"/>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9"/>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9"/>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9"/>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9"/>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9"/>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9"/>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9"/>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9"/>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9"/>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9"/>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2" name="Google Shape;1212;p9"/>
              <p:cNvGrpSpPr/>
              <p:nvPr/>
            </p:nvGrpSpPr>
            <p:grpSpPr>
              <a:xfrm>
                <a:off x="1299890" y="844622"/>
                <a:ext cx="3315238" cy="64143"/>
                <a:chOff x="896765" y="648922"/>
                <a:chExt cx="3315238" cy="64143"/>
              </a:xfrm>
            </p:grpSpPr>
            <p:sp>
              <p:nvSpPr>
                <p:cNvPr id="1213" name="Google Shape;1213;p9"/>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9"/>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9"/>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9"/>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9"/>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9"/>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9"/>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9"/>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9"/>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9"/>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9"/>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9"/>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9"/>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9"/>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9"/>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9"/>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9"/>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9"/>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9"/>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9"/>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9"/>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9"/>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9"/>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9"/>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9"/>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9"/>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9"/>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9"/>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9"/>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9"/>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9"/>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9"/>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9"/>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46" name="Google Shape;1246;p9"/>
            <p:cNvGrpSpPr/>
            <p:nvPr/>
          </p:nvGrpSpPr>
          <p:grpSpPr>
            <a:xfrm>
              <a:off x="946206" y="1234018"/>
              <a:ext cx="310295" cy="307601"/>
              <a:chOff x="1969331" y="802493"/>
              <a:chExt cx="310295" cy="307601"/>
            </a:xfrm>
          </p:grpSpPr>
          <p:sp>
            <p:nvSpPr>
              <p:cNvPr id="1247" name="Google Shape;1247;p9"/>
              <p:cNvSpPr/>
              <p:nvPr/>
            </p:nvSpPr>
            <p:spPr>
              <a:xfrm rot="10800000">
                <a:off x="2159912" y="1003137"/>
                <a:ext cx="201" cy="201"/>
              </a:xfrm>
              <a:custGeom>
                <a:avLst/>
                <a:gdLst/>
                <a:ahLst/>
                <a:cxnLst/>
                <a:rect l="l" t="t" r="r" b="b"/>
                <a:pathLst>
                  <a:path w="1" h="1" extrusionOk="0">
                    <a:moveTo>
                      <a:pt x="1" y="0"/>
                    </a:move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8" name="Google Shape;1248;p9"/>
              <p:cNvGrpSpPr/>
              <p:nvPr/>
            </p:nvGrpSpPr>
            <p:grpSpPr>
              <a:xfrm>
                <a:off x="1969331" y="802493"/>
                <a:ext cx="310295" cy="307601"/>
                <a:chOff x="4037750" y="3523325"/>
                <a:chExt cx="108975" cy="108025"/>
              </a:xfrm>
            </p:grpSpPr>
            <p:sp>
              <p:nvSpPr>
                <p:cNvPr id="1249" name="Google Shape;1249;p9"/>
                <p:cNvSpPr/>
                <p:nvPr/>
              </p:nvSpPr>
              <p:spPr>
                <a:xfrm>
                  <a:off x="4037750" y="3570375"/>
                  <a:ext cx="59975" cy="60975"/>
                </a:xfrm>
                <a:custGeom>
                  <a:avLst/>
                  <a:gdLst/>
                  <a:ahLst/>
                  <a:cxnLst/>
                  <a:rect l="l" t="t" r="r" b="b"/>
                  <a:pathLst>
                    <a:path w="2399" h="2439" extrusionOk="0">
                      <a:moveTo>
                        <a:pt x="13" y="2426"/>
                      </a:moveTo>
                      <a:lnTo>
                        <a:pt x="0" y="2438"/>
                      </a:lnTo>
                      <a:lnTo>
                        <a:pt x="64" y="2438"/>
                      </a:lnTo>
                      <a:lnTo>
                        <a:pt x="13" y="2426"/>
                      </a:lnTo>
                      <a:close/>
                      <a:moveTo>
                        <a:pt x="1558" y="1"/>
                      </a:moveTo>
                      <a:cubicBezTo>
                        <a:pt x="1429" y="1"/>
                        <a:pt x="1299" y="24"/>
                        <a:pt x="1173" y="66"/>
                      </a:cubicBezTo>
                      <a:cubicBezTo>
                        <a:pt x="954" y="156"/>
                        <a:pt x="774" y="298"/>
                        <a:pt x="632" y="478"/>
                      </a:cubicBezTo>
                      <a:cubicBezTo>
                        <a:pt x="503" y="646"/>
                        <a:pt x="413" y="840"/>
                        <a:pt x="361" y="1046"/>
                      </a:cubicBezTo>
                      <a:cubicBezTo>
                        <a:pt x="348" y="1149"/>
                        <a:pt x="335" y="1239"/>
                        <a:pt x="335" y="1342"/>
                      </a:cubicBezTo>
                      <a:lnTo>
                        <a:pt x="335" y="1407"/>
                      </a:lnTo>
                      <a:lnTo>
                        <a:pt x="335" y="1446"/>
                      </a:lnTo>
                      <a:lnTo>
                        <a:pt x="335" y="1471"/>
                      </a:lnTo>
                      <a:cubicBezTo>
                        <a:pt x="348" y="1510"/>
                        <a:pt x="348" y="1562"/>
                        <a:pt x="348" y="1600"/>
                      </a:cubicBezTo>
                      <a:cubicBezTo>
                        <a:pt x="361" y="1742"/>
                        <a:pt x="361" y="1897"/>
                        <a:pt x="361" y="2039"/>
                      </a:cubicBezTo>
                      <a:cubicBezTo>
                        <a:pt x="361" y="2155"/>
                        <a:pt x="322" y="2258"/>
                        <a:pt x="271" y="2361"/>
                      </a:cubicBezTo>
                      <a:cubicBezTo>
                        <a:pt x="219" y="2413"/>
                        <a:pt x="155" y="2438"/>
                        <a:pt x="77" y="2438"/>
                      </a:cubicBezTo>
                      <a:lnTo>
                        <a:pt x="168" y="2438"/>
                      </a:lnTo>
                      <a:cubicBezTo>
                        <a:pt x="206" y="2426"/>
                        <a:pt x="258" y="2400"/>
                        <a:pt x="284" y="2374"/>
                      </a:cubicBezTo>
                      <a:cubicBezTo>
                        <a:pt x="361" y="2284"/>
                        <a:pt x="413" y="2168"/>
                        <a:pt x="426" y="2039"/>
                      </a:cubicBezTo>
                      <a:cubicBezTo>
                        <a:pt x="451" y="1884"/>
                        <a:pt x="451" y="1729"/>
                        <a:pt x="451" y="1587"/>
                      </a:cubicBezTo>
                      <a:lnTo>
                        <a:pt x="451" y="1394"/>
                      </a:lnTo>
                      <a:lnTo>
                        <a:pt x="451" y="1330"/>
                      </a:lnTo>
                      <a:cubicBezTo>
                        <a:pt x="464" y="1239"/>
                        <a:pt x="477" y="1149"/>
                        <a:pt x="490" y="1072"/>
                      </a:cubicBezTo>
                      <a:cubicBezTo>
                        <a:pt x="542" y="891"/>
                        <a:pt x="619" y="723"/>
                        <a:pt x="748" y="582"/>
                      </a:cubicBezTo>
                      <a:cubicBezTo>
                        <a:pt x="877" y="427"/>
                        <a:pt x="1044" y="311"/>
                        <a:pt x="1225" y="246"/>
                      </a:cubicBezTo>
                      <a:cubicBezTo>
                        <a:pt x="1322" y="208"/>
                        <a:pt x="1422" y="188"/>
                        <a:pt x="1520" y="188"/>
                      </a:cubicBezTo>
                      <a:cubicBezTo>
                        <a:pt x="1618" y="188"/>
                        <a:pt x="1715" y="208"/>
                        <a:pt x="1805" y="246"/>
                      </a:cubicBezTo>
                      <a:cubicBezTo>
                        <a:pt x="1896" y="272"/>
                        <a:pt x="1973" y="337"/>
                        <a:pt x="2037" y="401"/>
                      </a:cubicBezTo>
                      <a:cubicBezTo>
                        <a:pt x="2102" y="478"/>
                        <a:pt x="2141" y="556"/>
                        <a:pt x="2166" y="646"/>
                      </a:cubicBezTo>
                      <a:cubicBezTo>
                        <a:pt x="2218" y="827"/>
                        <a:pt x="2179" y="1020"/>
                        <a:pt x="2076" y="1175"/>
                      </a:cubicBezTo>
                      <a:cubicBezTo>
                        <a:pt x="2050" y="1201"/>
                        <a:pt x="2012" y="1239"/>
                        <a:pt x="1986" y="1265"/>
                      </a:cubicBezTo>
                      <a:lnTo>
                        <a:pt x="1973" y="1278"/>
                      </a:lnTo>
                      <a:lnTo>
                        <a:pt x="1934" y="1291"/>
                      </a:lnTo>
                      <a:cubicBezTo>
                        <a:pt x="1921" y="1304"/>
                        <a:pt x="1908" y="1317"/>
                        <a:pt x="1883" y="1317"/>
                      </a:cubicBezTo>
                      <a:cubicBezTo>
                        <a:pt x="1825" y="1346"/>
                        <a:pt x="1767" y="1360"/>
                        <a:pt x="1709" y="1360"/>
                      </a:cubicBezTo>
                      <a:cubicBezTo>
                        <a:pt x="1689" y="1360"/>
                        <a:pt x="1670" y="1359"/>
                        <a:pt x="1651" y="1355"/>
                      </a:cubicBezTo>
                      <a:cubicBezTo>
                        <a:pt x="1496" y="1317"/>
                        <a:pt x="1354" y="1213"/>
                        <a:pt x="1289" y="1072"/>
                      </a:cubicBezTo>
                      <a:cubicBezTo>
                        <a:pt x="1225" y="956"/>
                        <a:pt x="1251" y="801"/>
                        <a:pt x="1341" y="711"/>
                      </a:cubicBezTo>
                      <a:cubicBezTo>
                        <a:pt x="1354" y="698"/>
                        <a:pt x="1367" y="685"/>
                        <a:pt x="1380" y="672"/>
                      </a:cubicBezTo>
                      <a:lnTo>
                        <a:pt x="1393" y="659"/>
                      </a:lnTo>
                      <a:cubicBezTo>
                        <a:pt x="1406" y="659"/>
                        <a:pt x="1406" y="646"/>
                        <a:pt x="1406" y="646"/>
                      </a:cubicBezTo>
                      <a:cubicBezTo>
                        <a:pt x="1431" y="633"/>
                        <a:pt x="1457" y="620"/>
                        <a:pt x="1483" y="607"/>
                      </a:cubicBezTo>
                      <a:cubicBezTo>
                        <a:pt x="1498" y="604"/>
                        <a:pt x="1512" y="602"/>
                        <a:pt x="1526" y="602"/>
                      </a:cubicBezTo>
                      <a:cubicBezTo>
                        <a:pt x="1558" y="602"/>
                        <a:pt x="1588" y="611"/>
                        <a:pt x="1625" y="620"/>
                      </a:cubicBezTo>
                      <a:cubicBezTo>
                        <a:pt x="1663" y="646"/>
                        <a:pt x="1689" y="672"/>
                        <a:pt x="1702" y="711"/>
                      </a:cubicBezTo>
                      <a:cubicBezTo>
                        <a:pt x="1715" y="736"/>
                        <a:pt x="1728" y="762"/>
                        <a:pt x="1715" y="788"/>
                      </a:cubicBezTo>
                      <a:cubicBezTo>
                        <a:pt x="1715" y="814"/>
                        <a:pt x="1715" y="827"/>
                        <a:pt x="1702" y="852"/>
                      </a:cubicBezTo>
                      <a:cubicBezTo>
                        <a:pt x="1741" y="801"/>
                        <a:pt x="1754" y="749"/>
                        <a:pt x="1728" y="685"/>
                      </a:cubicBezTo>
                      <a:cubicBezTo>
                        <a:pt x="1715" y="646"/>
                        <a:pt x="1676" y="607"/>
                        <a:pt x="1638" y="582"/>
                      </a:cubicBezTo>
                      <a:cubicBezTo>
                        <a:pt x="1600" y="563"/>
                        <a:pt x="1562" y="551"/>
                        <a:pt x="1519" y="551"/>
                      </a:cubicBezTo>
                      <a:cubicBezTo>
                        <a:pt x="1504" y="551"/>
                        <a:pt x="1487" y="552"/>
                        <a:pt x="1470" y="556"/>
                      </a:cubicBezTo>
                      <a:cubicBezTo>
                        <a:pt x="1431" y="556"/>
                        <a:pt x="1406" y="569"/>
                        <a:pt x="1380" y="582"/>
                      </a:cubicBezTo>
                      <a:lnTo>
                        <a:pt x="1354" y="595"/>
                      </a:lnTo>
                      <a:lnTo>
                        <a:pt x="1328" y="607"/>
                      </a:lnTo>
                      <a:cubicBezTo>
                        <a:pt x="1315" y="620"/>
                        <a:pt x="1302" y="633"/>
                        <a:pt x="1289" y="646"/>
                      </a:cubicBezTo>
                      <a:cubicBezTo>
                        <a:pt x="1238" y="698"/>
                        <a:pt x="1186" y="775"/>
                        <a:pt x="1161" y="852"/>
                      </a:cubicBezTo>
                      <a:cubicBezTo>
                        <a:pt x="1148" y="930"/>
                        <a:pt x="1148" y="1033"/>
                        <a:pt x="1173" y="1110"/>
                      </a:cubicBezTo>
                      <a:cubicBezTo>
                        <a:pt x="1251" y="1304"/>
                        <a:pt x="1418" y="1446"/>
                        <a:pt x="1612" y="1497"/>
                      </a:cubicBezTo>
                      <a:cubicBezTo>
                        <a:pt x="1653" y="1506"/>
                        <a:pt x="1694" y="1511"/>
                        <a:pt x="1735" y="1511"/>
                      </a:cubicBezTo>
                      <a:cubicBezTo>
                        <a:pt x="1808" y="1511"/>
                        <a:pt x="1880" y="1496"/>
                        <a:pt x="1947" y="1471"/>
                      </a:cubicBezTo>
                      <a:cubicBezTo>
                        <a:pt x="1973" y="1458"/>
                        <a:pt x="2012" y="1446"/>
                        <a:pt x="2037" y="1433"/>
                      </a:cubicBezTo>
                      <a:lnTo>
                        <a:pt x="2063" y="1420"/>
                      </a:lnTo>
                      <a:lnTo>
                        <a:pt x="2076" y="1420"/>
                      </a:lnTo>
                      <a:lnTo>
                        <a:pt x="2089" y="1407"/>
                      </a:lnTo>
                      <a:cubicBezTo>
                        <a:pt x="2141" y="1368"/>
                        <a:pt x="2179" y="1330"/>
                        <a:pt x="2218" y="1278"/>
                      </a:cubicBezTo>
                      <a:cubicBezTo>
                        <a:pt x="2295" y="1188"/>
                        <a:pt x="2347" y="1072"/>
                        <a:pt x="2373" y="956"/>
                      </a:cubicBezTo>
                      <a:cubicBezTo>
                        <a:pt x="2398" y="840"/>
                        <a:pt x="2398" y="711"/>
                        <a:pt x="2360" y="595"/>
                      </a:cubicBezTo>
                      <a:cubicBezTo>
                        <a:pt x="2308" y="350"/>
                        <a:pt x="2128" y="143"/>
                        <a:pt x="1883" y="53"/>
                      </a:cubicBezTo>
                      <a:cubicBezTo>
                        <a:pt x="1776" y="17"/>
                        <a:pt x="1667" y="1"/>
                        <a:pt x="15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9"/>
                <p:cNvSpPr/>
                <p:nvPr/>
              </p:nvSpPr>
              <p:spPr>
                <a:xfrm>
                  <a:off x="4046775" y="3579750"/>
                  <a:ext cx="15800" cy="39350"/>
                </a:xfrm>
                <a:custGeom>
                  <a:avLst/>
                  <a:gdLst/>
                  <a:ahLst/>
                  <a:cxnLst/>
                  <a:rect l="l" t="t" r="r" b="b"/>
                  <a:pathLst>
                    <a:path w="632" h="1574" extrusionOk="0">
                      <a:moveTo>
                        <a:pt x="580" y="0"/>
                      </a:moveTo>
                      <a:lnTo>
                        <a:pt x="529" y="65"/>
                      </a:lnTo>
                      <a:lnTo>
                        <a:pt x="503" y="103"/>
                      </a:lnTo>
                      <a:lnTo>
                        <a:pt x="477" y="142"/>
                      </a:lnTo>
                      <a:cubicBezTo>
                        <a:pt x="477" y="155"/>
                        <a:pt x="464" y="181"/>
                        <a:pt x="451" y="194"/>
                      </a:cubicBezTo>
                      <a:lnTo>
                        <a:pt x="426" y="258"/>
                      </a:lnTo>
                      <a:cubicBezTo>
                        <a:pt x="413" y="310"/>
                        <a:pt x="400" y="361"/>
                        <a:pt x="400" y="413"/>
                      </a:cubicBezTo>
                      <a:cubicBezTo>
                        <a:pt x="387" y="465"/>
                        <a:pt x="387" y="516"/>
                        <a:pt x="387" y="568"/>
                      </a:cubicBezTo>
                      <a:cubicBezTo>
                        <a:pt x="387" y="632"/>
                        <a:pt x="387" y="684"/>
                        <a:pt x="400" y="748"/>
                      </a:cubicBezTo>
                      <a:lnTo>
                        <a:pt x="413" y="903"/>
                      </a:lnTo>
                      <a:cubicBezTo>
                        <a:pt x="426" y="955"/>
                        <a:pt x="426" y="1006"/>
                        <a:pt x="413" y="1058"/>
                      </a:cubicBezTo>
                      <a:cubicBezTo>
                        <a:pt x="413" y="1083"/>
                        <a:pt x="413" y="1109"/>
                        <a:pt x="400" y="1122"/>
                      </a:cubicBezTo>
                      <a:cubicBezTo>
                        <a:pt x="400" y="1148"/>
                        <a:pt x="387" y="1174"/>
                        <a:pt x="387" y="1200"/>
                      </a:cubicBezTo>
                      <a:cubicBezTo>
                        <a:pt x="361" y="1238"/>
                        <a:pt x="348" y="1277"/>
                        <a:pt x="322" y="1316"/>
                      </a:cubicBezTo>
                      <a:cubicBezTo>
                        <a:pt x="310" y="1328"/>
                        <a:pt x="297" y="1341"/>
                        <a:pt x="284" y="1367"/>
                      </a:cubicBezTo>
                      <a:cubicBezTo>
                        <a:pt x="271" y="1380"/>
                        <a:pt x="258" y="1393"/>
                        <a:pt x="232" y="1406"/>
                      </a:cubicBezTo>
                      <a:cubicBezTo>
                        <a:pt x="219" y="1419"/>
                        <a:pt x="206" y="1432"/>
                        <a:pt x="193" y="1445"/>
                      </a:cubicBezTo>
                      <a:cubicBezTo>
                        <a:pt x="181" y="1457"/>
                        <a:pt x="168" y="1470"/>
                        <a:pt x="155" y="1470"/>
                      </a:cubicBezTo>
                      <a:cubicBezTo>
                        <a:pt x="129" y="1496"/>
                        <a:pt x="103" y="1509"/>
                        <a:pt x="77" y="1522"/>
                      </a:cubicBezTo>
                      <a:lnTo>
                        <a:pt x="0" y="1573"/>
                      </a:lnTo>
                      <a:lnTo>
                        <a:pt x="103" y="1573"/>
                      </a:lnTo>
                      <a:cubicBezTo>
                        <a:pt x="129" y="1573"/>
                        <a:pt x="168" y="1573"/>
                        <a:pt x="193" y="1561"/>
                      </a:cubicBezTo>
                      <a:cubicBezTo>
                        <a:pt x="245" y="1548"/>
                        <a:pt x="284" y="1535"/>
                        <a:pt x="322" y="1522"/>
                      </a:cubicBezTo>
                      <a:cubicBezTo>
                        <a:pt x="361" y="1496"/>
                        <a:pt x="413" y="1457"/>
                        <a:pt x="451" y="1432"/>
                      </a:cubicBezTo>
                      <a:cubicBezTo>
                        <a:pt x="490" y="1380"/>
                        <a:pt x="529" y="1341"/>
                        <a:pt x="555" y="1277"/>
                      </a:cubicBezTo>
                      <a:cubicBezTo>
                        <a:pt x="593" y="1225"/>
                        <a:pt x="619" y="1161"/>
                        <a:pt x="619" y="1096"/>
                      </a:cubicBezTo>
                      <a:cubicBezTo>
                        <a:pt x="632" y="1032"/>
                        <a:pt x="632" y="967"/>
                        <a:pt x="619" y="903"/>
                      </a:cubicBezTo>
                      <a:cubicBezTo>
                        <a:pt x="619" y="838"/>
                        <a:pt x="606" y="774"/>
                        <a:pt x="593" y="722"/>
                      </a:cubicBezTo>
                      <a:cubicBezTo>
                        <a:pt x="593" y="671"/>
                        <a:pt x="593" y="619"/>
                        <a:pt x="567" y="568"/>
                      </a:cubicBezTo>
                      <a:cubicBezTo>
                        <a:pt x="555" y="516"/>
                        <a:pt x="555" y="465"/>
                        <a:pt x="555" y="413"/>
                      </a:cubicBezTo>
                      <a:lnTo>
                        <a:pt x="555" y="284"/>
                      </a:lnTo>
                      <a:lnTo>
                        <a:pt x="555" y="220"/>
                      </a:lnTo>
                      <a:lnTo>
                        <a:pt x="555" y="168"/>
                      </a:lnTo>
                      <a:cubicBezTo>
                        <a:pt x="555" y="142"/>
                        <a:pt x="567" y="103"/>
                        <a:pt x="567" y="78"/>
                      </a:cubicBezTo>
                      <a:cubicBezTo>
                        <a:pt x="580" y="26"/>
                        <a:pt x="580" y="0"/>
                        <a:pt x="5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9"/>
                <p:cNvSpPr/>
                <p:nvPr/>
              </p:nvSpPr>
              <p:spPr>
                <a:xfrm>
                  <a:off x="4085125" y="3523325"/>
                  <a:ext cx="61600" cy="60300"/>
                </a:xfrm>
                <a:custGeom>
                  <a:avLst/>
                  <a:gdLst/>
                  <a:ahLst/>
                  <a:cxnLst/>
                  <a:rect l="l" t="t" r="r" b="b"/>
                  <a:pathLst>
                    <a:path w="2464" h="2412" extrusionOk="0">
                      <a:moveTo>
                        <a:pt x="2425" y="1"/>
                      </a:moveTo>
                      <a:lnTo>
                        <a:pt x="2425" y="27"/>
                      </a:lnTo>
                      <a:cubicBezTo>
                        <a:pt x="2438" y="39"/>
                        <a:pt x="2438" y="52"/>
                        <a:pt x="2438" y="78"/>
                      </a:cubicBezTo>
                      <a:cubicBezTo>
                        <a:pt x="2438" y="117"/>
                        <a:pt x="2438" y="143"/>
                        <a:pt x="2438" y="181"/>
                      </a:cubicBezTo>
                      <a:cubicBezTo>
                        <a:pt x="2430" y="204"/>
                        <a:pt x="2423" y="226"/>
                        <a:pt x="2410" y="249"/>
                      </a:cubicBezTo>
                      <a:lnTo>
                        <a:pt x="2410" y="249"/>
                      </a:lnTo>
                      <a:cubicBezTo>
                        <a:pt x="2448" y="204"/>
                        <a:pt x="2463" y="151"/>
                        <a:pt x="2463" y="91"/>
                      </a:cubicBezTo>
                      <a:cubicBezTo>
                        <a:pt x="2463" y="78"/>
                        <a:pt x="2463" y="52"/>
                        <a:pt x="2463" y="39"/>
                      </a:cubicBezTo>
                      <a:lnTo>
                        <a:pt x="2425" y="1"/>
                      </a:lnTo>
                      <a:close/>
                      <a:moveTo>
                        <a:pt x="2410" y="249"/>
                      </a:moveTo>
                      <a:cubicBezTo>
                        <a:pt x="2400" y="261"/>
                        <a:pt x="2387" y="273"/>
                        <a:pt x="2373" y="284"/>
                      </a:cubicBezTo>
                      <a:cubicBezTo>
                        <a:pt x="2283" y="336"/>
                        <a:pt x="2180" y="375"/>
                        <a:pt x="2064" y="375"/>
                      </a:cubicBezTo>
                      <a:cubicBezTo>
                        <a:pt x="1922" y="375"/>
                        <a:pt x="1767" y="375"/>
                        <a:pt x="1625" y="362"/>
                      </a:cubicBezTo>
                      <a:lnTo>
                        <a:pt x="1496" y="349"/>
                      </a:lnTo>
                      <a:lnTo>
                        <a:pt x="1354" y="349"/>
                      </a:lnTo>
                      <a:cubicBezTo>
                        <a:pt x="1264" y="349"/>
                        <a:pt x="1161" y="362"/>
                        <a:pt x="1071" y="375"/>
                      </a:cubicBezTo>
                      <a:cubicBezTo>
                        <a:pt x="864" y="413"/>
                        <a:pt x="671" y="504"/>
                        <a:pt x="503" y="646"/>
                      </a:cubicBezTo>
                      <a:cubicBezTo>
                        <a:pt x="310" y="774"/>
                        <a:pt x="181" y="968"/>
                        <a:pt x="91" y="1187"/>
                      </a:cubicBezTo>
                      <a:cubicBezTo>
                        <a:pt x="13" y="1419"/>
                        <a:pt x="1" y="1664"/>
                        <a:pt x="78" y="1896"/>
                      </a:cubicBezTo>
                      <a:cubicBezTo>
                        <a:pt x="168" y="2141"/>
                        <a:pt x="374" y="2322"/>
                        <a:pt x="619" y="2386"/>
                      </a:cubicBezTo>
                      <a:cubicBezTo>
                        <a:pt x="680" y="2403"/>
                        <a:pt x="742" y="2411"/>
                        <a:pt x="804" y="2411"/>
                      </a:cubicBezTo>
                      <a:cubicBezTo>
                        <a:pt x="981" y="2411"/>
                        <a:pt x="1160" y="2346"/>
                        <a:pt x="1303" y="2232"/>
                      </a:cubicBezTo>
                      <a:cubicBezTo>
                        <a:pt x="1342" y="2193"/>
                        <a:pt x="1393" y="2154"/>
                        <a:pt x="1419" y="2115"/>
                      </a:cubicBezTo>
                      <a:lnTo>
                        <a:pt x="1432" y="2090"/>
                      </a:lnTo>
                      <a:lnTo>
                        <a:pt x="1458" y="2051"/>
                      </a:lnTo>
                      <a:cubicBezTo>
                        <a:pt x="1470" y="2025"/>
                        <a:pt x="1483" y="1999"/>
                        <a:pt x="1496" y="1974"/>
                      </a:cubicBezTo>
                      <a:cubicBezTo>
                        <a:pt x="1535" y="1858"/>
                        <a:pt x="1548" y="1742"/>
                        <a:pt x="1509" y="1638"/>
                      </a:cubicBezTo>
                      <a:cubicBezTo>
                        <a:pt x="1470" y="1432"/>
                        <a:pt x="1329" y="1277"/>
                        <a:pt x="1135" y="1200"/>
                      </a:cubicBezTo>
                      <a:cubicBezTo>
                        <a:pt x="1079" y="1184"/>
                        <a:pt x="1024" y="1173"/>
                        <a:pt x="968" y="1173"/>
                      </a:cubicBezTo>
                      <a:cubicBezTo>
                        <a:pt x="933" y="1173"/>
                        <a:pt x="899" y="1177"/>
                        <a:pt x="864" y="1187"/>
                      </a:cubicBezTo>
                      <a:cubicBezTo>
                        <a:pt x="787" y="1213"/>
                        <a:pt x="723" y="1252"/>
                        <a:pt x="671" y="1316"/>
                      </a:cubicBezTo>
                      <a:cubicBezTo>
                        <a:pt x="658" y="1329"/>
                        <a:pt x="645" y="1342"/>
                        <a:pt x="632" y="1355"/>
                      </a:cubicBezTo>
                      <a:lnTo>
                        <a:pt x="619" y="1381"/>
                      </a:lnTo>
                      <a:cubicBezTo>
                        <a:pt x="607" y="1381"/>
                        <a:pt x="607" y="1393"/>
                        <a:pt x="607" y="1393"/>
                      </a:cubicBezTo>
                      <a:cubicBezTo>
                        <a:pt x="594" y="1432"/>
                        <a:pt x="581" y="1458"/>
                        <a:pt x="568" y="1497"/>
                      </a:cubicBezTo>
                      <a:cubicBezTo>
                        <a:pt x="555" y="1548"/>
                        <a:pt x="568" y="1613"/>
                        <a:pt x="607" y="1664"/>
                      </a:cubicBezTo>
                      <a:cubicBezTo>
                        <a:pt x="632" y="1703"/>
                        <a:pt x="671" y="1729"/>
                        <a:pt x="710" y="1754"/>
                      </a:cubicBezTo>
                      <a:lnTo>
                        <a:pt x="813" y="1754"/>
                      </a:lnTo>
                      <a:cubicBezTo>
                        <a:pt x="826" y="1742"/>
                        <a:pt x="852" y="1729"/>
                        <a:pt x="864" y="1729"/>
                      </a:cubicBezTo>
                      <a:lnTo>
                        <a:pt x="877" y="1716"/>
                      </a:lnTo>
                      <a:lnTo>
                        <a:pt x="864" y="1716"/>
                      </a:lnTo>
                      <a:cubicBezTo>
                        <a:pt x="852" y="1716"/>
                        <a:pt x="826" y="1729"/>
                        <a:pt x="813" y="1729"/>
                      </a:cubicBezTo>
                      <a:cubicBezTo>
                        <a:pt x="774" y="1729"/>
                        <a:pt x="748" y="1729"/>
                        <a:pt x="723" y="1716"/>
                      </a:cubicBezTo>
                      <a:cubicBezTo>
                        <a:pt x="684" y="1703"/>
                        <a:pt x="658" y="1664"/>
                        <a:pt x="632" y="1638"/>
                      </a:cubicBezTo>
                      <a:cubicBezTo>
                        <a:pt x="619" y="1587"/>
                        <a:pt x="607" y="1535"/>
                        <a:pt x="619" y="1497"/>
                      </a:cubicBezTo>
                      <a:cubicBezTo>
                        <a:pt x="632" y="1471"/>
                        <a:pt x="645" y="1445"/>
                        <a:pt x="658" y="1419"/>
                      </a:cubicBezTo>
                      <a:lnTo>
                        <a:pt x="671" y="1406"/>
                      </a:lnTo>
                      <a:lnTo>
                        <a:pt x="684" y="1393"/>
                      </a:lnTo>
                      <a:cubicBezTo>
                        <a:pt x="697" y="1381"/>
                        <a:pt x="710" y="1368"/>
                        <a:pt x="723" y="1355"/>
                      </a:cubicBezTo>
                      <a:cubicBezTo>
                        <a:pt x="761" y="1316"/>
                        <a:pt x="826" y="1290"/>
                        <a:pt x="877" y="1277"/>
                      </a:cubicBezTo>
                      <a:cubicBezTo>
                        <a:pt x="906" y="1273"/>
                        <a:pt x="932" y="1270"/>
                        <a:pt x="958" y="1270"/>
                      </a:cubicBezTo>
                      <a:cubicBezTo>
                        <a:pt x="1002" y="1270"/>
                        <a:pt x="1043" y="1279"/>
                        <a:pt x="1084" y="1303"/>
                      </a:cubicBezTo>
                      <a:cubicBezTo>
                        <a:pt x="1225" y="1368"/>
                        <a:pt x="1329" y="1497"/>
                        <a:pt x="1354" y="1651"/>
                      </a:cubicBezTo>
                      <a:cubicBezTo>
                        <a:pt x="1367" y="1742"/>
                        <a:pt x="1367" y="1819"/>
                        <a:pt x="1329" y="1896"/>
                      </a:cubicBezTo>
                      <a:cubicBezTo>
                        <a:pt x="1316" y="1909"/>
                        <a:pt x="1303" y="1922"/>
                        <a:pt x="1303" y="1948"/>
                      </a:cubicBezTo>
                      <a:lnTo>
                        <a:pt x="1277" y="1974"/>
                      </a:lnTo>
                      <a:lnTo>
                        <a:pt x="1264" y="1987"/>
                      </a:lnTo>
                      <a:cubicBezTo>
                        <a:pt x="1238" y="2025"/>
                        <a:pt x="1213" y="2051"/>
                        <a:pt x="1174" y="2090"/>
                      </a:cubicBezTo>
                      <a:cubicBezTo>
                        <a:pt x="1065" y="2162"/>
                        <a:pt x="938" y="2203"/>
                        <a:pt x="813" y="2203"/>
                      </a:cubicBezTo>
                      <a:cubicBezTo>
                        <a:pt x="760" y="2203"/>
                        <a:pt x="708" y="2195"/>
                        <a:pt x="658" y="2180"/>
                      </a:cubicBezTo>
                      <a:cubicBezTo>
                        <a:pt x="555" y="2154"/>
                        <a:pt x="478" y="2115"/>
                        <a:pt x="413" y="2051"/>
                      </a:cubicBezTo>
                      <a:cubicBezTo>
                        <a:pt x="336" y="1987"/>
                        <a:pt x="284" y="1909"/>
                        <a:pt x="246" y="1819"/>
                      </a:cubicBezTo>
                      <a:cubicBezTo>
                        <a:pt x="181" y="1626"/>
                        <a:pt x="181" y="1419"/>
                        <a:pt x="246" y="1239"/>
                      </a:cubicBezTo>
                      <a:cubicBezTo>
                        <a:pt x="310" y="1045"/>
                        <a:pt x="426" y="891"/>
                        <a:pt x="581" y="762"/>
                      </a:cubicBezTo>
                      <a:cubicBezTo>
                        <a:pt x="723" y="633"/>
                        <a:pt x="890" y="555"/>
                        <a:pt x="1084" y="504"/>
                      </a:cubicBezTo>
                      <a:cubicBezTo>
                        <a:pt x="1161" y="478"/>
                        <a:pt x="1251" y="465"/>
                        <a:pt x="1342" y="465"/>
                      </a:cubicBezTo>
                      <a:lnTo>
                        <a:pt x="1599" y="465"/>
                      </a:lnTo>
                      <a:cubicBezTo>
                        <a:pt x="1741" y="465"/>
                        <a:pt x="1896" y="452"/>
                        <a:pt x="2051" y="439"/>
                      </a:cubicBezTo>
                      <a:cubicBezTo>
                        <a:pt x="2167" y="426"/>
                        <a:pt x="2283" y="375"/>
                        <a:pt x="2373" y="297"/>
                      </a:cubicBezTo>
                      <a:cubicBezTo>
                        <a:pt x="2389" y="281"/>
                        <a:pt x="2401" y="265"/>
                        <a:pt x="2410" y="24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9"/>
                <p:cNvSpPr/>
                <p:nvPr/>
              </p:nvSpPr>
              <p:spPr>
                <a:xfrm>
                  <a:off x="4093175" y="3532675"/>
                  <a:ext cx="39350" cy="15325"/>
                </a:xfrm>
                <a:custGeom>
                  <a:avLst/>
                  <a:gdLst/>
                  <a:ahLst/>
                  <a:cxnLst/>
                  <a:rect l="l" t="t" r="r" b="b"/>
                  <a:pathLst>
                    <a:path w="1574" h="613" extrusionOk="0">
                      <a:moveTo>
                        <a:pt x="1574" y="1"/>
                      </a:moveTo>
                      <a:lnTo>
                        <a:pt x="1522" y="65"/>
                      </a:lnTo>
                      <a:cubicBezTo>
                        <a:pt x="1510" y="78"/>
                        <a:pt x="1497" y="104"/>
                        <a:pt x="1471" y="143"/>
                      </a:cubicBezTo>
                      <a:cubicBezTo>
                        <a:pt x="1471" y="155"/>
                        <a:pt x="1458" y="168"/>
                        <a:pt x="1445" y="181"/>
                      </a:cubicBezTo>
                      <a:cubicBezTo>
                        <a:pt x="1432" y="194"/>
                        <a:pt x="1419" y="207"/>
                        <a:pt x="1406" y="220"/>
                      </a:cubicBezTo>
                      <a:lnTo>
                        <a:pt x="1355" y="272"/>
                      </a:lnTo>
                      <a:cubicBezTo>
                        <a:pt x="1342" y="284"/>
                        <a:pt x="1329" y="297"/>
                        <a:pt x="1316" y="310"/>
                      </a:cubicBezTo>
                      <a:cubicBezTo>
                        <a:pt x="1277" y="336"/>
                        <a:pt x="1239" y="349"/>
                        <a:pt x="1187" y="375"/>
                      </a:cubicBezTo>
                      <a:cubicBezTo>
                        <a:pt x="1174" y="375"/>
                        <a:pt x="1148" y="388"/>
                        <a:pt x="1123" y="388"/>
                      </a:cubicBezTo>
                      <a:cubicBezTo>
                        <a:pt x="1097" y="388"/>
                        <a:pt x="1084" y="400"/>
                        <a:pt x="1058" y="400"/>
                      </a:cubicBezTo>
                      <a:lnTo>
                        <a:pt x="903" y="400"/>
                      </a:lnTo>
                      <a:lnTo>
                        <a:pt x="749" y="375"/>
                      </a:lnTo>
                      <a:lnTo>
                        <a:pt x="568" y="375"/>
                      </a:lnTo>
                      <a:cubicBezTo>
                        <a:pt x="551" y="370"/>
                        <a:pt x="534" y="369"/>
                        <a:pt x="517" y="369"/>
                      </a:cubicBezTo>
                      <a:cubicBezTo>
                        <a:pt x="482" y="369"/>
                        <a:pt x="448" y="375"/>
                        <a:pt x="414" y="375"/>
                      </a:cubicBezTo>
                      <a:cubicBezTo>
                        <a:pt x="362" y="388"/>
                        <a:pt x="310" y="400"/>
                        <a:pt x="259" y="413"/>
                      </a:cubicBezTo>
                      <a:lnTo>
                        <a:pt x="194" y="439"/>
                      </a:lnTo>
                      <a:cubicBezTo>
                        <a:pt x="181" y="452"/>
                        <a:pt x="156" y="465"/>
                        <a:pt x="143" y="465"/>
                      </a:cubicBezTo>
                      <a:lnTo>
                        <a:pt x="104" y="491"/>
                      </a:lnTo>
                      <a:cubicBezTo>
                        <a:pt x="91" y="504"/>
                        <a:pt x="78" y="504"/>
                        <a:pt x="65" y="517"/>
                      </a:cubicBezTo>
                      <a:cubicBezTo>
                        <a:pt x="40" y="529"/>
                        <a:pt x="14" y="555"/>
                        <a:pt x="1" y="568"/>
                      </a:cubicBezTo>
                      <a:lnTo>
                        <a:pt x="78" y="555"/>
                      </a:lnTo>
                      <a:cubicBezTo>
                        <a:pt x="104" y="542"/>
                        <a:pt x="143" y="542"/>
                        <a:pt x="169" y="542"/>
                      </a:cubicBezTo>
                      <a:lnTo>
                        <a:pt x="414" y="542"/>
                      </a:lnTo>
                      <a:cubicBezTo>
                        <a:pt x="465" y="542"/>
                        <a:pt x="504" y="555"/>
                        <a:pt x="568" y="555"/>
                      </a:cubicBezTo>
                      <a:cubicBezTo>
                        <a:pt x="620" y="568"/>
                        <a:pt x="671" y="568"/>
                        <a:pt x="723" y="581"/>
                      </a:cubicBezTo>
                      <a:cubicBezTo>
                        <a:pt x="787" y="594"/>
                        <a:pt x="839" y="607"/>
                        <a:pt x="903" y="607"/>
                      </a:cubicBezTo>
                      <a:cubicBezTo>
                        <a:pt x="925" y="611"/>
                        <a:pt x="946" y="613"/>
                        <a:pt x="968" y="613"/>
                      </a:cubicBezTo>
                      <a:cubicBezTo>
                        <a:pt x="1011" y="613"/>
                        <a:pt x="1054" y="607"/>
                        <a:pt x="1097" y="607"/>
                      </a:cubicBezTo>
                      <a:cubicBezTo>
                        <a:pt x="1226" y="581"/>
                        <a:pt x="1329" y="517"/>
                        <a:pt x="1419" y="426"/>
                      </a:cubicBezTo>
                      <a:cubicBezTo>
                        <a:pt x="1458" y="388"/>
                        <a:pt x="1484" y="349"/>
                        <a:pt x="1510" y="297"/>
                      </a:cubicBezTo>
                      <a:cubicBezTo>
                        <a:pt x="1535" y="259"/>
                        <a:pt x="1548" y="220"/>
                        <a:pt x="1561" y="181"/>
                      </a:cubicBezTo>
                      <a:cubicBezTo>
                        <a:pt x="1561" y="143"/>
                        <a:pt x="1574" y="117"/>
                        <a:pt x="1574" y="78"/>
                      </a:cubicBezTo>
                      <a:lnTo>
                        <a:pt x="1574" y="14"/>
                      </a:lnTo>
                      <a:lnTo>
                        <a:pt x="15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9"/>
                <p:cNvSpPr/>
                <p:nvPr/>
              </p:nvSpPr>
              <p:spPr>
                <a:xfrm>
                  <a:off x="4074425" y="3588300"/>
                  <a:ext cx="7750" cy="5375"/>
                </a:xfrm>
                <a:custGeom>
                  <a:avLst/>
                  <a:gdLst/>
                  <a:ahLst/>
                  <a:cxnLst/>
                  <a:rect l="l" t="t" r="r" b="b"/>
                  <a:pathLst>
                    <a:path w="310" h="215" extrusionOk="0">
                      <a:moveTo>
                        <a:pt x="147" y="1"/>
                      </a:moveTo>
                      <a:cubicBezTo>
                        <a:pt x="66" y="1"/>
                        <a:pt x="0" y="92"/>
                        <a:pt x="42" y="174"/>
                      </a:cubicBezTo>
                      <a:cubicBezTo>
                        <a:pt x="59" y="203"/>
                        <a:pt x="83" y="214"/>
                        <a:pt x="108" y="214"/>
                      </a:cubicBezTo>
                      <a:cubicBezTo>
                        <a:pt x="199" y="214"/>
                        <a:pt x="310" y="70"/>
                        <a:pt x="209" y="19"/>
                      </a:cubicBezTo>
                      <a:cubicBezTo>
                        <a:pt x="189" y="6"/>
                        <a:pt x="168"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9"/>
                <p:cNvSpPr/>
                <p:nvPr/>
              </p:nvSpPr>
              <p:spPr>
                <a:xfrm>
                  <a:off x="4101900" y="3560575"/>
                  <a:ext cx="6450" cy="5325"/>
                </a:xfrm>
                <a:custGeom>
                  <a:avLst/>
                  <a:gdLst/>
                  <a:ahLst/>
                  <a:cxnLst/>
                  <a:rect l="l" t="t" r="r" b="b"/>
                  <a:pathLst>
                    <a:path w="258" h="213" extrusionOk="0">
                      <a:moveTo>
                        <a:pt x="156" y="1"/>
                      </a:moveTo>
                      <a:cubicBezTo>
                        <a:pt x="72" y="1"/>
                        <a:pt x="0" y="92"/>
                        <a:pt x="52" y="174"/>
                      </a:cubicBezTo>
                      <a:cubicBezTo>
                        <a:pt x="77" y="200"/>
                        <a:pt x="106" y="213"/>
                        <a:pt x="135" y="213"/>
                      </a:cubicBezTo>
                      <a:cubicBezTo>
                        <a:pt x="164" y="213"/>
                        <a:pt x="193" y="200"/>
                        <a:pt x="219" y="174"/>
                      </a:cubicBezTo>
                      <a:cubicBezTo>
                        <a:pt x="258" y="136"/>
                        <a:pt x="258" y="58"/>
                        <a:pt x="219" y="19"/>
                      </a:cubicBezTo>
                      <a:cubicBezTo>
                        <a:pt x="199" y="7"/>
                        <a:pt x="177" y="1"/>
                        <a:pt x="1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55" name="Google Shape;1255;p9"/>
            <p:cNvGrpSpPr/>
            <p:nvPr/>
          </p:nvGrpSpPr>
          <p:grpSpPr>
            <a:xfrm flipH="1">
              <a:off x="8192350" y="1234018"/>
              <a:ext cx="310295" cy="307601"/>
              <a:chOff x="1969331" y="802493"/>
              <a:chExt cx="310295" cy="307601"/>
            </a:xfrm>
          </p:grpSpPr>
          <p:sp>
            <p:nvSpPr>
              <p:cNvPr id="1256" name="Google Shape;1256;p9"/>
              <p:cNvSpPr/>
              <p:nvPr/>
            </p:nvSpPr>
            <p:spPr>
              <a:xfrm rot="10800000">
                <a:off x="2159912" y="1003137"/>
                <a:ext cx="201" cy="201"/>
              </a:xfrm>
              <a:custGeom>
                <a:avLst/>
                <a:gdLst/>
                <a:ahLst/>
                <a:cxnLst/>
                <a:rect l="l" t="t" r="r" b="b"/>
                <a:pathLst>
                  <a:path w="1" h="1" extrusionOk="0">
                    <a:moveTo>
                      <a:pt x="1" y="0"/>
                    </a:move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57" name="Google Shape;1257;p9"/>
              <p:cNvGrpSpPr/>
              <p:nvPr/>
            </p:nvGrpSpPr>
            <p:grpSpPr>
              <a:xfrm>
                <a:off x="1969331" y="802493"/>
                <a:ext cx="310295" cy="307601"/>
                <a:chOff x="4037750" y="3523325"/>
                <a:chExt cx="108975" cy="108025"/>
              </a:xfrm>
            </p:grpSpPr>
            <p:sp>
              <p:nvSpPr>
                <p:cNvPr id="1258" name="Google Shape;1258;p9"/>
                <p:cNvSpPr/>
                <p:nvPr/>
              </p:nvSpPr>
              <p:spPr>
                <a:xfrm>
                  <a:off x="4037750" y="3570375"/>
                  <a:ext cx="59975" cy="60975"/>
                </a:xfrm>
                <a:custGeom>
                  <a:avLst/>
                  <a:gdLst/>
                  <a:ahLst/>
                  <a:cxnLst/>
                  <a:rect l="l" t="t" r="r" b="b"/>
                  <a:pathLst>
                    <a:path w="2399" h="2439" extrusionOk="0">
                      <a:moveTo>
                        <a:pt x="13" y="2426"/>
                      </a:moveTo>
                      <a:lnTo>
                        <a:pt x="0" y="2438"/>
                      </a:lnTo>
                      <a:lnTo>
                        <a:pt x="64" y="2438"/>
                      </a:lnTo>
                      <a:lnTo>
                        <a:pt x="13" y="2426"/>
                      </a:lnTo>
                      <a:close/>
                      <a:moveTo>
                        <a:pt x="1558" y="1"/>
                      </a:moveTo>
                      <a:cubicBezTo>
                        <a:pt x="1429" y="1"/>
                        <a:pt x="1299" y="24"/>
                        <a:pt x="1173" y="66"/>
                      </a:cubicBezTo>
                      <a:cubicBezTo>
                        <a:pt x="954" y="156"/>
                        <a:pt x="774" y="298"/>
                        <a:pt x="632" y="478"/>
                      </a:cubicBezTo>
                      <a:cubicBezTo>
                        <a:pt x="503" y="646"/>
                        <a:pt x="413" y="840"/>
                        <a:pt x="361" y="1046"/>
                      </a:cubicBezTo>
                      <a:cubicBezTo>
                        <a:pt x="348" y="1149"/>
                        <a:pt x="335" y="1239"/>
                        <a:pt x="335" y="1342"/>
                      </a:cubicBezTo>
                      <a:lnTo>
                        <a:pt x="335" y="1407"/>
                      </a:lnTo>
                      <a:lnTo>
                        <a:pt x="335" y="1446"/>
                      </a:lnTo>
                      <a:lnTo>
                        <a:pt x="335" y="1471"/>
                      </a:lnTo>
                      <a:cubicBezTo>
                        <a:pt x="348" y="1510"/>
                        <a:pt x="348" y="1562"/>
                        <a:pt x="348" y="1600"/>
                      </a:cubicBezTo>
                      <a:cubicBezTo>
                        <a:pt x="361" y="1742"/>
                        <a:pt x="361" y="1897"/>
                        <a:pt x="361" y="2039"/>
                      </a:cubicBezTo>
                      <a:cubicBezTo>
                        <a:pt x="361" y="2155"/>
                        <a:pt x="322" y="2258"/>
                        <a:pt x="271" y="2361"/>
                      </a:cubicBezTo>
                      <a:cubicBezTo>
                        <a:pt x="219" y="2413"/>
                        <a:pt x="155" y="2438"/>
                        <a:pt x="77" y="2438"/>
                      </a:cubicBezTo>
                      <a:lnTo>
                        <a:pt x="168" y="2438"/>
                      </a:lnTo>
                      <a:cubicBezTo>
                        <a:pt x="206" y="2426"/>
                        <a:pt x="258" y="2400"/>
                        <a:pt x="284" y="2374"/>
                      </a:cubicBezTo>
                      <a:cubicBezTo>
                        <a:pt x="361" y="2284"/>
                        <a:pt x="413" y="2168"/>
                        <a:pt x="426" y="2039"/>
                      </a:cubicBezTo>
                      <a:cubicBezTo>
                        <a:pt x="451" y="1884"/>
                        <a:pt x="451" y="1729"/>
                        <a:pt x="451" y="1587"/>
                      </a:cubicBezTo>
                      <a:lnTo>
                        <a:pt x="451" y="1394"/>
                      </a:lnTo>
                      <a:lnTo>
                        <a:pt x="451" y="1330"/>
                      </a:lnTo>
                      <a:cubicBezTo>
                        <a:pt x="464" y="1239"/>
                        <a:pt x="477" y="1149"/>
                        <a:pt x="490" y="1072"/>
                      </a:cubicBezTo>
                      <a:cubicBezTo>
                        <a:pt x="542" y="891"/>
                        <a:pt x="619" y="723"/>
                        <a:pt x="748" y="582"/>
                      </a:cubicBezTo>
                      <a:cubicBezTo>
                        <a:pt x="877" y="427"/>
                        <a:pt x="1044" y="311"/>
                        <a:pt x="1225" y="246"/>
                      </a:cubicBezTo>
                      <a:cubicBezTo>
                        <a:pt x="1322" y="208"/>
                        <a:pt x="1422" y="188"/>
                        <a:pt x="1520" y="188"/>
                      </a:cubicBezTo>
                      <a:cubicBezTo>
                        <a:pt x="1618" y="188"/>
                        <a:pt x="1715" y="208"/>
                        <a:pt x="1805" y="246"/>
                      </a:cubicBezTo>
                      <a:cubicBezTo>
                        <a:pt x="1896" y="272"/>
                        <a:pt x="1973" y="337"/>
                        <a:pt x="2037" y="401"/>
                      </a:cubicBezTo>
                      <a:cubicBezTo>
                        <a:pt x="2102" y="478"/>
                        <a:pt x="2141" y="556"/>
                        <a:pt x="2166" y="646"/>
                      </a:cubicBezTo>
                      <a:cubicBezTo>
                        <a:pt x="2218" y="827"/>
                        <a:pt x="2179" y="1020"/>
                        <a:pt x="2076" y="1175"/>
                      </a:cubicBezTo>
                      <a:cubicBezTo>
                        <a:pt x="2050" y="1201"/>
                        <a:pt x="2012" y="1239"/>
                        <a:pt x="1986" y="1265"/>
                      </a:cubicBezTo>
                      <a:lnTo>
                        <a:pt x="1973" y="1278"/>
                      </a:lnTo>
                      <a:lnTo>
                        <a:pt x="1934" y="1291"/>
                      </a:lnTo>
                      <a:cubicBezTo>
                        <a:pt x="1921" y="1304"/>
                        <a:pt x="1908" y="1317"/>
                        <a:pt x="1883" y="1317"/>
                      </a:cubicBezTo>
                      <a:cubicBezTo>
                        <a:pt x="1825" y="1346"/>
                        <a:pt x="1767" y="1360"/>
                        <a:pt x="1709" y="1360"/>
                      </a:cubicBezTo>
                      <a:cubicBezTo>
                        <a:pt x="1689" y="1360"/>
                        <a:pt x="1670" y="1359"/>
                        <a:pt x="1651" y="1355"/>
                      </a:cubicBezTo>
                      <a:cubicBezTo>
                        <a:pt x="1496" y="1317"/>
                        <a:pt x="1354" y="1213"/>
                        <a:pt x="1289" y="1072"/>
                      </a:cubicBezTo>
                      <a:cubicBezTo>
                        <a:pt x="1225" y="956"/>
                        <a:pt x="1251" y="801"/>
                        <a:pt x="1341" y="711"/>
                      </a:cubicBezTo>
                      <a:cubicBezTo>
                        <a:pt x="1354" y="698"/>
                        <a:pt x="1367" y="685"/>
                        <a:pt x="1380" y="672"/>
                      </a:cubicBezTo>
                      <a:lnTo>
                        <a:pt x="1393" y="659"/>
                      </a:lnTo>
                      <a:cubicBezTo>
                        <a:pt x="1406" y="659"/>
                        <a:pt x="1406" y="646"/>
                        <a:pt x="1406" y="646"/>
                      </a:cubicBezTo>
                      <a:cubicBezTo>
                        <a:pt x="1431" y="633"/>
                        <a:pt x="1457" y="620"/>
                        <a:pt x="1483" y="607"/>
                      </a:cubicBezTo>
                      <a:cubicBezTo>
                        <a:pt x="1498" y="604"/>
                        <a:pt x="1512" y="602"/>
                        <a:pt x="1526" y="602"/>
                      </a:cubicBezTo>
                      <a:cubicBezTo>
                        <a:pt x="1558" y="602"/>
                        <a:pt x="1588" y="611"/>
                        <a:pt x="1625" y="620"/>
                      </a:cubicBezTo>
                      <a:cubicBezTo>
                        <a:pt x="1663" y="646"/>
                        <a:pt x="1689" y="672"/>
                        <a:pt x="1702" y="711"/>
                      </a:cubicBezTo>
                      <a:cubicBezTo>
                        <a:pt x="1715" y="736"/>
                        <a:pt x="1728" y="762"/>
                        <a:pt x="1715" y="788"/>
                      </a:cubicBezTo>
                      <a:cubicBezTo>
                        <a:pt x="1715" y="814"/>
                        <a:pt x="1715" y="827"/>
                        <a:pt x="1702" y="852"/>
                      </a:cubicBezTo>
                      <a:cubicBezTo>
                        <a:pt x="1741" y="801"/>
                        <a:pt x="1754" y="749"/>
                        <a:pt x="1728" y="685"/>
                      </a:cubicBezTo>
                      <a:cubicBezTo>
                        <a:pt x="1715" y="646"/>
                        <a:pt x="1676" y="607"/>
                        <a:pt x="1638" y="582"/>
                      </a:cubicBezTo>
                      <a:cubicBezTo>
                        <a:pt x="1600" y="563"/>
                        <a:pt x="1562" y="551"/>
                        <a:pt x="1519" y="551"/>
                      </a:cubicBezTo>
                      <a:cubicBezTo>
                        <a:pt x="1504" y="551"/>
                        <a:pt x="1487" y="552"/>
                        <a:pt x="1470" y="556"/>
                      </a:cubicBezTo>
                      <a:cubicBezTo>
                        <a:pt x="1431" y="556"/>
                        <a:pt x="1406" y="569"/>
                        <a:pt x="1380" y="582"/>
                      </a:cubicBezTo>
                      <a:lnTo>
                        <a:pt x="1354" y="595"/>
                      </a:lnTo>
                      <a:lnTo>
                        <a:pt x="1328" y="607"/>
                      </a:lnTo>
                      <a:cubicBezTo>
                        <a:pt x="1315" y="620"/>
                        <a:pt x="1302" y="633"/>
                        <a:pt x="1289" y="646"/>
                      </a:cubicBezTo>
                      <a:cubicBezTo>
                        <a:pt x="1238" y="698"/>
                        <a:pt x="1186" y="775"/>
                        <a:pt x="1161" y="852"/>
                      </a:cubicBezTo>
                      <a:cubicBezTo>
                        <a:pt x="1148" y="930"/>
                        <a:pt x="1148" y="1033"/>
                        <a:pt x="1173" y="1110"/>
                      </a:cubicBezTo>
                      <a:cubicBezTo>
                        <a:pt x="1251" y="1304"/>
                        <a:pt x="1418" y="1446"/>
                        <a:pt x="1612" y="1497"/>
                      </a:cubicBezTo>
                      <a:cubicBezTo>
                        <a:pt x="1653" y="1506"/>
                        <a:pt x="1694" y="1511"/>
                        <a:pt x="1735" y="1511"/>
                      </a:cubicBezTo>
                      <a:cubicBezTo>
                        <a:pt x="1808" y="1511"/>
                        <a:pt x="1880" y="1496"/>
                        <a:pt x="1947" y="1471"/>
                      </a:cubicBezTo>
                      <a:cubicBezTo>
                        <a:pt x="1973" y="1458"/>
                        <a:pt x="2012" y="1446"/>
                        <a:pt x="2037" y="1433"/>
                      </a:cubicBezTo>
                      <a:lnTo>
                        <a:pt x="2063" y="1420"/>
                      </a:lnTo>
                      <a:lnTo>
                        <a:pt x="2076" y="1420"/>
                      </a:lnTo>
                      <a:lnTo>
                        <a:pt x="2089" y="1407"/>
                      </a:lnTo>
                      <a:cubicBezTo>
                        <a:pt x="2141" y="1368"/>
                        <a:pt x="2179" y="1330"/>
                        <a:pt x="2218" y="1278"/>
                      </a:cubicBezTo>
                      <a:cubicBezTo>
                        <a:pt x="2295" y="1188"/>
                        <a:pt x="2347" y="1072"/>
                        <a:pt x="2373" y="956"/>
                      </a:cubicBezTo>
                      <a:cubicBezTo>
                        <a:pt x="2398" y="840"/>
                        <a:pt x="2398" y="711"/>
                        <a:pt x="2360" y="595"/>
                      </a:cubicBezTo>
                      <a:cubicBezTo>
                        <a:pt x="2308" y="350"/>
                        <a:pt x="2128" y="143"/>
                        <a:pt x="1883" y="53"/>
                      </a:cubicBezTo>
                      <a:cubicBezTo>
                        <a:pt x="1776" y="17"/>
                        <a:pt x="1667" y="1"/>
                        <a:pt x="15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9"/>
                <p:cNvSpPr/>
                <p:nvPr/>
              </p:nvSpPr>
              <p:spPr>
                <a:xfrm>
                  <a:off x="4046775" y="3579750"/>
                  <a:ext cx="15800" cy="39350"/>
                </a:xfrm>
                <a:custGeom>
                  <a:avLst/>
                  <a:gdLst/>
                  <a:ahLst/>
                  <a:cxnLst/>
                  <a:rect l="l" t="t" r="r" b="b"/>
                  <a:pathLst>
                    <a:path w="632" h="1574" extrusionOk="0">
                      <a:moveTo>
                        <a:pt x="580" y="0"/>
                      </a:moveTo>
                      <a:lnTo>
                        <a:pt x="529" y="65"/>
                      </a:lnTo>
                      <a:lnTo>
                        <a:pt x="503" y="103"/>
                      </a:lnTo>
                      <a:lnTo>
                        <a:pt x="477" y="142"/>
                      </a:lnTo>
                      <a:cubicBezTo>
                        <a:pt x="477" y="155"/>
                        <a:pt x="464" y="181"/>
                        <a:pt x="451" y="194"/>
                      </a:cubicBezTo>
                      <a:lnTo>
                        <a:pt x="426" y="258"/>
                      </a:lnTo>
                      <a:cubicBezTo>
                        <a:pt x="413" y="310"/>
                        <a:pt x="400" y="361"/>
                        <a:pt x="400" y="413"/>
                      </a:cubicBezTo>
                      <a:cubicBezTo>
                        <a:pt x="387" y="465"/>
                        <a:pt x="387" y="516"/>
                        <a:pt x="387" y="568"/>
                      </a:cubicBezTo>
                      <a:cubicBezTo>
                        <a:pt x="387" y="632"/>
                        <a:pt x="387" y="684"/>
                        <a:pt x="400" y="748"/>
                      </a:cubicBezTo>
                      <a:lnTo>
                        <a:pt x="413" y="903"/>
                      </a:lnTo>
                      <a:cubicBezTo>
                        <a:pt x="426" y="955"/>
                        <a:pt x="426" y="1006"/>
                        <a:pt x="413" y="1058"/>
                      </a:cubicBezTo>
                      <a:cubicBezTo>
                        <a:pt x="413" y="1083"/>
                        <a:pt x="413" y="1109"/>
                        <a:pt x="400" y="1122"/>
                      </a:cubicBezTo>
                      <a:cubicBezTo>
                        <a:pt x="400" y="1148"/>
                        <a:pt x="387" y="1174"/>
                        <a:pt x="387" y="1200"/>
                      </a:cubicBezTo>
                      <a:cubicBezTo>
                        <a:pt x="361" y="1238"/>
                        <a:pt x="348" y="1277"/>
                        <a:pt x="322" y="1316"/>
                      </a:cubicBezTo>
                      <a:cubicBezTo>
                        <a:pt x="310" y="1328"/>
                        <a:pt x="297" y="1341"/>
                        <a:pt x="284" y="1367"/>
                      </a:cubicBezTo>
                      <a:cubicBezTo>
                        <a:pt x="271" y="1380"/>
                        <a:pt x="258" y="1393"/>
                        <a:pt x="232" y="1406"/>
                      </a:cubicBezTo>
                      <a:cubicBezTo>
                        <a:pt x="219" y="1419"/>
                        <a:pt x="206" y="1432"/>
                        <a:pt x="193" y="1445"/>
                      </a:cubicBezTo>
                      <a:cubicBezTo>
                        <a:pt x="181" y="1457"/>
                        <a:pt x="168" y="1470"/>
                        <a:pt x="155" y="1470"/>
                      </a:cubicBezTo>
                      <a:cubicBezTo>
                        <a:pt x="129" y="1496"/>
                        <a:pt x="103" y="1509"/>
                        <a:pt x="77" y="1522"/>
                      </a:cubicBezTo>
                      <a:lnTo>
                        <a:pt x="0" y="1573"/>
                      </a:lnTo>
                      <a:lnTo>
                        <a:pt x="103" y="1573"/>
                      </a:lnTo>
                      <a:cubicBezTo>
                        <a:pt x="129" y="1573"/>
                        <a:pt x="168" y="1573"/>
                        <a:pt x="193" y="1561"/>
                      </a:cubicBezTo>
                      <a:cubicBezTo>
                        <a:pt x="245" y="1548"/>
                        <a:pt x="284" y="1535"/>
                        <a:pt x="322" y="1522"/>
                      </a:cubicBezTo>
                      <a:cubicBezTo>
                        <a:pt x="361" y="1496"/>
                        <a:pt x="413" y="1457"/>
                        <a:pt x="451" y="1432"/>
                      </a:cubicBezTo>
                      <a:cubicBezTo>
                        <a:pt x="490" y="1380"/>
                        <a:pt x="529" y="1341"/>
                        <a:pt x="555" y="1277"/>
                      </a:cubicBezTo>
                      <a:cubicBezTo>
                        <a:pt x="593" y="1225"/>
                        <a:pt x="619" y="1161"/>
                        <a:pt x="619" y="1096"/>
                      </a:cubicBezTo>
                      <a:cubicBezTo>
                        <a:pt x="632" y="1032"/>
                        <a:pt x="632" y="967"/>
                        <a:pt x="619" y="903"/>
                      </a:cubicBezTo>
                      <a:cubicBezTo>
                        <a:pt x="619" y="838"/>
                        <a:pt x="606" y="774"/>
                        <a:pt x="593" y="722"/>
                      </a:cubicBezTo>
                      <a:cubicBezTo>
                        <a:pt x="593" y="671"/>
                        <a:pt x="593" y="619"/>
                        <a:pt x="567" y="568"/>
                      </a:cubicBezTo>
                      <a:cubicBezTo>
                        <a:pt x="555" y="516"/>
                        <a:pt x="555" y="465"/>
                        <a:pt x="555" y="413"/>
                      </a:cubicBezTo>
                      <a:lnTo>
                        <a:pt x="555" y="284"/>
                      </a:lnTo>
                      <a:lnTo>
                        <a:pt x="555" y="220"/>
                      </a:lnTo>
                      <a:lnTo>
                        <a:pt x="555" y="168"/>
                      </a:lnTo>
                      <a:cubicBezTo>
                        <a:pt x="555" y="142"/>
                        <a:pt x="567" y="103"/>
                        <a:pt x="567" y="78"/>
                      </a:cubicBezTo>
                      <a:cubicBezTo>
                        <a:pt x="580" y="26"/>
                        <a:pt x="580" y="0"/>
                        <a:pt x="5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9"/>
                <p:cNvSpPr/>
                <p:nvPr/>
              </p:nvSpPr>
              <p:spPr>
                <a:xfrm>
                  <a:off x="4085125" y="3523325"/>
                  <a:ext cx="61600" cy="60300"/>
                </a:xfrm>
                <a:custGeom>
                  <a:avLst/>
                  <a:gdLst/>
                  <a:ahLst/>
                  <a:cxnLst/>
                  <a:rect l="l" t="t" r="r" b="b"/>
                  <a:pathLst>
                    <a:path w="2464" h="2412" extrusionOk="0">
                      <a:moveTo>
                        <a:pt x="2425" y="1"/>
                      </a:moveTo>
                      <a:lnTo>
                        <a:pt x="2425" y="27"/>
                      </a:lnTo>
                      <a:cubicBezTo>
                        <a:pt x="2438" y="39"/>
                        <a:pt x="2438" y="52"/>
                        <a:pt x="2438" y="78"/>
                      </a:cubicBezTo>
                      <a:cubicBezTo>
                        <a:pt x="2438" y="117"/>
                        <a:pt x="2438" y="143"/>
                        <a:pt x="2438" y="181"/>
                      </a:cubicBezTo>
                      <a:cubicBezTo>
                        <a:pt x="2430" y="204"/>
                        <a:pt x="2423" y="226"/>
                        <a:pt x="2410" y="249"/>
                      </a:cubicBezTo>
                      <a:lnTo>
                        <a:pt x="2410" y="249"/>
                      </a:lnTo>
                      <a:cubicBezTo>
                        <a:pt x="2448" y="204"/>
                        <a:pt x="2463" y="151"/>
                        <a:pt x="2463" y="91"/>
                      </a:cubicBezTo>
                      <a:cubicBezTo>
                        <a:pt x="2463" y="78"/>
                        <a:pt x="2463" y="52"/>
                        <a:pt x="2463" y="39"/>
                      </a:cubicBezTo>
                      <a:lnTo>
                        <a:pt x="2425" y="1"/>
                      </a:lnTo>
                      <a:close/>
                      <a:moveTo>
                        <a:pt x="2410" y="249"/>
                      </a:moveTo>
                      <a:cubicBezTo>
                        <a:pt x="2400" y="261"/>
                        <a:pt x="2387" y="273"/>
                        <a:pt x="2373" y="284"/>
                      </a:cubicBezTo>
                      <a:cubicBezTo>
                        <a:pt x="2283" y="336"/>
                        <a:pt x="2180" y="375"/>
                        <a:pt x="2064" y="375"/>
                      </a:cubicBezTo>
                      <a:cubicBezTo>
                        <a:pt x="1922" y="375"/>
                        <a:pt x="1767" y="375"/>
                        <a:pt x="1625" y="362"/>
                      </a:cubicBezTo>
                      <a:lnTo>
                        <a:pt x="1496" y="349"/>
                      </a:lnTo>
                      <a:lnTo>
                        <a:pt x="1354" y="349"/>
                      </a:lnTo>
                      <a:cubicBezTo>
                        <a:pt x="1264" y="349"/>
                        <a:pt x="1161" y="362"/>
                        <a:pt x="1071" y="375"/>
                      </a:cubicBezTo>
                      <a:cubicBezTo>
                        <a:pt x="864" y="413"/>
                        <a:pt x="671" y="504"/>
                        <a:pt x="503" y="646"/>
                      </a:cubicBezTo>
                      <a:cubicBezTo>
                        <a:pt x="310" y="774"/>
                        <a:pt x="181" y="968"/>
                        <a:pt x="91" y="1187"/>
                      </a:cubicBezTo>
                      <a:cubicBezTo>
                        <a:pt x="13" y="1419"/>
                        <a:pt x="1" y="1664"/>
                        <a:pt x="78" y="1896"/>
                      </a:cubicBezTo>
                      <a:cubicBezTo>
                        <a:pt x="168" y="2141"/>
                        <a:pt x="374" y="2322"/>
                        <a:pt x="619" y="2386"/>
                      </a:cubicBezTo>
                      <a:cubicBezTo>
                        <a:pt x="680" y="2403"/>
                        <a:pt x="742" y="2411"/>
                        <a:pt x="804" y="2411"/>
                      </a:cubicBezTo>
                      <a:cubicBezTo>
                        <a:pt x="981" y="2411"/>
                        <a:pt x="1160" y="2346"/>
                        <a:pt x="1303" y="2232"/>
                      </a:cubicBezTo>
                      <a:cubicBezTo>
                        <a:pt x="1342" y="2193"/>
                        <a:pt x="1393" y="2154"/>
                        <a:pt x="1419" y="2115"/>
                      </a:cubicBezTo>
                      <a:lnTo>
                        <a:pt x="1432" y="2090"/>
                      </a:lnTo>
                      <a:lnTo>
                        <a:pt x="1458" y="2051"/>
                      </a:lnTo>
                      <a:cubicBezTo>
                        <a:pt x="1470" y="2025"/>
                        <a:pt x="1483" y="1999"/>
                        <a:pt x="1496" y="1974"/>
                      </a:cubicBezTo>
                      <a:cubicBezTo>
                        <a:pt x="1535" y="1858"/>
                        <a:pt x="1548" y="1742"/>
                        <a:pt x="1509" y="1638"/>
                      </a:cubicBezTo>
                      <a:cubicBezTo>
                        <a:pt x="1470" y="1432"/>
                        <a:pt x="1329" y="1277"/>
                        <a:pt x="1135" y="1200"/>
                      </a:cubicBezTo>
                      <a:cubicBezTo>
                        <a:pt x="1079" y="1184"/>
                        <a:pt x="1024" y="1173"/>
                        <a:pt x="968" y="1173"/>
                      </a:cubicBezTo>
                      <a:cubicBezTo>
                        <a:pt x="933" y="1173"/>
                        <a:pt x="899" y="1177"/>
                        <a:pt x="864" y="1187"/>
                      </a:cubicBezTo>
                      <a:cubicBezTo>
                        <a:pt x="787" y="1213"/>
                        <a:pt x="723" y="1252"/>
                        <a:pt x="671" y="1316"/>
                      </a:cubicBezTo>
                      <a:cubicBezTo>
                        <a:pt x="658" y="1329"/>
                        <a:pt x="645" y="1342"/>
                        <a:pt x="632" y="1355"/>
                      </a:cubicBezTo>
                      <a:lnTo>
                        <a:pt x="619" y="1381"/>
                      </a:lnTo>
                      <a:cubicBezTo>
                        <a:pt x="607" y="1381"/>
                        <a:pt x="607" y="1393"/>
                        <a:pt x="607" y="1393"/>
                      </a:cubicBezTo>
                      <a:cubicBezTo>
                        <a:pt x="594" y="1432"/>
                        <a:pt x="581" y="1458"/>
                        <a:pt x="568" y="1497"/>
                      </a:cubicBezTo>
                      <a:cubicBezTo>
                        <a:pt x="555" y="1548"/>
                        <a:pt x="568" y="1613"/>
                        <a:pt x="607" y="1664"/>
                      </a:cubicBezTo>
                      <a:cubicBezTo>
                        <a:pt x="632" y="1703"/>
                        <a:pt x="671" y="1729"/>
                        <a:pt x="710" y="1754"/>
                      </a:cubicBezTo>
                      <a:lnTo>
                        <a:pt x="813" y="1754"/>
                      </a:lnTo>
                      <a:cubicBezTo>
                        <a:pt x="826" y="1742"/>
                        <a:pt x="852" y="1729"/>
                        <a:pt x="864" y="1729"/>
                      </a:cubicBezTo>
                      <a:lnTo>
                        <a:pt x="877" y="1716"/>
                      </a:lnTo>
                      <a:lnTo>
                        <a:pt x="864" y="1716"/>
                      </a:lnTo>
                      <a:cubicBezTo>
                        <a:pt x="852" y="1716"/>
                        <a:pt x="826" y="1729"/>
                        <a:pt x="813" y="1729"/>
                      </a:cubicBezTo>
                      <a:cubicBezTo>
                        <a:pt x="774" y="1729"/>
                        <a:pt x="748" y="1729"/>
                        <a:pt x="723" y="1716"/>
                      </a:cubicBezTo>
                      <a:cubicBezTo>
                        <a:pt x="684" y="1703"/>
                        <a:pt x="658" y="1664"/>
                        <a:pt x="632" y="1638"/>
                      </a:cubicBezTo>
                      <a:cubicBezTo>
                        <a:pt x="619" y="1587"/>
                        <a:pt x="607" y="1535"/>
                        <a:pt x="619" y="1497"/>
                      </a:cubicBezTo>
                      <a:cubicBezTo>
                        <a:pt x="632" y="1471"/>
                        <a:pt x="645" y="1445"/>
                        <a:pt x="658" y="1419"/>
                      </a:cubicBezTo>
                      <a:lnTo>
                        <a:pt x="671" y="1406"/>
                      </a:lnTo>
                      <a:lnTo>
                        <a:pt x="684" y="1393"/>
                      </a:lnTo>
                      <a:cubicBezTo>
                        <a:pt x="697" y="1381"/>
                        <a:pt x="710" y="1368"/>
                        <a:pt x="723" y="1355"/>
                      </a:cubicBezTo>
                      <a:cubicBezTo>
                        <a:pt x="761" y="1316"/>
                        <a:pt x="826" y="1290"/>
                        <a:pt x="877" y="1277"/>
                      </a:cubicBezTo>
                      <a:cubicBezTo>
                        <a:pt x="906" y="1273"/>
                        <a:pt x="932" y="1270"/>
                        <a:pt x="958" y="1270"/>
                      </a:cubicBezTo>
                      <a:cubicBezTo>
                        <a:pt x="1002" y="1270"/>
                        <a:pt x="1043" y="1279"/>
                        <a:pt x="1084" y="1303"/>
                      </a:cubicBezTo>
                      <a:cubicBezTo>
                        <a:pt x="1225" y="1368"/>
                        <a:pt x="1329" y="1497"/>
                        <a:pt x="1354" y="1651"/>
                      </a:cubicBezTo>
                      <a:cubicBezTo>
                        <a:pt x="1367" y="1742"/>
                        <a:pt x="1367" y="1819"/>
                        <a:pt x="1329" y="1896"/>
                      </a:cubicBezTo>
                      <a:cubicBezTo>
                        <a:pt x="1316" y="1909"/>
                        <a:pt x="1303" y="1922"/>
                        <a:pt x="1303" y="1948"/>
                      </a:cubicBezTo>
                      <a:lnTo>
                        <a:pt x="1277" y="1974"/>
                      </a:lnTo>
                      <a:lnTo>
                        <a:pt x="1264" y="1987"/>
                      </a:lnTo>
                      <a:cubicBezTo>
                        <a:pt x="1238" y="2025"/>
                        <a:pt x="1213" y="2051"/>
                        <a:pt x="1174" y="2090"/>
                      </a:cubicBezTo>
                      <a:cubicBezTo>
                        <a:pt x="1065" y="2162"/>
                        <a:pt x="938" y="2203"/>
                        <a:pt x="813" y="2203"/>
                      </a:cubicBezTo>
                      <a:cubicBezTo>
                        <a:pt x="760" y="2203"/>
                        <a:pt x="708" y="2195"/>
                        <a:pt x="658" y="2180"/>
                      </a:cubicBezTo>
                      <a:cubicBezTo>
                        <a:pt x="555" y="2154"/>
                        <a:pt x="478" y="2115"/>
                        <a:pt x="413" y="2051"/>
                      </a:cubicBezTo>
                      <a:cubicBezTo>
                        <a:pt x="336" y="1987"/>
                        <a:pt x="284" y="1909"/>
                        <a:pt x="246" y="1819"/>
                      </a:cubicBezTo>
                      <a:cubicBezTo>
                        <a:pt x="181" y="1626"/>
                        <a:pt x="181" y="1419"/>
                        <a:pt x="246" y="1239"/>
                      </a:cubicBezTo>
                      <a:cubicBezTo>
                        <a:pt x="310" y="1045"/>
                        <a:pt x="426" y="891"/>
                        <a:pt x="581" y="762"/>
                      </a:cubicBezTo>
                      <a:cubicBezTo>
                        <a:pt x="723" y="633"/>
                        <a:pt x="890" y="555"/>
                        <a:pt x="1084" y="504"/>
                      </a:cubicBezTo>
                      <a:cubicBezTo>
                        <a:pt x="1161" y="478"/>
                        <a:pt x="1251" y="465"/>
                        <a:pt x="1342" y="465"/>
                      </a:cubicBezTo>
                      <a:lnTo>
                        <a:pt x="1599" y="465"/>
                      </a:lnTo>
                      <a:cubicBezTo>
                        <a:pt x="1741" y="465"/>
                        <a:pt x="1896" y="452"/>
                        <a:pt x="2051" y="439"/>
                      </a:cubicBezTo>
                      <a:cubicBezTo>
                        <a:pt x="2167" y="426"/>
                        <a:pt x="2283" y="375"/>
                        <a:pt x="2373" y="297"/>
                      </a:cubicBezTo>
                      <a:cubicBezTo>
                        <a:pt x="2389" y="281"/>
                        <a:pt x="2401" y="265"/>
                        <a:pt x="2410" y="24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9"/>
                <p:cNvSpPr/>
                <p:nvPr/>
              </p:nvSpPr>
              <p:spPr>
                <a:xfrm>
                  <a:off x="4093175" y="3532675"/>
                  <a:ext cx="39350" cy="15325"/>
                </a:xfrm>
                <a:custGeom>
                  <a:avLst/>
                  <a:gdLst/>
                  <a:ahLst/>
                  <a:cxnLst/>
                  <a:rect l="l" t="t" r="r" b="b"/>
                  <a:pathLst>
                    <a:path w="1574" h="613" extrusionOk="0">
                      <a:moveTo>
                        <a:pt x="1574" y="1"/>
                      </a:moveTo>
                      <a:lnTo>
                        <a:pt x="1522" y="65"/>
                      </a:lnTo>
                      <a:cubicBezTo>
                        <a:pt x="1510" y="78"/>
                        <a:pt x="1497" y="104"/>
                        <a:pt x="1471" y="143"/>
                      </a:cubicBezTo>
                      <a:cubicBezTo>
                        <a:pt x="1471" y="155"/>
                        <a:pt x="1458" y="168"/>
                        <a:pt x="1445" y="181"/>
                      </a:cubicBezTo>
                      <a:cubicBezTo>
                        <a:pt x="1432" y="194"/>
                        <a:pt x="1419" y="207"/>
                        <a:pt x="1406" y="220"/>
                      </a:cubicBezTo>
                      <a:lnTo>
                        <a:pt x="1355" y="272"/>
                      </a:lnTo>
                      <a:cubicBezTo>
                        <a:pt x="1342" y="284"/>
                        <a:pt x="1329" y="297"/>
                        <a:pt x="1316" y="310"/>
                      </a:cubicBezTo>
                      <a:cubicBezTo>
                        <a:pt x="1277" y="336"/>
                        <a:pt x="1239" y="349"/>
                        <a:pt x="1187" y="375"/>
                      </a:cubicBezTo>
                      <a:cubicBezTo>
                        <a:pt x="1174" y="375"/>
                        <a:pt x="1148" y="388"/>
                        <a:pt x="1123" y="388"/>
                      </a:cubicBezTo>
                      <a:cubicBezTo>
                        <a:pt x="1097" y="388"/>
                        <a:pt x="1084" y="400"/>
                        <a:pt x="1058" y="400"/>
                      </a:cubicBezTo>
                      <a:lnTo>
                        <a:pt x="903" y="400"/>
                      </a:lnTo>
                      <a:lnTo>
                        <a:pt x="749" y="375"/>
                      </a:lnTo>
                      <a:lnTo>
                        <a:pt x="568" y="375"/>
                      </a:lnTo>
                      <a:cubicBezTo>
                        <a:pt x="551" y="370"/>
                        <a:pt x="534" y="369"/>
                        <a:pt x="517" y="369"/>
                      </a:cubicBezTo>
                      <a:cubicBezTo>
                        <a:pt x="482" y="369"/>
                        <a:pt x="448" y="375"/>
                        <a:pt x="414" y="375"/>
                      </a:cubicBezTo>
                      <a:cubicBezTo>
                        <a:pt x="362" y="388"/>
                        <a:pt x="310" y="400"/>
                        <a:pt x="259" y="413"/>
                      </a:cubicBezTo>
                      <a:lnTo>
                        <a:pt x="194" y="439"/>
                      </a:lnTo>
                      <a:cubicBezTo>
                        <a:pt x="181" y="452"/>
                        <a:pt x="156" y="465"/>
                        <a:pt x="143" y="465"/>
                      </a:cubicBezTo>
                      <a:lnTo>
                        <a:pt x="104" y="491"/>
                      </a:lnTo>
                      <a:cubicBezTo>
                        <a:pt x="91" y="504"/>
                        <a:pt x="78" y="504"/>
                        <a:pt x="65" y="517"/>
                      </a:cubicBezTo>
                      <a:cubicBezTo>
                        <a:pt x="40" y="529"/>
                        <a:pt x="14" y="555"/>
                        <a:pt x="1" y="568"/>
                      </a:cubicBezTo>
                      <a:lnTo>
                        <a:pt x="78" y="555"/>
                      </a:lnTo>
                      <a:cubicBezTo>
                        <a:pt x="104" y="542"/>
                        <a:pt x="143" y="542"/>
                        <a:pt x="169" y="542"/>
                      </a:cubicBezTo>
                      <a:lnTo>
                        <a:pt x="414" y="542"/>
                      </a:lnTo>
                      <a:cubicBezTo>
                        <a:pt x="465" y="542"/>
                        <a:pt x="504" y="555"/>
                        <a:pt x="568" y="555"/>
                      </a:cubicBezTo>
                      <a:cubicBezTo>
                        <a:pt x="620" y="568"/>
                        <a:pt x="671" y="568"/>
                        <a:pt x="723" y="581"/>
                      </a:cubicBezTo>
                      <a:cubicBezTo>
                        <a:pt x="787" y="594"/>
                        <a:pt x="839" y="607"/>
                        <a:pt x="903" y="607"/>
                      </a:cubicBezTo>
                      <a:cubicBezTo>
                        <a:pt x="925" y="611"/>
                        <a:pt x="946" y="613"/>
                        <a:pt x="968" y="613"/>
                      </a:cubicBezTo>
                      <a:cubicBezTo>
                        <a:pt x="1011" y="613"/>
                        <a:pt x="1054" y="607"/>
                        <a:pt x="1097" y="607"/>
                      </a:cubicBezTo>
                      <a:cubicBezTo>
                        <a:pt x="1226" y="581"/>
                        <a:pt x="1329" y="517"/>
                        <a:pt x="1419" y="426"/>
                      </a:cubicBezTo>
                      <a:cubicBezTo>
                        <a:pt x="1458" y="388"/>
                        <a:pt x="1484" y="349"/>
                        <a:pt x="1510" y="297"/>
                      </a:cubicBezTo>
                      <a:cubicBezTo>
                        <a:pt x="1535" y="259"/>
                        <a:pt x="1548" y="220"/>
                        <a:pt x="1561" y="181"/>
                      </a:cubicBezTo>
                      <a:cubicBezTo>
                        <a:pt x="1561" y="143"/>
                        <a:pt x="1574" y="117"/>
                        <a:pt x="1574" y="78"/>
                      </a:cubicBezTo>
                      <a:lnTo>
                        <a:pt x="1574" y="14"/>
                      </a:lnTo>
                      <a:lnTo>
                        <a:pt x="15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9"/>
                <p:cNvSpPr/>
                <p:nvPr/>
              </p:nvSpPr>
              <p:spPr>
                <a:xfrm>
                  <a:off x="4074425" y="3588300"/>
                  <a:ext cx="7750" cy="5375"/>
                </a:xfrm>
                <a:custGeom>
                  <a:avLst/>
                  <a:gdLst/>
                  <a:ahLst/>
                  <a:cxnLst/>
                  <a:rect l="l" t="t" r="r" b="b"/>
                  <a:pathLst>
                    <a:path w="310" h="215" extrusionOk="0">
                      <a:moveTo>
                        <a:pt x="147" y="1"/>
                      </a:moveTo>
                      <a:cubicBezTo>
                        <a:pt x="66" y="1"/>
                        <a:pt x="0" y="92"/>
                        <a:pt x="42" y="174"/>
                      </a:cubicBezTo>
                      <a:cubicBezTo>
                        <a:pt x="59" y="203"/>
                        <a:pt x="83" y="214"/>
                        <a:pt x="108" y="214"/>
                      </a:cubicBezTo>
                      <a:cubicBezTo>
                        <a:pt x="199" y="214"/>
                        <a:pt x="310" y="70"/>
                        <a:pt x="209" y="19"/>
                      </a:cubicBezTo>
                      <a:cubicBezTo>
                        <a:pt x="189" y="6"/>
                        <a:pt x="168"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9"/>
                <p:cNvSpPr/>
                <p:nvPr/>
              </p:nvSpPr>
              <p:spPr>
                <a:xfrm>
                  <a:off x="4101900" y="3560575"/>
                  <a:ext cx="6450" cy="5325"/>
                </a:xfrm>
                <a:custGeom>
                  <a:avLst/>
                  <a:gdLst/>
                  <a:ahLst/>
                  <a:cxnLst/>
                  <a:rect l="l" t="t" r="r" b="b"/>
                  <a:pathLst>
                    <a:path w="258" h="213" extrusionOk="0">
                      <a:moveTo>
                        <a:pt x="156" y="1"/>
                      </a:moveTo>
                      <a:cubicBezTo>
                        <a:pt x="72" y="1"/>
                        <a:pt x="0" y="92"/>
                        <a:pt x="52" y="174"/>
                      </a:cubicBezTo>
                      <a:cubicBezTo>
                        <a:pt x="77" y="200"/>
                        <a:pt x="106" y="213"/>
                        <a:pt x="135" y="213"/>
                      </a:cubicBezTo>
                      <a:cubicBezTo>
                        <a:pt x="164" y="213"/>
                        <a:pt x="193" y="200"/>
                        <a:pt x="219" y="174"/>
                      </a:cubicBezTo>
                      <a:cubicBezTo>
                        <a:pt x="258" y="136"/>
                        <a:pt x="258" y="58"/>
                        <a:pt x="219" y="19"/>
                      </a:cubicBezTo>
                      <a:cubicBezTo>
                        <a:pt x="199" y="7"/>
                        <a:pt x="177" y="1"/>
                        <a:pt x="1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264" name="Google Shape;1264;p9"/>
          <p:cNvSpPr/>
          <p:nvPr/>
        </p:nvSpPr>
        <p:spPr>
          <a:xfrm>
            <a:off x="2394692" y="1057017"/>
            <a:ext cx="440669" cy="379391"/>
          </a:xfrm>
          <a:custGeom>
            <a:avLst/>
            <a:gdLst/>
            <a:ahLst/>
            <a:cxnLst/>
            <a:rect l="l" t="t" r="r" b="b"/>
            <a:pathLst>
              <a:path w="1316" h="1133" extrusionOk="0">
                <a:moveTo>
                  <a:pt x="847" y="0"/>
                </a:moveTo>
                <a:cubicBezTo>
                  <a:pt x="811" y="0"/>
                  <a:pt x="775" y="5"/>
                  <a:pt x="738" y="14"/>
                </a:cubicBezTo>
                <a:cubicBezTo>
                  <a:pt x="331" y="65"/>
                  <a:pt x="1" y="217"/>
                  <a:pt x="1" y="675"/>
                </a:cubicBezTo>
                <a:cubicBezTo>
                  <a:pt x="1" y="1031"/>
                  <a:pt x="280" y="1132"/>
                  <a:pt x="636" y="1132"/>
                </a:cubicBezTo>
                <a:cubicBezTo>
                  <a:pt x="941" y="1082"/>
                  <a:pt x="1297" y="980"/>
                  <a:pt x="1271" y="497"/>
                </a:cubicBezTo>
                <a:cubicBezTo>
                  <a:pt x="1316" y="229"/>
                  <a:pt x="1106" y="0"/>
                  <a:pt x="847" y="0"/>
                </a:cubicBez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9"/>
          <p:cNvSpPr/>
          <p:nvPr/>
        </p:nvSpPr>
        <p:spPr>
          <a:xfrm>
            <a:off x="7194748" y="3804328"/>
            <a:ext cx="391111" cy="360639"/>
          </a:xfrm>
          <a:custGeom>
            <a:avLst/>
            <a:gdLst/>
            <a:ahLst/>
            <a:cxnLst/>
            <a:rect l="l" t="t" r="r" b="b"/>
            <a:pathLst>
              <a:path w="1168" h="1077" extrusionOk="0">
                <a:moveTo>
                  <a:pt x="676" y="0"/>
                </a:moveTo>
                <a:cubicBezTo>
                  <a:pt x="655" y="0"/>
                  <a:pt x="633" y="1"/>
                  <a:pt x="610" y="3"/>
                </a:cubicBezTo>
                <a:cubicBezTo>
                  <a:pt x="596" y="2"/>
                  <a:pt x="583" y="1"/>
                  <a:pt x="569" y="1"/>
                </a:cubicBezTo>
                <a:cubicBezTo>
                  <a:pt x="257" y="1"/>
                  <a:pt x="0" y="272"/>
                  <a:pt x="0" y="613"/>
                </a:cubicBezTo>
                <a:cubicBezTo>
                  <a:pt x="0" y="943"/>
                  <a:pt x="229" y="1070"/>
                  <a:pt x="509" y="1070"/>
                </a:cubicBezTo>
                <a:cubicBezTo>
                  <a:pt x="537" y="1074"/>
                  <a:pt x="565" y="1076"/>
                  <a:pt x="592" y="1076"/>
                </a:cubicBezTo>
                <a:cubicBezTo>
                  <a:pt x="911" y="1076"/>
                  <a:pt x="1168" y="813"/>
                  <a:pt x="1144" y="486"/>
                </a:cubicBezTo>
                <a:cubicBezTo>
                  <a:pt x="1144" y="176"/>
                  <a:pt x="988" y="0"/>
                  <a:pt x="676" y="0"/>
                </a:cubicBez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9"/>
          <p:cNvSpPr/>
          <p:nvPr/>
        </p:nvSpPr>
        <p:spPr>
          <a:xfrm>
            <a:off x="7358502" y="878103"/>
            <a:ext cx="255494" cy="521704"/>
          </a:xfrm>
          <a:custGeom>
            <a:avLst/>
            <a:gdLst/>
            <a:ahLst/>
            <a:cxnLst/>
            <a:rect l="l" t="t" r="r" b="b"/>
            <a:pathLst>
              <a:path w="763" h="1558" extrusionOk="0">
                <a:moveTo>
                  <a:pt x="407" y="1"/>
                </a:moveTo>
                <a:cubicBezTo>
                  <a:pt x="0" y="1"/>
                  <a:pt x="229" y="509"/>
                  <a:pt x="127" y="738"/>
                </a:cubicBezTo>
                <a:lnTo>
                  <a:pt x="127" y="1068"/>
                </a:lnTo>
                <a:cubicBezTo>
                  <a:pt x="153" y="1246"/>
                  <a:pt x="77" y="1500"/>
                  <a:pt x="305" y="1551"/>
                </a:cubicBezTo>
                <a:cubicBezTo>
                  <a:pt x="330" y="1556"/>
                  <a:pt x="353" y="1558"/>
                  <a:pt x="374" y="1558"/>
                </a:cubicBezTo>
                <a:cubicBezTo>
                  <a:pt x="594" y="1558"/>
                  <a:pt x="642" y="1330"/>
                  <a:pt x="712" y="1145"/>
                </a:cubicBezTo>
                <a:cubicBezTo>
                  <a:pt x="737" y="1043"/>
                  <a:pt x="763" y="916"/>
                  <a:pt x="737" y="814"/>
                </a:cubicBezTo>
                <a:cubicBezTo>
                  <a:pt x="636" y="509"/>
                  <a:pt x="763" y="1"/>
                  <a:pt x="407" y="1"/>
                </a:cubicBez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9"/>
          <p:cNvSpPr/>
          <p:nvPr/>
        </p:nvSpPr>
        <p:spPr>
          <a:xfrm>
            <a:off x="3994284" y="4655502"/>
            <a:ext cx="306057" cy="258173"/>
          </a:xfrm>
          <a:custGeom>
            <a:avLst/>
            <a:gdLst/>
            <a:ahLst/>
            <a:cxnLst/>
            <a:rect l="l" t="t" r="r" b="b"/>
            <a:pathLst>
              <a:path w="914" h="771" extrusionOk="0">
                <a:moveTo>
                  <a:pt x="331" y="1"/>
                </a:moveTo>
                <a:cubicBezTo>
                  <a:pt x="103" y="1"/>
                  <a:pt x="1" y="153"/>
                  <a:pt x="26" y="331"/>
                </a:cubicBezTo>
                <a:cubicBezTo>
                  <a:pt x="52" y="636"/>
                  <a:pt x="331" y="712"/>
                  <a:pt x="585" y="763"/>
                </a:cubicBezTo>
                <a:cubicBezTo>
                  <a:pt x="607" y="768"/>
                  <a:pt x="628" y="771"/>
                  <a:pt x="648" y="771"/>
                </a:cubicBezTo>
                <a:cubicBezTo>
                  <a:pt x="833" y="771"/>
                  <a:pt x="913" y="568"/>
                  <a:pt x="890" y="407"/>
                </a:cubicBezTo>
                <a:cubicBezTo>
                  <a:pt x="865" y="77"/>
                  <a:pt x="484" y="153"/>
                  <a:pt x="331" y="1"/>
                </a:cubicBez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9"/>
          <p:cNvSpPr/>
          <p:nvPr/>
        </p:nvSpPr>
        <p:spPr>
          <a:xfrm>
            <a:off x="3875735" y="460545"/>
            <a:ext cx="271567" cy="256499"/>
          </a:xfrm>
          <a:custGeom>
            <a:avLst/>
            <a:gdLst/>
            <a:ahLst/>
            <a:cxnLst/>
            <a:rect l="l" t="t" r="r" b="b"/>
            <a:pathLst>
              <a:path w="811" h="766" extrusionOk="0">
                <a:moveTo>
                  <a:pt x="293" y="1"/>
                </a:moveTo>
                <a:cubicBezTo>
                  <a:pt x="130" y="1"/>
                  <a:pt x="0" y="167"/>
                  <a:pt x="48" y="334"/>
                </a:cubicBezTo>
                <a:cubicBezTo>
                  <a:pt x="99" y="562"/>
                  <a:pt x="302" y="740"/>
                  <a:pt x="531" y="766"/>
                </a:cubicBezTo>
                <a:cubicBezTo>
                  <a:pt x="708" y="766"/>
                  <a:pt x="810" y="689"/>
                  <a:pt x="810" y="512"/>
                </a:cubicBezTo>
                <a:cubicBezTo>
                  <a:pt x="810" y="257"/>
                  <a:pt x="607" y="29"/>
                  <a:pt x="327" y="3"/>
                </a:cubicBezTo>
                <a:cubicBezTo>
                  <a:pt x="316" y="2"/>
                  <a:pt x="304" y="1"/>
                  <a:pt x="293" y="1"/>
                </a:cubicBez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9"/>
          <p:cNvSpPr/>
          <p:nvPr/>
        </p:nvSpPr>
        <p:spPr>
          <a:xfrm>
            <a:off x="1714630" y="3906457"/>
            <a:ext cx="193881" cy="190198"/>
          </a:xfrm>
          <a:custGeom>
            <a:avLst/>
            <a:gdLst/>
            <a:ahLst/>
            <a:cxnLst/>
            <a:rect l="l" t="t" r="r" b="b"/>
            <a:pathLst>
              <a:path w="579" h="568" extrusionOk="0">
                <a:moveTo>
                  <a:pt x="384" y="0"/>
                </a:moveTo>
                <a:cubicBezTo>
                  <a:pt x="366" y="0"/>
                  <a:pt x="348" y="2"/>
                  <a:pt x="328" y="5"/>
                </a:cubicBezTo>
                <a:cubicBezTo>
                  <a:pt x="150" y="30"/>
                  <a:pt x="23" y="183"/>
                  <a:pt x="23" y="361"/>
                </a:cubicBezTo>
                <a:cubicBezTo>
                  <a:pt x="0" y="475"/>
                  <a:pt x="100" y="568"/>
                  <a:pt x="212" y="568"/>
                </a:cubicBezTo>
                <a:cubicBezTo>
                  <a:pt x="225" y="568"/>
                  <a:pt x="238" y="567"/>
                  <a:pt x="252" y="564"/>
                </a:cubicBezTo>
                <a:cubicBezTo>
                  <a:pt x="430" y="539"/>
                  <a:pt x="557" y="361"/>
                  <a:pt x="557" y="183"/>
                </a:cubicBezTo>
                <a:cubicBezTo>
                  <a:pt x="579" y="72"/>
                  <a:pt x="504" y="0"/>
                  <a:pt x="384" y="0"/>
                </a:cubicBez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9"/>
          <p:cNvSpPr/>
          <p:nvPr/>
        </p:nvSpPr>
        <p:spPr>
          <a:xfrm>
            <a:off x="2377294" y="4282489"/>
            <a:ext cx="179147" cy="195890"/>
          </a:xfrm>
          <a:custGeom>
            <a:avLst/>
            <a:gdLst/>
            <a:ahLst/>
            <a:cxnLst/>
            <a:rect l="l" t="t" r="r" b="b"/>
            <a:pathLst>
              <a:path w="535" h="585" extrusionOk="0">
                <a:moveTo>
                  <a:pt x="255" y="0"/>
                </a:moveTo>
                <a:cubicBezTo>
                  <a:pt x="103" y="0"/>
                  <a:pt x="1" y="127"/>
                  <a:pt x="1" y="280"/>
                </a:cubicBezTo>
                <a:cubicBezTo>
                  <a:pt x="1" y="432"/>
                  <a:pt x="128" y="585"/>
                  <a:pt x="280" y="585"/>
                </a:cubicBezTo>
                <a:cubicBezTo>
                  <a:pt x="458" y="585"/>
                  <a:pt x="509" y="458"/>
                  <a:pt x="535" y="305"/>
                </a:cubicBezTo>
                <a:cubicBezTo>
                  <a:pt x="535" y="153"/>
                  <a:pt x="458" y="0"/>
                  <a:pt x="255" y="0"/>
                </a:cubicBez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9"/>
          <p:cNvSpPr/>
          <p:nvPr/>
        </p:nvSpPr>
        <p:spPr>
          <a:xfrm>
            <a:off x="1909512" y="2073844"/>
            <a:ext cx="212968" cy="142648"/>
          </a:xfrm>
          <a:custGeom>
            <a:avLst/>
            <a:gdLst/>
            <a:ahLst/>
            <a:cxnLst/>
            <a:rect l="l" t="t" r="r" b="b"/>
            <a:pathLst>
              <a:path w="636" h="426" extrusionOk="0">
                <a:moveTo>
                  <a:pt x="321" y="0"/>
                </a:moveTo>
                <a:cubicBezTo>
                  <a:pt x="291" y="0"/>
                  <a:pt x="260" y="5"/>
                  <a:pt x="229" y="14"/>
                </a:cubicBezTo>
                <a:cubicBezTo>
                  <a:pt x="102" y="39"/>
                  <a:pt x="0" y="90"/>
                  <a:pt x="51" y="242"/>
                </a:cubicBezTo>
                <a:cubicBezTo>
                  <a:pt x="76" y="395"/>
                  <a:pt x="254" y="420"/>
                  <a:pt x="381" y="420"/>
                </a:cubicBezTo>
                <a:cubicBezTo>
                  <a:pt x="398" y="423"/>
                  <a:pt x="414" y="425"/>
                  <a:pt x="430" y="425"/>
                </a:cubicBezTo>
                <a:cubicBezTo>
                  <a:pt x="539" y="425"/>
                  <a:pt x="635" y="353"/>
                  <a:pt x="635" y="242"/>
                </a:cubicBezTo>
                <a:cubicBezTo>
                  <a:pt x="593" y="95"/>
                  <a:pt x="465" y="0"/>
                  <a:pt x="321" y="0"/>
                </a:cubicBez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9"/>
          <p:cNvSpPr/>
          <p:nvPr/>
        </p:nvSpPr>
        <p:spPr>
          <a:xfrm>
            <a:off x="7919507" y="1507475"/>
            <a:ext cx="153698" cy="170441"/>
          </a:xfrm>
          <a:custGeom>
            <a:avLst/>
            <a:gdLst/>
            <a:ahLst/>
            <a:cxnLst/>
            <a:rect l="l" t="t" r="r" b="b"/>
            <a:pathLst>
              <a:path w="459" h="509" extrusionOk="0">
                <a:moveTo>
                  <a:pt x="204" y="0"/>
                </a:moveTo>
                <a:cubicBezTo>
                  <a:pt x="103" y="0"/>
                  <a:pt x="1" y="102"/>
                  <a:pt x="26" y="229"/>
                </a:cubicBezTo>
                <a:cubicBezTo>
                  <a:pt x="26" y="382"/>
                  <a:pt x="103" y="509"/>
                  <a:pt x="255" y="509"/>
                </a:cubicBezTo>
                <a:cubicBezTo>
                  <a:pt x="408" y="509"/>
                  <a:pt x="458" y="407"/>
                  <a:pt x="458" y="254"/>
                </a:cubicBezTo>
                <a:cubicBezTo>
                  <a:pt x="433" y="153"/>
                  <a:pt x="382" y="0"/>
                  <a:pt x="204" y="0"/>
                </a:cubicBez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9"/>
          <p:cNvSpPr/>
          <p:nvPr/>
        </p:nvSpPr>
        <p:spPr>
          <a:xfrm>
            <a:off x="2020012" y="3899425"/>
            <a:ext cx="162070" cy="170441"/>
          </a:xfrm>
          <a:custGeom>
            <a:avLst/>
            <a:gdLst/>
            <a:ahLst/>
            <a:cxnLst/>
            <a:rect l="l" t="t" r="r" b="b"/>
            <a:pathLst>
              <a:path w="484" h="509" extrusionOk="0">
                <a:moveTo>
                  <a:pt x="280" y="0"/>
                </a:moveTo>
                <a:cubicBezTo>
                  <a:pt x="102" y="0"/>
                  <a:pt x="0" y="128"/>
                  <a:pt x="0" y="305"/>
                </a:cubicBezTo>
                <a:cubicBezTo>
                  <a:pt x="0" y="483"/>
                  <a:pt x="77" y="509"/>
                  <a:pt x="204" y="509"/>
                </a:cubicBezTo>
                <a:cubicBezTo>
                  <a:pt x="331" y="509"/>
                  <a:pt x="432" y="382"/>
                  <a:pt x="458" y="255"/>
                </a:cubicBezTo>
                <a:cubicBezTo>
                  <a:pt x="483" y="102"/>
                  <a:pt x="407" y="0"/>
                  <a:pt x="280" y="0"/>
                </a:cubicBez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9"/>
          <p:cNvSpPr/>
          <p:nvPr/>
        </p:nvSpPr>
        <p:spPr>
          <a:xfrm>
            <a:off x="7049758" y="2817202"/>
            <a:ext cx="144992" cy="130593"/>
          </a:xfrm>
          <a:custGeom>
            <a:avLst/>
            <a:gdLst/>
            <a:ahLst/>
            <a:cxnLst/>
            <a:rect l="l" t="t" r="r" b="b"/>
            <a:pathLst>
              <a:path w="433" h="390" extrusionOk="0">
                <a:moveTo>
                  <a:pt x="217" y="1"/>
                </a:moveTo>
                <a:cubicBezTo>
                  <a:pt x="204" y="1"/>
                  <a:pt x="191" y="2"/>
                  <a:pt x="178" y="5"/>
                </a:cubicBezTo>
                <a:cubicBezTo>
                  <a:pt x="76" y="5"/>
                  <a:pt x="0" y="106"/>
                  <a:pt x="26" y="208"/>
                </a:cubicBezTo>
                <a:cubicBezTo>
                  <a:pt x="3" y="299"/>
                  <a:pt x="102" y="390"/>
                  <a:pt x="214" y="390"/>
                </a:cubicBezTo>
                <a:cubicBezTo>
                  <a:pt x="227" y="390"/>
                  <a:pt x="241" y="389"/>
                  <a:pt x="254" y="386"/>
                </a:cubicBezTo>
                <a:cubicBezTo>
                  <a:pt x="356" y="386"/>
                  <a:pt x="432" y="310"/>
                  <a:pt x="407" y="208"/>
                </a:cubicBezTo>
                <a:cubicBezTo>
                  <a:pt x="407" y="94"/>
                  <a:pt x="325" y="1"/>
                  <a:pt x="217" y="1"/>
                </a:cubicBez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9"/>
          <p:cNvSpPr/>
          <p:nvPr/>
        </p:nvSpPr>
        <p:spPr>
          <a:xfrm>
            <a:off x="5858192" y="485044"/>
            <a:ext cx="136621" cy="146332"/>
          </a:xfrm>
          <a:custGeom>
            <a:avLst/>
            <a:gdLst/>
            <a:ahLst/>
            <a:cxnLst/>
            <a:rect l="l" t="t" r="r" b="b"/>
            <a:pathLst>
              <a:path w="408" h="437" extrusionOk="0">
                <a:moveTo>
                  <a:pt x="185" y="1"/>
                </a:moveTo>
                <a:cubicBezTo>
                  <a:pt x="175" y="1"/>
                  <a:pt x="164" y="2"/>
                  <a:pt x="153" y="5"/>
                </a:cubicBezTo>
                <a:cubicBezTo>
                  <a:pt x="26" y="5"/>
                  <a:pt x="1" y="106"/>
                  <a:pt x="1" y="208"/>
                </a:cubicBezTo>
                <a:cubicBezTo>
                  <a:pt x="1" y="335"/>
                  <a:pt x="77" y="411"/>
                  <a:pt x="204" y="437"/>
                </a:cubicBezTo>
                <a:cubicBezTo>
                  <a:pt x="331" y="411"/>
                  <a:pt x="407" y="335"/>
                  <a:pt x="382" y="208"/>
                </a:cubicBezTo>
                <a:cubicBezTo>
                  <a:pt x="382" y="94"/>
                  <a:pt x="280" y="1"/>
                  <a:pt x="185" y="1"/>
                </a:cubicBez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9"/>
          <p:cNvSpPr/>
          <p:nvPr/>
        </p:nvSpPr>
        <p:spPr>
          <a:xfrm>
            <a:off x="6777192" y="748859"/>
            <a:ext cx="94094" cy="95769"/>
          </a:xfrm>
          <a:custGeom>
            <a:avLst/>
            <a:gdLst/>
            <a:ahLst/>
            <a:cxnLst/>
            <a:rect l="l" t="t" r="r" b="b"/>
            <a:pathLst>
              <a:path w="281" h="286" extrusionOk="0">
                <a:moveTo>
                  <a:pt x="165" y="1"/>
                </a:moveTo>
                <a:cubicBezTo>
                  <a:pt x="161" y="1"/>
                  <a:pt x="157" y="2"/>
                  <a:pt x="153" y="6"/>
                </a:cubicBezTo>
                <a:cubicBezTo>
                  <a:pt x="77" y="31"/>
                  <a:pt x="26" y="82"/>
                  <a:pt x="26" y="133"/>
                </a:cubicBezTo>
                <a:cubicBezTo>
                  <a:pt x="1" y="184"/>
                  <a:pt x="52" y="285"/>
                  <a:pt x="103" y="285"/>
                </a:cubicBezTo>
                <a:cubicBezTo>
                  <a:pt x="204" y="285"/>
                  <a:pt x="255" y="209"/>
                  <a:pt x="280" y="82"/>
                </a:cubicBezTo>
                <a:cubicBezTo>
                  <a:pt x="237" y="60"/>
                  <a:pt x="193" y="1"/>
                  <a:pt x="165" y="1"/>
                </a:cubicBez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9"/>
          <p:cNvSpPr/>
          <p:nvPr/>
        </p:nvSpPr>
        <p:spPr>
          <a:xfrm>
            <a:off x="2283871" y="748859"/>
            <a:ext cx="110837" cy="105814"/>
          </a:xfrm>
          <a:custGeom>
            <a:avLst/>
            <a:gdLst/>
            <a:ahLst/>
            <a:cxnLst/>
            <a:rect l="l" t="t" r="r" b="b"/>
            <a:pathLst>
              <a:path w="331" h="316" extrusionOk="0">
                <a:moveTo>
                  <a:pt x="191" y="1"/>
                </a:moveTo>
                <a:cubicBezTo>
                  <a:pt x="179" y="1"/>
                  <a:pt x="166" y="2"/>
                  <a:pt x="153" y="6"/>
                </a:cubicBezTo>
                <a:cubicBezTo>
                  <a:pt x="51" y="6"/>
                  <a:pt x="0" y="107"/>
                  <a:pt x="51" y="184"/>
                </a:cubicBezTo>
                <a:cubicBezTo>
                  <a:pt x="77" y="260"/>
                  <a:pt x="127" y="285"/>
                  <a:pt x="178" y="311"/>
                </a:cubicBezTo>
                <a:cubicBezTo>
                  <a:pt x="192" y="314"/>
                  <a:pt x="204" y="316"/>
                  <a:pt x="216" y="316"/>
                </a:cubicBezTo>
                <a:cubicBezTo>
                  <a:pt x="292" y="316"/>
                  <a:pt x="331" y="246"/>
                  <a:pt x="331" y="158"/>
                </a:cubicBezTo>
                <a:cubicBezTo>
                  <a:pt x="331" y="70"/>
                  <a:pt x="273" y="1"/>
                  <a:pt x="191" y="1"/>
                </a:cubicBez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9"/>
          <p:cNvSpPr/>
          <p:nvPr/>
        </p:nvSpPr>
        <p:spPr>
          <a:xfrm>
            <a:off x="617000" y="2084894"/>
            <a:ext cx="75677" cy="129924"/>
          </a:xfrm>
          <a:custGeom>
            <a:avLst/>
            <a:gdLst/>
            <a:ahLst/>
            <a:cxnLst/>
            <a:rect l="l" t="t" r="r" b="b"/>
            <a:pathLst>
              <a:path w="226" h="388" extrusionOk="0">
                <a:moveTo>
                  <a:pt x="95" y="1"/>
                </a:moveTo>
                <a:cubicBezTo>
                  <a:pt x="35" y="1"/>
                  <a:pt x="0" y="67"/>
                  <a:pt x="22" y="133"/>
                </a:cubicBezTo>
                <a:cubicBezTo>
                  <a:pt x="48" y="209"/>
                  <a:pt x="98" y="311"/>
                  <a:pt x="149" y="387"/>
                </a:cubicBezTo>
                <a:cubicBezTo>
                  <a:pt x="200" y="286"/>
                  <a:pt x="200" y="184"/>
                  <a:pt x="226" y="82"/>
                </a:cubicBezTo>
                <a:cubicBezTo>
                  <a:pt x="226" y="31"/>
                  <a:pt x="149" y="6"/>
                  <a:pt x="124" y="6"/>
                </a:cubicBezTo>
                <a:cubicBezTo>
                  <a:pt x="114" y="3"/>
                  <a:pt x="104" y="1"/>
                  <a:pt x="95" y="1"/>
                </a:cubicBez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9"/>
          <p:cNvSpPr/>
          <p:nvPr/>
        </p:nvSpPr>
        <p:spPr>
          <a:xfrm>
            <a:off x="1356009" y="3899425"/>
            <a:ext cx="85723" cy="94094"/>
          </a:xfrm>
          <a:custGeom>
            <a:avLst/>
            <a:gdLst/>
            <a:ahLst/>
            <a:cxnLst/>
            <a:rect l="l" t="t" r="r" b="b"/>
            <a:pathLst>
              <a:path w="256" h="281" extrusionOk="0">
                <a:moveTo>
                  <a:pt x="179" y="0"/>
                </a:moveTo>
                <a:cubicBezTo>
                  <a:pt x="128" y="0"/>
                  <a:pt x="26" y="26"/>
                  <a:pt x="26" y="77"/>
                </a:cubicBezTo>
                <a:cubicBezTo>
                  <a:pt x="1" y="128"/>
                  <a:pt x="52" y="178"/>
                  <a:pt x="77" y="280"/>
                </a:cubicBezTo>
                <a:cubicBezTo>
                  <a:pt x="153" y="229"/>
                  <a:pt x="204" y="153"/>
                  <a:pt x="230" y="102"/>
                </a:cubicBezTo>
                <a:cubicBezTo>
                  <a:pt x="255" y="77"/>
                  <a:pt x="179" y="0"/>
                  <a:pt x="179" y="0"/>
                </a:cubicBez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9"/>
          <p:cNvSpPr/>
          <p:nvPr/>
        </p:nvSpPr>
        <p:spPr>
          <a:xfrm>
            <a:off x="5611252" y="4197438"/>
            <a:ext cx="335" cy="335"/>
          </a:xfrm>
          <a:custGeom>
            <a:avLst/>
            <a:gdLst/>
            <a:ahLst/>
            <a:cxnLst/>
            <a:rect l="l" t="t" r="r" b="b"/>
            <a:pathLst>
              <a:path w="1" h="1" extrusionOk="0">
                <a:moveTo>
                  <a:pt x="1" y="0"/>
                </a:moveTo>
                <a:lnTo>
                  <a:pt x="1" y="0"/>
                </a:lnTo>
                <a:lnTo>
                  <a:pt x="1" y="0"/>
                </a:lnTo>
                <a:lnTo>
                  <a:pt x="1" y="0"/>
                </a:ln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9"/>
          <p:cNvSpPr/>
          <p:nvPr/>
        </p:nvSpPr>
        <p:spPr>
          <a:xfrm>
            <a:off x="5500753" y="4120758"/>
            <a:ext cx="110837" cy="83714"/>
          </a:xfrm>
          <a:custGeom>
            <a:avLst/>
            <a:gdLst/>
            <a:ahLst/>
            <a:cxnLst/>
            <a:rect l="l" t="t" r="r" b="b"/>
            <a:pathLst>
              <a:path w="331" h="250" extrusionOk="0">
                <a:moveTo>
                  <a:pt x="153" y="0"/>
                </a:moveTo>
                <a:cubicBezTo>
                  <a:pt x="51" y="0"/>
                  <a:pt x="0" y="77"/>
                  <a:pt x="51" y="153"/>
                </a:cubicBezTo>
                <a:cubicBezTo>
                  <a:pt x="81" y="228"/>
                  <a:pt x="138" y="250"/>
                  <a:pt x="201" y="250"/>
                </a:cubicBezTo>
                <a:cubicBezTo>
                  <a:pt x="244" y="250"/>
                  <a:pt x="289" y="239"/>
                  <a:pt x="331" y="229"/>
                </a:cubicBezTo>
                <a:cubicBezTo>
                  <a:pt x="305" y="127"/>
                  <a:pt x="280" y="0"/>
                  <a:pt x="153" y="0"/>
                </a:cubicBez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9"/>
          <p:cNvSpPr/>
          <p:nvPr/>
        </p:nvSpPr>
        <p:spPr>
          <a:xfrm>
            <a:off x="6190204" y="3678092"/>
            <a:ext cx="59939" cy="51568"/>
          </a:xfrm>
          <a:custGeom>
            <a:avLst/>
            <a:gdLst/>
            <a:ahLst/>
            <a:cxnLst/>
            <a:rect l="l" t="t" r="r" b="b"/>
            <a:pathLst>
              <a:path w="179" h="154" extrusionOk="0">
                <a:moveTo>
                  <a:pt x="127" y="1"/>
                </a:moveTo>
                <a:cubicBezTo>
                  <a:pt x="76" y="1"/>
                  <a:pt x="26" y="1"/>
                  <a:pt x="0" y="51"/>
                </a:cubicBezTo>
                <a:cubicBezTo>
                  <a:pt x="0" y="77"/>
                  <a:pt x="26" y="128"/>
                  <a:pt x="51" y="153"/>
                </a:cubicBezTo>
                <a:cubicBezTo>
                  <a:pt x="102" y="128"/>
                  <a:pt x="153" y="128"/>
                  <a:pt x="153" y="102"/>
                </a:cubicBezTo>
                <a:cubicBezTo>
                  <a:pt x="178" y="77"/>
                  <a:pt x="127" y="26"/>
                  <a:pt x="127" y="1"/>
                </a:cubicBez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9"/>
          <p:cNvSpPr/>
          <p:nvPr/>
        </p:nvSpPr>
        <p:spPr>
          <a:xfrm>
            <a:off x="2956246" y="312889"/>
            <a:ext cx="25784" cy="29467"/>
          </a:xfrm>
          <a:custGeom>
            <a:avLst/>
            <a:gdLst/>
            <a:ahLst/>
            <a:cxnLst/>
            <a:rect l="l" t="t" r="r" b="b"/>
            <a:pathLst>
              <a:path w="77" h="88" extrusionOk="0">
                <a:moveTo>
                  <a:pt x="27" y="0"/>
                </a:moveTo>
                <a:cubicBezTo>
                  <a:pt x="11" y="0"/>
                  <a:pt x="0" y="11"/>
                  <a:pt x="0" y="11"/>
                </a:cubicBezTo>
                <a:lnTo>
                  <a:pt x="26" y="88"/>
                </a:lnTo>
                <a:lnTo>
                  <a:pt x="76" y="62"/>
                </a:lnTo>
                <a:cubicBezTo>
                  <a:pt x="76" y="37"/>
                  <a:pt x="76" y="11"/>
                  <a:pt x="51" y="11"/>
                </a:cubicBezTo>
                <a:cubicBezTo>
                  <a:pt x="43" y="3"/>
                  <a:pt x="34" y="0"/>
                  <a:pt x="27" y="0"/>
                </a:cubicBez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9"/>
          <p:cNvSpPr/>
          <p:nvPr/>
        </p:nvSpPr>
        <p:spPr>
          <a:xfrm>
            <a:off x="3994273" y="690930"/>
            <a:ext cx="34490" cy="26119"/>
          </a:xfrm>
          <a:custGeom>
            <a:avLst/>
            <a:gdLst/>
            <a:ahLst/>
            <a:cxnLst/>
            <a:rect l="l" t="t" r="r" b="b"/>
            <a:pathLst>
              <a:path w="103" h="78" extrusionOk="0">
                <a:moveTo>
                  <a:pt x="26" y="1"/>
                </a:moveTo>
                <a:cubicBezTo>
                  <a:pt x="26" y="1"/>
                  <a:pt x="26" y="26"/>
                  <a:pt x="1" y="52"/>
                </a:cubicBezTo>
                <a:cubicBezTo>
                  <a:pt x="1" y="77"/>
                  <a:pt x="52" y="77"/>
                  <a:pt x="77" y="77"/>
                </a:cubicBezTo>
                <a:cubicBezTo>
                  <a:pt x="77" y="77"/>
                  <a:pt x="77" y="52"/>
                  <a:pt x="103" y="26"/>
                </a:cubicBezTo>
                <a:cubicBezTo>
                  <a:pt x="77" y="26"/>
                  <a:pt x="52" y="1"/>
                  <a:pt x="26" y="1"/>
                </a:cubicBez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9"/>
          <p:cNvSpPr/>
          <p:nvPr/>
        </p:nvSpPr>
        <p:spPr>
          <a:xfrm>
            <a:off x="4334813" y="1372007"/>
            <a:ext cx="335" cy="335"/>
          </a:xfrm>
          <a:custGeom>
            <a:avLst/>
            <a:gdLst/>
            <a:ahLst/>
            <a:cxnLst/>
            <a:rect l="l" t="t" r="r" b="b"/>
            <a:pathLst>
              <a:path w="1" h="1" extrusionOk="0">
                <a:moveTo>
                  <a:pt x="1" y="0"/>
                </a:move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9"/>
          <p:cNvSpPr/>
          <p:nvPr/>
        </p:nvSpPr>
        <p:spPr>
          <a:xfrm>
            <a:off x="4283916" y="1271888"/>
            <a:ext cx="102131" cy="91750"/>
          </a:xfrm>
          <a:custGeom>
            <a:avLst/>
            <a:gdLst/>
            <a:ahLst/>
            <a:cxnLst/>
            <a:rect l="l" t="t" r="r" b="b"/>
            <a:pathLst>
              <a:path w="305" h="274" extrusionOk="0">
                <a:moveTo>
                  <a:pt x="140" y="0"/>
                </a:moveTo>
                <a:cubicBezTo>
                  <a:pt x="127" y="0"/>
                  <a:pt x="114" y="7"/>
                  <a:pt x="102" y="19"/>
                </a:cubicBezTo>
                <a:cubicBezTo>
                  <a:pt x="0" y="121"/>
                  <a:pt x="102" y="197"/>
                  <a:pt x="153" y="274"/>
                </a:cubicBezTo>
                <a:cubicBezTo>
                  <a:pt x="229" y="197"/>
                  <a:pt x="305" y="96"/>
                  <a:pt x="178" y="19"/>
                </a:cubicBezTo>
                <a:cubicBezTo>
                  <a:pt x="165" y="7"/>
                  <a:pt x="153" y="0"/>
                  <a:pt x="140" y="0"/>
                </a:cubicBez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9"/>
          <p:cNvSpPr/>
          <p:nvPr/>
        </p:nvSpPr>
        <p:spPr>
          <a:xfrm>
            <a:off x="1475214" y="2239928"/>
            <a:ext cx="51568" cy="51233"/>
          </a:xfrm>
          <a:custGeom>
            <a:avLst/>
            <a:gdLst/>
            <a:ahLst/>
            <a:cxnLst/>
            <a:rect l="l" t="t" r="r" b="b"/>
            <a:pathLst>
              <a:path w="154" h="153" extrusionOk="0">
                <a:moveTo>
                  <a:pt x="77" y="0"/>
                </a:moveTo>
                <a:cubicBezTo>
                  <a:pt x="52" y="26"/>
                  <a:pt x="26" y="77"/>
                  <a:pt x="1" y="102"/>
                </a:cubicBezTo>
                <a:cubicBezTo>
                  <a:pt x="1" y="102"/>
                  <a:pt x="52" y="153"/>
                  <a:pt x="52" y="153"/>
                </a:cubicBezTo>
                <a:cubicBezTo>
                  <a:pt x="77" y="127"/>
                  <a:pt x="102" y="102"/>
                  <a:pt x="153" y="102"/>
                </a:cubicBezTo>
                <a:lnTo>
                  <a:pt x="77" y="0"/>
                </a:ln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9"/>
          <p:cNvSpPr/>
          <p:nvPr/>
        </p:nvSpPr>
        <p:spPr>
          <a:xfrm>
            <a:off x="5824216" y="3899425"/>
            <a:ext cx="85388" cy="77017"/>
          </a:xfrm>
          <a:custGeom>
            <a:avLst/>
            <a:gdLst/>
            <a:ahLst/>
            <a:cxnLst/>
            <a:rect l="l" t="t" r="r" b="b"/>
            <a:pathLst>
              <a:path w="255" h="230" extrusionOk="0">
                <a:moveTo>
                  <a:pt x="77" y="0"/>
                </a:moveTo>
                <a:lnTo>
                  <a:pt x="0" y="77"/>
                </a:lnTo>
                <a:lnTo>
                  <a:pt x="178" y="229"/>
                </a:lnTo>
                <a:lnTo>
                  <a:pt x="254" y="153"/>
                </a:lnTo>
                <a:lnTo>
                  <a:pt x="77" y="0"/>
                </a:ln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9"/>
          <p:cNvSpPr/>
          <p:nvPr/>
        </p:nvSpPr>
        <p:spPr>
          <a:xfrm>
            <a:off x="5883819" y="3950321"/>
            <a:ext cx="85388" cy="76347"/>
          </a:xfrm>
          <a:custGeom>
            <a:avLst/>
            <a:gdLst/>
            <a:ahLst/>
            <a:cxnLst/>
            <a:rect l="l" t="t" r="r" b="b"/>
            <a:pathLst>
              <a:path w="255" h="228" extrusionOk="0">
                <a:moveTo>
                  <a:pt x="76" y="1"/>
                </a:moveTo>
                <a:lnTo>
                  <a:pt x="0" y="77"/>
                </a:lnTo>
                <a:cubicBezTo>
                  <a:pt x="40" y="137"/>
                  <a:pt x="64" y="228"/>
                  <a:pt x="122" y="228"/>
                </a:cubicBezTo>
                <a:cubicBezTo>
                  <a:pt x="138" y="228"/>
                  <a:pt x="156" y="221"/>
                  <a:pt x="178" y="204"/>
                </a:cubicBezTo>
                <a:cubicBezTo>
                  <a:pt x="254" y="128"/>
                  <a:pt x="127" y="77"/>
                  <a:pt x="76" y="1"/>
                </a:cubicBez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9"/>
          <p:cNvSpPr/>
          <p:nvPr/>
        </p:nvSpPr>
        <p:spPr>
          <a:xfrm>
            <a:off x="5611252" y="4171655"/>
            <a:ext cx="85723" cy="49893"/>
          </a:xfrm>
          <a:custGeom>
            <a:avLst/>
            <a:gdLst/>
            <a:ahLst/>
            <a:cxnLst/>
            <a:rect l="l" t="t" r="r" b="b"/>
            <a:pathLst>
              <a:path w="256" h="149" extrusionOk="0">
                <a:moveTo>
                  <a:pt x="255" y="1"/>
                </a:moveTo>
                <a:lnTo>
                  <a:pt x="1" y="77"/>
                </a:lnTo>
                <a:cubicBezTo>
                  <a:pt x="55" y="113"/>
                  <a:pt x="109" y="149"/>
                  <a:pt x="172" y="149"/>
                </a:cubicBezTo>
                <a:cubicBezTo>
                  <a:pt x="198" y="149"/>
                  <a:pt x="225" y="143"/>
                  <a:pt x="255" y="128"/>
                </a:cubicBezTo>
                <a:cubicBezTo>
                  <a:pt x="255" y="128"/>
                  <a:pt x="255" y="52"/>
                  <a:pt x="255" y="1"/>
                </a:cubicBez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9"/>
          <p:cNvSpPr/>
          <p:nvPr/>
        </p:nvSpPr>
        <p:spPr>
          <a:xfrm>
            <a:off x="5739164" y="4333385"/>
            <a:ext cx="34155" cy="25784"/>
          </a:xfrm>
          <a:custGeom>
            <a:avLst/>
            <a:gdLst/>
            <a:ahLst/>
            <a:cxnLst/>
            <a:rect l="l" t="t" r="r" b="b"/>
            <a:pathLst>
              <a:path w="102" h="77" extrusionOk="0">
                <a:moveTo>
                  <a:pt x="0" y="1"/>
                </a:moveTo>
                <a:lnTo>
                  <a:pt x="0" y="77"/>
                </a:lnTo>
                <a:lnTo>
                  <a:pt x="102" y="26"/>
                </a:lnTo>
                <a:cubicBezTo>
                  <a:pt x="102" y="26"/>
                  <a:pt x="76" y="1"/>
                  <a:pt x="76" y="1"/>
                </a:cubicBez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9"/>
          <p:cNvSpPr/>
          <p:nvPr/>
        </p:nvSpPr>
        <p:spPr>
          <a:xfrm>
            <a:off x="1364715" y="878109"/>
            <a:ext cx="17412" cy="26119"/>
          </a:xfrm>
          <a:custGeom>
            <a:avLst/>
            <a:gdLst/>
            <a:ahLst/>
            <a:cxnLst/>
            <a:rect l="l" t="t" r="r" b="b"/>
            <a:pathLst>
              <a:path w="52" h="78" extrusionOk="0">
                <a:moveTo>
                  <a:pt x="26" y="1"/>
                </a:moveTo>
                <a:cubicBezTo>
                  <a:pt x="26" y="1"/>
                  <a:pt x="0" y="26"/>
                  <a:pt x="0" y="52"/>
                </a:cubicBezTo>
                <a:cubicBezTo>
                  <a:pt x="0" y="52"/>
                  <a:pt x="26" y="52"/>
                  <a:pt x="51" y="77"/>
                </a:cubicBezTo>
                <a:lnTo>
                  <a:pt x="26" y="1"/>
                </a:ln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9"/>
          <p:cNvSpPr/>
          <p:nvPr/>
        </p:nvSpPr>
        <p:spPr>
          <a:xfrm>
            <a:off x="3092194" y="469597"/>
            <a:ext cx="17412" cy="17412"/>
          </a:xfrm>
          <a:custGeom>
            <a:avLst/>
            <a:gdLst/>
            <a:ahLst/>
            <a:cxnLst/>
            <a:rect l="l" t="t" r="r" b="b"/>
            <a:pathLst>
              <a:path w="52" h="52" extrusionOk="0">
                <a:moveTo>
                  <a:pt x="52" y="1"/>
                </a:moveTo>
                <a:lnTo>
                  <a:pt x="1" y="26"/>
                </a:lnTo>
                <a:lnTo>
                  <a:pt x="26" y="52"/>
                </a:lnTo>
                <a:lnTo>
                  <a:pt x="52" y="1"/>
                </a:ln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9"/>
          <p:cNvSpPr/>
          <p:nvPr/>
        </p:nvSpPr>
        <p:spPr>
          <a:xfrm>
            <a:off x="5875112" y="4741897"/>
            <a:ext cx="94094" cy="85388"/>
          </a:xfrm>
          <a:custGeom>
            <a:avLst/>
            <a:gdLst/>
            <a:ahLst/>
            <a:cxnLst/>
            <a:rect l="l" t="t" r="r" b="b"/>
            <a:pathLst>
              <a:path w="281" h="255" extrusionOk="0">
                <a:moveTo>
                  <a:pt x="77" y="1"/>
                </a:moveTo>
                <a:cubicBezTo>
                  <a:pt x="52" y="26"/>
                  <a:pt x="26" y="26"/>
                  <a:pt x="26" y="51"/>
                </a:cubicBezTo>
                <a:cubicBezTo>
                  <a:pt x="1" y="179"/>
                  <a:pt x="102" y="204"/>
                  <a:pt x="179" y="229"/>
                </a:cubicBezTo>
                <a:lnTo>
                  <a:pt x="280" y="255"/>
                </a:lnTo>
                <a:lnTo>
                  <a:pt x="230" y="179"/>
                </a:lnTo>
                <a:cubicBezTo>
                  <a:pt x="204" y="102"/>
                  <a:pt x="204" y="1"/>
                  <a:pt x="77" y="1"/>
                </a:cubicBezTo>
                <a:close/>
              </a:path>
            </a:pathLst>
          </a:custGeom>
          <a:solidFill>
            <a:schemeClr val="dk2">
              <a:alpha val="98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1478"/>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t of contents">
  <p:cSld name="CUSTOM">
    <p:bg>
      <p:bgPr>
        <a:blipFill>
          <a:blip r:embed="rId2">
            <a:alphaModFix/>
          </a:blip>
          <a:stretch>
            <a:fillRect/>
          </a:stretch>
        </a:blipFill>
        <a:effectLst/>
      </p:bgPr>
    </p:bg>
    <p:spTree>
      <p:nvGrpSpPr>
        <p:cNvPr id="1" name="Shape 1479"/>
        <p:cNvGrpSpPr/>
        <p:nvPr/>
      </p:nvGrpSpPr>
      <p:grpSpPr>
        <a:xfrm>
          <a:off x="0" y="0"/>
          <a:ext cx="0" cy="0"/>
          <a:chOff x="0" y="0"/>
          <a:chExt cx="0" cy="0"/>
        </a:xfrm>
      </p:grpSpPr>
      <p:pic>
        <p:nvPicPr>
          <p:cNvPr id="1480" name="Google Shape;1480;p13"/>
          <p:cNvPicPr preferRelativeResize="0"/>
          <p:nvPr/>
        </p:nvPicPr>
        <p:blipFill rotWithShape="1">
          <a:blip r:embed="rId3">
            <a:alphaModFix/>
          </a:blip>
          <a:srcRect t="7798" b="7806"/>
          <a:stretch/>
        </p:blipFill>
        <p:spPr>
          <a:xfrm>
            <a:off x="0" y="0"/>
            <a:ext cx="9144003" cy="5143501"/>
          </a:xfrm>
          <a:prstGeom prst="rect">
            <a:avLst/>
          </a:prstGeom>
          <a:noFill/>
          <a:ln>
            <a:noFill/>
          </a:ln>
        </p:spPr>
      </p:pic>
      <p:sp>
        <p:nvSpPr>
          <p:cNvPr id="1481" name="Google Shape;1481;p13"/>
          <p:cNvSpPr txBox="1">
            <a:spLocks noGrp="1"/>
          </p:cNvSpPr>
          <p:nvPr>
            <p:ph type="title" hasCustomPrompt="1"/>
          </p:nvPr>
        </p:nvSpPr>
        <p:spPr>
          <a:xfrm flipH="1">
            <a:off x="727625" y="1899179"/>
            <a:ext cx="929100" cy="721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500" b="1"/>
            </a:lvl1pPr>
            <a:lvl2pPr lvl="1" algn="r" rtl="0">
              <a:spcBef>
                <a:spcPts val="0"/>
              </a:spcBef>
              <a:spcAft>
                <a:spcPts val="0"/>
              </a:spcAft>
              <a:buSzPts val="2500"/>
              <a:buNone/>
              <a:defRPr sz="2500"/>
            </a:lvl2pPr>
            <a:lvl3pPr lvl="2" algn="r" rtl="0">
              <a:spcBef>
                <a:spcPts val="0"/>
              </a:spcBef>
              <a:spcAft>
                <a:spcPts val="0"/>
              </a:spcAft>
              <a:buSzPts val="2500"/>
              <a:buNone/>
              <a:defRPr sz="2500"/>
            </a:lvl3pPr>
            <a:lvl4pPr lvl="3" algn="r" rtl="0">
              <a:spcBef>
                <a:spcPts val="0"/>
              </a:spcBef>
              <a:spcAft>
                <a:spcPts val="0"/>
              </a:spcAft>
              <a:buSzPts val="2500"/>
              <a:buNone/>
              <a:defRPr sz="2500"/>
            </a:lvl4pPr>
            <a:lvl5pPr lvl="4" algn="r" rtl="0">
              <a:spcBef>
                <a:spcPts val="0"/>
              </a:spcBef>
              <a:spcAft>
                <a:spcPts val="0"/>
              </a:spcAft>
              <a:buSzPts val="2500"/>
              <a:buNone/>
              <a:defRPr sz="2500"/>
            </a:lvl5pPr>
            <a:lvl6pPr lvl="5" algn="r" rtl="0">
              <a:spcBef>
                <a:spcPts val="0"/>
              </a:spcBef>
              <a:spcAft>
                <a:spcPts val="0"/>
              </a:spcAft>
              <a:buSzPts val="2500"/>
              <a:buNone/>
              <a:defRPr sz="2500"/>
            </a:lvl6pPr>
            <a:lvl7pPr lvl="6" algn="r" rtl="0">
              <a:spcBef>
                <a:spcPts val="0"/>
              </a:spcBef>
              <a:spcAft>
                <a:spcPts val="0"/>
              </a:spcAft>
              <a:buSzPts val="2500"/>
              <a:buNone/>
              <a:defRPr sz="2500"/>
            </a:lvl7pPr>
            <a:lvl8pPr lvl="7" algn="r" rtl="0">
              <a:spcBef>
                <a:spcPts val="0"/>
              </a:spcBef>
              <a:spcAft>
                <a:spcPts val="0"/>
              </a:spcAft>
              <a:buSzPts val="2500"/>
              <a:buNone/>
              <a:defRPr sz="2500"/>
            </a:lvl8pPr>
            <a:lvl9pPr lvl="8" algn="r" rtl="0">
              <a:spcBef>
                <a:spcPts val="0"/>
              </a:spcBef>
              <a:spcAft>
                <a:spcPts val="0"/>
              </a:spcAft>
              <a:buSzPts val="2500"/>
              <a:buNone/>
              <a:defRPr sz="2500"/>
            </a:lvl9pPr>
          </a:lstStyle>
          <a:p>
            <a:r>
              <a:t>xx%</a:t>
            </a:r>
          </a:p>
        </p:txBody>
      </p:sp>
      <p:sp>
        <p:nvSpPr>
          <p:cNvPr id="1482" name="Google Shape;1482;p13"/>
          <p:cNvSpPr txBox="1">
            <a:spLocks noGrp="1"/>
          </p:cNvSpPr>
          <p:nvPr>
            <p:ph type="subTitle" idx="1"/>
          </p:nvPr>
        </p:nvSpPr>
        <p:spPr>
          <a:xfrm>
            <a:off x="1762403" y="2161025"/>
            <a:ext cx="2247000" cy="545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lvl1pPr>
            <a:lvl2pPr lvl="1" algn="r" rtl="0">
              <a:spcBef>
                <a:spcPts val="0"/>
              </a:spcBef>
              <a:spcAft>
                <a:spcPts val="0"/>
              </a:spcAft>
              <a:buClr>
                <a:schemeClr val="dk1"/>
              </a:buClr>
              <a:buSzPts val="1400"/>
              <a:buNone/>
              <a:defRPr>
                <a:solidFill>
                  <a:schemeClr val="dk1"/>
                </a:solidFill>
              </a:defRPr>
            </a:lvl2pPr>
            <a:lvl3pPr lvl="2" algn="r" rtl="0">
              <a:spcBef>
                <a:spcPts val="0"/>
              </a:spcBef>
              <a:spcAft>
                <a:spcPts val="0"/>
              </a:spcAft>
              <a:buClr>
                <a:schemeClr val="dk1"/>
              </a:buClr>
              <a:buSzPts val="1400"/>
              <a:buNone/>
              <a:defRPr>
                <a:solidFill>
                  <a:schemeClr val="dk1"/>
                </a:solidFill>
              </a:defRPr>
            </a:lvl3pPr>
            <a:lvl4pPr lvl="3" algn="r" rtl="0">
              <a:spcBef>
                <a:spcPts val="0"/>
              </a:spcBef>
              <a:spcAft>
                <a:spcPts val="0"/>
              </a:spcAft>
              <a:buClr>
                <a:schemeClr val="dk1"/>
              </a:buClr>
              <a:buSzPts val="1400"/>
              <a:buNone/>
              <a:defRPr>
                <a:solidFill>
                  <a:schemeClr val="dk1"/>
                </a:solidFill>
              </a:defRPr>
            </a:lvl4pPr>
            <a:lvl5pPr lvl="4" algn="r" rtl="0">
              <a:spcBef>
                <a:spcPts val="0"/>
              </a:spcBef>
              <a:spcAft>
                <a:spcPts val="0"/>
              </a:spcAft>
              <a:buClr>
                <a:schemeClr val="dk1"/>
              </a:buClr>
              <a:buSzPts val="1400"/>
              <a:buNone/>
              <a:defRPr>
                <a:solidFill>
                  <a:schemeClr val="dk1"/>
                </a:solidFill>
              </a:defRPr>
            </a:lvl5pPr>
            <a:lvl6pPr lvl="5" algn="r" rtl="0">
              <a:spcBef>
                <a:spcPts val="0"/>
              </a:spcBef>
              <a:spcAft>
                <a:spcPts val="0"/>
              </a:spcAft>
              <a:buClr>
                <a:schemeClr val="dk1"/>
              </a:buClr>
              <a:buSzPts val="1400"/>
              <a:buNone/>
              <a:defRPr>
                <a:solidFill>
                  <a:schemeClr val="dk1"/>
                </a:solidFill>
              </a:defRPr>
            </a:lvl6pPr>
            <a:lvl7pPr lvl="6" algn="r" rtl="0">
              <a:spcBef>
                <a:spcPts val="0"/>
              </a:spcBef>
              <a:spcAft>
                <a:spcPts val="0"/>
              </a:spcAft>
              <a:buClr>
                <a:schemeClr val="dk1"/>
              </a:buClr>
              <a:buSzPts val="1400"/>
              <a:buNone/>
              <a:defRPr>
                <a:solidFill>
                  <a:schemeClr val="dk1"/>
                </a:solidFill>
              </a:defRPr>
            </a:lvl7pPr>
            <a:lvl8pPr lvl="7" algn="r" rtl="0">
              <a:spcBef>
                <a:spcPts val="0"/>
              </a:spcBef>
              <a:spcAft>
                <a:spcPts val="0"/>
              </a:spcAft>
              <a:buClr>
                <a:schemeClr val="dk1"/>
              </a:buClr>
              <a:buSzPts val="1400"/>
              <a:buNone/>
              <a:defRPr>
                <a:solidFill>
                  <a:schemeClr val="dk1"/>
                </a:solidFill>
              </a:defRPr>
            </a:lvl8pPr>
            <a:lvl9pPr lvl="8" algn="r" rtl="0">
              <a:spcBef>
                <a:spcPts val="0"/>
              </a:spcBef>
              <a:spcAft>
                <a:spcPts val="0"/>
              </a:spcAft>
              <a:buClr>
                <a:schemeClr val="dk1"/>
              </a:buClr>
              <a:buSzPts val="1400"/>
              <a:buNone/>
              <a:defRPr>
                <a:solidFill>
                  <a:schemeClr val="dk1"/>
                </a:solidFill>
              </a:defRPr>
            </a:lvl9pPr>
          </a:lstStyle>
          <a:p>
            <a:endParaRPr/>
          </a:p>
        </p:txBody>
      </p:sp>
      <p:sp>
        <p:nvSpPr>
          <p:cNvPr id="1483" name="Google Shape;1483;p13"/>
          <p:cNvSpPr txBox="1">
            <a:spLocks noGrp="1"/>
          </p:cNvSpPr>
          <p:nvPr>
            <p:ph type="subTitle" idx="2"/>
          </p:nvPr>
        </p:nvSpPr>
        <p:spPr>
          <a:xfrm>
            <a:off x="1762400" y="1813775"/>
            <a:ext cx="2362500" cy="33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000" b="1">
                <a:latin typeface="Fondamento"/>
                <a:ea typeface="Fondamento"/>
                <a:cs typeface="Fondamento"/>
                <a:sym typeface="Fondamento"/>
              </a:defRPr>
            </a:lvl1pPr>
            <a:lvl2pPr lvl="1" algn="r" rtl="0">
              <a:spcBef>
                <a:spcPts val="0"/>
              </a:spcBef>
              <a:spcAft>
                <a:spcPts val="0"/>
              </a:spcAft>
              <a:buClr>
                <a:schemeClr val="dk1"/>
              </a:buClr>
              <a:buSzPts val="2000"/>
              <a:buNone/>
              <a:defRPr sz="2000">
                <a:solidFill>
                  <a:schemeClr val="dk1"/>
                </a:solidFill>
              </a:defRPr>
            </a:lvl2pPr>
            <a:lvl3pPr lvl="2" algn="r" rtl="0">
              <a:spcBef>
                <a:spcPts val="0"/>
              </a:spcBef>
              <a:spcAft>
                <a:spcPts val="0"/>
              </a:spcAft>
              <a:buClr>
                <a:schemeClr val="dk1"/>
              </a:buClr>
              <a:buSzPts val="2000"/>
              <a:buNone/>
              <a:defRPr sz="2000">
                <a:solidFill>
                  <a:schemeClr val="dk1"/>
                </a:solidFill>
              </a:defRPr>
            </a:lvl3pPr>
            <a:lvl4pPr lvl="3" algn="r" rtl="0">
              <a:spcBef>
                <a:spcPts val="0"/>
              </a:spcBef>
              <a:spcAft>
                <a:spcPts val="0"/>
              </a:spcAft>
              <a:buClr>
                <a:schemeClr val="dk1"/>
              </a:buClr>
              <a:buSzPts val="2000"/>
              <a:buNone/>
              <a:defRPr sz="2000">
                <a:solidFill>
                  <a:schemeClr val="dk1"/>
                </a:solidFill>
              </a:defRPr>
            </a:lvl4pPr>
            <a:lvl5pPr lvl="4" algn="r" rtl="0">
              <a:spcBef>
                <a:spcPts val="0"/>
              </a:spcBef>
              <a:spcAft>
                <a:spcPts val="0"/>
              </a:spcAft>
              <a:buClr>
                <a:schemeClr val="dk1"/>
              </a:buClr>
              <a:buSzPts val="2000"/>
              <a:buNone/>
              <a:defRPr sz="2000">
                <a:solidFill>
                  <a:schemeClr val="dk1"/>
                </a:solidFill>
              </a:defRPr>
            </a:lvl5pPr>
            <a:lvl6pPr lvl="5" algn="r" rtl="0">
              <a:spcBef>
                <a:spcPts val="0"/>
              </a:spcBef>
              <a:spcAft>
                <a:spcPts val="0"/>
              </a:spcAft>
              <a:buClr>
                <a:schemeClr val="dk1"/>
              </a:buClr>
              <a:buSzPts val="2000"/>
              <a:buNone/>
              <a:defRPr sz="2000">
                <a:solidFill>
                  <a:schemeClr val="dk1"/>
                </a:solidFill>
              </a:defRPr>
            </a:lvl6pPr>
            <a:lvl7pPr lvl="6" algn="r" rtl="0">
              <a:spcBef>
                <a:spcPts val="0"/>
              </a:spcBef>
              <a:spcAft>
                <a:spcPts val="0"/>
              </a:spcAft>
              <a:buClr>
                <a:schemeClr val="dk1"/>
              </a:buClr>
              <a:buSzPts val="2000"/>
              <a:buNone/>
              <a:defRPr sz="2000">
                <a:solidFill>
                  <a:schemeClr val="dk1"/>
                </a:solidFill>
              </a:defRPr>
            </a:lvl7pPr>
            <a:lvl8pPr lvl="7" algn="r" rtl="0">
              <a:spcBef>
                <a:spcPts val="0"/>
              </a:spcBef>
              <a:spcAft>
                <a:spcPts val="0"/>
              </a:spcAft>
              <a:buClr>
                <a:schemeClr val="dk1"/>
              </a:buClr>
              <a:buSzPts val="2000"/>
              <a:buNone/>
              <a:defRPr sz="2000">
                <a:solidFill>
                  <a:schemeClr val="dk1"/>
                </a:solidFill>
              </a:defRPr>
            </a:lvl8pPr>
            <a:lvl9pPr lvl="8" algn="r" rtl="0">
              <a:spcBef>
                <a:spcPts val="0"/>
              </a:spcBef>
              <a:spcAft>
                <a:spcPts val="0"/>
              </a:spcAft>
              <a:buClr>
                <a:schemeClr val="dk1"/>
              </a:buClr>
              <a:buSzPts val="2000"/>
              <a:buNone/>
              <a:defRPr sz="2000">
                <a:solidFill>
                  <a:schemeClr val="dk1"/>
                </a:solidFill>
              </a:defRPr>
            </a:lvl9pPr>
          </a:lstStyle>
          <a:p>
            <a:endParaRPr/>
          </a:p>
        </p:txBody>
      </p:sp>
      <p:sp>
        <p:nvSpPr>
          <p:cNvPr id="1484" name="Google Shape;1484;p13"/>
          <p:cNvSpPr txBox="1">
            <a:spLocks noGrp="1"/>
          </p:cNvSpPr>
          <p:nvPr>
            <p:ph type="title" idx="3" hasCustomPrompt="1"/>
          </p:nvPr>
        </p:nvSpPr>
        <p:spPr>
          <a:xfrm flipH="1">
            <a:off x="4794073" y="1899179"/>
            <a:ext cx="929100" cy="721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500" b="1"/>
            </a:lvl1pPr>
            <a:lvl2pPr lvl="1" algn="r" rtl="0">
              <a:spcBef>
                <a:spcPts val="0"/>
              </a:spcBef>
              <a:spcAft>
                <a:spcPts val="0"/>
              </a:spcAft>
              <a:buSzPts val="2500"/>
              <a:buNone/>
              <a:defRPr sz="2500"/>
            </a:lvl2pPr>
            <a:lvl3pPr lvl="2" algn="r" rtl="0">
              <a:spcBef>
                <a:spcPts val="0"/>
              </a:spcBef>
              <a:spcAft>
                <a:spcPts val="0"/>
              </a:spcAft>
              <a:buSzPts val="2500"/>
              <a:buNone/>
              <a:defRPr sz="2500"/>
            </a:lvl3pPr>
            <a:lvl4pPr lvl="3" algn="r" rtl="0">
              <a:spcBef>
                <a:spcPts val="0"/>
              </a:spcBef>
              <a:spcAft>
                <a:spcPts val="0"/>
              </a:spcAft>
              <a:buSzPts val="2500"/>
              <a:buNone/>
              <a:defRPr sz="2500"/>
            </a:lvl4pPr>
            <a:lvl5pPr lvl="4" algn="r" rtl="0">
              <a:spcBef>
                <a:spcPts val="0"/>
              </a:spcBef>
              <a:spcAft>
                <a:spcPts val="0"/>
              </a:spcAft>
              <a:buSzPts val="2500"/>
              <a:buNone/>
              <a:defRPr sz="2500"/>
            </a:lvl5pPr>
            <a:lvl6pPr lvl="5" algn="r" rtl="0">
              <a:spcBef>
                <a:spcPts val="0"/>
              </a:spcBef>
              <a:spcAft>
                <a:spcPts val="0"/>
              </a:spcAft>
              <a:buSzPts val="2500"/>
              <a:buNone/>
              <a:defRPr sz="2500"/>
            </a:lvl6pPr>
            <a:lvl7pPr lvl="6" algn="r" rtl="0">
              <a:spcBef>
                <a:spcPts val="0"/>
              </a:spcBef>
              <a:spcAft>
                <a:spcPts val="0"/>
              </a:spcAft>
              <a:buSzPts val="2500"/>
              <a:buNone/>
              <a:defRPr sz="2500"/>
            </a:lvl7pPr>
            <a:lvl8pPr lvl="7" algn="r" rtl="0">
              <a:spcBef>
                <a:spcPts val="0"/>
              </a:spcBef>
              <a:spcAft>
                <a:spcPts val="0"/>
              </a:spcAft>
              <a:buSzPts val="2500"/>
              <a:buNone/>
              <a:defRPr sz="2500"/>
            </a:lvl8pPr>
            <a:lvl9pPr lvl="8" algn="r" rtl="0">
              <a:spcBef>
                <a:spcPts val="0"/>
              </a:spcBef>
              <a:spcAft>
                <a:spcPts val="0"/>
              </a:spcAft>
              <a:buSzPts val="2500"/>
              <a:buNone/>
              <a:defRPr sz="2500"/>
            </a:lvl9pPr>
          </a:lstStyle>
          <a:p>
            <a:r>
              <a:t>xx%</a:t>
            </a:r>
          </a:p>
        </p:txBody>
      </p:sp>
      <p:sp>
        <p:nvSpPr>
          <p:cNvPr id="1485" name="Google Shape;1485;p13"/>
          <p:cNvSpPr txBox="1">
            <a:spLocks noGrp="1"/>
          </p:cNvSpPr>
          <p:nvPr>
            <p:ph type="subTitle" idx="4"/>
          </p:nvPr>
        </p:nvSpPr>
        <p:spPr>
          <a:xfrm>
            <a:off x="5836400" y="2161025"/>
            <a:ext cx="2247000" cy="545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lvl1pPr>
            <a:lvl2pPr lvl="1" algn="r" rtl="0">
              <a:spcBef>
                <a:spcPts val="0"/>
              </a:spcBef>
              <a:spcAft>
                <a:spcPts val="0"/>
              </a:spcAft>
              <a:buClr>
                <a:schemeClr val="dk1"/>
              </a:buClr>
              <a:buSzPts val="1400"/>
              <a:buNone/>
              <a:defRPr>
                <a:solidFill>
                  <a:schemeClr val="dk1"/>
                </a:solidFill>
              </a:defRPr>
            </a:lvl2pPr>
            <a:lvl3pPr lvl="2" algn="r" rtl="0">
              <a:spcBef>
                <a:spcPts val="0"/>
              </a:spcBef>
              <a:spcAft>
                <a:spcPts val="0"/>
              </a:spcAft>
              <a:buClr>
                <a:schemeClr val="dk1"/>
              </a:buClr>
              <a:buSzPts val="1400"/>
              <a:buNone/>
              <a:defRPr>
                <a:solidFill>
                  <a:schemeClr val="dk1"/>
                </a:solidFill>
              </a:defRPr>
            </a:lvl3pPr>
            <a:lvl4pPr lvl="3" algn="r" rtl="0">
              <a:spcBef>
                <a:spcPts val="0"/>
              </a:spcBef>
              <a:spcAft>
                <a:spcPts val="0"/>
              </a:spcAft>
              <a:buClr>
                <a:schemeClr val="dk1"/>
              </a:buClr>
              <a:buSzPts val="1400"/>
              <a:buNone/>
              <a:defRPr>
                <a:solidFill>
                  <a:schemeClr val="dk1"/>
                </a:solidFill>
              </a:defRPr>
            </a:lvl4pPr>
            <a:lvl5pPr lvl="4" algn="r" rtl="0">
              <a:spcBef>
                <a:spcPts val="0"/>
              </a:spcBef>
              <a:spcAft>
                <a:spcPts val="0"/>
              </a:spcAft>
              <a:buClr>
                <a:schemeClr val="dk1"/>
              </a:buClr>
              <a:buSzPts val="1400"/>
              <a:buNone/>
              <a:defRPr>
                <a:solidFill>
                  <a:schemeClr val="dk1"/>
                </a:solidFill>
              </a:defRPr>
            </a:lvl5pPr>
            <a:lvl6pPr lvl="5" algn="r" rtl="0">
              <a:spcBef>
                <a:spcPts val="0"/>
              </a:spcBef>
              <a:spcAft>
                <a:spcPts val="0"/>
              </a:spcAft>
              <a:buClr>
                <a:schemeClr val="dk1"/>
              </a:buClr>
              <a:buSzPts val="1400"/>
              <a:buNone/>
              <a:defRPr>
                <a:solidFill>
                  <a:schemeClr val="dk1"/>
                </a:solidFill>
              </a:defRPr>
            </a:lvl6pPr>
            <a:lvl7pPr lvl="6" algn="r" rtl="0">
              <a:spcBef>
                <a:spcPts val="0"/>
              </a:spcBef>
              <a:spcAft>
                <a:spcPts val="0"/>
              </a:spcAft>
              <a:buClr>
                <a:schemeClr val="dk1"/>
              </a:buClr>
              <a:buSzPts val="1400"/>
              <a:buNone/>
              <a:defRPr>
                <a:solidFill>
                  <a:schemeClr val="dk1"/>
                </a:solidFill>
              </a:defRPr>
            </a:lvl7pPr>
            <a:lvl8pPr lvl="7" algn="r" rtl="0">
              <a:spcBef>
                <a:spcPts val="0"/>
              </a:spcBef>
              <a:spcAft>
                <a:spcPts val="0"/>
              </a:spcAft>
              <a:buClr>
                <a:schemeClr val="dk1"/>
              </a:buClr>
              <a:buSzPts val="1400"/>
              <a:buNone/>
              <a:defRPr>
                <a:solidFill>
                  <a:schemeClr val="dk1"/>
                </a:solidFill>
              </a:defRPr>
            </a:lvl8pPr>
            <a:lvl9pPr lvl="8" algn="r" rtl="0">
              <a:spcBef>
                <a:spcPts val="0"/>
              </a:spcBef>
              <a:spcAft>
                <a:spcPts val="0"/>
              </a:spcAft>
              <a:buClr>
                <a:schemeClr val="dk1"/>
              </a:buClr>
              <a:buSzPts val="1400"/>
              <a:buNone/>
              <a:defRPr>
                <a:solidFill>
                  <a:schemeClr val="dk1"/>
                </a:solidFill>
              </a:defRPr>
            </a:lvl9pPr>
          </a:lstStyle>
          <a:p>
            <a:endParaRPr/>
          </a:p>
        </p:txBody>
      </p:sp>
      <p:sp>
        <p:nvSpPr>
          <p:cNvPr id="1486" name="Google Shape;1486;p13"/>
          <p:cNvSpPr txBox="1">
            <a:spLocks noGrp="1"/>
          </p:cNvSpPr>
          <p:nvPr>
            <p:ph type="subTitle" idx="5"/>
          </p:nvPr>
        </p:nvSpPr>
        <p:spPr>
          <a:xfrm>
            <a:off x="5836400" y="1813775"/>
            <a:ext cx="2247000" cy="33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000" b="1">
                <a:latin typeface="Fondamento"/>
                <a:ea typeface="Fondamento"/>
                <a:cs typeface="Fondamento"/>
                <a:sym typeface="Fondamento"/>
              </a:defRPr>
            </a:lvl1pPr>
            <a:lvl2pPr lvl="1" algn="r" rtl="0">
              <a:spcBef>
                <a:spcPts val="0"/>
              </a:spcBef>
              <a:spcAft>
                <a:spcPts val="0"/>
              </a:spcAft>
              <a:buClr>
                <a:schemeClr val="dk1"/>
              </a:buClr>
              <a:buSzPts val="2000"/>
              <a:buNone/>
              <a:defRPr sz="2000">
                <a:solidFill>
                  <a:schemeClr val="dk1"/>
                </a:solidFill>
              </a:defRPr>
            </a:lvl2pPr>
            <a:lvl3pPr lvl="2" algn="r" rtl="0">
              <a:spcBef>
                <a:spcPts val="0"/>
              </a:spcBef>
              <a:spcAft>
                <a:spcPts val="0"/>
              </a:spcAft>
              <a:buClr>
                <a:schemeClr val="dk1"/>
              </a:buClr>
              <a:buSzPts val="2000"/>
              <a:buNone/>
              <a:defRPr sz="2000">
                <a:solidFill>
                  <a:schemeClr val="dk1"/>
                </a:solidFill>
              </a:defRPr>
            </a:lvl3pPr>
            <a:lvl4pPr lvl="3" algn="r" rtl="0">
              <a:spcBef>
                <a:spcPts val="0"/>
              </a:spcBef>
              <a:spcAft>
                <a:spcPts val="0"/>
              </a:spcAft>
              <a:buClr>
                <a:schemeClr val="dk1"/>
              </a:buClr>
              <a:buSzPts val="2000"/>
              <a:buNone/>
              <a:defRPr sz="2000">
                <a:solidFill>
                  <a:schemeClr val="dk1"/>
                </a:solidFill>
              </a:defRPr>
            </a:lvl4pPr>
            <a:lvl5pPr lvl="4" algn="r" rtl="0">
              <a:spcBef>
                <a:spcPts val="0"/>
              </a:spcBef>
              <a:spcAft>
                <a:spcPts val="0"/>
              </a:spcAft>
              <a:buClr>
                <a:schemeClr val="dk1"/>
              </a:buClr>
              <a:buSzPts val="2000"/>
              <a:buNone/>
              <a:defRPr sz="2000">
                <a:solidFill>
                  <a:schemeClr val="dk1"/>
                </a:solidFill>
              </a:defRPr>
            </a:lvl5pPr>
            <a:lvl6pPr lvl="5" algn="r" rtl="0">
              <a:spcBef>
                <a:spcPts val="0"/>
              </a:spcBef>
              <a:spcAft>
                <a:spcPts val="0"/>
              </a:spcAft>
              <a:buClr>
                <a:schemeClr val="dk1"/>
              </a:buClr>
              <a:buSzPts val="2000"/>
              <a:buNone/>
              <a:defRPr sz="2000">
                <a:solidFill>
                  <a:schemeClr val="dk1"/>
                </a:solidFill>
              </a:defRPr>
            </a:lvl6pPr>
            <a:lvl7pPr lvl="6" algn="r" rtl="0">
              <a:spcBef>
                <a:spcPts val="0"/>
              </a:spcBef>
              <a:spcAft>
                <a:spcPts val="0"/>
              </a:spcAft>
              <a:buClr>
                <a:schemeClr val="dk1"/>
              </a:buClr>
              <a:buSzPts val="2000"/>
              <a:buNone/>
              <a:defRPr sz="2000">
                <a:solidFill>
                  <a:schemeClr val="dk1"/>
                </a:solidFill>
              </a:defRPr>
            </a:lvl7pPr>
            <a:lvl8pPr lvl="7" algn="r" rtl="0">
              <a:spcBef>
                <a:spcPts val="0"/>
              </a:spcBef>
              <a:spcAft>
                <a:spcPts val="0"/>
              </a:spcAft>
              <a:buClr>
                <a:schemeClr val="dk1"/>
              </a:buClr>
              <a:buSzPts val="2000"/>
              <a:buNone/>
              <a:defRPr sz="2000">
                <a:solidFill>
                  <a:schemeClr val="dk1"/>
                </a:solidFill>
              </a:defRPr>
            </a:lvl8pPr>
            <a:lvl9pPr lvl="8" algn="r" rtl="0">
              <a:spcBef>
                <a:spcPts val="0"/>
              </a:spcBef>
              <a:spcAft>
                <a:spcPts val="0"/>
              </a:spcAft>
              <a:buClr>
                <a:schemeClr val="dk1"/>
              </a:buClr>
              <a:buSzPts val="2000"/>
              <a:buNone/>
              <a:defRPr sz="2000">
                <a:solidFill>
                  <a:schemeClr val="dk1"/>
                </a:solidFill>
              </a:defRPr>
            </a:lvl9pPr>
          </a:lstStyle>
          <a:p>
            <a:endParaRPr/>
          </a:p>
        </p:txBody>
      </p:sp>
      <p:sp>
        <p:nvSpPr>
          <p:cNvPr id="1487" name="Google Shape;1487;p13"/>
          <p:cNvSpPr txBox="1">
            <a:spLocks noGrp="1"/>
          </p:cNvSpPr>
          <p:nvPr>
            <p:ph type="title" idx="6" hasCustomPrompt="1"/>
          </p:nvPr>
        </p:nvSpPr>
        <p:spPr>
          <a:xfrm flipH="1">
            <a:off x="727625" y="3556525"/>
            <a:ext cx="929100" cy="721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500" b="1"/>
            </a:lvl1pPr>
            <a:lvl2pPr lvl="1" algn="r" rtl="0">
              <a:spcBef>
                <a:spcPts val="0"/>
              </a:spcBef>
              <a:spcAft>
                <a:spcPts val="0"/>
              </a:spcAft>
              <a:buSzPts val="2500"/>
              <a:buNone/>
              <a:defRPr sz="2500"/>
            </a:lvl2pPr>
            <a:lvl3pPr lvl="2" algn="r" rtl="0">
              <a:spcBef>
                <a:spcPts val="0"/>
              </a:spcBef>
              <a:spcAft>
                <a:spcPts val="0"/>
              </a:spcAft>
              <a:buSzPts val="2500"/>
              <a:buNone/>
              <a:defRPr sz="2500"/>
            </a:lvl3pPr>
            <a:lvl4pPr lvl="3" algn="r" rtl="0">
              <a:spcBef>
                <a:spcPts val="0"/>
              </a:spcBef>
              <a:spcAft>
                <a:spcPts val="0"/>
              </a:spcAft>
              <a:buSzPts val="2500"/>
              <a:buNone/>
              <a:defRPr sz="2500"/>
            </a:lvl4pPr>
            <a:lvl5pPr lvl="4" algn="r" rtl="0">
              <a:spcBef>
                <a:spcPts val="0"/>
              </a:spcBef>
              <a:spcAft>
                <a:spcPts val="0"/>
              </a:spcAft>
              <a:buSzPts val="2500"/>
              <a:buNone/>
              <a:defRPr sz="2500"/>
            </a:lvl5pPr>
            <a:lvl6pPr lvl="5" algn="r" rtl="0">
              <a:spcBef>
                <a:spcPts val="0"/>
              </a:spcBef>
              <a:spcAft>
                <a:spcPts val="0"/>
              </a:spcAft>
              <a:buSzPts val="2500"/>
              <a:buNone/>
              <a:defRPr sz="2500"/>
            </a:lvl6pPr>
            <a:lvl7pPr lvl="6" algn="r" rtl="0">
              <a:spcBef>
                <a:spcPts val="0"/>
              </a:spcBef>
              <a:spcAft>
                <a:spcPts val="0"/>
              </a:spcAft>
              <a:buSzPts val="2500"/>
              <a:buNone/>
              <a:defRPr sz="2500"/>
            </a:lvl7pPr>
            <a:lvl8pPr lvl="7" algn="r" rtl="0">
              <a:spcBef>
                <a:spcPts val="0"/>
              </a:spcBef>
              <a:spcAft>
                <a:spcPts val="0"/>
              </a:spcAft>
              <a:buSzPts val="2500"/>
              <a:buNone/>
              <a:defRPr sz="2500"/>
            </a:lvl8pPr>
            <a:lvl9pPr lvl="8" algn="r" rtl="0">
              <a:spcBef>
                <a:spcPts val="0"/>
              </a:spcBef>
              <a:spcAft>
                <a:spcPts val="0"/>
              </a:spcAft>
              <a:buSzPts val="2500"/>
              <a:buNone/>
              <a:defRPr sz="2500"/>
            </a:lvl9pPr>
          </a:lstStyle>
          <a:p>
            <a:r>
              <a:t>xx%</a:t>
            </a:r>
          </a:p>
        </p:txBody>
      </p:sp>
      <p:sp>
        <p:nvSpPr>
          <p:cNvPr id="1488" name="Google Shape;1488;p13"/>
          <p:cNvSpPr txBox="1">
            <a:spLocks noGrp="1"/>
          </p:cNvSpPr>
          <p:nvPr>
            <p:ph type="subTitle" idx="7"/>
          </p:nvPr>
        </p:nvSpPr>
        <p:spPr>
          <a:xfrm>
            <a:off x="1762403" y="3821601"/>
            <a:ext cx="2247000" cy="545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lvl1pPr>
            <a:lvl2pPr lvl="1" algn="r" rtl="0">
              <a:spcBef>
                <a:spcPts val="0"/>
              </a:spcBef>
              <a:spcAft>
                <a:spcPts val="0"/>
              </a:spcAft>
              <a:buClr>
                <a:schemeClr val="dk1"/>
              </a:buClr>
              <a:buSzPts val="1400"/>
              <a:buNone/>
              <a:defRPr>
                <a:solidFill>
                  <a:schemeClr val="dk1"/>
                </a:solidFill>
              </a:defRPr>
            </a:lvl2pPr>
            <a:lvl3pPr lvl="2" algn="r" rtl="0">
              <a:spcBef>
                <a:spcPts val="0"/>
              </a:spcBef>
              <a:spcAft>
                <a:spcPts val="0"/>
              </a:spcAft>
              <a:buClr>
                <a:schemeClr val="dk1"/>
              </a:buClr>
              <a:buSzPts val="1400"/>
              <a:buNone/>
              <a:defRPr>
                <a:solidFill>
                  <a:schemeClr val="dk1"/>
                </a:solidFill>
              </a:defRPr>
            </a:lvl3pPr>
            <a:lvl4pPr lvl="3" algn="r" rtl="0">
              <a:spcBef>
                <a:spcPts val="0"/>
              </a:spcBef>
              <a:spcAft>
                <a:spcPts val="0"/>
              </a:spcAft>
              <a:buClr>
                <a:schemeClr val="dk1"/>
              </a:buClr>
              <a:buSzPts val="1400"/>
              <a:buNone/>
              <a:defRPr>
                <a:solidFill>
                  <a:schemeClr val="dk1"/>
                </a:solidFill>
              </a:defRPr>
            </a:lvl4pPr>
            <a:lvl5pPr lvl="4" algn="r" rtl="0">
              <a:spcBef>
                <a:spcPts val="0"/>
              </a:spcBef>
              <a:spcAft>
                <a:spcPts val="0"/>
              </a:spcAft>
              <a:buClr>
                <a:schemeClr val="dk1"/>
              </a:buClr>
              <a:buSzPts val="1400"/>
              <a:buNone/>
              <a:defRPr>
                <a:solidFill>
                  <a:schemeClr val="dk1"/>
                </a:solidFill>
              </a:defRPr>
            </a:lvl5pPr>
            <a:lvl6pPr lvl="5" algn="r" rtl="0">
              <a:spcBef>
                <a:spcPts val="0"/>
              </a:spcBef>
              <a:spcAft>
                <a:spcPts val="0"/>
              </a:spcAft>
              <a:buClr>
                <a:schemeClr val="dk1"/>
              </a:buClr>
              <a:buSzPts val="1400"/>
              <a:buNone/>
              <a:defRPr>
                <a:solidFill>
                  <a:schemeClr val="dk1"/>
                </a:solidFill>
              </a:defRPr>
            </a:lvl6pPr>
            <a:lvl7pPr lvl="6" algn="r" rtl="0">
              <a:spcBef>
                <a:spcPts val="0"/>
              </a:spcBef>
              <a:spcAft>
                <a:spcPts val="0"/>
              </a:spcAft>
              <a:buClr>
                <a:schemeClr val="dk1"/>
              </a:buClr>
              <a:buSzPts val="1400"/>
              <a:buNone/>
              <a:defRPr>
                <a:solidFill>
                  <a:schemeClr val="dk1"/>
                </a:solidFill>
              </a:defRPr>
            </a:lvl7pPr>
            <a:lvl8pPr lvl="7" algn="r" rtl="0">
              <a:spcBef>
                <a:spcPts val="0"/>
              </a:spcBef>
              <a:spcAft>
                <a:spcPts val="0"/>
              </a:spcAft>
              <a:buClr>
                <a:schemeClr val="dk1"/>
              </a:buClr>
              <a:buSzPts val="1400"/>
              <a:buNone/>
              <a:defRPr>
                <a:solidFill>
                  <a:schemeClr val="dk1"/>
                </a:solidFill>
              </a:defRPr>
            </a:lvl8pPr>
            <a:lvl9pPr lvl="8" algn="r" rtl="0">
              <a:spcBef>
                <a:spcPts val="0"/>
              </a:spcBef>
              <a:spcAft>
                <a:spcPts val="0"/>
              </a:spcAft>
              <a:buClr>
                <a:schemeClr val="dk1"/>
              </a:buClr>
              <a:buSzPts val="1400"/>
              <a:buNone/>
              <a:defRPr>
                <a:solidFill>
                  <a:schemeClr val="dk1"/>
                </a:solidFill>
              </a:defRPr>
            </a:lvl9pPr>
          </a:lstStyle>
          <a:p>
            <a:endParaRPr/>
          </a:p>
        </p:txBody>
      </p:sp>
      <p:sp>
        <p:nvSpPr>
          <p:cNvPr id="1489" name="Google Shape;1489;p13"/>
          <p:cNvSpPr txBox="1">
            <a:spLocks noGrp="1"/>
          </p:cNvSpPr>
          <p:nvPr>
            <p:ph type="subTitle" idx="8"/>
          </p:nvPr>
        </p:nvSpPr>
        <p:spPr>
          <a:xfrm>
            <a:off x="1762400" y="3474350"/>
            <a:ext cx="2247000" cy="33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000" b="1">
                <a:latin typeface="Fondamento"/>
                <a:ea typeface="Fondamento"/>
                <a:cs typeface="Fondamento"/>
                <a:sym typeface="Fondamento"/>
              </a:defRPr>
            </a:lvl1pPr>
            <a:lvl2pPr lvl="1" algn="r" rtl="0">
              <a:spcBef>
                <a:spcPts val="0"/>
              </a:spcBef>
              <a:spcAft>
                <a:spcPts val="0"/>
              </a:spcAft>
              <a:buClr>
                <a:schemeClr val="dk1"/>
              </a:buClr>
              <a:buSzPts val="2000"/>
              <a:buNone/>
              <a:defRPr sz="2000">
                <a:solidFill>
                  <a:schemeClr val="dk1"/>
                </a:solidFill>
              </a:defRPr>
            </a:lvl2pPr>
            <a:lvl3pPr lvl="2" algn="r" rtl="0">
              <a:spcBef>
                <a:spcPts val="0"/>
              </a:spcBef>
              <a:spcAft>
                <a:spcPts val="0"/>
              </a:spcAft>
              <a:buClr>
                <a:schemeClr val="dk1"/>
              </a:buClr>
              <a:buSzPts val="2000"/>
              <a:buNone/>
              <a:defRPr sz="2000">
                <a:solidFill>
                  <a:schemeClr val="dk1"/>
                </a:solidFill>
              </a:defRPr>
            </a:lvl3pPr>
            <a:lvl4pPr lvl="3" algn="r" rtl="0">
              <a:spcBef>
                <a:spcPts val="0"/>
              </a:spcBef>
              <a:spcAft>
                <a:spcPts val="0"/>
              </a:spcAft>
              <a:buClr>
                <a:schemeClr val="dk1"/>
              </a:buClr>
              <a:buSzPts val="2000"/>
              <a:buNone/>
              <a:defRPr sz="2000">
                <a:solidFill>
                  <a:schemeClr val="dk1"/>
                </a:solidFill>
              </a:defRPr>
            </a:lvl4pPr>
            <a:lvl5pPr lvl="4" algn="r" rtl="0">
              <a:spcBef>
                <a:spcPts val="0"/>
              </a:spcBef>
              <a:spcAft>
                <a:spcPts val="0"/>
              </a:spcAft>
              <a:buClr>
                <a:schemeClr val="dk1"/>
              </a:buClr>
              <a:buSzPts val="2000"/>
              <a:buNone/>
              <a:defRPr sz="2000">
                <a:solidFill>
                  <a:schemeClr val="dk1"/>
                </a:solidFill>
              </a:defRPr>
            </a:lvl5pPr>
            <a:lvl6pPr lvl="5" algn="r" rtl="0">
              <a:spcBef>
                <a:spcPts val="0"/>
              </a:spcBef>
              <a:spcAft>
                <a:spcPts val="0"/>
              </a:spcAft>
              <a:buClr>
                <a:schemeClr val="dk1"/>
              </a:buClr>
              <a:buSzPts val="2000"/>
              <a:buNone/>
              <a:defRPr sz="2000">
                <a:solidFill>
                  <a:schemeClr val="dk1"/>
                </a:solidFill>
              </a:defRPr>
            </a:lvl6pPr>
            <a:lvl7pPr lvl="6" algn="r" rtl="0">
              <a:spcBef>
                <a:spcPts val="0"/>
              </a:spcBef>
              <a:spcAft>
                <a:spcPts val="0"/>
              </a:spcAft>
              <a:buClr>
                <a:schemeClr val="dk1"/>
              </a:buClr>
              <a:buSzPts val="2000"/>
              <a:buNone/>
              <a:defRPr sz="2000">
                <a:solidFill>
                  <a:schemeClr val="dk1"/>
                </a:solidFill>
              </a:defRPr>
            </a:lvl7pPr>
            <a:lvl8pPr lvl="7" algn="r" rtl="0">
              <a:spcBef>
                <a:spcPts val="0"/>
              </a:spcBef>
              <a:spcAft>
                <a:spcPts val="0"/>
              </a:spcAft>
              <a:buClr>
                <a:schemeClr val="dk1"/>
              </a:buClr>
              <a:buSzPts val="2000"/>
              <a:buNone/>
              <a:defRPr sz="2000">
                <a:solidFill>
                  <a:schemeClr val="dk1"/>
                </a:solidFill>
              </a:defRPr>
            </a:lvl8pPr>
            <a:lvl9pPr lvl="8" algn="r" rtl="0">
              <a:spcBef>
                <a:spcPts val="0"/>
              </a:spcBef>
              <a:spcAft>
                <a:spcPts val="0"/>
              </a:spcAft>
              <a:buClr>
                <a:schemeClr val="dk1"/>
              </a:buClr>
              <a:buSzPts val="2000"/>
              <a:buNone/>
              <a:defRPr sz="2000">
                <a:solidFill>
                  <a:schemeClr val="dk1"/>
                </a:solidFill>
              </a:defRPr>
            </a:lvl9pPr>
          </a:lstStyle>
          <a:p>
            <a:endParaRPr/>
          </a:p>
        </p:txBody>
      </p:sp>
      <p:sp>
        <p:nvSpPr>
          <p:cNvPr id="1490" name="Google Shape;1490;p13"/>
          <p:cNvSpPr txBox="1">
            <a:spLocks noGrp="1"/>
          </p:cNvSpPr>
          <p:nvPr>
            <p:ph type="title" idx="9"/>
          </p:nvPr>
        </p:nvSpPr>
        <p:spPr>
          <a:xfrm>
            <a:off x="714175" y="466300"/>
            <a:ext cx="77157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91" name="Google Shape;1491;p13"/>
          <p:cNvSpPr txBox="1">
            <a:spLocks noGrp="1"/>
          </p:cNvSpPr>
          <p:nvPr>
            <p:ph type="title" idx="13" hasCustomPrompt="1"/>
          </p:nvPr>
        </p:nvSpPr>
        <p:spPr>
          <a:xfrm flipH="1">
            <a:off x="4794073" y="3556525"/>
            <a:ext cx="929100" cy="721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500" b="1"/>
            </a:lvl1pPr>
            <a:lvl2pPr lvl="1" algn="r" rtl="0">
              <a:spcBef>
                <a:spcPts val="0"/>
              </a:spcBef>
              <a:spcAft>
                <a:spcPts val="0"/>
              </a:spcAft>
              <a:buSzPts val="2500"/>
              <a:buNone/>
              <a:defRPr sz="2500"/>
            </a:lvl2pPr>
            <a:lvl3pPr lvl="2" algn="r" rtl="0">
              <a:spcBef>
                <a:spcPts val="0"/>
              </a:spcBef>
              <a:spcAft>
                <a:spcPts val="0"/>
              </a:spcAft>
              <a:buSzPts val="2500"/>
              <a:buNone/>
              <a:defRPr sz="2500"/>
            </a:lvl3pPr>
            <a:lvl4pPr lvl="3" algn="r" rtl="0">
              <a:spcBef>
                <a:spcPts val="0"/>
              </a:spcBef>
              <a:spcAft>
                <a:spcPts val="0"/>
              </a:spcAft>
              <a:buSzPts val="2500"/>
              <a:buNone/>
              <a:defRPr sz="2500"/>
            </a:lvl4pPr>
            <a:lvl5pPr lvl="4" algn="r" rtl="0">
              <a:spcBef>
                <a:spcPts val="0"/>
              </a:spcBef>
              <a:spcAft>
                <a:spcPts val="0"/>
              </a:spcAft>
              <a:buSzPts val="2500"/>
              <a:buNone/>
              <a:defRPr sz="2500"/>
            </a:lvl5pPr>
            <a:lvl6pPr lvl="5" algn="r" rtl="0">
              <a:spcBef>
                <a:spcPts val="0"/>
              </a:spcBef>
              <a:spcAft>
                <a:spcPts val="0"/>
              </a:spcAft>
              <a:buSzPts val="2500"/>
              <a:buNone/>
              <a:defRPr sz="2500"/>
            </a:lvl6pPr>
            <a:lvl7pPr lvl="6" algn="r" rtl="0">
              <a:spcBef>
                <a:spcPts val="0"/>
              </a:spcBef>
              <a:spcAft>
                <a:spcPts val="0"/>
              </a:spcAft>
              <a:buSzPts val="2500"/>
              <a:buNone/>
              <a:defRPr sz="2500"/>
            </a:lvl7pPr>
            <a:lvl8pPr lvl="7" algn="r" rtl="0">
              <a:spcBef>
                <a:spcPts val="0"/>
              </a:spcBef>
              <a:spcAft>
                <a:spcPts val="0"/>
              </a:spcAft>
              <a:buSzPts val="2500"/>
              <a:buNone/>
              <a:defRPr sz="2500"/>
            </a:lvl8pPr>
            <a:lvl9pPr lvl="8" algn="r" rtl="0">
              <a:spcBef>
                <a:spcPts val="0"/>
              </a:spcBef>
              <a:spcAft>
                <a:spcPts val="0"/>
              </a:spcAft>
              <a:buSzPts val="2500"/>
              <a:buNone/>
              <a:defRPr sz="2500"/>
            </a:lvl9pPr>
          </a:lstStyle>
          <a:p>
            <a:r>
              <a:t>xx%</a:t>
            </a:r>
          </a:p>
        </p:txBody>
      </p:sp>
      <p:sp>
        <p:nvSpPr>
          <p:cNvPr id="1492" name="Google Shape;1492;p13"/>
          <p:cNvSpPr txBox="1">
            <a:spLocks noGrp="1"/>
          </p:cNvSpPr>
          <p:nvPr>
            <p:ph type="subTitle" idx="14"/>
          </p:nvPr>
        </p:nvSpPr>
        <p:spPr>
          <a:xfrm>
            <a:off x="5836400" y="3821734"/>
            <a:ext cx="2247000" cy="545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lvl1pPr>
            <a:lvl2pPr lvl="1" algn="r" rtl="0">
              <a:spcBef>
                <a:spcPts val="0"/>
              </a:spcBef>
              <a:spcAft>
                <a:spcPts val="0"/>
              </a:spcAft>
              <a:buClr>
                <a:schemeClr val="dk1"/>
              </a:buClr>
              <a:buSzPts val="1400"/>
              <a:buNone/>
              <a:defRPr>
                <a:solidFill>
                  <a:schemeClr val="dk1"/>
                </a:solidFill>
              </a:defRPr>
            </a:lvl2pPr>
            <a:lvl3pPr lvl="2" algn="r" rtl="0">
              <a:spcBef>
                <a:spcPts val="0"/>
              </a:spcBef>
              <a:spcAft>
                <a:spcPts val="0"/>
              </a:spcAft>
              <a:buClr>
                <a:schemeClr val="dk1"/>
              </a:buClr>
              <a:buSzPts val="1400"/>
              <a:buNone/>
              <a:defRPr>
                <a:solidFill>
                  <a:schemeClr val="dk1"/>
                </a:solidFill>
              </a:defRPr>
            </a:lvl3pPr>
            <a:lvl4pPr lvl="3" algn="r" rtl="0">
              <a:spcBef>
                <a:spcPts val="0"/>
              </a:spcBef>
              <a:spcAft>
                <a:spcPts val="0"/>
              </a:spcAft>
              <a:buClr>
                <a:schemeClr val="dk1"/>
              </a:buClr>
              <a:buSzPts val="1400"/>
              <a:buNone/>
              <a:defRPr>
                <a:solidFill>
                  <a:schemeClr val="dk1"/>
                </a:solidFill>
              </a:defRPr>
            </a:lvl4pPr>
            <a:lvl5pPr lvl="4" algn="r" rtl="0">
              <a:spcBef>
                <a:spcPts val="0"/>
              </a:spcBef>
              <a:spcAft>
                <a:spcPts val="0"/>
              </a:spcAft>
              <a:buClr>
                <a:schemeClr val="dk1"/>
              </a:buClr>
              <a:buSzPts val="1400"/>
              <a:buNone/>
              <a:defRPr>
                <a:solidFill>
                  <a:schemeClr val="dk1"/>
                </a:solidFill>
              </a:defRPr>
            </a:lvl5pPr>
            <a:lvl6pPr lvl="5" algn="r" rtl="0">
              <a:spcBef>
                <a:spcPts val="0"/>
              </a:spcBef>
              <a:spcAft>
                <a:spcPts val="0"/>
              </a:spcAft>
              <a:buClr>
                <a:schemeClr val="dk1"/>
              </a:buClr>
              <a:buSzPts val="1400"/>
              <a:buNone/>
              <a:defRPr>
                <a:solidFill>
                  <a:schemeClr val="dk1"/>
                </a:solidFill>
              </a:defRPr>
            </a:lvl6pPr>
            <a:lvl7pPr lvl="6" algn="r" rtl="0">
              <a:spcBef>
                <a:spcPts val="0"/>
              </a:spcBef>
              <a:spcAft>
                <a:spcPts val="0"/>
              </a:spcAft>
              <a:buClr>
                <a:schemeClr val="dk1"/>
              </a:buClr>
              <a:buSzPts val="1400"/>
              <a:buNone/>
              <a:defRPr>
                <a:solidFill>
                  <a:schemeClr val="dk1"/>
                </a:solidFill>
              </a:defRPr>
            </a:lvl7pPr>
            <a:lvl8pPr lvl="7" algn="r" rtl="0">
              <a:spcBef>
                <a:spcPts val="0"/>
              </a:spcBef>
              <a:spcAft>
                <a:spcPts val="0"/>
              </a:spcAft>
              <a:buClr>
                <a:schemeClr val="dk1"/>
              </a:buClr>
              <a:buSzPts val="1400"/>
              <a:buNone/>
              <a:defRPr>
                <a:solidFill>
                  <a:schemeClr val="dk1"/>
                </a:solidFill>
              </a:defRPr>
            </a:lvl8pPr>
            <a:lvl9pPr lvl="8" algn="r" rtl="0">
              <a:spcBef>
                <a:spcPts val="0"/>
              </a:spcBef>
              <a:spcAft>
                <a:spcPts val="0"/>
              </a:spcAft>
              <a:buClr>
                <a:schemeClr val="dk1"/>
              </a:buClr>
              <a:buSzPts val="1400"/>
              <a:buNone/>
              <a:defRPr>
                <a:solidFill>
                  <a:schemeClr val="dk1"/>
                </a:solidFill>
              </a:defRPr>
            </a:lvl9pPr>
          </a:lstStyle>
          <a:p>
            <a:endParaRPr/>
          </a:p>
        </p:txBody>
      </p:sp>
      <p:sp>
        <p:nvSpPr>
          <p:cNvPr id="1493" name="Google Shape;1493;p13"/>
          <p:cNvSpPr txBox="1">
            <a:spLocks noGrp="1"/>
          </p:cNvSpPr>
          <p:nvPr>
            <p:ph type="subTitle" idx="15"/>
          </p:nvPr>
        </p:nvSpPr>
        <p:spPr>
          <a:xfrm>
            <a:off x="5836400" y="3474225"/>
            <a:ext cx="2247000" cy="33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000" b="1">
                <a:latin typeface="Fondamento"/>
                <a:ea typeface="Fondamento"/>
                <a:cs typeface="Fondamento"/>
                <a:sym typeface="Fondamento"/>
              </a:defRPr>
            </a:lvl1pPr>
            <a:lvl2pPr lvl="1" algn="r" rtl="0">
              <a:spcBef>
                <a:spcPts val="0"/>
              </a:spcBef>
              <a:spcAft>
                <a:spcPts val="0"/>
              </a:spcAft>
              <a:buClr>
                <a:schemeClr val="dk1"/>
              </a:buClr>
              <a:buSzPts val="2000"/>
              <a:buNone/>
              <a:defRPr sz="2000">
                <a:solidFill>
                  <a:schemeClr val="dk1"/>
                </a:solidFill>
              </a:defRPr>
            </a:lvl2pPr>
            <a:lvl3pPr lvl="2" algn="r" rtl="0">
              <a:spcBef>
                <a:spcPts val="0"/>
              </a:spcBef>
              <a:spcAft>
                <a:spcPts val="0"/>
              </a:spcAft>
              <a:buClr>
                <a:schemeClr val="dk1"/>
              </a:buClr>
              <a:buSzPts val="2000"/>
              <a:buNone/>
              <a:defRPr sz="2000">
                <a:solidFill>
                  <a:schemeClr val="dk1"/>
                </a:solidFill>
              </a:defRPr>
            </a:lvl3pPr>
            <a:lvl4pPr lvl="3" algn="r" rtl="0">
              <a:spcBef>
                <a:spcPts val="0"/>
              </a:spcBef>
              <a:spcAft>
                <a:spcPts val="0"/>
              </a:spcAft>
              <a:buClr>
                <a:schemeClr val="dk1"/>
              </a:buClr>
              <a:buSzPts val="2000"/>
              <a:buNone/>
              <a:defRPr sz="2000">
                <a:solidFill>
                  <a:schemeClr val="dk1"/>
                </a:solidFill>
              </a:defRPr>
            </a:lvl4pPr>
            <a:lvl5pPr lvl="4" algn="r" rtl="0">
              <a:spcBef>
                <a:spcPts val="0"/>
              </a:spcBef>
              <a:spcAft>
                <a:spcPts val="0"/>
              </a:spcAft>
              <a:buClr>
                <a:schemeClr val="dk1"/>
              </a:buClr>
              <a:buSzPts val="2000"/>
              <a:buNone/>
              <a:defRPr sz="2000">
                <a:solidFill>
                  <a:schemeClr val="dk1"/>
                </a:solidFill>
              </a:defRPr>
            </a:lvl5pPr>
            <a:lvl6pPr lvl="5" algn="r" rtl="0">
              <a:spcBef>
                <a:spcPts val="0"/>
              </a:spcBef>
              <a:spcAft>
                <a:spcPts val="0"/>
              </a:spcAft>
              <a:buClr>
                <a:schemeClr val="dk1"/>
              </a:buClr>
              <a:buSzPts val="2000"/>
              <a:buNone/>
              <a:defRPr sz="2000">
                <a:solidFill>
                  <a:schemeClr val="dk1"/>
                </a:solidFill>
              </a:defRPr>
            </a:lvl6pPr>
            <a:lvl7pPr lvl="6" algn="r" rtl="0">
              <a:spcBef>
                <a:spcPts val="0"/>
              </a:spcBef>
              <a:spcAft>
                <a:spcPts val="0"/>
              </a:spcAft>
              <a:buClr>
                <a:schemeClr val="dk1"/>
              </a:buClr>
              <a:buSzPts val="2000"/>
              <a:buNone/>
              <a:defRPr sz="2000">
                <a:solidFill>
                  <a:schemeClr val="dk1"/>
                </a:solidFill>
              </a:defRPr>
            </a:lvl7pPr>
            <a:lvl8pPr lvl="7" algn="r" rtl="0">
              <a:spcBef>
                <a:spcPts val="0"/>
              </a:spcBef>
              <a:spcAft>
                <a:spcPts val="0"/>
              </a:spcAft>
              <a:buClr>
                <a:schemeClr val="dk1"/>
              </a:buClr>
              <a:buSzPts val="2000"/>
              <a:buNone/>
              <a:defRPr sz="2000">
                <a:solidFill>
                  <a:schemeClr val="dk1"/>
                </a:solidFill>
              </a:defRPr>
            </a:lvl8pPr>
            <a:lvl9pPr lvl="8" algn="r" rtl="0">
              <a:spcBef>
                <a:spcPts val="0"/>
              </a:spcBef>
              <a:spcAft>
                <a:spcPts val="0"/>
              </a:spcAft>
              <a:buClr>
                <a:schemeClr val="dk1"/>
              </a:buClr>
              <a:buSzPts val="2000"/>
              <a:buNone/>
              <a:defRPr sz="2000">
                <a:solidFill>
                  <a:schemeClr val="dk1"/>
                </a:solidFill>
              </a:defRPr>
            </a:lvl9pPr>
          </a:lstStyle>
          <a:p>
            <a:endParaRPr/>
          </a:p>
        </p:txBody>
      </p:sp>
      <p:grpSp>
        <p:nvGrpSpPr>
          <p:cNvPr id="1494" name="Google Shape;1494;p13"/>
          <p:cNvGrpSpPr/>
          <p:nvPr/>
        </p:nvGrpSpPr>
        <p:grpSpPr>
          <a:xfrm>
            <a:off x="714175" y="1093271"/>
            <a:ext cx="7715647" cy="131916"/>
            <a:chOff x="714175" y="1115188"/>
            <a:chExt cx="7715647" cy="131916"/>
          </a:xfrm>
        </p:grpSpPr>
        <p:grpSp>
          <p:nvGrpSpPr>
            <p:cNvPr id="1495" name="Google Shape;1495;p13"/>
            <p:cNvGrpSpPr/>
            <p:nvPr/>
          </p:nvGrpSpPr>
          <p:grpSpPr>
            <a:xfrm>
              <a:off x="714175" y="1115188"/>
              <a:ext cx="7715647" cy="131916"/>
              <a:chOff x="714175" y="1082438"/>
              <a:chExt cx="7715647" cy="131916"/>
            </a:xfrm>
          </p:grpSpPr>
          <p:sp>
            <p:nvSpPr>
              <p:cNvPr id="1496" name="Google Shape;1496;p13"/>
              <p:cNvSpPr/>
              <p:nvPr/>
            </p:nvSpPr>
            <p:spPr>
              <a:xfrm>
                <a:off x="714175" y="1082438"/>
                <a:ext cx="275716" cy="131916"/>
              </a:xfrm>
              <a:custGeom>
                <a:avLst/>
                <a:gdLst/>
                <a:ahLst/>
                <a:cxnLst/>
                <a:rect l="l" t="t" r="r" b="b"/>
                <a:pathLst>
                  <a:path w="3689" h="1765" extrusionOk="0">
                    <a:moveTo>
                      <a:pt x="2889" y="1"/>
                    </a:moveTo>
                    <a:cubicBezTo>
                      <a:pt x="2773" y="1"/>
                      <a:pt x="2657" y="26"/>
                      <a:pt x="2554" y="65"/>
                    </a:cubicBezTo>
                    <a:cubicBezTo>
                      <a:pt x="2438" y="104"/>
                      <a:pt x="2334" y="168"/>
                      <a:pt x="2244" y="246"/>
                    </a:cubicBezTo>
                    <a:cubicBezTo>
                      <a:pt x="2154" y="323"/>
                      <a:pt x="2077" y="400"/>
                      <a:pt x="2012" y="504"/>
                    </a:cubicBezTo>
                    <a:cubicBezTo>
                      <a:pt x="1883" y="684"/>
                      <a:pt x="1780" y="878"/>
                      <a:pt x="1664" y="1058"/>
                    </a:cubicBezTo>
                    <a:cubicBezTo>
                      <a:pt x="1612" y="1148"/>
                      <a:pt x="1548" y="1239"/>
                      <a:pt x="1470" y="1316"/>
                    </a:cubicBezTo>
                    <a:cubicBezTo>
                      <a:pt x="1406" y="1380"/>
                      <a:pt x="1316" y="1445"/>
                      <a:pt x="1238" y="1496"/>
                    </a:cubicBezTo>
                    <a:cubicBezTo>
                      <a:pt x="1148" y="1535"/>
                      <a:pt x="1045" y="1574"/>
                      <a:pt x="942" y="1587"/>
                    </a:cubicBezTo>
                    <a:cubicBezTo>
                      <a:pt x="869" y="1596"/>
                      <a:pt x="802" y="1605"/>
                      <a:pt x="733" y="1605"/>
                    </a:cubicBezTo>
                    <a:cubicBezTo>
                      <a:pt x="705" y="1605"/>
                      <a:pt x="675" y="1603"/>
                      <a:pt x="645" y="1600"/>
                    </a:cubicBezTo>
                    <a:cubicBezTo>
                      <a:pt x="594" y="1587"/>
                      <a:pt x="542" y="1574"/>
                      <a:pt x="503" y="1561"/>
                    </a:cubicBezTo>
                    <a:cubicBezTo>
                      <a:pt x="452" y="1535"/>
                      <a:pt x="413" y="1509"/>
                      <a:pt x="374" y="1484"/>
                    </a:cubicBezTo>
                    <a:cubicBezTo>
                      <a:pt x="336" y="1458"/>
                      <a:pt x="297" y="1432"/>
                      <a:pt x="258" y="1393"/>
                    </a:cubicBezTo>
                    <a:cubicBezTo>
                      <a:pt x="245" y="1368"/>
                      <a:pt x="233" y="1355"/>
                      <a:pt x="220" y="1329"/>
                    </a:cubicBezTo>
                    <a:cubicBezTo>
                      <a:pt x="207" y="1316"/>
                      <a:pt x="194" y="1290"/>
                      <a:pt x="181" y="1264"/>
                    </a:cubicBezTo>
                    <a:cubicBezTo>
                      <a:pt x="142" y="1174"/>
                      <a:pt x="129" y="1084"/>
                      <a:pt x="155" y="994"/>
                    </a:cubicBezTo>
                    <a:cubicBezTo>
                      <a:pt x="168" y="890"/>
                      <a:pt x="207" y="800"/>
                      <a:pt x="284" y="736"/>
                    </a:cubicBezTo>
                    <a:cubicBezTo>
                      <a:pt x="310" y="710"/>
                      <a:pt x="362" y="684"/>
                      <a:pt x="400" y="671"/>
                    </a:cubicBezTo>
                    <a:cubicBezTo>
                      <a:pt x="428" y="662"/>
                      <a:pt x="461" y="653"/>
                      <a:pt x="497" y="653"/>
                    </a:cubicBezTo>
                    <a:cubicBezTo>
                      <a:pt x="512" y="653"/>
                      <a:pt x="527" y="655"/>
                      <a:pt x="542" y="658"/>
                    </a:cubicBezTo>
                    <a:cubicBezTo>
                      <a:pt x="581" y="658"/>
                      <a:pt x="632" y="671"/>
                      <a:pt x="671" y="710"/>
                    </a:cubicBezTo>
                    <a:cubicBezTo>
                      <a:pt x="710" y="736"/>
                      <a:pt x="735" y="774"/>
                      <a:pt x="748" y="813"/>
                    </a:cubicBezTo>
                    <a:cubicBezTo>
                      <a:pt x="787" y="903"/>
                      <a:pt x="761" y="1006"/>
                      <a:pt x="697" y="1071"/>
                    </a:cubicBezTo>
                    <a:cubicBezTo>
                      <a:pt x="654" y="1095"/>
                      <a:pt x="609" y="1108"/>
                      <a:pt x="564" y="1108"/>
                    </a:cubicBezTo>
                    <a:cubicBezTo>
                      <a:pt x="515" y="1108"/>
                      <a:pt x="467" y="1092"/>
                      <a:pt x="426" y="1058"/>
                    </a:cubicBezTo>
                    <a:lnTo>
                      <a:pt x="387" y="1084"/>
                    </a:lnTo>
                    <a:cubicBezTo>
                      <a:pt x="439" y="1135"/>
                      <a:pt x="490" y="1161"/>
                      <a:pt x="555" y="1161"/>
                    </a:cubicBezTo>
                    <a:cubicBezTo>
                      <a:pt x="567" y="1164"/>
                      <a:pt x="578" y="1165"/>
                      <a:pt x="589" y="1165"/>
                    </a:cubicBezTo>
                    <a:cubicBezTo>
                      <a:pt x="639" y="1165"/>
                      <a:pt x="683" y="1144"/>
                      <a:pt x="735" y="1123"/>
                    </a:cubicBezTo>
                    <a:cubicBezTo>
                      <a:pt x="761" y="1097"/>
                      <a:pt x="774" y="1084"/>
                      <a:pt x="800" y="1058"/>
                    </a:cubicBezTo>
                    <a:cubicBezTo>
                      <a:pt x="813" y="1032"/>
                      <a:pt x="826" y="994"/>
                      <a:pt x="839" y="968"/>
                    </a:cubicBezTo>
                    <a:cubicBezTo>
                      <a:pt x="852" y="903"/>
                      <a:pt x="852" y="839"/>
                      <a:pt x="839" y="787"/>
                    </a:cubicBezTo>
                    <a:cubicBezTo>
                      <a:pt x="826" y="723"/>
                      <a:pt x="787" y="671"/>
                      <a:pt x="735" y="620"/>
                    </a:cubicBezTo>
                    <a:cubicBezTo>
                      <a:pt x="684" y="581"/>
                      <a:pt x="632" y="555"/>
                      <a:pt x="568" y="542"/>
                    </a:cubicBezTo>
                    <a:cubicBezTo>
                      <a:pt x="503" y="542"/>
                      <a:pt x="439" y="542"/>
                      <a:pt x="374" y="555"/>
                    </a:cubicBezTo>
                    <a:cubicBezTo>
                      <a:pt x="323" y="568"/>
                      <a:pt x="258" y="607"/>
                      <a:pt x="220" y="645"/>
                    </a:cubicBezTo>
                    <a:cubicBezTo>
                      <a:pt x="117" y="723"/>
                      <a:pt x="52" y="839"/>
                      <a:pt x="39" y="968"/>
                    </a:cubicBezTo>
                    <a:cubicBezTo>
                      <a:pt x="0" y="1084"/>
                      <a:pt x="13" y="1213"/>
                      <a:pt x="52" y="1329"/>
                    </a:cubicBezTo>
                    <a:cubicBezTo>
                      <a:pt x="78" y="1355"/>
                      <a:pt x="91" y="1380"/>
                      <a:pt x="104" y="1406"/>
                    </a:cubicBezTo>
                    <a:cubicBezTo>
                      <a:pt x="117" y="1432"/>
                      <a:pt x="129" y="1458"/>
                      <a:pt x="155" y="1484"/>
                    </a:cubicBezTo>
                    <a:cubicBezTo>
                      <a:pt x="194" y="1535"/>
                      <a:pt x="233" y="1574"/>
                      <a:pt x="284" y="1613"/>
                    </a:cubicBezTo>
                    <a:cubicBezTo>
                      <a:pt x="336" y="1638"/>
                      <a:pt x="400" y="1664"/>
                      <a:pt x="452" y="1690"/>
                    </a:cubicBezTo>
                    <a:cubicBezTo>
                      <a:pt x="503" y="1716"/>
                      <a:pt x="568" y="1741"/>
                      <a:pt x="619" y="1754"/>
                    </a:cubicBezTo>
                    <a:cubicBezTo>
                      <a:pt x="677" y="1761"/>
                      <a:pt x="739" y="1764"/>
                      <a:pt x="800" y="1764"/>
                    </a:cubicBezTo>
                    <a:cubicBezTo>
                      <a:pt x="861" y="1764"/>
                      <a:pt x="922" y="1761"/>
                      <a:pt x="980" y="1754"/>
                    </a:cubicBezTo>
                    <a:cubicBezTo>
                      <a:pt x="1097" y="1729"/>
                      <a:pt x="1213" y="1690"/>
                      <a:pt x="1316" y="1638"/>
                    </a:cubicBezTo>
                    <a:cubicBezTo>
                      <a:pt x="1419" y="1587"/>
                      <a:pt x="1509" y="1509"/>
                      <a:pt x="1599" y="1432"/>
                    </a:cubicBezTo>
                    <a:cubicBezTo>
                      <a:pt x="1677" y="1342"/>
                      <a:pt x="1741" y="1251"/>
                      <a:pt x="1806" y="1161"/>
                    </a:cubicBezTo>
                    <a:cubicBezTo>
                      <a:pt x="1922" y="968"/>
                      <a:pt x="2025" y="774"/>
                      <a:pt x="2141" y="594"/>
                    </a:cubicBezTo>
                    <a:cubicBezTo>
                      <a:pt x="2257" y="426"/>
                      <a:pt x="2412" y="284"/>
                      <a:pt x="2605" y="207"/>
                    </a:cubicBezTo>
                    <a:cubicBezTo>
                      <a:pt x="2695" y="168"/>
                      <a:pt x="2799" y="143"/>
                      <a:pt x="2889" y="143"/>
                    </a:cubicBezTo>
                    <a:cubicBezTo>
                      <a:pt x="2940" y="143"/>
                      <a:pt x="2992" y="143"/>
                      <a:pt x="3031" y="155"/>
                    </a:cubicBezTo>
                    <a:cubicBezTo>
                      <a:pt x="3082" y="168"/>
                      <a:pt x="3134" y="194"/>
                      <a:pt x="3173" y="207"/>
                    </a:cubicBezTo>
                    <a:cubicBezTo>
                      <a:pt x="3224" y="233"/>
                      <a:pt x="3263" y="259"/>
                      <a:pt x="3301" y="284"/>
                    </a:cubicBezTo>
                    <a:cubicBezTo>
                      <a:pt x="3327" y="323"/>
                      <a:pt x="3366" y="362"/>
                      <a:pt x="3392" y="400"/>
                    </a:cubicBezTo>
                    <a:cubicBezTo>
                      <a:pt x="3443" y="478"/>
                      <a:pt x="3482" y="581"/>
                      <a:pt x="3495" y="671"/>
                    </a:cubicBezTo>
                    <a:cubicBezTo>
                      <a:pt x="3521" y="774"/>
                      <a:pt x="3508" y="865"/>
                      <a:pt x="3482" y="968"/>
                    </a:cubicBezTo>
                    <a:cubicBezTo>
                      <a:pt x="3456" y="1058"/>
                      <a:pt x="3392" y="1148"/>
                      <a:pt x="3327" y="1213"/>
                    </a:cubicBezTo>
                    <a:cubicBezTo>
                      <a:pt x="3250" y="1277"/>
                      <a:pt x="3160" y="1329"/>
                      <a:pt x="3069" y="1355"/>
                    </a:cubicBezTo>
                    <a:cubicBezTo>
                      <a:pt x="3044" y="1358"/>
                      <a:pt x="3018" y="1359"/>
                      <a:pt x="2992" y="1359"/>
                    </a:cubicBezTo>
                    <a:cubicBezTo>
                      <a:pt x="2915" y="1359"/>
                      <a:pt x="2841" y="1345"/>
                      <a:pt x="2773" y="1316"/>
                    </a:cubicBezTo>
                    <a:cubicBezTo>
                      <a:pt x="2683" y="1290"/>
                      <a:pt x="2605" y="1226"/>
                      <a:pt x="2554" y="1135"/>
                    </a:cubicBezTo>
                    <a:cubicBezTo>
                      <a:pt x="2502" y="1058"/>
                      <a:pt x="2476" y="955"/>
                      <a:pt x="2489" y="865"/>
                    </a:cubicBezTo>
                    <a:cubicBezTo>
                      <a:pt x="2502" y="761"/>
                      <a:pt x="2554" y="684"/>
                      <a:pt x="2631" y="620"/>
                    </a:cubicBezTo>
                    <a:cubicBezTo>
                      <a:pt x="2688" y="582"/>
                      <a:pt x="2758" y="558"/>
                      <a:pt x="2827" y="558"/>
                    </a:cubicBezTo>
                    <a:cubicBezTo>
                      <a:pt x="2852" y="558"/>
                      <a:pt x="2878" y="561"/>
                      <a:pt x="2902" y="568"/>
                    </a:cubicBezTo>
                    <a:cubicBezTo>
                      <a:pt x="2992" y="607"/>
                      <a:pt x="3069" y="671"/>
                      <a:pt x="3095" y="774"/>
                    </a:cubicBezTo>
                    <a:cubicBezTo>
                      <a:pt x="3121" y="865"/>
                      <a:pt x="3082" y="968"/>
                      <a:pt x="3005" y="1019"/>
                    </a:cubicBezTo>
                    <a:cubicBezTo>
                      <a:pt x="2962" y="1055"/>
                      <a:pt x="2908" y="1075"/>
                      <a:pt x="2855" y="1075"/>
                    </a:cubicBezTo>
                    <a:cubicBezTo>
                      <a:pt x="2812" y="1075"/>
                      <a:pt x="2769" y="1061"/>
                      <a:pt x="2734" y="1032"/>
                    </a:cubicBezTo>
                    <a:cubicBezTo>
                      <a:pt x="2670" y="981"/>
                      <a:pt x="2631" y="903"/>
                      <a:pt x="2644" y="826"/>
                    </a:cubicBezTo>
                    <a:cubicBezTo>
                      <a:pt x="2644" y="813"/>
                      <a:pt x="2631" y="813"/>
                      <a:pt x="2631" y="800"/>
                    </a:cubicBezTo>
                    <a:lnTo>
                      <a:pt x="2618" y="800"/>
                    </a:lnTo>
                    <a:cubicBezTo>
                      <a:pt x="2605" y="839"/>
                      <a:pt x="2605" y="890"/>
                      <a:pt x="2618" y="929"/>
                    </a:cubicBezTo>
                    <a:cubicBezTo>
                      <a:pt x="2631" y="981"/>
                      <a:pt x="2670" y="1032"/>
                      <a:pt x="2708" y="1071"/>
                    </a:cubicBezTo>
                    <a:cubicBezTo>
                      <a:pt x="2760" y="1110"/>
                      <a:pt x="2824" y="1135"/>
                      <a:pt x="2876" y="1135"/>
                    </a:cubicBezTo>
                    <a:cubicBezTo>
                      <a:pt x="2940" y="1135"/>
                      <a:pt x="3005" y="1110"/>
                      <a:pt x="3044" y="1071"/>
                    </a:cubicBezTo>
                    <a:cubicBezTo>
                      <a:pt x="3095" y="1045"/>
                      <a:pt x="3134" y="994"/>
                      <a:pt x="3160" y="929"/>
                    </a:cubicBezTo>
                    <a:cubicBezTo>
                      <a:pt x="3185" y="878"/>
                      <a:pt x="3185" y="813"/>
                      <a:pt x="3173" y="749"/>
                    </a:cubicBezTo>
                    <a:cubicBezTo>
                      <a:pt x="3147" y="633"/>
                      <a:pt x="3056" y="529"/>
                      <a:pt x="2940" y="491"/>
                    </a:cubicBezTo>
                    <a:cubicBezTo>
                      <a:pt x="2899" y="477"/>
                      <a:pt x="2854" y="470"/>
                      <a:pt x="2809" y="470"/>
                    </a:cubicBezTo>
                    <a:cubicBezTo>
                      <a:pt x="2728" y="470"/>
                      <a:pt x="2646" y="493"/>
                      <a:pt x="2579" y="542"/>
                    </a:cubicBezTo>
                    <a:cubicBezTo>
                      <a:pt x="2528" y="581"/>
                      <a:pt x="2489" y="620"/>
                      <a:pt x="2450" y="671"/>
                    </a:cubicBezTo>
                    <a:cubicBezTo>
                      <a:pt x="2425" y="723"/>
                      <a:pt x="2399" y="787"/>
                      <a:pt x="2399" y="852"/>
                    </a:cubicBezTo>
                    <a:cubicBezTo>
                      <a:pt x="2373" y="968"/>
                      <a:pt x="2399" y="1097"/>
                      <a:pt x="2463" y="1200"/>
                    </a:cubicBezTo>
                    <a:cubicBezTo>
                      <a:pt x="2528" y="1303"/>
                      <a:pt x="2631" y="1380"/>
                      <a:pt x="2747" y="1432"/>
                    </a:cubicBezTo>
                    <a:cubicBezTo>
                      <a:pt x="2824" y="1461"/>
                      <a:pt x="2916" y="1476"/>
                      <a:pt x="3006" y="1476"/>
                    </a:cubicBezTo>
                    <a:cubicBezTo>
                      <a:pt x="3036" y="1476"/>
                      <a:pt x="3066" y="1474"/>
                      <a:pt x="3095" y="1471"/>
                    </a:cubicBezTo>
                    <a:cubicBezTo>
                      <a:pt x="3224" y="1445"/>
                      <a:pt x="3327" y="1393"/>
                      <a:pt x="3418" y="1303"/>
                    </a:cubicBezTo>
                    <a:cubicBezTo>
                      <a:pt x="3598" y="1135"/>
                      <a:pt x="3688" y="890"/>
                      <a:pt x="3650" y="645"/>
                    </a:cubicBezTo>
                    <a:cubicBezTo>
                      <a:pt x="3624" y="529"/>
                      <a:pt x="3585" y="413"/>
                      <a:pt x="3521" y="323"/>
                    </a:cubicBezTo>
                    <a:cubicBezTo>
                      <a:pt x="3482" y="271"/>
                      <a:pt x="3443" y="220"/>
                      <a:pt x="3405" y="181"/>
                    </a:cubicBezTo>
                    <a:cubicBezTo>
                      <a:pt x="3353" y="143"/>
                      <a:pt x="3301" y="104"/>
                      <a:pt x="3237" y="78"/>
                    </a:cubicBezTo>
                    <a:cubicBezTo>
                      <a:pt x="3185" y="52"/>
                      <a:pt x="3134" y="39"/>
                      <a:pt x="3082" y="14"/>
                    </a:cubicBezTo>
                    <a:cubicBezTo>
                      <a:pt x="3018" y="1"/>
                      <a:pt x="2953" y="1"/>
                      <a:pt x="28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13"/>
              <p:cNvSpPr/>
              <p:nvPr/>
            </p:nvSpPr>
            <p:spPr>
              <a:xfrm>
                <a:off x="8156050" y="1082482"/>
                <a:ext cx="273773" cy="131841"/>
              </a:xfrm>
              <a:custGeom>
                <a:avLst/>
                <a:gdLst/>
                <a:ahLst/>
                <a:cxnLst/>
                <a:rect l="l" t="t" r="r" b="b"/>
                <a:pathLst>
                  <a:path w="3663" h="1764" extrusionOk="0">
                    <a:moveTo>
                      <a:pt x="774" y="0"/>
                    </a:moveTo>
                    <a:cubicBezTo>
                      <a:pt x="710" y="0"/>
                      <a:pt x="645" y="0"/>
                      <a:pt x="581" y="13"/>
                    </a:cubicBezTo>
                    <a:cubicBezTo>
                      <a:pt x="529" y="39"/>
                      <a:pt x="478" y="52"/>
                      <a:pt x="426" y="78"/>
                    </a:cubicBezTo>
                    <a:cubicBezTo>
                      <a:pt x="362" y="103"/>
                      <a:pt x="310" y="142"/>
                      <a:pt x="259" y="181"/>
                    </a:cubicBezTo>
                    <a:cubicBezTo>
                      <a:pt x="130" y="310"/>
                      <a:pt x="52" y="477"/>
                      <a:pt x="14" y="658"/>
                    </a:cubicBezTo>
                    <a:cubicBezTo>
                      <a:pt x="1" y="774"/>
                      <a:pt x="14" y="890"/>
                      <a:pt x="52" y="1006"/>
                    </a:cubicBezTo>
                    <a:cubicBezTo>
                      <a:pt x="91" y="1122"/>
                      <a:pt x="156" y="1225"/>
                      <a:pt x="246" y="1303"/>
                    </a:cubicBezTo>
                    <a:cubicBezTo>
                      <a:pt x="364" y="1421"/>
                      <a:pt x="516" y="1478"/>
                      <a:pt x="672" y="1478"/>
                    </a:cubicBezTo>
                    <a:cubicBezTo>
                      <a:pt x="754" y="1478"/>
                      <a:pt x="836" y="1463"/>
                      <a:pt x="916" y="1432"/>
                    </a:cubicBezTo>
                    <a:cubicBezTo>
                      <a:pt x="1032" y="1380"/>
                      <a:pt x="1123" y="1303"/>
                      <a:pt x="1187" y="1200"/>
                    </a:cubicBezTo>
                    <a:cubicBezTo>
                      <a:pt x="1252" y="1096"/>
                      <a:pt x="1277" y="967"/>
                      <a:pt x="1264" y="851"/>
                    </a:cubicBezTo>
                    <a:cubicBezTo>
                      <a:pt x="1252" y="787"/>
                      <a:pt x="1239" y="735"/>
                      <a:pt x="1200" y="684"/>
                    </a:cubicBezTo>
                    <a:cubicBezTo>
                      <a:pt x="1174" y="619"/>
                      <a:pt x="1123" y="581"/>
                      <a:pt x="1071" y="542"/>
                    </a:cubicBezTo>
                    <a:cubicBezTo>
                      <a:pt x="1001" y="498"/>
                      <a:pt x="919" y="472"/>
                      <a:pt x="837" y="472"/>
                    </a:cubicBezTo>
                    <a:cubicBezTo>
                      <a:pt x="799" y="472"/>
                      <a:pt x="760" y="478"/>
                      <a:pt x="723" y="490"/>
                    </a:cubicBezTo>
                    <a:cubicBezTo>
                      <a:pt x="607" y="529"/>
                      <a:pt x="517" y="632"/>
                      <a:pt x="478" y="748"/>
                    </a:cubicBezTo>
                    <a:cubicBezTo>
                      <a:pt x="465" y="813"/>
                      <a:pt x="478" y="877"/>
                      <a:pt x="504" y="942"/>
                    </a:cubicBezTo>
                    <a:cubicBezTo>
                      <a:pt x="517" y="993"/>
                      <a:pt x="555" y="1045"/>
                      <a:pt x="607" y="1083"/>
                    </a:cubicBezTo>
                    <a:cubicBezTo>
                      <a:pt x="658" y="1122"/>
                      <a:pt x="723" y="1135"/>
                      <a:pt x="774" y="1135"/>
                    </a:cubicBezTo>
                    <a:cubicBezTo>
                      <a:pt x="839" y="1135"/>
                      <a:pt x="903" y="1122"/>
                      <a:pt x="955" y="1083"/>
                    </a:cubicBezTo>
                    <a:cubicBezTo>
                      <a:pt x="994" y="1032"/>
                      <a:pt x="1032" y="980"/>
                      <a:pt x="1045" y="929"/>
                    </a:cubicBezTo>
                    <a:cubicBezTo>
                      <a:pt x="1058" y="890"/>
                      <a:pt x="1058" y="851"/>
                      <a:pt x="1045" y="813"/>
                    </a:cubicBezTo>
                    <a:lnTo>
                      <a:pt x="1019" y="813"/>
                    </a:lnTo>
                    <a:cubicBezTo>
                      <a:pt x="1019" y="813"/>
                      <a:pt x="1019" y="813"/>
                      <a:pt x="1019" y="826"/>
                    </a:cubicBezTo>
                    <a:cubicBezTo>
                      <a:pt x="1032" y="903"/>
                      <a:pt x="994" y="980"/>
                      <a:pt x="929" y="1032"/>
                    </a:cubicBezTo>
                    <a:cubicBezTo>
                      <a:pt x="890" y="1064"/>
                      <a:pt x="842" y="1080"/>
                      <a:pt x="794" y="1080"/>
                    </a:cubicBezTo>
                    <a:cubicBezTo>
                      <a:pt x="745" y="1080"/>
                      <a:pt x="697" y="1064"/>
                      <a:pt x="658" y="1032"/>
                    </a:cubicBezTo>
                    <a:cubicBezTo>
                      <a:pt x="581" y="967"/>
                      <a:pt x="555" y="864"/>
                      <a:pt x="568" y="774"/>
                    </a:cubicBezTo>
                    <a:cubicBezTo>
                      <a:pt x="594" y="671"/>
                      <a:pt x="671" y="606"/>
                      <a:pt x="762" y="568"/>
                    </a:cubicBezTo>
                    <a:cubicBezTo>
                      <a:pt x="786" y="561"/>
                      <a:pt x="811" y="558"/>
                      <a:pt x="836" y="558"/>
                    </a:cubicBezTo>
                    <a:cubicBezTo>
                      <a:pt x="905" y="558"/>
                      <a:pt x="976" y="581"/>
                      <a:pt x="1032" y="619"/>
                    </a:cubicBezTo>
                    <a:cubicBezTo>
                      <a:pt x="1110" y="684"/>
                      <a:pt x="1161" y="774"/>
                      <a:pt x="1174" y="864"/>
                    </a:cubicBezTo>
                    <a:cubicBezTo>
                      <a:pt x="1187" y="967"/>
                      <a:pt x="1161" y="1058"/>
                      <a:pt x="1110" y="1148"/>
                    </a:cubicBezTo>
                    <a:cubicBezTo>
                      <a:pt x="1058" y="1225"/>
                      <a:pt x="981" y="1290"/>
                      <a:pt x="890" y="1328"/>
                    </a:cubicBezTo>
                    <a:cubicBezTo>
                      <a:pt x="824" y="1347"/>
                      <a:pt x="751" y="1359"/>
                      <a:pt x="677" y="1359"/>
                    </a:cubicBezTo>
                    <a:cubicBezTo>
                      <a:pt x="649" y="1359"/>
                      <a:pt x="622" y="1358"/>
                      <a:pt x="594" y="1354"/>
                    </a:cubicBezTo>
                    <a:cubicBezTo>
                      <a:pt x="504" y="1328"/>
                      <a:pt x="413" y="1277"/>
                      <a:pt x="349" y="1212"/>
                    </a:cubicBezTo>
                    <a:cubicBezTo>
                      <a:pt x="272" y="1148"/>
                      <a:pt x="220" y="1058"/>
                      <a:pt x="181" y="967"/>
                    </a:cubicBezTo>
                    <a:cubicBezTo>
                      <a:pt x="156" y="877"/>
                      <a:pt x="143" y="774"/>
                      <a:pt x="168" y="671"/>
                    </a:cubicBezTo>
                    <a:cubicBezTo>
                      <a:pt x="181" y="581"/>
                      <a:pt x="220" y="477"/>
                      <a:pt x="272" y="400"/>
                    </a:cubicBezTo>
                    <a:cubicBezTo>
                      <a:pt x="310" y="361"/>
                      <a:pt x="336" y="323"/>
                      <a:pt x="375" y="284"/>
                    </a:cubicBezTo>
                    <a:cubicBezTo>
                      <a:pt x="413" y="258"/>
                      <a:pt x="452" y="232"/>
                      <a:pt x="491" y="207"/>
                    </a:cubicBezTo>
                    <a:cubicBezTo>
                      <a:pt x="542" y="194"/>
                      <a:pt x="581" y="168"/>
                      <a:pt x="633" y="155"/>
                    </a:cubicBezTo>
                    <a:cubicBezTo>
                      <a:pt x="684" y="155"/>
                      <a:pt x="723" y="142"/>
                      <a:pt x="774" y="142"/>
                    </a:cubicBezTo>
                    <a:cubicBezTo>
                      <a:pt x="878" y="142"/>
                      <a:pt x="981" y="168"/>
                      <a:pt x="1071" y="207"/>
                    </a:cubicBezTo>
                    <a:cubicBezTo>
                      <a:pt x="1252" y="284"/>
                      <a:pt x="1419" y="426"/>
                      <a:pt x="1522" y="606"/>
                    </a:cubicBezTo>
                    <a:cubicBezTo>
                      <a:pt x="1651" y="774"/>
                      <a:pt x="1742" y="967"/>
                      <a:pt x="1870" y="1161"/>
                    </a:cubicBezTo>
                    <a:cubicBezTo>
                      <a:pt x="1922" y="1251"/>
                      <a:pt x="1999" y="1354"/>
                      <a:pt x="2077" y="1432"/>
                    </a:cubicBezTo>
                    <a:cubicBezTo>
                      <a:pt x="2154" y="1522"/>
                      <a:pt x="2257" y="1586"/>
                      <a:pt x="2360" y="1638"/>
                    </a:cubicBezTo>
                    <a:cubicBezTo>
                      <a:pt x="2464" y="1702"/>
                      <a:pt x="2580" y="1728"/>
                      <a:pt x="2696" y="1754"/>
                    </a:cubicBezTo>
                    <a:cubicBezTo>
                      <a:pt x="2754" y="1760"/>
                      <a:pt x="2812" y="1764"/>
                      <a:pt x="2870" y="1764"/>
                    </a:cubicBezTo>
                    <a:cubicBezTo>
                      <a:pt x="2928" y="1764"/>
                      <a:pt x="2986" y="1760"/>
                      <a:pt x="3044" y="1754"/>
                    </a:cubicBezTo>
                    <a:cubicBezTo>
                      <a:pt x="3108" y="1741"/>
                      <a:pt x="3160" y="1728"/>
                      <a:pt x="3224" y="1702"/>
                    </a:cubicBezTo>
                    <a:cubicBezTo>
                      <a:pt x="3276" y="1677"/>
                      <a:pt x="3328" y="1638"/>
                      <a:pt x="3379" y="1612"/>
                    </a:cubicBezTo>
                    <a:cubicBezTo>
                      <a:pt x="3431" y="1573"/>
                      <a:pt x="3482" y="1535"/>
                      <a:pt x="3521" y="1483"/>
                    </a:cubicBezTo>
                    <a:cubicBezTo>
                      <a:pt x="3534" y="1457"/>
                      <a:pt x="3560" y="1432"/>
                      <a:pt x="3573" y="1406"/>
                    </a:cubicBezTo>
                    <a:cubicBezTo>
                      <a:pt x="3585" y="1380"/>
                      <a:pt x="3598" y="1367"/>
                      <a:pt x="3611" y="1328"/>
                    </a:cubicBezTo>
                    <a:cubicBezTo>
                      <a:pt x="3650" y="1212"/>
                      <a:pt x="3663" y="1083"/>
                      <a:pt x="3624" y="967"/>
                    </a:cubicBezTo>
                    <a:cubicBezTo>
                      <a:pt x="3598" y="838"/>
                      <a:pt x="3534" y="735"/>
                      <a:pt x="3444" y="645"/>
                    </a:cubicBezTo>
                    <a:cubicBezTo>
                      <a:pt x="3392" y="606"/>
                      <a:pt x="3340" y="581"/>
                      <a:pt x="3276" y="555"/>
                    </a:cubicBezTo>
                    <a:cubicBezTo>
                      <a:pt x="3250" y="548"/>
                      <a:pt x="3221" y="545"/>
                      <a:pt x="3191" y="545"/>
                    </a:cubicBezTo>
                    <a:cubicBezTo>
                      <a:pt x="3160" y="545"/>
                      <a:pt x="3128" y="548"/>
                      <a:pt x="3095" y="555"/>
                    </a:cubicBezTo>
                    <a:cubicBezTo>
                      <a:pt x="3031" y="555"/>
                      <a:pt x="2967" y="581"/>
                      <a:pt x="2915" y="632"/>
                    </a:cubicBezTo>
                    <a:cubicBezTo>
                      <a:pt x="2876" y="671"/>
                      <a:pt x="2838" y="722"/>
                      <a:pt x="2812" y="787"/>
                    </a:cubicBezTo>
                    <a:cubicBezTo>
                      <a:pt x="2799" y="851"/>
                      <a:pt x="2799" y="916"/>
                      <a:pt x="2812" y="967"/>
                    </a:cubicBezTo>
                    <a:cubicBezTo>
                      <a:pt x="2825" y="1006"/>
                      <a:pt x="2838" y="1032"/>
                      <a:pt x="2850" y="1058"/>
                    </a:cubicBezTo>
                    <a:cubicBezTo>
                      <a:pt x="2876" y="1083"/>
                      <a:pt x="2902" y="1109"/>
                      <a:pt x="2928" y="1122"/>
                    </a:cubicBezTo>
                    <a:cubicBezTo>
                      <a:pt x="2967" y="1151"/>
                      <a:pt x="3012" y="1166"/>
                      <a:pt x="3055" y="1166"/>
                    </a:cubicBezTo>
                    <a:cubicBezTo>
                      <a:pt x="3069" y="1166"/>
                      <a:pt x="3083" y="1164"/>
                      <a:pt x="3095" y="1161"/>
                    </a:cubicBezTo>
                    <a:cubicBezTo>
                      <a:pt x="3160" y="1161"/>
                      <a:pt x="3224" y="1135"/>
                      <a:pt x="3263" y="1083"/>
                    </a:cubicBezTo>
                    <a:lnTo>
                      <a:pt x="3224" y="1058"/>
                    </a:lnTo>
                    <a:cubicBezTo>
                      <a:pt x="3189" y="1093"/>
                      <a:pt x="3138" y="1113"/>
                      <a:pt x="3086" y="1113"/>
                    </a:cubicBezTo>
                    <a:cubicBezTo>
                      <a:pt x="3044" y="1113"/>
                      <a:pt x="3001" y="1100"/>
                      <a:pt x="2967" y="1071"/>
                    </a:cubicBezTo>
                    <a:cubicBezTo>
                      <a:pt x="2889" y="1006"/>
                      <a:pt x="2863" y="903"/>
                      <a:pt x="2902" y="813"/>
                    </a:cubicBezTo>
                    <a:cubicBezTo>
                      <a:pt x="2915" y="774"/>
                      <a:pt x="2954" y="735"/>
                      <a:pt x="2979" y="710"/>
                    </a:cubicBezTo>
                    <a:cubicBezTo>
                      <a:pt x="3018" y="684"/>
                      <a:pt x="3070" y="658"/>
                      <a:pt x="3108" y="658"/>
                    </a:cubicBezTo>
                    <a:cubicBezTo>
                      <a:pt x="3122" y="656"/>
                      <a:pt x="3135" y="655"/>
                      <a:pt x="3148" y="655"/>
                    </a:cubicBezTo>
                    <a:cubicBezTo>
                      <a:pt x="3234" y="655"/>
                      <a:pt x="3310" y="692"/>
                      <a:pt x="3366" y="748"/>
                    </a:cubicBezTo>
                    <a:cubicBezTo>
                      <a:pt x="3444" y="813"/>
                      <a:pt x="3482" y="903"/>
                      <a:pt x="3508" y="993"/>
                    </a:cubicBezTo>
                    <a:cubicBezTo>
                      <a:pt x="3521" y="1083"/>
                      <a:pt x="3508" y="1187"/>
                      <a:pt x="3469" y="1264"/>
                    </a:cubicBezTo>
                    <a:cubicBezTo>
                      <a:pt x="3457" y="1290"/>
                      <a:pt x="3444" y="1316"/>
                      <a:pt x="3431" y="1328"/>
                    </a:cubicBezTo>
                    <a:cubicBezTo>
                      <a:pt x="3418" y="1354"/>
                      <a:pt x="3405" y="1380"/>
                      <a:pt x="3392" y="1393"/>
                    </a:cubicBezTo>
                    <a:cubicBezTo>
                      <a:pt x="3353" y="1432"/>
                      <a:pt x="3328" y="1457"/>
                      <a:pt x="3276" y="1483"/>
                    </a:cubicBezTo>
                    <a:cubicBezTo>
                      <a:pt x="3237" y="1509"/>
                      <a:pt x="3199" y="1535"/>
                      <a:pt x="3147" y="1561"/>
                    </a:cubicBezTo>
                    <a:cubicBezTo>
                      <a:pt x="3108" y="1573"/>
                      <a:pt x="3057" y="1586"/>
                      <a:pt x="3005" y="1599"/>
                    </a:cubicBezTo>
                    <a:cubicBezTo>
                      <a:pt x="2960" y="1606"/>
                      <a:pt x="2912" y="1609"/>
                      <a:pt x="2862" y="1609"/>
                    </a:cubicBezTo>
                    <a:cubicBezTo>
                      <a:pt x="2812" y="1609"/>
                      <a:pt x="2760" y="1606"/>
                      <a:pt x="2709" y="1599"/>
                    </a:cubicBezTo>
                    <a:cubicBezTo>
                      <a:pt x="2605" y="1586"/>
                      <a:pt x="2515" y="1548"/>
                      <a:pt x="2425" y="1509"/>
                    </a:cubicBezTo>
                    <a:cubicBezTo>
                      <a:pt x="2335" y="1457"/>
                      <a:pt x="2257" y="1393"/>
                      <a:pt x="2180" y="1328"/>
                    </a:cubicBezTo>
                    <a:cubicBezTo>
                      <a:pt x="2103" y="1251"/>
                      <a:pt x="2051" y="1161"/>
                      <a:pt x="1987" y="1071"/>
                    </a:cubicBezTo>
                    <a:cubicBezTo>
                      <a:pt x="1870" y="890"/>
                      <a:pt x="1767" y="697"/>
                      <a:pt x="1638" y="516"/>
                    </a:cubicBezTo>
                    <a:cubicBezTo>
                      <a:pt x="1574" y="413"/>
                      <a:pt x="1497" y="336"/>
                      <a:pt x="1419" y="258"/>
                    </a:cubicBezTo>
                    <a:cubicBezTo>
                      <a:pt x="1329" y="181"/>
                      <a:pt x="1226" y="116"/>
                      <a:pt x="1123" y="65"/>
                    </a:cubicBezTo>
                    <a:cubicBezTo>
                      <a:pt x="1007" y="26"/>
                      <a:pt x="890" y="0"/>
                      <a:pt x="7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8" name="Google Shape;1498;p13"/>
            <p:cNvGrpSpPr/>
            <p:nvPr/>
          </p:nvGrpSpPr>
          <p:grpSpPr>
            <a:xfrm>
              <a:off x="989955" y="1149073"/>
              <a:ext cx="7163972" cy="64150"/>
              <a:chOff x="1299890" y="844622"/>
              <a:chExt cx="6544233" cy="64143"/>
            </a:xfrm>
          </p:grpSpPr>
          <p:grpSp>
            <p:nvGrpSpPr>
              <p:cNvPr id="1499" name="Google Shape;1499;p13"/>
              <p:cNvGrpSpPr/>
              <p:nvPr/>
            </p:nvGrpSpPr>
            <p:grpSpPr>
              <a:xfrm>
                <a:off x="4528885" y="844622"/>
                <a:ext cx="3315238" cy="64143"/>
                <a:chOff x="896765" y="648922"/>
                <a:chExt cx="3315238" cy="64143"/>
              </a:xfrm>
            </p:grpSpPr>
            <p:sp>
              <p:nvSpPr>
                <p:cNvPr id="1500" name="Google Shape;1500;p13"/>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13"/>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13"/>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13"/>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13"/>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13"/>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13"/>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13"/>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13"/>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13"/>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13"/>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13"/>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13"/>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13"/>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13"/>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13"/>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13"/>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13"/>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13"/>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13"/>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13"/>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13"/>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13"/>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13"/>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13"/>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13"/>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13"/>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13"/>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13"/>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13"/>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13"/>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13"/>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13"/>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3" name="Google Shape;1533;p13"/>
              <p:cNvGrpSpPr/>
              <p:nvPr/>
            </p:nvGrpSpPr>
            <p:grpSpPr>
              <a:xfrm>
                <a:off x="1299890" y="844622"/>
                <a:ext cx="3315238" cy="64143"/>
                <a:chOff x="896765" y="648922"/>
                <a:chExt cx="3315238" cy="64143"/>
              </a:xfrm>
            </p:grpSpPr>
            <p:sp>
              <p:nvSpPr>
                <p:cNvPr id="1534" name="Google Shape;1534;p13"/>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13"/>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13"/>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13"/>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13"/>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13"/>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13"/>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13"/>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13"/>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13"/>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13"/>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13"/>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13"/>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13"/>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13"/>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13"/>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13"/>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13"/>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13"/>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13"/>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13"/>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13"/>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13"/>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13"/>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13"/>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13"/>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13"/>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13"/>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13"/>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13"/>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13"/>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13"/>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13"/>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pic>
        <p:nvPicPr>
          <p:cNvPr id="1567" name="Google Shape;1567;p13"/>
          <p:cNvPicPr preferRelativeResize="0"/>
          <p:nvPr/>
        </p:nvPicPr>
        <p:blipFill>
          <a:blip r:embed="rId4">
            <a:alphaModFix/>
          </a:blip>
          <a:stretch>
            <a:fillRect/>
          </a:stretch>
        </p:blipFill>
        <p:spPr>
          <a:xfrm>
            <a:off x="-329017" y="-159050"/>
            <a:ext cx="1597433" cy="119804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t of contents 1">
  <p:cSld name="CUSTOM_13">
    <p:bg>
      <p:bgPr>
        <a:blipFill>
          <a:blip r:embed="rId2">
            <a:alphaModFix/>
          </a:blip>
          <a:stretch>
            <a:fillRect/>
          </a:stretch>
        </a:blipFill>
        <a:effectLst/>
      </p:bgPr>
    </p:bg>
    <p:spTree>
      <p:nvGrpSpPr>
        <p:cNvPr id="1" name="Shape 1568"/>
        <p:cNvGrpSpPr/>
        <p:nvPr/>
      </p:nvGrpSpPr>
      <p:grpSpPr>
        <a:xfrm>
          <a:off x="0" y="0"/>
          <a:ext cx="0" cy="0"/>
          <a:chOff x="0" y="0"/>
          <a:chExt cx="0" cy="0"/>
        </a:xfrm>
      </p:grpSpPr>
      <p:pic>
        <p:nvPicPr>
          <p:cNvPr id="1569" name="Google Shape;1569;p14"/>
          <p:cNvPicPr preferRelativeResize="0"/>
          <p:nvPr/>
        </p:nvPicPr>
        <p:blipFill rotWithShape="1">
          <a:blip r:embed="rId3">
            <a:alphaModFix/>
          </a:blip>
          <a:srcRect t="7798" b="7806"/>
          <a:stretch/>
        </p:blipFill>
        <p:spPr>
          <a:xfrm>
            <a:off x="0" y="0"/>
            <a:ext cx="9144003" cy="5143501"/>
          </a:xfrm>
          <a:prstGeom prst="rect">
            <a:avLst/>
          </a:prstGeom>
          <a:noFill/>
          <a:ln>
            <a:noFill/>
          </a:ln>
        </p:spPr>
      </p:pic>
      <p:pic>
        <p:nvPicPr>
          <p:cNvPr id="1570" name="Google Shape;1570;p14"/>
          <p:cNvPicPr preferRelativeResize="0"/>
          <p:nvPr/>
        </p:nvPicPr>
        <p:blipFill>
          <a:blip r:embed="rId4">
            <a:alphaModFix/>
          </a:blip>
          <a:stretch>
            <a:fillRect/>
          </a:stretch>
        </p:blipFill>
        <p:spPr>
          <a:xfrm>
            <a:off x="1228900" y="-45475"/>
            <a:ext cx="6858000" cy="5143500"/>
          </a:xfrm>
          <a:prstGeom prst="rect">
            <a:avLst/>
          </a:prstGeom>
          <a:noFill/>
          <a:ln>
            <a:noFill/>
          </a:ln>
        </p:spPr>
      </p:pic>
      <p:sp>
        <p:nvSpPr>
          <p:cNvPr id="1571" name="Google Shape;1571;p14">
            <a:hlinkClick r:id="rId5" action="ppaction://hlinksldjump"/>
          </p:cNvPr>
          <p:cNvSpPr txBox="1">
            <a:spLocks noGrp="1"/>
          </p:cNvSpPr>
          <p:nvPr>
            <p:ph type="title" hasCustomPrompt="1"/>
          </p:nvPr>
        </p:nvSpPr>
        <p:spPr>
          <a:xfrm flipH="1">
            <a:off x="1503700" y="1505160"/>
            <a:ext cx="929100" cy="545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500" b="1"/>
            </a:lvl1pPr>
            <a:lvl2pPr lvl="1" algn="r" rtl="0">
              <a:spcBef>
                <a:spcPts val="0"/>
              </a:spcBef>
              <a:spcAft>
                <a:spcPts val="0"/>
              </a:spcAft>
              <a:buSzPts val="2500"/>
              <a:buNone/>
              <a:defRPr sz="2500"/>
            </a:lvl2pPr>
            <a:lvl3pPr lvl="2" algn="r" rtl="0">
              <a:spcBef>
                <a:spcPts val="0"/>
              </a:spcBef>
              <a:spcAft>
                <a:spcPts val="0"/>
              </a:spcAft>
              <a:buSzPts val="2500"/>
              <a:buNone/>
              <a:defRPr sz="2500"/>
            </a:lvl3pPr>
            <a:lvl4pPr lvl="3" algn="r" rtl="0">
              <a:spcBef>
                <a:spcPts val="0"/>
              </a:spcBef>
              <a:spcAft>
                <a:spcPts val="0"/>
              </a:spcAft>
              <a:buSzPts val="2500"/>
              <a:buNone/>
              <a:defRPr sz="2500"/>
            </a:lvl4pPr>
            <a:lvl5pPr lvl="4" algn="r" rtl="0">
              <a:spcBef>
                <a:spcPts val="0"/>
              </a:spcBef>
              <a:spcAft>
                <a:spcPts val="0"/>
              </a:spcAft>
              <a:buSzPts val="2500"/>
              <a:buNone/>
              <a:defRPr sz="2500"/>
            </a:lvl5pPr>
            <a:lvl6pPr lvl="5" algn="r" rtl="0">
              <a:spcBef>
                <a:spcPts val="0"/>
              </a:spcBef>
              <a:spcAft>
                <a:spcPts val="0"/>
              </a:spcAft>
              <a:buSzPts val="2500"/>
              <a:buNone/>
              <a:defRPr sz="2500"/>
            </a:lvl6pPr>
            <a:lvl7pPr lvl="6" algn="r" rtl="0">
              <a:spcBef>
                <a:spcPts val="0"/>
              </a:spcBef>
              <a:spcAft>
                <a:spcPts val="0"/>
              </a:spcAft>
              <a:buSzPts val="2500"/>
              <a:buNone/>
              <a:defRPr sz="2500"/>
            </a:lvl7pPr>
            <a:lvl8pPr lvl="7" algn="r" rtl="0">
              <a:spcBef>
                <a:spcPts val="0"/>
              </a:spcBef>
              <a:spcAft>
                <a:spcPts val="0"/>
              </a:spcAft>
              <a:buSzPts val="2500"/>
              <a:buNone/>
              <a:defRPr sz="2500"/>
            </a:lvl8pPr>
            <a:lvl9pPr lvl="8" algn="r" rtl="0">
              <a:spcBef>
                <a:spcPts val="0"/>
              </a:spcBef>
              <a:spcAft>
                <a:spcPts val="0"/>
              </a:spcAft>
              <a:buSzPts val="2500"/>
              <a:buNone/>
              <a:defRPr sz="2500"/>
            </a:lvl9pPr>
          </a:lstStyle>
          <a:p>
            <a:r>
              <a:t>xx%</a:t>
            </a:r>
          </a:p>
        </p:txBody>
      </p:sp>
      <p:sp>
        <p:nvSpPr>
          <p:cNvPr id="1572" name="Google Shape;1572;p14"/>
          <p:cNvSpPr txBox="1">
            <a:spLocks noGrp="1"/>
          </p:cNvSpPr>
          <p:nvPr>
            <p:ph type="subTitle" idx="1"/>
          </p:nvPr>
        </p:nvSpPr>
        <p:spPr>
          <a:xfrm>
            <a:off x="751900" y="2428700"/>
            <a:ext cx="2432700" cy="545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None/>
              <a:defRPr/>
            </a:lvl1pPr>
            <a:lvl2pPr lvl="1" algn="r" rtl="0">
              <a:spcBef>
                <a:spcPts val="0"/>
              </a:spcBef>
              <a:spcAft>
                <a:spcPts val="0"/>
              </a:spcAft>
              <a:buClr>
                <a:schemeClr val="dk1"/>
              </a:buClr>
              <a:buSzPts val="1400"/>
              <a:buNone/>
              <a:defRPr>
                <a:solidFill>
                  <a:schemeClr val="dk1"/>
                </a:solidFill>
              </a:defRPr>
            </a:lvl2pPr>
            <a:lvl3pPr lvl="2" algn="r" rtl="0">
              <a:spcBef>
                <a:spcPts val="0"/>
              </a:spcBef>
              <a:spcAft>
                <a:spcPts val="0"/>
              </a:spcAft>
              <a:buClr>
                <a:schemeClr val="dk1"/>
              </a:buClr>
              <a:buSzPts val="1400"/>
              <a:buNone/>
              <a:defRPr>
                <a:solidFill>
                  <a:schemeClr val="dk1"/>
                </a:solidFill>
              </a:defRPr>
            </a:lvl3pPr>
            <a:lvl4pPr lvl="3" algn="r" rtl="0">
              <a:spcBef>
                <a:spcPts val="0"/>
              </a:spcBef>
              <a:spcAft>
                <a:spcPts val="0"/>
              </a:spcAft>
              <a:buClr>
                <a:schemeClr val="dk1"/>
              </a:buClr>
              <a:buSzPts val="1400"/>
              <a:buNone/>
              <a:defRPr>
                <a:solidFill>
                  <a:schemeClr val="dk1"/>
                </a:solidFill>
              </a:defRPr>
            </a:lvl4pPr>
            <a:lvl5pPr lvl="4" algn="r" rtl="0">
              <a:spcBef>
                <a:spcPts val="0"/>
              </a:spcBef>
              <a:spcAft>
                <a:spcPts val="0"/>
              </a:spcAft>
              <a:buClr>
                <a:schemeClr val="dk1"/>
              </a:buClr>
              <a:buSzPts val="1400"/>
              <a:buNone/>
              <a:defRPr>
                <a:solidFill>
                  <a:schemeClr val="dk1"/>
                </a:solidFill>
              </a:defRPr>
            </a:lvl5pPr>
            <a:lvl6pPr lvl="5" algn="r" rtl="0">
              <a:spcBef>
                <a:spcPts val="0"/>
              </a:spcBef>
              <a:spcAft>
                <a:spcPts val="0"/>
              </a:spcAft>
              <a:buClr>
                <a:schemeClr val="dk1"/>
              </a:buClr>
              <a:buSzPts val="1400"/>
              <a:buNone/>
              <a:defRPr>
                <a:solidFill>
                  <a:schemeClr val="dk1"/>
                </a:solidFill>
              </a:defRPr>
            </a:lvl6pPr>
            <a:lvl7pPr lvl="6" algn="r" rtl="0">
              <a:spcBef>
                <a:spcPts val="0"/>
              </a:spcBef>
              <a:spcAft>
                <a:spcPts val="0"/>
              </a:spcAft>
              <a:buClr>
                <a:schemeClr val="dk1"/>
              </a:buClr>
              <a:buSzPts val="1400"/>
              <a:buNone/>
              <a:defRPr>
                <a:solidFill>
                  <a:schemeClr val="dk1"/>
                </a:solidFill>
              </a:defRPr>
            </a:lvl7pPr>
            <a:lvl8pPr lvl="7" algn="r" rtl="0">
              <a:spcBef>
                <a:spcPts val="0"/>
              </a:spcBef>
              <a:spcAft>
                <a:spcPts val="0"/>
              </a:spcAft>
              <a:buClr>
                <a:schemeClr val="dk1"/>
              </a:buClr>
              <a:buSzPts val="1400"/>
              <a:buNone/>
              <a:defRPr>
                <a:solidFill>
                  <a:schemeClr val="dk1"/>
                </a:solidFill>
              </a:defRPr>
            </a:lvl8pPr>
            <a:lvl9pPr lvl="8" algn="r" rtl="0">
              <a:spcBef>
                <a:spcPts val="0"/>
              </a:spcBef>
              <a:spcAft>
                <a:spcPts val="0"/>
              </a:spcAft>
              <a:buClr>
                <a:schemeClr val="dk1"/>
              </a:buClr>
              <a:buSzPts val="1400"/>
              <a:buNone/>
              <a:defRPr>
                <a:solidFill>
                  <a:schemeClr val="dk1"/>
                </a:solidFill>
              </a:defRPr>
            </a:lvl9pPr>
          </a:lstStyle>
          <a:p>
            <a:endParaRPr/>
          </a:p>
        </p:txBody>
      </p:sp>
      <p:sp>
        <p:nvSpPr>
          <p:cNvPr id="1573" name="Google Shape;1573;p14">
            <a:hlinkClick r:id="rId5" action="ppaction://hlinksldjump"/>
          </p:cNvPr>
          <p:cNvSpPr txBox="1">
            <a:spLocks noGrp="1"/>
          </p:cNvSpPr>
          <p:nvPr>
            <p:ph type="subTitle" idx="2"/>
          </p:nvPr>
        </p:nvSpPr>
        <p:spPr>
          <a:xfrm>
            <a:off x="751900" y="2062625"/>
            <a:ext cx="2432700" cy="338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2000"/>
              <a:buNone/>
              <a:defRPr sz="2000" b="1">
                <a:latin typeface="Fondamento"/>
                <a:ea typeface="Fondamento"/>
                <a:cs typeface="Fondamento"/>
                <a:sym typeface="Fondamento"/>
              </a:defRPr>
            </a:lvl1pPr>
            <a:lvl2pPr lvl="1" algn="r" rtl="0">
              <a:spcBef>
                <a:spcPts val="0"/>
              </a:spcBef>
              <a:spcAft>
                <a:spcPts val="0"/>
              </a:spcAft>
              <a:buClr>
                <a:schemeClr val="dk1"/>
              </a:buClr>
              <a:buSzPts val="2000"/>
              <a:buNone/>
              <a:defRPr sz="2000">
                <a:solidFill>
                  <a:schemeClr val="dk1"/>
                </a:solidFill>
              </a:defRPr>
            </a:lvl2pPr>
            <a:lvl3pPr lvl="2" algn="r" rtl="0">
              <a:spcBef>
                <a:spcPts val="0"/>
              </a:spcBef>
              <a:spcAft>
                <a:spcPts val="0"/>
              </a:spcAft>
              <a:buClr>
                <a:schemeClr val="dk1"/>
              </a:buClr>
              <a:buSzPts val="2000"/>
              <a:buNone/>
              <a:defRPr sz="2000">
                <a:solidFill>
                  <a:schemeClr val="dk1"/>
                </a:solidFill>
              </a:defRPr>
            </a:lvl3pPr>
            <a:lvl4pPr lvl="3" algn="r" rtl="0">
              <a:spcBef>
                <a:spcPts val="0"/>
              </a:spcBef>
              <a:spcAft>
                <a:spcPts val="0"/>
              </a:spcAft>
              <a:buClr>
                <a:schemeClr val="dk1"/>
              </a:buClr>
              <a:buSzPts val="2000"/>
              <a:buNone/>
              <a:defRPr sz="2000">
                <a:solidFill>
                  <a:schemeClr val="dk1"/>
                </a:solidFill>
              </a:defRPr>
            </a:lvl4pPr>
            <a:lvl5pPr lvl="4" algn="r" rtl="0">
              <a:spcBef>
                <a:spcPts val="0"/>
              </a:spcBef>
              <a:spcAft>
                <a:spcPts val="0"/>
              </a:spcAft>
              <a:buClr>
                <a:schemeClr val="dk1"/>
              </a:buClr>
              <a:buSzPts val="2000"/>
              <a:buNone/>
              <a:defRPr sz="2000">
                <a:solidFill>
                  <a:schemeClr val="dk1"/>
                </a:solidFill>
              </a:defRPr>
            </a:lvl5pPr>
            <a:lvl6pPr lvl="5" algn="r" rtl="0">
              <a:spcBef>
                <a:spcPts val="0"/>
              </a:spcBef>
              <a:spcAft>
                <a:spcPts val="0"/>
              </a:spcAft>
              <a:buClr>
                <a:schemeClr val="dk1"/>
              </a:buClr>
              <a:buSzPts val="2000"/>
              <a:buNone/>
              <a:defRPr sz="2000">
                <a:solidFill>
                  <a:schemeClr val="dk1"/>
                </a:solidFill>
              </a:defRPr>
            </a:lvl6pPr>
            <a:lvl7pPr lvl="6" algn="r" rtl="0">
              <a:spcBef>
                <a:spcPts val="0"/>
              </a:spcBef>
              <a:spcAft>
                <a:spcPts val="0"/>
              </a:spcAft>
              <a:buClr>
                <a:schemeClr val="dk1"/>
              </a:buClr>
              <a:buSzPts val="2000"/>
              <a:buNone/>
              <a:defRPr sz="2000">
                <a:solidFill>
                  <a:schemeClr val="dk1"/>
                </a:solidFill>
              </a:defRPr>
            </a:lvl7pPr>
            <a:lvl8pPr lvl="7" algn="r" rtl="0">
              <a:spcBef>
                <a:spcPts val="0"/>
              </a:spcBef>
              <a:spcAft>
                <a:spcPts val="0"/>
              </a:spcAft>
              <a:buClr>
                <a:schemeClr val="dk1"/>
              </a:buClr>
              <a:buSzPts val="2000"/>
              <a:buNone/>
              <a:defRPr sz="2000">
                <a:solidFill>
                  <a:schemeClr val="dk1"/>
                </a:solidFill>
              </a:defRPr>
            </a:lvl8pPr>
            <a:lvl9pPr lvl="8" algn="r" rtl="0">
              <a:spcBef>
                <a:spcPts val="0"/>
              </a:spcBef>
              <a:spcAft>
                <a:spcPts val="0"/>
              </a:spcAft>
              <a:buClr>
                <a:schemeClr val="dk1"/>
              </a:buClr>
              <a:buSzPts val="2000"/>
              <a:buNone/>
              <a:defRPr sz="2000">
                <a:solidFill>
                  <a:schemeClr val="dk1"/>
                </a:solidFill>
              </a:defRPr>
            </a:lvl9pPr>
          </a:lstStyle>
          <a:p>
            <a:endParaRPr/>
          </a:p>
        </p:txBody>
      </p:sp>
      <p:sp>
        <p:nvSpPr>
          <p:cNvPr id="1574" name="Google Shape;1574;p14">
            <a:hlinkClick r:id="" action="ppaction://noaction"/>
          </p:cNvPr>
          <p:cNvSpPr txBox="1">
            <a:spLocks noGrp="1"/>
          </p:cNvSpPr>
          <p:nvPr>
            <p:ph type="title" idx="3" hasCustomPrompt="1"/>
          </p:nvPr>
        </p:nvSpPr>
        <p:spPr>
          <a:xfrm flipH="1">
            <a:off x="6711200" y="1505160"/>
            <a:ext cx="929100" cy="545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500" b="1"/>
            </a:lvl1pPr>
            <a:lvl2pPr lvl="1" algn="r" rtl="0">
              <a:spcBef>
                <a:spcPts val="0"/>
              </a:spcBef>
              <a:spcAft>
                <a:spcPts val="0"/>
              </a:spcAft>
              <a:buSzPts val="2500"/>
              <a:buNone/>
              <a:defRPr sz="2500"/>
            </a:lvl2pPr>
            <a:lvl3pPr lvl="2" algn="r" rtl="0">
              <a:spcBef>
                <a:spcPts val="0"/>
              </a:spcBef>
              <a:spcAft>
                <a:spcPts val="0"/>
              </a:spcAft>
              <a:buSzPts val="2500"/>
              <a:buNone/>
              <a:defRPr sz="2500"/>
            </a:lvl3pPr>
            <a:lvl4pPr lvl="3" algn="r" rtl="0">
              <a:spcBef>
                <a:spcPts val="0"/>
              </a:spcBef>
              <a:spcAft>
                <a:spcPts val="0"/>
              </a:spcAft>
              <a:buSzPts val="2500"/>
              <a:buNone/>
              <a:defRPr sz="2500"/>
            </a:lvl4pPr>
            <a:lvl5pPr lvl="4" algn="r" rtl="0">
              <a:spcBef>
                <a:spcPts val="0"/>
              </a:spcBef>
              <a:spcAft>
                <a:spcPts val="0"/>
              </a:spcAft>
              <a:buSzPts val="2500"/>
              <a:buNone/>
              <a:defRPr sz="2500"/>
            </a:lvl5pPr>
            <a:lvl6pPr lvl="5" algn="r" rtl="0">
              <a:spcBef>
                <a:spcPts val="0"/>
              </a:spcBef>
              <a:spcAft>
                <a:spcPts val="0"/>
              </a:spcAft>
              <a:buSzPts val="2500"/>
              <a:buNone/>
              <a:defRPr sz="2500"/>
            </a:lvl6pPr>
            <a:lvl7pPr lvl="6" algn="r" rtl="0">
              <a:spcBef>
                <a:spcPts val="0"/>
              </a:spcBef>
              <a:spcAft>
                <a:spcPts val="0"/>
              </a:spcAft>
              <a:buSzPts val="2500"/>
              <a:buNone/>
              <a:defRPr sz="2500"/>
            </a:lvl7pPr>
            <a:lvl8pPr lvl="7" algn="r" rtl="0">
              <a:spcBef>
                <a:spcPts val="0"/>
              </a:spcBef>
              <a:spcAft>
                <a:spcPts val="0"/>
              </a:spcAft>
              <a:buSzPts val="2500"/>
              <a:buNone/>
              <a:defRPr sz="2500"/>
            </a:lvl8pPr>
            <a:lvl9pPr lvl="8" algn="r" rtl="0">
              <a:spcBef>
                <a:spcPts val="0"/>
              </a:spcBef>
              <a:spcAft>
                <a:spcPts val="0"/>
              </a:spcAft>
              <a:buSzPts val="2500"/>
              <a:buNone/>
              <a:defRPr sz="2500"/>
            </a:lvl9pPr>
          </a:lstStyle>
          <a:p>
            <a:r>
              <a:t>xx%</a:t>
            </a:r>
          </a:p>
        </p:txBody>
      </p:sp>
      <p:sp>
        <p:nvSpPr>
          <p:cNvPr id="1575" name="Google Shape;1575;p14"/>
          <p:cNvSpPr txBox="1">
            <a:spLocks noGrp="1"/>
          </p:cNvSpPr>
          <p:nvPr>
            <p:ph type="subTitle" idx="4"/>
          </p:nvPr>
        </p:nvSpPr>
        <p:spPr>
          <a:xfrm>
            <a:off x="5959400" y="2428450"/>
            <a:ext cx="2432700" cy="545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None/>
              <a:defRPr/>
            </a:lvl1pPr>
            <a:lvl2pPr lvl="1" algn="r" rtl="0">
              <a:spcBef>
                <a:spcPts val="0"/>
              </a:spcBef>
              <a:spcAft>
                <a:spcPts val="0"/>
              </a:spcAft>
              <a:buClr>
                <a:schemeClr val="dk1"/>
              </a:buClr>
              <a:buSzPts val="1400"/>
              <a:buNone/>
              <a:defRPr>
                <a:solidFill>
                  <a:schemeClr val="dk1"/>
                </a:solidFill>
              </a:defRPr>
            </a:lvl2pPr>
            <a:lvl3pPr lvl="2" algn="r" rtl="0">
              <a:spcBef>
                <a:spcPts val="0"/>
              </a:spcBef>
              <a:spcAft>
                <a:spcPts val="0"/>
              </a:spcAft>
              <a:buClr>
                <a:schemeClr val="dk1"/>
              </a:buClr>
              <a:buSzPts val="1400"/>
              <a:buNone/>
              <a:defRPr>
                <a:solidFill>
                  <a:schemeClr val="dk1"/>
                </a:solidFill>
              </a:defRPr>
            </a:lvl3pPr>
            <a:lvl4pPr lvl="3" algn="r" rtl="0">
              <a:spcBef>
                <a:spcPts val="0"/>
              </a:spcBef>
              <a:spcAft>
                <a:spcPts val="0"/>
              </a:spcAft>
              <a:buClr>
                <a:schemeClr val="dk1"/>
              </a:buClr>
              <a:buSzPts val="1400"/>
              <a:buNone/>
              <a:defRPr>
                <a:solidFill>
                  <a:schemeClr val="dk1"/>
                </a:solidFill>
              </a:defRPr>
            </a:lvl4pPr>
            <a:lvl5pPr lvl="4" algn="r" rtl="0">
              <a:spcBef>
                <a:spcPts val="0"/>
              </a:spcBef>
              <a:spcAft>
                <a:spcPts val="0"/>
              </a:spcAft>
              <a:buClr>
                <a:schemeClr val="dk1"/>
              </a:buClr>
              <a:buSzPts val="1400"/>
              <a:buNone/>
              <a:defRPr>
                <a:solidFill>
                  <a:schemeClr val="dk1"/>
                </a:solidFill>
              </a:defRPr>
            </a:lvl5pPr>
            <a:lvl6pPr lvl="5" algn="r" rtl="0">
              <a:spcBef>
                <a:spcPts val="0"/>
              </a:spcBef>
              <a:spcAft>
                <a:spcPts val="0"/>
              </a:spcAft>
              <a:buClr>
                <a:schemeClr val="dk1"/>
              </a:buClr>
              <a:buSzPts val="1400"/>
              <a:buNone/>
              <a:defRPr>
                <a:solidFill>
                  <a:schemeClr val="dk1"/>
                </a:solidFill>
              </a:defRPr>
            </a:lvl6pPr>
            <a:lvl7pPr lvl="6" algn="r" rtl="0">
              <a:spcBef>
                <a:spcPts val="0"/>
              </a:spcBef>
              <a:spcAft>
                <a:spcPts val="0"/>
              </a:spcAft>
              <a:buClr>
                <a:schemeClr val="dk1"/>
              </a:buClr>
              <a:buSzPts val="1400"/>
              <a:buNone/>
              <a:defRPr>
                <a:solidFill>
                  <a:schemeClr val="dk1"/>
                </a:solidFill>
              </a:defRPr>
            </a:lvl7pPr>
            <a:lvl8pPr lvl="7" algn="r" rtl="0">
              <a:spcBef>
                <a:spcPts val="0"/>
              </a:spcBef>
              <a:spcAft>
                <a:spcPts val="0"/>
              </a:spcAft>
              <a:buClr>
                <a:schemeClr val="dk1"/>
              </a:buClr>
              <a:buSzPts val="1400"/>
              <a:buNone/>
              <a:defRPr>
                <a:solidFill>
                  <a:schemeClr val="dk1"/>
                </a:solidFill>
              </a:defRPr>
            </a:lvl8pPr>
            <a:lvl9pPr lvl="8" algn="r" rtl="0">
              <a:spcBef>
                <a:spcPts val="0"/>
              </a:spcBef>
              <a:spcAft>
                <a:spcPts val="0"/>
              </a:spcAft>
              <a:buClr>
                <a:schemeClr val="dk1"/>
              </a:buClr>
              <a:buSzPts val="1400"/>
              <a:buNone/>
              <a:defRPr>
                <a:solidFill>
                  <a:schemeClr val="dk1"/>
                </a:solidFill>
              </a:defRPr>
            </a:lvl9pPr>
          </a:lstStyle>
          <a:p>
            <a:endParaRPr/>
          </a:p>
        </p:txBody>
      </p:sp>
      <p:sp>
        <p:nvSpPr>
          <p:cNvPr id="1576" name="Google Shape;1576;p14">
            <a:hlinkClick r:id="" action="ppaction://noaction"/>
          </p:cNvPr>
          <p:cNvSpPr txBox="1">
            <a:spLocks noGrp="1"/>
          </p:cNvSpPr>
          <p:nvPr>
            <p:ph type="subTitle" idx="5"/>
          </p:nvPr>
        </p:nvSpPr>
        <p:spPr>
          <a:xfrm>
            <a:off x="5959400" y="2062625"/>
            <a:ext cx="2432700" cy="338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2000"/>
              <a:buNone/>
              <a:defRPr sz="2000" b="1">
                <a:latin typeface="Fondamento"/>
                <a:ea typeface="Fondamento"/>
                <a:cs typeface="Fondamento"/>
                <a:sym typeface="Fondamento"/>
              </a:defRPr>
            </a:lvl1pPr>
            <a:lvl2pPr lvl="1" algn="r" rtl="0">
              <a:spcBef>
                <a:spcPts val="0"/>
              </a:spcBef>
              <a:spcAft>
                <a:spcPts val="0"/>
              </a:spcAft>
              <a:buClr>
                <a:schemeClr val="dk1"/>
              </a:buClr>
              <a:buSzPts val="2000"/>
              <a:buNone/>
              <a:defRPr sz="2000">
                <a:solidFill>
                  <a:schemeClr val="dk1"/>
                </a:solidFill>
              </a:defRPr>
            </a:lvl2pPr>
            <a:lvl3pPr lvl="2" algn="r" rtl="0">
              <a:spcBef>
                <a:spcPts val="0"/>
              </a:spcBef>
              <a:spcAft>
                <a:spcPts val="0"/>
              </a:spcAft>
              <a:buClr>
                <a:schemeClr val="dk1"/>
              </a:buClr>
              <a:buSzPts val="2000"/>
              <a:buNone/>
              <a:defRPr sz="2000">
                <a:solidFill>
                  <a:schemeClr val="dk1"/>
                </a:solidFill>
              </a:defRPr>
            </a:lvl3pPr>
            <a:lvl4pPr lvl="3" algn="r" rtl="0">
              <a:spcBef>
                <a:spcPts val="0"/>
              </a:spcBef>
              <a:spcAft>
                <a:spcPts val="0"/>
              </a:spcAft>
              <a:buClr>
                <a:schemeClr val="dk1"/>
              </a:buClr>
              <a:buSzPts val="2000"/>
              <a:buNone/>
              <a:defRPr sz="2000">
                <a:solidFill>
                  <a:schemeClr val="dk1"/>
                </a:solidFill>
              </a:defRPr>
            </a:lvl4pPr>
            <a:lvl5pPr lvl="4" algn="r" rtl="0">
              <a:spcBef>
                <a:spcPts val="0"/>
              </a:spcBef>
              <a:spcAft>
                <a:spcPts val="0"/>
              </a:spcAft>
              <a:buClr>
                <a:schemeClr val="dk1"/>
              </a:buClr>
              <a:buSzPts val="2000"/>
              <a:buNone/>
              <a:defRPr sz="2000">
                <a:solidFill>
                  <a:schemeClr val="dk1"/>
                </a:solidFill>
              </a:defRPr>
            </a:lvl5pPr>
            <a:lvl6pPr lvl="5" algn="r" rtl="0">
              <a:spcBef>
                <a:spcPts val="0"/>
              </a:spcBef>
              <a:spcAft>
                <a:spcPts val="0"/>
              </a:spcAft>
              <a:buClr>
                <a:schemeClr val="dk1"/>
              </a:buClr>
              <a:buSzPts val="2000"/>
              <a:buNone/>
              <a:defRPr sz="2000">
                <a:solidFill>
                  <a:schemeClr val="dk1"/>
                </a:solidFill>
              </a:defRPr>
            </a:lvl6pPr>
            <a:lvl7pPr lvl="6" algn="r" rtl="0">
              <a:spcBef>
                <a:spcPts val="0"/>
              </a:spcBef>
              <a:spcAft>
                <a:spcPts val="0"/>
              </a:spcAft>
              <a:buClr>
                <a:schemeClr val="dk1"/>
              </a:buClr>
              <a:buSzPts val="2000"/>
              <a:buNone/>
              <a:defRPr sz="2000">
                <a:solidFill>
                  <a:schemeClr val="dk1"/>
                </a:solidFill>
              </a:defRPr>
            </a:lvl7pPr>
            <a:lvl8pPr lvl="7" algn="r" rtl="0">
              <a:spcBef>
                <a:spcPts val="0"/>
              </a:spcBef>
              <a:spcAft>
                <a:spcPts val="0"/>
              </a:spcAft>
              <a:buClr>
                <a:schemeClr val="dk1"/>
              </a:buClr>
              <a:buSzPts val="2000"/>
              <a:buNone/>
              <a:defRPr sz="2000">
                <a:solidFill>
                  <a:schemeClr val="dk1"/>
                </a:solidFill>
              </a:defRPr>
            </a:lvl8pPr>
            <a:lvl9pPr lvl="8" algn="r" rtl="0">
              <a:spcBef>
                <a:spcPts val="0"/>
              </a:spcBef>
              <a:spcAft>
                <a:spcPts val="0"/>
              </a:spcAft>
              <a:buClr>
                <a:schemeClr val="dk1"/>
              </a:buClr>
              <a:buSzPts val="2000"/>
              <a:buNone/>
              <a:defRPr sz="2000">
                <a:solidFill>
                  <a:schemeClr val="dk1"/>
                </a:solidFill>
              </a:defRPr>
            </a:lvl9pPr>
          </a:lstStyle>
          <a:p>
            <a:endParaRPr/>
          </a:p>
        </p:txBody>
      </p:sp>
      <p:sp>
        <p:nvSpPr>
          <p:cNvPr id="1577" name="Google Shape;1577;p14"/>
          <p:cNvSpPr txBox="1">
            <a:spLocks noGrp="1"/>
          </p:cNvSpPr>
          <p:nvPr>
            <p:ph type="title" idx="6"/>
          </p:nvPr>
        </p:nvSpPr>
        <p:spPr>
          <a:xfrm>
            <a:off x="714175" y="466300"/>
            <a:ext cx="77157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578" name="Google Shape;1578;p14">
            <a:hlinkClick r:id="" action="ppaction://noaction"/>
          </p:cNvPr>
          <p:cNvSpPr txBox="1">
            <a:spLocks noGrp="1"/>
          </p:cNvSpPr>
          <p:nvPr>
            <p:ph type="title" idx="7" hasCustomPrompt="1"/>
          </p:nvPr>
        </p:nvSpPr>
        <p:spPr>
          <a:xfrm flipH="1">
            <a:off x="4107450" y="1505160"/>
            <a:ext cx="929100" cy="545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500" b="1"/>
            </a:lvl1pPr>
            <a:lvl2pPr lvl="1" algn="r" rtl="0">
              <a:spcBef>
                <a:spcPts val="0"/>
              </a:spcBef>
              <a:spcAft>
                <a:spcPts val="0"/>
              </a:spcAft>
              <a:buSzPts val="2500"/>
              <a:buNone/>
              <a:defRPr sz="2500"/>
            </a:lvl2pPr>
            <a:lvl3pPr lvl="2" algn="r" rtl="0">
              <a:spcBef>
                <a:spcPts val="0"/>
              </a:spcBef>
              <a:spcAft>
                <a:spcPts val="0"/>
              </a:spcAft>
              <a:buSzPts val="2500"/>
              <a:buNone/>
              <a:defRPr sz="2500"/>
            </a:lvl3pPr>
            <a:lvl4pPr lvl="3" algn="r" rtl="0">
              <a:spcBef>
                <a:spcPts val="0"/>
              </a:spcBef>
              <a:spcAft>
                <a:spcPts val="0"/>
              </a:spcAft>
              <a:buSzPts val="2500"/>
              <a:buNone/>
              <a:defRPr sz="2500"/>
            </a:lvl4pPr>
            <a:lvl5pPr lvl="4" algn="r" rtl="0">
              <a:spcBef>
                <a:spcPts val="0"/>
              </a:spcBef>
              <a:spcAft>
                <a:spcPts val="0"/>
              </a:spcAft>
              <a:buSzPts val="2500"/>
              <a:buNone/>
              <a:defRPr sz="2500"/>
            </a:lvl5pPr>
            <a:lvl6pPr lvl="5" algn="r" rtl="0">
              <a:spcBef>
                <a:spcPts val="0"/>
              </a:spcBef>
              <a:spcAft>
                <a:spcPts val="0"/>
              </a:spcAft>
              <a:buSzPts val="2500"/>
              <a:buNone/>
              <a:defRPr sz="2500"/>
            </a:lvl6pPr>
            <a:lvl7pPr lvl="6" algn="r" rtl="0">
              <a:spcBef>
                <a:spcPts val="0"/>
              </a:spcBef>
              <a:spcAft>
                <a:spcPts val="0"/>
              </a:spcAft>
              <a:buSzPts val="2500"/>
              <a:buNone/>
              <a:defRPr sz="2500"/>
            </a:lvl7pPr>
            <a:lvl8pPr lvl="7" algn="r" rtl="0">
              <a:spcBef>
                <a:spcPts val="0"/>
              </a:spcBef>
              <a:spcAft>
                <a:spcPts val="0"/>
              </a:spcAft>
              <a:buSzPts val="2500"/>
              <a:buNone/>
              <a:defRPr sz="2500"/>
            </a:lvl8pPr>
            <a:lvl9pPr lvl="8" algn="r" rtl="0">
              <a:spcBef>
                <a:spcPts val="0"/>
              </a:spcBef>
              <a:spcAft>
                <a:spcPts val="0"/>
              </a:spcAft>
              <a:buSzPts val="2500"/>
              <a:buNone/>
              <a:defRPr sz="2500"/>
            </a:lvl9pPr>
          </a:lstStyle>
          <a:p>
            <a:r>
              <a:t>xx%</a:t>
            </a:r>
          </a:p>
        </p:txBody>
      </p:sp>
      <p:sp>
        <p:nvSpPr>
          <p:cNvPr id="1579" name="Google Shape;1579;p14"/>
          <p:cNvSpPr txBox="1">
            <a:spLocks noGrp="1"/>
          </p:cNvSpPr>
          <p:nvPr>
            <p:ph type="subTitle" idx="8"/>
          </p:nvPr>
        </p:nvSpPr>
        <p:spPr>
          <a:xfrm>
            <a:off x="3355650" y="2428700"/>
            <a:ext cx="2432700" cy="545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None/>
              <a:defRPr/>
            </a:lvl1pPr>
            <a:lvl2pPr lvl="1" algn="r" rtl="0">
              <a:spcBef>
                <a:spcPts val="0"/>
              </a:spcBef>
              <a:spcAft>
                <a:spcPts val="0"/>
              </a:spcAft>
              <a:buClr>
                <a:schemeClr val="dk1"/>
              </a:buClr>
              <a:buSzPts val="1400"/>
              <a:buNone/>
              <a:defRPr>
                <a:solidFill>
                  <a:schemeClr val="dk1"/>
                </a:solidFill>
              </a:defRPr>
            </a:lvl2pPr>
            <a:lvl3pPr lvl="2" algn="r" rtl="0">
              <a:spcBef>
                <a:spcPts val="0"/>
              </a:spcBef>
              <a:spcAft>
                <a:spcPts val="0"/>
              </a:spcAft>
              <a:buClr>
                <a:schemeClr val="dk1"/>
              </a:buClr>
              <a:buSzPts val="1400"/>
              <a:buNone/>
              <a:defRPr>
                <a:solidFill>
                  <a:schemeClr val="dk1"/>
                </a:solidFill>
              </a:defRPr>
            </a:lvl3pPr>
            <a:lvl4pPr lvl="3" algn="r" rtl="0">
              <a:spcBef>
                <a:spcPts val="0"/>
              </a:spcBef>
              <a:spcAft>
                <a:spcPts val="0"/>
              </a:spcAft>
              <a:buClr>
                <a:schemeClr val="dk1"/>
              </a:buClr>
              <a:buSzPts val="1400"/>
              <a:buNone/>
              <a:defRPr>
                <a:solidFill>
                  <a:schemeClr val="dk1"/>
                </a:solidFill>
              </a:defRPr>
            </a:lvl4pPr>
            <a:lvl5pPr lvl="4" algn="r" rtl="0">
              <a:spcBef>
                <a:spcPts val="0"/>
              </a:spcBef>
              <a:spcAft>
                <a:spcPts val="0"/>
              </a:spcAft>
              <a:buClr>
                <a:schemeClr val="dk1"/>
              </a:buClr>
              <a:buSzPts val="1400"/>
              <a:buNone/>
              <a:defRPr>
                <a:solidFill>
                  <a:schemeClr val="dk1"/>
                </a:solidFill>
              </a:defRPr>
            </a:lvl5pPr>
            <a:lvl6pPr lvl="5" algn="r" rtl="0">
              <a:spcBef>
                <a:spcPts val="0"/>
              </a:spcBef>
              <a:spcAft>
                <a:spcPts val="0"/>
              </a:spcAft>
              <a:buClr>
                <a:schemeClr val="dk1"/>
              </a:buClr>
              <a:buSzPts val="1400"/>
              <a:buNone/>
              <a:defRPr>
                <a:solidFill>
                  <a:schemeClr val="dk1"/>
                </a:solidFill>
              </a:defRPr>
            </a:lvl6pPr>
            <a:lvl7pPr lvl="6" algn="r" rtl="0">
              <a:spcBef>
                <a:spcPts val="0"/>
              </a:spcBef>
              <a:spcAft>
                <a:spcPts val="0"/>
              </a:spcAft>
              <a:buClr>
                <a:schemeClr val="dk1"/>
              </a:buClr>
              <a:buSzPts val="1400"/>
              <a:buNone/>
              <a:defRPr>
                <a:solidFill>
                  <a:schemeClr val="dk1"/>
                </a:solidFill>
              </a:defRPr>
            </a:lvl7pPr>
            <a:lvl8pPr lvl="7" algn="r" rtl="0">
              <a:spcBef>
                <a:spcPts val="0"/>
              </a:spcBef>
              <a:spcAft>
                <a:spcPts val="0"/>
              </a:spcAft>
              <a:buClr>
                <a:schemeClr val="dk1"/>
              </a:buClr>
              <a:buSzPts val="1400"/>
              <a:buNone/>
              <a:defRPr>
                <a:solidFill>
                  <a:schemeClr val="dk1"/>
                </a:solidFill>
              </a:defRPr>
            </a:lvl8pPr>
            <a:lvl9pPr lvl="8" algn="r" rtl="0">
              <a:spcBef>
                <a:spcPts val="0"/>
              </a:spcBef>
              <a:spcAft>
                <a:spcPts val="0"/>
              </a:spcAft>
              <a:buClr>
                <a:schemeClr val="dk1"/>
              </a:buClr>
              <a:buSzPts val="1400"/>
              <a:buNone/>
              <a:defRPr>
                <a:solidFill>
                  <a:schemeClr val="dk1"/>
                </a:solidFill>
              </a:defRPr>
            </a:lvl9pPr>
          </a:lstStyle>
          <a:p>
            <a:endParaRPr/>
          </a:p>
        </p:txBody>
      </p:sp>
      <p:sp>
        <p:nvSpPr>
          <p:cNvPr id="1580" name="Google Shape;1580;p14">
            <a:hlinkClick r:id="" action="ppaction://noaction"/>
          </p:cNvPr>
          <p:cNvSpPr txBox="1">
            <a:spLocks noGrp="1"/>
          </p:cNvSpPr>
          <p:nvPr>
            <p:ph type="subTitle" idx="9"/>
          </p:nvPr>
        </p:nvSpPr>
        <p:spPr>
          <a:xfrm>
            <a:off x="3355650" y="2062625"/>
            <a:ext cx="2432700" cy="338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2000"/>
              <a:buNone/>
              <a:defRPr sz="2000" b="1">
                <a:latin typeface="Fondamento"/>
                <a:ea typeface="Fondamento"/>
                <a:cs typeface="Fondamento"/>
                <a:sym typeface="Fondamento"/>
              </a:defRPr>
            </a:lvl1pPr>
            <a:lvl2pPr lvl="1" algn="r" rtl="0">
              <a:spcBef>
                <a:spcPts val="0"/>
              </a:spcBef>
              <a:spcAft>
                <a:spcPts val="0"/>
              </a:spcAft>
              <a:buClr>
                <a:schemeClr val="dk1"/>
              </a:buClr>
              <a:buSzPts val="2000"/>
              <a:buNone/>
              <a:defRPr sz="2000">
                <a:solidFill>
                  <a:schemeClr val="dk1"/>
                </a:solidFill>
              </a:defRPr>
            </a:lvl2pPr>
            <a:lvl3pPr lvl="2" algn="r" rtl="0">
              <a:spcBef>
                <a:spcPts val="0"/>
              </a:spcBef>
              <a:spcAft>
                <a:spcPts val="0"/>
              </a:spcAft>
              <a:buClr>
                <a:schemeClr val="dk1"/>
              </a:buClr>
              <a:buSzPts val="2000"/>
              <a:buNone/>
              <a:defRPr sz="2000">
                <a:solidFill>
                  <a:schemeClr val="dk1"/>
                </a:solidFill>
              </a:defRPr>
            </a:lvl3pPr>
            <a:lvl4pPr lvl="3" algn="r" rtl="0">
              <a:spcBef>
                <a:spcPts val="0"/>
              </a:spcBef>
              <a:spcAft>
                <a:spcPts val="0"/>
              </a:spcAft>
              <a:buClr>
                <a:schemeClr val="dk1"/>
              </a:buClr>
              <a:buSzPts val="2000"/>
              <a:buNone/>
              <a:defRPr sz="2000">
                <a:solidFill>
                  <a:schemeClr val="dk1"/>
                </a:solidFill>
              </a:defRPr>
            </a:lvl4pPr>
            <a:lvl5pPr lvl="4" algn="r" rtl="0">
              <a:spcBef>
                <a:spcPts val="0"/>
              </a:spcBef>
              <a:spcAft>
                <a:spcPts val="0"/>
              </a:spcAft>
              <a:buClr>
                <a:schemeClr val="dk1"/>
              </a:buClr>
              <a:buSzPts val="2000"/>
              <a:buNone/>
              <a:defRPr sz="2000">
                <a:solidFill>
                  <a:schemeClr val="dk1"/>
                </a:solidFill>
              </a:defRPr>
            </a:lvl5pPr>
            <a:lvl6pPr lvl="5" algn="r" rtl="0">
              <a:spcBef>
                <a:spcPts val="0"/>
              </a:spcBef>
              <a:spcAft>
                <a:spcPts val="0"/>
              </a:spcAft>
              <a:buClr>
                <a:schemeClr val="dk1"/>
              </a:buClr>
              <a:buSzPts val="2000"/>
              <a:buNone/>
              <a:defRPr sz="2000">
                <a:solidFill>
                  <a:schemeClr val="dk1"/>
                </a:solidFill>
              </a:defRPr>
            </a:lvl6pPr>
            <a:lvl7pPr lvl="6" algn="r" rtl="0">
              <a:spcBef>
                <a:spcPts val="0"/>
              </a:spcBef>
              <a:spcAft>
                <a:spcPts val="0"/>
              </a:spcAft>
              <a:buClr>
                <a:schemeClr val="dk1"/>
              </a:buClr>
              <a:buSzPts val="2000"/>
              <a:buNone/>
              <a:defRPr sz="2000">
                <a:solidFill>
                  <a:schemeClr val="dk1"/>
                </a:solidFill>
              </a:defRPr>
            </a:lvl7pPr>
            <a:lvl8pPr lvl="7" algn="r" rtl="0">
              <a:spcBef>
                <a:spcPts val="0"/>
              </a:spcBef>
              <a:spcAft>
                <a:spcPts val="0"/>
              </a:spcAft>
              <a:buClr>
                <a:schemeClr val="dk1"/>
              </a:buClr>
              <a:buSzPts val="2000"/>
              <a:buNone/>
              <a:defRPr sz="2000">
                <a:solidFill>
                  <a:schemeClr val="dk1"/>
                </a:solidFill>
              </a:defRPr>
            </a:lvl8pPr>
            <a:lvl9pPr lvl="8" algn="r" rtl="0">
              <a:spcBef>
                <a:spcPts val="0"/>
              </a:spcBef>
              <a:spcAft>
                <a:spcPts val="0"/>
              </a:spcAft>
              <a:buClr>
                <a:schemeClr val="dk1"/>
              </a:buClr>
              <a:buSzPts val="2000"/>
              <a:buNone/>
              <a:defRPr sz="2000">
                <a:solidFill>
                  <a:schemeClr val="dk1"/>
                </a:solidFill>
              </a:defRPr>
            </a:lvl9pPr>
          </a:lstStyle>
          <a:p>
            <a:endParaRPr/>
          </a:p>
        </p:txBody>
      </p:sp>
      <p:sp>
        <p:nvSpPr>
          <p:cNvPr id="1581" name="Google Shape;1581;p14">
            <a:hlinkClick r:id="" action="ppaction://noaction"/>
          </p:cNvPr>
          <p:cNvSpPr txBox="1">
            <a:spLocks noGrp="1"/>
          </p:cNvSpPr>
          <p:nvPr>
            <p:ph type="title" idx="13" hasCustomPrompt="1"/>
          </p:nvPr>
        </p:nvSpPr>
        <p:spPr>
          <a:xfrm flipH="1">
            <a:off x="2805575" y="3110100"/>
            <a:ext cx="929100" cy="545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500" b="1"/>
            </a:lvl1pPr>
            <a:lvl2pPr lvl="1" algn="r" rtl="0">
              <a:spcBef>
                <a:spcPts val="0"/>
              </a:spcBef>
              <a:spcAft>
                <a:spcPts val="0"/>
              </a:spcAft>
              <a:buSzPts val="2500"/>
              <a:buNone/>
              <a:defRPr sz="2500"/>
            </a:lvl2pPr>
            <a:lvl3pPr lvl="2" algn="r" rtl="0">
              <a:spcBef>
                <a:spcPts val="0"/>
              </a:spcBef>
              <a:spcAft>
                <a:spcPts val="0"/>
              </a:spcAft>
              <a:buSzPts val="2500"/>
              <a:buNone/>
              <a:defRPr sz="2500"/>
            </a:lvl3pPr>
            <a:lvl4pPr lvl="3" algn="r" rtl="0">
              <a:spcBef>
                <a:spcPts val="0"/>
              </a:spcBef>
              <a:spcAft>
                <a:spcPts val="0"/>
              </a:spcAft>
              <a:buSzPts val="2500"/>
              <a:buNone/>
              <a:defRPr sz="2500"/>
            </a:lvl4pPr>
            <a:lvl5pPr lvl="4" algn="r" rtl="0">
              <a:spcBef>
                <a:spcPts val="0"/>
              </a:spcBef>
              <a:spcAft>
                <a:spcPts val="0"/>
              </a:spcAft>
              <a:buSzPts val="2500"/>
              <a:buNone/>
              <a:defRPr sz="2500"/>
            </a:lvl5pPr>
            <a:lvl6pPr lvl="5" algn="r" rtl="0">
              <a:spcBef>
                <a:spcPts val="0"/>
              </a:spcBef>
              <a:spcAft>
                <a:spcPts val="0"/>
              </a:spcAft>
              <a:buSzPts val="2500"/>
              <a:buNone/>
              <a:defRPr sz="2500"/>
            </a:lvl6pPr>
            <a:lvl7pPr lvl="6" algn="r" rtl="0">
              <a:spcBef>
                <a:spcPts val="0"/>
              </a:spcBef>
              <a:spcAft>
                <a:spcPts val="0"/>
              </a:spcAft>
              <a:buSzPts val="2500"/>
              <a:buNone/>
              <a:defRPr sz="2500"/>
            </a:lvl7pPr>
            <a:lvl8pPr lvl="7" algn="r" rtl="0">
              <a:spcBef>
                <a:spcPts val="0"/>
              </a:spcBef>
              <a:spcAft>
                <a:spcPts val="0"/>
              </a:spcAft>
              <a:buSzPts val="2500"/>
              <a:buNone/>
              <a:defRPr sz="2500"/>
            </a:lvl8pPr>
            <a:lvl9pPr lvl="8" algn="r" rtl="0">
              <a:spcBef>
                <a:spcPts val="0"/>
              </a:spcBef>
              <a:spcAft>
                <a:spcPts val="0"/>
              </a:spcAft>
              <a:buSzPts val="2500"/>
              <a:buNone/>
              <a:defRPr sz="2500"/>
            </a:lvl9pPr>
          </a:lstStyle>
          <a:p>
            <a:r>
              <a:t>xx%</a:t>
            </a:r>
          </a:p>
        </p:txBody>
      </p:sp>
      <p:sp>
        <p:nvSpPr>
          <p:cNvPr id="1582" name="Google Shape;1582;p14"/>
          <p:cNvSpPr txBox="1">
            <a:spLocks noGrp="1"/>
          </p:cNvSpPr>
          <p:nvPr>
            <p:ph type="subTitle" idx="14"/>
          </p:nvPr>
        </p:nvSpPr>
        <p:spPr>
          <a:xfrm>
            <a:off x="2054637" y="4031800"/>
            <a:ext cx="2432700" cy="545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None/>
              <a:defRPr/>
            </a:lvl1pPr>
            <a:lvl2pPr lvl="1" algn="r" rtl="0">
              <a:spcBef>
                <a:spcPts val="0"/>
              </a:spcBef>
              <a:spcAft>
                <a:spcPts val="0"/>
              </a:spcAft>
              <a:buClr>
                <a:schemeClr val="dk1"/>
              </a:buClr>
              <a:buSzPts val="1400"/>
              <a:buNone/>
              <a:defRPr>
                <a:solidFill>
                  <a:schemeClr val="dk1"/>
                </a:solidFill>
              </a:defRPr>
            </a:lvl2pPr>
            <a:lvl3pPr lvl="2" algn="r" rtl="0">
              <a:spcBef>
                <a:spcPts val="0"/>
              </a:spcBef>
              <a:spcAft>
                <a:spcPts val="0"/>
              </a:spcAft>
              <a:buClr>
                <a:schemeClr val="dk1"/>
              </a:buClr>
              <a:buSzPts val="1400"/>
              <a:buNone/>
              <a:defRPr>
                <a:solidFill>
                  <a:schemeClr val="dk1"/>
                </a:solidFill>
              </a:defRPr>
            </a:lvl3pPr>
            <a:lvl4pPr lvl="3" algn="r" rtl="0">
              <a:spcBef>
                <a:spcPts val="0"/>
              </a:spcBef>
              <a:spcAft>
                <a:spcPts val="0"/>
              </a:spcAft>
              <a:buClr>
                <a:schemeClr val="dk1"/>
              </a:buClr>
              <a:buSzPts val="1400"/>
              <a:buNone/>
              <a:defRPr>
                <a:solidFill>
                  <a:schemeClr val="dk1"/>
                </a:solidFill>
              </a:defRPr>
            </a:lvl4pPr>
            <a:lvl5pPr lvl="4" algn="r" rtl="0">
              <a:spcBef>
                <a:spcPts val="0"/>
              </a:spcBef>
              <a:spcAft>
                <a:spcPts val="0"/>
              </a:spcAft>
              <a:buClr>
                <a:schemeClr val="dk1"/>
              </a:buClr>
              <a:buSzPts val="1400"/>
              <a:buNone/>
              <a:defRPr>
                <a:solidFill>
                  <a:schemeClr val="dk1"/>
                </a:solidFill>
              </a:defRPr>
            </a:lvl5pPr>
            <a:lvl6pPr lvl="5" algn="r" rtl="0">
              <a:spcBef>
                <a:spcPts val="0"/>
              </a:spcBef>
              <a:spcAft>
                <a:spcPts val="0"/>
              </a:spcAft>
              <a:buClr>
                <a:schemeClr val="dk1"/>
              </a:buClr>
              <a:buSzPts val="1400"/>
              <a:buNone/>
              <a:defRPr>
                <a:solidFill>
                  <a:schemeClr val="dk1"/>
                </a:solidFill>
              </a:defRPr>
            </a:lvl6pPr>
            <a:lvl7pPr lvl="6" algn="r" rtl="0">
              <a:spcBef>
                <a:spcPts val="0"/>
              </a:spcBef>
              <a:spcAft>
                <a:spcPts val="0"/>
              </a:spcAft>
              <a:buClr>
                <a:schemeClr val="dk1"/>
              </a:buClr>
              <a:buSzPts val="1400"/>
              <a:buNone/>
              <a:defRPr>
                <a:solidFill>
                  <a:schemeClr val="dk1"/>
                </a:solidFill>
              </a:defRPr>
            </a:lvl7pPr>
            <a:lvl8pPr lvl="7" algn="r" rtl="0">
              <a:spcBef>
                <a:spcPts val="0"/>
              </a:spcBef>
              <a:spcAft>
                <a:spcPts val="0"/>
              </a:spcAft>
              <a:buClr>
                <a:schemeClr val="dk1"/>
              </a:buClr>
              <a:buSzPts val="1400"/>
              <a:buNone/>
              <a:defRPr>
                <a:solidFill>
                  <a:schemeClr val="dk1"/>
                </a:solidFill>
              </a:defRPr>
            </a:lvl8pPr>
            <a:lvl9pPr lvl="8" algn="r" rtl="0">
              <a:spcBef>
                <a:spcPts val="0"/>
              </a:spcBef>
              <a:spcAft>
                <a:spcPts val="0"/>
              </a:spcAft>
              <a:buClr>
                <a:schemeClr val="dk1"/>
              </a:buClr>
              <a:buSzPts val="1400"/>
              <a:buNone/>
              <a:defRPr>
                <a:solidFill>
                  <a:schemeClr val="dk1"/>
                </a:solidFill>
              </a:defRPr>
            </a:lvl9pPr>
          </a:lstStyle>
          <a:p>
            <a:endParaRPr/>
          </a:p>
        </p:txBody>
      </p:sp>
      <p:sp>
        <p:nvSpPr>
          <p:cNvPr id="1583" name="Google Shape;1583;p14">
            <a:hlinkClick r:id="" action="ppaction://noaction"/>
          </p:cNvPr>
          <p:cNvSpPr txBox="1">
            <a:spLocks noGrp="1"/>
          </p:cNvSpPr>
          <p:nvPr>
            <p:ph type="subTitle" idx="15"/>
          </p:nvPr>
        </p:nvSpPr>
        <p:spPr>
          <a:xfrm>
            <a:off x="2054638" y="3665450"/>
            <a:ext cx="2432700" cy="338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2000"/>
              <a:buNone/>
              <a:defRPr sz="2000" b="1">
                <a:latin typeface="Fondamento"/>
                <a:ea typeface="Fondamento"/>
                <a:cs typeface="Fondamento"/>
                <a:sym typeface="Fondamento"/>
              </a:defRPr>
            </a:lvl1pPr>
            <a:lvl2pPr lvl="1" algn="r" rtl="0">
              <a:spcBef>
                <a:spcPts val="0"/>
              </a:spcBef>
              <a:spcAft>
                <a:spcPts val="0"/>
              </a:spcAft>
              <a:buClr>
                <a:schemeClr val="dk1"/>
              </a:buClr>
              <a:buSzPts val="2000"/>
              <a:buNone/>
              <a:defRPr sz="2000">
                <a:solidFill>
                  <a:schemeClr val="dk1"/>
                </a:solidFill>
              </a:defRPr>
            </a:lvl2pPr>
            <a:lvl3pPr lvl="2" algn="r" rtl="0">
              <a:spcBef>
                <a:spcPts val="0"/>
              </a:spcBef>
              <a:spcAft>
                <a:spcPts val="0"/>
              </a:spcAft>
              <a:buClr>
                <a:schemeClr val="dk1"/>
              </a:buClr>
              <a:buSzPts val="2000"/>
              <a:buNone/>
              <a:defRPr sz="2000">
                <a:solidFill>
                  <a:schemeClr val="dk1"/>
                </a:solidFill>
              </a:defRPr>
            </a:lvl3pPr>
            <a:lvl4pPr lvl="3" algn="r" rtl="0">
              <a:spcBef>
                <a:spcPts val="0"/>
              </a:spcBef>
              <a:spcAft>
                <a:spcPts val="0"/>
              </a:spcAft>
              <a:buClr>
                <a:schemeClr val="dk1"/>
              </a:buClr>
              <a:buSzPts val="2000"/>
              <a:buNone/>
              <a:defRPr sz="2000">
                <a:solidFill>
                  <a:schemeClr val="dk1"/>
                </a:solidFill>
              </a:defRPr>
            </a:lvl4pPr>
            <a:lvl5pPr lvl="4" algn="r" rtl="0">
              <a:spcBef>
                <a:spcPts val="0"/>
              </a:spcBef>
              <a:spcAft>
                <a:spcPts val="0"/>
              </a:spcAft>
              <a:buClr>
                <a:schemeClr val="dk1"/>
              </a:buClr>
              <a:buSzPts val="2000"/>
              <a:buNone/>
              <a:defRPr sz="2000">
                <a:solidFill>
                  <a:schemeClr val="dk1"/>
                </a:solidFill>
              </a:defRPr>
            </a:lvl5pPr>
            <a:lvl6pPr lvl="5" algn="r" rtl="0">
              <a:spcBef>
                <a:spcPts val="0"/>
              </a:spcBef>
              <a:spcAft>
                <a:spcPts val="0"/>
              </a:spcAft>
              <a:buClr>
                <a:schemeClr val="dk1"/>
              </a:buClr>
              <a:buSzPts val="2000"/>
              <a:buNone/>
              <a:defRPr sz="2000">
                <a:solidFill>
                  <a:schemeClr val="dk1"/>
                </a:solidFill>
              </a:defRPr>
            </a:lvl6pPr>
            <a:lvl7pPr lvl="6" algn="r" rtl="0">
              <a:spcBef>
                <a:spcPts val="0"/>
              </a:spcBef>
              <a:spcAft>
                <a:spcPts val="0"/>
              </a:spcAft>
              <a:buClr>
                <a:schemeClr val="dk1"/>
              </a:buClr>
              <a:buSzPts val="2000"/>
              <a:buNone/>
              <a:defRPr sz="2000">
                <a:solidFill>
                  <a:schemeClr val="dk1"/>
                </a:solidFill>
              </a:defRPr>
            </a:lvl7pPr>
            <a:lvl8pPr lvl="7" algn="r" rtl="0">
              <a:spcBef>
                <a:spcPts val="0"/>
              </a:spcBef>
              <a:spcAft>
                <a:spcPts val="0"/>
              </a:spcAft>
              <a:buClr>
                <a:schemeClr val="dk1"/>
              </a:buClr>
              <a:buSzPts val="2000"/>
              <a:buNone/>
              <a:defRPr sz="2000">
                <a:solidFill>
                  <a:schemeClr val="dk1"/>
                </a:solidFill>
              </a:defRPr>
            </a:lvl8pPr>
            <a:lvl9pPr lvl="8" algn="r" rtl="0">
              <a:spcBef>
                <a:spcPts val="0"/>
              </a:spcBef>
              <a:spcAft>
                <a:spcPts val="0"/>
              </a:spcAft>
              <a:buClr>
                <a:schemeClr val="dk1"/>
              </a:buClr>
              <a:buSzPts val="2000"/>
              <a:buNone/>
              <a:defRPr sz="2000">
                <a:solidFill>
                  <a:schemeClr val="dk1"/>
                </a:solidFill>
              </a:defRPr>
            </a:lvl9pPr>
          </a:lstStyle>
          <a:p>
            <a:endParaRPr/>
          </a:p>
        </p:txBody>
      </p:sp>
      <p:sp>
        <p:nvSpPr>
          <p:cNvPr id="1584" name="Google Shape;1584;p14">
            <a:hlinkClick r:id="" action="ppaction://noaction"/>
          </p:cNvPr>
          <p:cNvSpPr txBox="1">
            <a:spLocks noGrp="1"/>
          </p:cNvSpPr>
          <p:nvPr>
            <p:ph type="title" idx="16" hasCustomPrompt="1"/>
          </p:nvPr>
        </p:nvSpPr>
        <p:spPr>
          <a:xfrm flipH="1">
            <a:off x="5409325" y="3110100"/>
            <a:ext cx="929100" cy="545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500" b="1"/>
            </a:lvl1pPr>
            <a:lvl2pPr lvl="1" algn="r" rtl="0">
              <a:spcBef>
                <a:spcPts val="0"/>
              </a:spcBef>
              <a:spcAft>
                <a:spcPts val="0"/>
              </a:spcAft>
              <a:buSzPts val="2500"/>
              <a:buNone/>
              <a:defRPr sz="2500"/>
            </a:lvl2pPr>
            <a:lvl3pPr lvl="2" algn="r" rtl="0">
              <a:spcBef>
                <a:spcPts val="0"/>
              </a:spcBef>
              <a:spcAft>
                <a:spcPts val="0"/>
              </a:spcAft>
              <a:buSzPts val="2500"/>
              <a:buNone/>
              <a:defRPr sz="2500"/>
            </a:lvl3pPr>
            <a:lvl4pPr lvl="3" algn="r" rtl="0">
              <a:spcBef>
                <a:spcPts val="0"/>
              </a:spcBef>
              <a:spcAft>
                <a:spcPts val="0"/>
              </a:spcAft>
              <a:buSzPts val="2500"/>
              <a:buNone/>
              <a:defRPr sz="2500"/>
            </a:lvl4pPr>
            <a:lvl5pPr lvl="4" algn="r" rtl="0">
              <a:spcBef>
                <a:spcPts val="0"/>
              </a:spcBef>
              <a:spcAft>
                <a:spcPts val="0"/>
              </a:spcAft>
              <a:buSzPts val="2500"/>
              <a:buNone/>
              <a:defRPr sz="2500"/>
            </a:lvl5pPr>
            <a:lvl6pPr lvl="5" algn="r" rtl="0">
              <a:spcBef>
                <a:spcPts val="0"/>
              </a:spcBef>
              <a:spcAft>
                <a:spcPts val="0"/>
              </a:spcAft>
              <a:buSzPts val="2500"/>
              <a:buNone/>
              <a:defRPr sz="2500"/>
            </a:lvl6pPr>
            <a:lvl7pPr lvl="6" algn="r" rtl="0">
              <a:spcBef>
                <a:spcPts val="0"/>
              </a:spcBef>
              <a:spcAft>
                <a:spcPts val="0"/>
              </a:spcAft>
              <a:buSzPts val="2500"/>
              <a:buNone/>
              <a:defRPr sz="2500"/>
            </a:lvl7pPr>
            <a:lvl8pPr lvl="7" algn="r" rtl="0">
              <a:spcBef>
                <a:spcPts val="0"/>
              </a:spcBef>
              <a:spcAft>
                <a:spcPts val="0"/>
              </a:spcAft>
              <a:buSzPts val="2500"/>
              <a:buNone/>
              <a:defRPr sz="2500"/>
            </a:lvl8pPr>
            <a:lvl9pPr lvl="8" algn="r" rtl="0">
              <a:spcBef>
                <a:spcPts val="0"/>
              </a:spcBef>
              <a:spcAft>
                <a:spcPts val="0"/>
              </a:spcAft>
              <a:buSzPts val="2500"/>
              <a:buNone/>
              <a:defRPr sz="2500"/>
            </a:lvl9pPr>
          </a:lstStyle>
          <a:p>
            <a:r>
              <a:t>xx%</a:t>
            </a:r>
          </a:p>
        </p:txBody>
      </p:sp>
      <p:sp>
        <p:nvSpPr>
          <p:cNvPr id="1585" name="Google Shape;1585;p14"/>
          <p:cNvSpPr txBox="1">
            <a:spLocks noGrp="1"/>
          </p:cNvSpPr>
          <p:nvPr>
            <p:ph type="subTitle" idx="17"/>
          </p:nvPr>
        </p:nvSpPr>
        <p:spPr>
          <a:xfrm>
            <a:off x="4656704" y="4031819"/>
            <a:ext cx="2432700" cy="545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None/>
              <a:defRPr/>
            </a:lvl1pPr>
            <a:lvl2pPr lvl="1" algn="r" rtl="0">
              <a:spcBef>
                <a:spcPts val="0"/>
              </a:spcBef>
              <a:spcAft>
                <a:spcPts val="0"/>
              </a:spcAft>
              <a:buClr>
                <a:schemeClr val="dk1"/>
              </a:buClr>
              <a:buSzPts val="1400"/>
              <a:buNone/>
              <a:defRPr>
                <a:solidFill>
                  <a:schemeClr val="dk1"/>
                </a:solidFill>
              </a:defRPr>
            </a:lvl2pPr>
            <a:lvl3pPr lvl="2" algn="r" rtl="0">
              <a:spcBef>
                <a:spcPts val="0"/>
              </a:spcBef>
              <a:spcAft>
                <a:spcPts val="0"/>
              </a:spcAft>
              <a:buClr>
                <a:schemeClr val="dk1"/>
              </a:buClr>
              <a:buSzPts val="1400"/>
              <a:buNone/>
              <a:defRPr>
                <a:solidFill>
                  <a:schemeClr val="dk1"/>
                </a:solidFill>
              </a:defRPr>
            </a:lvl3pPr>
            <a:lvl4pPr lvl="3" algn="r" rtl="0">
              <a:spcBef>
                <a:spcPts val="0"/>
              </a:spcBef>
              <a:spcAft>
                <a:spcPts val="0"/>
              </a:spcAft>
              <a:buClr>
                <a:schemeClr val="dk1"/>
              </a:buClr>
              <a:buSzPts val="1400"/>
              <a:buNone/>
              <a:defRPr>
                <a:solidFill>
                  <a:schemeClr val="dk1"/>
                </a:solidFill>
              </a:defRPr>
            </a:lvl4pPr>
            <a:lvl5pPr lvl="4" algn="r" rtl="0">
              <a:spcBef>
                <a:spcPts val="0"/>
              </a:spcBef>
              <a:spcAft>
                <a:spcPts val="0"/>
              </a:spcAft>
              <a:buClr>
                <a:schemeClr val="dk1"/>
              </a:buClr>
              <a:buSzPts val="1400"/>
              <a:buNone/>
              <a:defRPr>
                <a:solidFill>
                  <a:schemeClr val="dk1"/>
                </a:solidFill>
              </a:defRPr>
            </a:lvl5pPr>
            <a:lvl6pPr lvl="5" algn="r" rtl="0">
              <a:spcBef>
                <a:spcPts val="0"/>
              </a:spcBef>
              <a:spcAft>
                <a:spcPts val="0"/>
              </a:spcAft>
              <a:buClr>
                <a:schemeClr val="dk1"/>
              </a:buClr>
              <a:buSzPts val="1400"/>
              <a:buNone/>
              <a:defRPr>
                <a:solidFill>
                  <a:schemeClr val="dk1"/>
                </a:solidFill>
              </a:defRPr>
            </a:lvl6pPr>
            <a:lvl7pPr lvl="6" algn="r" rtl="0">
              <a:spcBef>
                <a:spcPts val="0"/>
              </a:spcBef>
              <a:spcAft>
                <a:spcPts val="0"/>
              </a:spcAft>
              <a:buClr>
                <a:schemeClr val="dk1"/>
              </a:buClr>
              <a:buSzPts val="1400"/>
              <a:buNone/>
              <a:defRPr>
                <a:solidFill>
                  <a:schemeClr val="dk1"/>
                </a:solidFill>
              </a:defRPr>
            </a:lvl7pPr>
            <a:lvl8pPr lvl="7" algn="r" rtl="0">
              <a:spcBef>
                <a:spcPts val="0"/>
              </a:spcBef>
              <a:spcAft>
                <a:spcPts val="0"/>
              </a:spcAft>
              <a:buClr>
                <a:schemeClr val="dk1"/>
              </a:buClr>
              <a:buSzPts val="1400"/>
              <a:buNone/>
              <a:defRPr>
                <a:solidFill>
                  <a:schemeClr val="dk1"/>
                </a:solidFill>
              </a:defRPr>
            </a:lvl8pPr>
            <a:lvl9pPr lvl="8" algn="r" rtl="0">
              <a:spcBef>
                <a:spcPts val="0"/>
              </a:spcBef>
              <a:spcAft>
                <a:spcPts val="0"/>
              </a:spcAft>
              <a:buClr>
                <a:schemeClr val="dk1"/>
              </a:buClr>
              <a:buSzPts val="1400"/>
              <a:buNone/>
              <a:defRPr>
                <a:solidFill>
                  <a:schemeClr val="dk1"/>
                </a:solidFill>
              </a:defRPr>
            </a:lvl9pPr>
          </a:lstStyle>
          <a:p>
            <a:endParaRPr/>
          </a:p>
        </p:txBody>
      </p:sp>
      <p:sp>
        <p:nvSpPr>
          <p:cNvPr id="1586" name="Google Shape;1586;p14">
            <a:hlinkClick r:id="" action="ppaction://noaction"/>
          </p:cNvPr>
          <p:cNvSpPr txBox="1">
            <a:spLocks noGrp="1"/>
          </p:cNvSpPr>
          <p:nvPr>
            <p:ph type="subTitle" idx="18"/>
          </p:nvPr>
        </p:nvSpPr>
        <p:spPr>
          <a:xfrm>
            <a:off x="4656700" y="3665450"/>
            <a:ext cx="2432700" cy="338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2000"/>
              <a:buNone/>
              <a:defRPr sz="2000" b="1">
                <a:latin typeface="Fondamento"/>
                <a:ea typeface="Fondamento"/>
                <a:cs typeface="Fondamento"/>
                <a:sym typeface="Fondamento"/>
              </a:defRPr>
            </a:lvl1pPr>
            <a:lvl2pPr lvl="1" algn="r" rtl="0">
              <a:spcBef>
                <a:spcPts val="0"/>
              </a:spcBef>
              <a:spcAft>
                <a:spcPts val="0"/>
              </a:spcAft>
              <a:buClr>
                <a:schemeClr val="dk1"/>
              </a:buClr>
              <a:buSzPts val="2000"/>
              <a:buNone/>
              <a:defRPr sz="2000">
                <a:solidFill>
                  <a:schemeClr val="dk1"/>
                </a:solidFill>
              </a:defRPr>
            </a:lvl2pPr>
            <a:lvl3pPr lvl="2" algn="r" rtl="0">
              <a:spcBef>
                <a:spcPts val="0"/>
              </a:spcBef>
              <a:spcAft>
                <a:spcPts val="0"/>
              </a:spcAft>
              <a:buClr>
                <a:schemeClr val="dk1"/>
              </a:buClr>
              <a:buSzPts val="2000"/>
              <a:buNone/>
              <a:defRPr sz="2000">
                <a:solidFill>
                  <a:schemeClr val="dk1"/>
                </a:solidFill>
              </a:defRPr>
            </a:lvl3pPr>
            <a:lvl4pPr lvl="3" algn="r" rtl="0">
              <a:spcBef>
                <a:spcPts val="0"/>
              </a:spcBef>
              <a:spcAft>
                <a:spcPts val="0"/>
              </a:spcAft>
              <a:buClr>
                <a:schemeClr val="dk1"/>
              </a:buClr>
              <a:buSzPts val="2000"/>
              <a:buNone/>
              <a:defRPr sz="2000">
                <a:solidFill>
                  <a:schemeClr val="dk1"/>
                </a:solidFill>
              </a:defRPr>
            </a:lvl4pPr>
            <a:lvl5pPr lvl="4" algn="r" rtl="0">
              <a:spcBef>
                <a:spcPts val="0"/>
              </a:spcBef>
              <a:spcAft>
                <a:spcPts val="0"/>
              </a:spcAft>
              <a:buClr>
                <a:schemeClr val="dk1"/>
              </a:buClr>
              <a:buSzPts val="2000"/>
              <a:buNone/>
              <a:defRPr sz="2000">
                <a:solidFill>
                  <a:schemeClr val="dk1"/>
                </a:solidFill>
              </a:defRPr>
            </a:lvl5pPr>
            <a:lvl6pPr lvl="5" algn="r" rtl="0">
              <a:spcBef>
                <a:spcPts val="0"/>
              </a:spcBef>
              <a:spcAft>
                <a:spcPts val="0"/>
              </a:spcAft>
              <a:buClr>
                <a:schemeClr val="dk1"/>
              </a:buClr>
              <a:buSzPts val="2000"/>
              <a:buNone/>
              <a:defRPr sz="2000">
                <a:solidFill>
                  <a:schemeClr val="dk1"/>
                </a:solidFill>
              </a:defRPr>
            </a:lvl6pPr>
            <a:lvl7pPr lvl="6" algn="r" rtl="0">
              <a:spcBef>
                <a:spcPts val="0"/>
              </a:spcBef>
              <a:spcAft>
                <a:spcPts val="0"/>
              </a:spcAft>
              <a:buClr>
                <a:schemeClr val="dk1"/>
              </a:buClr>
              <a:buSzPts val="2000"/>
              <a:buNone/>
              <a:defRPr sz="2000">
                <a:solidFill>
                  <a:schemeClr val="dk1"/>
                </a:solidFill>
              </a:defRPr>
            </a:lvl7pPr>
            <a:lvl8pPr lvl="7" algn="r" rtl="0">
              <a:spcBef>
                <a:spcPts val="0"/>
              </a:spcBef>
              <a:spcAft>
                <a:spcPts val="0"/>
              </a:spcAft>
              <a:buClr>
                <a:schemeClr val="dk1"/>
              </a:buClr>
              <a:buSzPts val="2000"/>
              <a:buNone/>
              <a:defRPr sz="2000">
                <a:solidFill>
                  <a:schemeClr val="dk1"/>
                </a:solidFill>
              </a:defRPr>
            </a:lvl8pPr>
            <a:lvl9pPr lvl="8" algn="r" rtl="0">
              <a:spcBef>
                <a:spcPts val="0"/>
              </a:spcBef>
              <a:spcAft>
                <a:spcPts val="0"/>
              </a:spcAft>
              <a:buClr>
                <a:schemeClr val="dk1"/>
              </a:buClr>
              <a:buSzPts val="2000"/>
              <a:buNone/>
              <a:defRPr sz="2000">
                <a:solidFill>
                  <a:schemeClr val="dk1"/>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6">
  <p:cSld name="CUSTOM_9_1_1_1_1_1">
    <p:bg>
      <p:bgPr>
        <a:blipFill>
          <a:blip r:embed="rId2">
            <a:alphaModFix/>
          </a:blip>
          <a:stretch>
            <a:fillRect/>
          </a:stretch>
        </a:blipFill>
        <a:effectLst/>
      </p:bgPr>
    </p:bg>
    <p:spTree>
      <p:nvGrpSpPr>
        <p:cNvPr id="1" name="Shape 2154"/>
        <p:cNvGrpSpPr/>
        <p:nvPr/>
      </p:nvGrpSpPr>
      <p:grpSpPr>
        <a:xfrm>
          <a:off x="0" y="0"/>
          <a:ext cx="0" cy="0"/>
          <a:chOff x="0" y="0"/>
          <a:chExt cx="0" cy="0"/>
        </a:xfrm>
      </p:grpSpPr>
      <p:pic>
        <p:nvPicPr>
          <p:cNvPr id="2155" name="Google Shape;2155;p21"/>
          <p:cNvPicPr preferRelativeResize="0"/>
          <p:nvPr/>
        </p:nvPicPr>
        <p:blipFill rotWithShape="1">
          <a:blip r:embed="rId3">
            <a:alphaModFix/>
          </a:blip>
          <a:srcRect t="7798" b="7806"/>
          <a:stretch/>
        </p:blipFill>
        <p:spPr>
          <a:xfrm>
            <a:off x="0" y="0"/>
            <a:ext cx="9144003" cy="5143501"/>
          </a:xfrm>
          <a:prstGeom prst="rect">
            <a:avLst/>
          </a:prstGeom>
          <a:noFill/>
          <a:ln>
            <a:noFill/>
          </a:ln>
        </p:spPr>
      </p:pic>
      <p:sp>
        <p:nvSpPr>
          <p:cNvPr id="2156" name="Google Shape;2156;p21"/>
          <p:cNvSpPr txBox="1">
            <a:spLocks noGrp="1"/>
          </p:cNvSpPr>
          <p:nvPr>
            <p:ph type="title"/>
          </p:nvPr>
        </p:nvSpPr>
        <p:spPr>
          <a:xfrm>
            <a:off x="714175" y="466344"/>
            <a:ext cx="77157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2157" name="Google Shape;2157;p21"/>
          <p:cNvGrpSpPr/>
          <p:nvPr/>
        </p:nvGrpSpPr>
        <p:grpSpPr>
          <a:xfrm>
            <a:off x="714175" y="1093271"/>
            <a:ext cx="7715647" cy="131916"/>
            <a:chOff x="714175" y="1115188"/>
            <a:chExt cx="7715647" cy="131916"/>
          </a:xfrm>
        </p:grpSpPr>
        <p:grpSp>
          <p:nvGrpSpPr>
            <p:cNvPr id="2158" name="Google Shape;2158;p21"/>
            <p:cNvGrpSpPr/>
            <p:nvPr/>
          </p:nvGrpSpPr>
          <p:grpSpPr>
            <a:xfrm>
              <a:off x="714175" y="1115188"/>
              <a:ext cx="7715647" cy="131916"/>
              <a:chOff x="714175" y="1082438"/>
              <a:chExt cx="7715647" cy="131916"/>
            </a:xfrm>
          </p:grpSpPr>
          <p:sp>
            <p:nvSpPr>
              <p:cNvPr id="2159" name="Google Shape;2159;p21"/>
              <p:cNvSpPr/>
              <p:nvPr/>
            </p:nvSpPr>
            <p:spPr>
              <a:xfrm>
                <a:off x="714175" y="1082438"/>
                <a:ext cx="275716" cy="131916"/>
              </a:xfrm>
              <a:custGeom>
                <a:avLst/>
                <a:gdLst/>
                <a:ahLst/>
                <a:cxnLst/>
                <a:rect l="l" t="t" r="r" b="b"/>
                <a:pathLst>
                  <a:path w="3689" h="1765" extrusionOk="0">
                    <a:moveTo>
                      <a:pt x="2889" y="1"/>
                    </a:moveTo>
                    <a:cubicBezTo>
                      <a:pt x="2773" y="1"/>
                      <a:pt x="2657" y="26"/>
                      <a:pt x="2554" y="65"/>
                    </a:cubicBezTo>
                    <a:cubicBezTo>
                      <a:pt x="2438" y="104"/>
                      <a:pt x="2334" y="168"/>
                      <a:pt x="2244" y="246"/>
                    </a:cubicBezTo>
                    <a:cubicBezTo>
                      <a:pt x="2154" y="323"/>
                      <a:pt x="2077" y="400"/>
                      <a:pt x="2012" y="504"/>
                    </a:cubicBezTo>
                    <a:cubicBezTo>
                      <a:pt x="1883" y="684"/>
                      <a:pt x="1780" y="878"/>
                      <a:pt x="1664" y="1058"/>
                    </a:cubicBezTo>
                    <a:cubicBezTo>
                      <a:pt x="1612" y="1148"/>
                      <a:pt x="1548" y="1239"/>
                      <a:pt x="1470" y="1316"/>
                    </a:cubicBezTo>
                    <a:cubicBezTo>
                      <a:pt x="1406" y="1380"/>
                      <a:pt x="1316" y="1445"/>
                      <a:pt x="1238" y="1496"/>
                    </a:cubicBezTo>
                    <a:cubicBezTo>
                      <a:pt x="1148" y="1535"/>
                      <a:pt x="1045" y="1574"/>
                      <a:pt x="942" y="1587"/>
                    </a:cubicBezTo>
                    <a:cubicBezTo>
                      <a:pt x="869" y="1596"/>
                      <a:pt x="802" y="1605"/>
                      <a:pt x="733" y="1605"/>
                    </a:cubicBezTo>
                    <a:cubicBezTo>
                      <a:pt x="705" y="1605"/>
                      <a:pt x="675" y="1603"/>
                      <a:pt x="645" y="1600"/>
                    </a:cubicBezTo>
                    <a:cubicBezTo>
                      <a:pt x="594" y="1587"/>
                      <a:pt x="542" y="1574"/>
                      <a:pt x="503" y="1561"/>
                    </a:cubicBezTo>
                    <a:cubicBezTo>
                      <a:pt x="452" y="1535"/>
                      <a:pt x="413" y="1509"/>
                      <a:pt x="374" y="1484"/>
                    </a:cubicBezTo>
                    <a:cubicBezTo>
                      <a:pt x="336" y="1458"/>
                      <a:pt x="297" y="1432"/>
                      <a:pt x="258" y="1393"/>
                    </a:cubicBezTo>
                    <a:cubicBezTo>
                      <a:pt x="245" y="1368"/>
                      <a:pt x="233" y="1355"/>
                      <a:pt x="220" y="1329"/>
                    </a:cubicBezTo>
                    <a:cubicBezTo>
                      <a:pt x="207" y="1316"/>
                      <a:pt x="194" y="1290"/>
                      <a:pt x="181" y="1264"/>
                    </a:cubicBezTo>
                    <a:cubicBezTo>
                      <a:pt x="142" y="1174"/>
                      <a:pt x="129" y="1084"/>
                      <a:pt x="155" y="994"/>
                    </a:cubicBezTo>
                    <a:cubicBezTo>
                      <a:pt x="168" y="890"/>
                      <a:pt x="207" y="800"/>
                      <a:pt x="284" y="736"/>
                    </a:cubicBezTo>
                    <a:cubicBezTo>
                      <a:pt x="310" y="710"/>
                      <a:pt x="362" y="684"/>
                      <a:pt x="400" y="671"/>
                    </a:cubicBezTo>
                    <a:cubicBezTo>
                      <a:pt x="428" y="662"/>
                      <a:pt x="461" y="653"/>
                      <a:pt x="497" y="653"/>
                    </a:cubicBezTo>
                    <a:cubicBezTo>
                      <a:pt x="512" y="653"/>
                      <a:pt x="527" y="655"/>
                      <a:pt x="542" y="658"/>
                    </a:cubicBezTo>
                    <a:cubicBezTo>
                      <a:pt x="581" y="658"/>
                      <a:pt x="632" y="671"/>
                      <a:pt x="671" y="710"/>
                    </a:cubicBezTo>
                    <a:cubicBezTo>
                      <a:pt x="710" y="736"/>
                      <a:pt x="735" y="774"/>
                      <a:pt x="748" y="813"/>
                    </a:cubicBezTo>
                    <a:cubicBezTo>
                      <a:pt x="787" y="903"/>
                      <a:pt x="761" y="1006"/>
                      <a:pt x="697" y="1071"/>
                    </a:cubicBezTo>
                    <a:cubicBezTo>
                      <a:pt x="654" y="1095"/>
                      <a:pt x="609" y="1108"/>
                      <a:pt x="564" y="1108"/>
                    </a:cubicBezTo>
                    <a:cubicBezTo>
                      <a:pt x="515" y="1108"/>
                      <a:pt x="467" y="1092"/>
                      <a:pt x="426" y="1058"/>
                    </a:cubicBezTo>
                    <a:lnTo>
                      <a:pt x="387" y="1084"/>
                    </a:lnTo>
                    <a:cubicBezTo>
                      <a:pt x="439" y="1135"/>
                      <a:pt x="490" y="1161"/>
                      <a:pt x="555" y="1161"/>
                    </a:cubicBezTo>
                    <a:cubicBezTo>
                      <a:pt x="567" y="1164"/>
                      <a:pt x="578" y="1165"/>
                      <a:pt x="589" y="1165"/>
                    </a:cubicBezTo>
                    <a:cubicBezTo>
                      <a:pt x="639" y="1165"/>
                      <a:pt x="683" y="1144"/>
                      <a:pt x="735" y="1123"/>
                    </a:cubicBezTo>
                    <a:cubicBezTo>
                      <a:pt x="761" y="1097"/>
                      <a:pt x="774" y="1084"/>
                      <a:pt x="800" y="1058"/>
                    </a:cubicBezTo>
                    <a:cubicBezTo>
                      <a:pt x="813" y="1032"/>
                      <a:pt x="826" y="994"/>
                      <a:pt x="839" y="968"/>
                    </a:cubicBezTo>
                    <a:cubicBezTo>
                      <a:pt x="852" y="903"/>
                      <a:pt x="852" y="839"/>
                      <a:pt x="839" y="787"/>
                    </a:cubicBezTo>
                    <a:cubicBezTo>
                      <a:pt x="826" y="723"/>
                      <a:pt x="787" y="671"/>
                      <a:pt x="735" y="620"/>
                    </a:cubicBezTo>
                    <a:cubicBezTo>
                      <a:pt x="684" y="581"/>
                      <a:pt x="632" y="555"/>
                      <a:pt x="568" y="542"/>
                    </a:cubicBezTo>
                    <a:cubicBezTo>
                      <a:pt x="503" y="542"/>
                      <a:pt x="439" y="542"/>
                      <a:pt x="374" y="555"/>
                    </a:cubicBezTo>
                    <a:cubicBezTo>
                      <a:pt x="323" y="568"/>
                      <a:pt x="258" y="607"/>
                      <a:pt x="220" y="645"/>
                    </a:cubicBezTo>
                    <a:cubicBezTo>
                      <a:pt x="117" y="723"/>
                      <a:pt x="52" y="839"/>
                      <a:pt x="39" y="968"/>
                    </a:cubicBezTo>
                    <a:cubicBezTo>
                      <a:pt x="0" y="1084"/>
                      <a:pt x="13" y="1213"/>
                      <a:pt x="52" y="1329"/>
                    </a:cubicBezTo>
                    <a:cubicBezTo>
                      <a:pt x="78" y="1355"/>
                      <a:pt x="91" y="1380"/>
                      <a:pt x="104" y="1406"/>
                    </a:cubicBezTo>
                    <a:cubicBezTo>
                      <a:pt x="117" y="1432"/>
                      <a:pt x="129" y="1458"/>
                      <a:pt x="155" y="1484"/>
                    </a:cubicBezTo>
                    <a:cubicBezTo>
                      <a:pt x="194" y="1535"/>
                      <a:pt x="233" y="1574"/>
                      <a:pt x="284" y="1613"/>
                    </a:cubicBezTo>
                    <a:cubicBezTo>
                      <a:pt x="336" y="1638"/>
                      <a:pt x="400" y="1664"/>
                      <a:pt x="452" y="1690"/>
                    </a:cubicBezTo>
                    <a:cubicBezTo>
                      <a:pt x="503" y="1716"/>
                      <a:pt x="568" y="1741"/>
                      <a:pt x="619" y="1754"/>
                    </a:cubicBezTo>
                    <a:cubicBezTo>
                      <a:pt x="677" y="1761"/>
                      <a:pt x="739" y="1764"/>
                      <a:pt x="800" y="1764"/>
                    </a:cubicBezTo>
                    <a:cubicBezTo>
                      <a:pt x="861" y="1764"/>
                      <a:pt x="922" y="1761"/>
                      <a:pt x="980" y="1754"/>
                    </a:cubicBezTo>
                    <a:cubicBezTo>
                      <a:pt x="1097" y="1729"/>
                      <a:pt x="1213" y="1690"/>
                      <a:pt x="1316" y="1638"/>
                    </a:cubicBezTo>
                    <a:cubicBezTo>
                      <a:pt x="1419" y="1587"/>
                      <a:pt x="1509" y="1509"/>
                      <a:pt x="1599" y="1432"/>
                    </a:cubicBezTo>
                    <a:cubicBezTo>
                      <a:pt x="1677" y="1342"/>
                      <a:pt x="1741" y="1251"/>
                      <a:pt x="1806" y="1161"/>
                    </a:cubicBezTo>
                    <a:cubicBezTo>
                      <a:pt x="1922" y="968"/>
                      <a:pt x="2025" y="774"/>
                      <a:pt x="2141" y="594"/>
                    </a:cubicBezTo>
                    <a:cubicBezTo>
                      <a:pt x="2257" y="426"/>
                      <a:pt x="2412" y="284"/>
                      <a:pt x="2605" y="207"/>
                    </a:cubicBezTo>
                    <a:cubicBezTo>
                      <a:pt x="2695" y="168"/>
                      <a:pt x="2799" y="143"/>
                      <a:pt x="2889" y="143"/>
                    </a:cubicBezTo>
                    <a:cubicBezTo>
                      <a:pt x="2940" y="143"/>
                      <a:pt x="2992" y="143"/>
                      <a:pt x="3031" y="155"/>
                    </a:cubicBezTo>
                    <a:cubicBezTo>
                      <a:pt x="3082" y="168"/>
                      <a:pt x="3134" y="194"/>
                      <a:pt x="3173" y="207"/>
                    </a:cubicBezTo>
                    <a:cubicBezTo>
                      <a:pt x="3224" y="233"/>
                      <a:pt x="3263" y="259"/>
                      <a:pt x="3301" y="284"/>
                    </a:cubicBezTo>
                    <a:cubicBezTo>
                      <a:pt x="3327" y="323"/>
                      <a:pt x="3366" y="362"/>
                      <a:pt x="3392" y="400"/>
                    </a:cubicBezTo>
                    <a:cubicBezTo>
                      <a:pt x="3443" y="478"/>
                      <a:pt x="3482" y="581"/>
                      <a:pt x="3495" y="671"/>
                    </a:cubicBezTo>
                    <a:cubicBezTo>
                      <a:pt x="3521" y="774"/>
                      <a:pt x="3508" y="865"/>
                      <a:pt x="3482" y="968"/>
                    </a:cubicBezTo>
                    <a:cubicBezTo>
                      <a:pt x="3456" y="1058"/>
                      <a:pt x="3392" y="1148"/>
                      <a:pt x="3327" y="1213"/>
                    </a:cubicBezTo>
                    <a:cubicBezTo>
                      <a:pt x="3250" y="1277"/>
                      <a:pt x="3160" y="1329"/>
                      <a:pt x="3069" y="1355"/>
                    </a:cubicBezTo>
                    <a:cubicBezTo>
                      <a:pt x="3044" y="1358"/>
                      <a:pt x="3018" y="1359"/>
                      <a:pt x="2992" y="1359"/>
                    </a:cubicBezTo>
                    <a:cubicBezTo>
                      <a:pt x="2915" y="1359"/>
                      <a:pt x="2841" y="1345"/>
                      <a:pt x="2773" y="1316"/>
                    </a:cubicBezTo>
                    <a:cubicBezTo>
                      <a:pt x="2683" y="1290"/>
                      <a:pt x="2605" y="1226"/>
                      <a:pt x="2554" y="1135"/>
                    </a:cubicBezTo>
                    <a:cubicBezTo>
                      <a:pt x="2502" y="1058"/>
                      <a:pt x="2476" y="955"/>
                      <a:pt x="2489" y="865"/>
                    </a:cubicBezTo>
                    <a:cubicBezTo>
                      <a:pt x="2502" y="761"/>
                      <a:pt x="2554" y="684"/>
                      <a:pt x="2631" y="620"/>
                    </a:cubicBezTo>
                    <a:cubicBezTo>
                      <a:pt x="2688" y="582"/>
                      <a:pt x="2758" y="558"/>
                      <a:pt x="2827" y="558"/>
                    </a:cubicBezTo>
                    <a:cubicBezTo>
                      <a:pt x="2852" y="558"/>
                      <a:pt x="2878" y="561"/>
                      <a:pt x="2902" y="568"/>
                    </a:cubicBezTo>
                    <a:cubicBezTo>
                      <a:pt x="2992" y="607"/>
                      <a:pt x="3069" y="671"/>
                      <a:pt x="3095" y="774"/>
                    </a:cubicBezTo>
                    <a:cubicBezTo>
                      <a:pt x="3121" y="865"/>
                      <a:pt x="3082" y="968"/>
                      <a:pt x="3005" y="1019"/>
                    </a:cubicBezTo>
                    <a:cubicBezTo>
                      <a:pt x="2962" y="1055"/>
                      <a:pt x="2908" y="1075"/>
                      <a:pt x="2855" y="1075"/>
                    </a:cubicBezTo>
                    <a:cubicBezTo>
                      <a:pt x="2812" y="1075"/>
                      <a:pt x="2769" y="1061"/>
                      <a:pt x="2734" y="1032"/>
                    </a:cubicBezTo>
                    <a:cubicBezTo>
                      <a:pt x="2670" y="981"/>
                      <a:pt x="2631" y="903"/>
                      <a:pt x="2644" y="826"/>
                    </a:cubicBezTo>
                    <a:cubicBezTo>
                      <a:pt x="2644" y="813"/>
                      <a:pt x="2631" y="813"/>
                      <a:pt x="2631" y="800"/>
                    </a:cubicBezTo>
                    <a:lnTo>
                      <a:pt x="2618" y="800"/>
                    </a:lnTo>
                    <a:cubicBezTo>
                      <a:pt x="2605" y="839"/>
                      <a:pt x="2605" y="890"/>
                      <a:pt x="2618" y="929"/>
                    </a:cubicBezTo>
                    <a:cubicBezTo>
                      <a:pt x="2631" y="981"/>
                      <a:pt x="2670" y="1032"/>
                      <a:pt x="2708" y="1071"/>
                    </a:cubicBezTo>
                    <a:cubicBezTo>
                      <a:pt x="2760" y="1110"/>
                      <a:pt x="2824" y="1135"/>
                      <a:pt x="2876" y="1135"/>
                    </a:cubicBezTo>
                    <a:cubicBezTo>
                      <a:pt x="2940" y="1135"/>
                      <a:pt x="3005" y="1110"/>
                      <a:pt x="3044" y="1071"/>
                    </a:cubicBezTo>
                    <a:cubicBezTo>
                      <a:pt x="3095" y="1045"/>
                      <a:pt x="3134" y="994"/>
                      <a:pt x="3160" y="929"/>
                    </a:cubicBezTo>
                    <a:cubicBezTo>
                      <a:pt x="3185" y="878"/>
                      <a:pt x="3185" y="813"/>
                      <a:pt x="3173" y="749"/>
                    </a:cubicBezTo>
                    <a:cubicBezTo>
                      <a:pt x="3147" y="633"/>
                      <a:pt x="3056" y="529"/>
                      <a:pt x="2940" y="491"/>
                    </a:cubicBezTo>
                    <a:cubicBezTo>
                      <a:pt x="2899" y="477"/>
                      <a:pt x="2854" y="470"/>
                      <a:pt x="2809" y="470"/>
                    </a:cubicBezTo>
                    <a:cubicBezTo>
                      <a:pt x="2728" y="470"/>
                      <a:pt x="2646" y="493"/>
                      <a:pt x="2579" y="542"/>
                    </a:cubicBezTo>
                    <a:cubicBezTo>
                      <a:pt x="2528" y="581"/>
                      <a:pt x="2489" y="620"/>
                      <a:pt x="2450" y="671"/>
                    </a:cubicBezTo>
                    <a:cubicBezTo>
                      <a:pt x="2425" y="723"/>
                      <a:pt x="2399" y="787"/>
                      <a:pt x="2399" y="852"/>
                    </a:cubicBezTo>
                    <a:cubicBezTo>
                      <a:pt x="2373" y="968"/>
                      <a:pt x="2399" y="1097"/>
                      <a:pt x="2463" y="1200"/>
                    </a:cubicBezTo>
                    <a:cubicBezTo>
                      <a:pt x="2528" y="1303"/>
                      <a:pt x="2631" y="1380"/>
                      <a:pt x="2747" y="1432"/>
                    </a:cubicBezTo>
                    <a:cubicBezTo>
                      <a:pt x="2824" y="1461"/>
                      <a:pt x="2916" y="1476"/>
                      <a:pt x="3006" y="1476"/>
                    </a:cubicBezTo>
                    <a:cubicBezTo>
                      <a:pt x="3036" y="1476"/>
                      <a:pt x="3066" y="1474"/>
                      <a:pt x="3095" y="1471"/>
                    </a:cubicBezTo>
                    <a:cubicBezTo>
                      <a:pt x="3224" y="1445"/>
                      <a:pt x="3327" y="1393"/>
                      <a:pt x="3418" y="1303"/>
                    </a:cubicBezTo>
                    <a:cubicBezTo>
                      <a:pt x="3598" y="1135"/>
                      <a:pt x="3688" y="890"/>
                      <a:pt x="3650" y="645"/>
                    </a:cubicBezTo>
                    <a:cubicBezTo>
                      <a:pt x="3624" y="529"/>
                      <a:pt x="3585" y="413"/>
                      <a:pt x="3521" y="323"/>
                    </a:cubicBezTo>
                    <a:cubicBezTo>
                      <a:pt x="3482" y="271"/>
                      <a:pt x="3443" y="220"/>
                      <a:pt x="3405" y="181"/>
                    </a:cubicBezTo>
                    <a:cubicBezTo>
                      <a:pt x="3353" y="143"/>
                      <a:pt x="3301" y="104"/>
                      <a:pt x="3237" y="78"/>
                    </a:cubicBezTo>
                    <a:cubicBezTo>
                      <a:pt x="3185" y="52"/>
                      <a:pt x="3134" y="39"/>
                      <a:pt x="3082" y="14"/>
                    </a:cubicBezTo>
                    <a:cubicBezTo>
                      <a:pt x="3018" y="1"/>
                      <a:pt x="2953" y="1"/>
                      <a:pt x="28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21"/>
              <p:cNvSpPr/>
              <p:nvPr/>
            </p:nvSpPr>
            <p:spPr>
              <a:xfrm>
                <a:off x="8156050" y="1082482"/>
                <a:ext cx="273773" cy="131841"/>
              </a:xfrm>
              <a:custGeom>
                <a:avLst/>
                <a:gdLst/>
                <a:ahLst/>
                <a:cxnLst/>
                <a:rect l="l" t="t" r="r" b="b"/>
                <a:pathLst>
                  <a:path w="3663" h="1764" extrusionOk="0">
                    <a:moveTo>
                      <a:pt x="774" y="0"/>
                    </a:moveTo>
                    <a:cubicBezTo>
                      <a:pt x="710" y="0"/>
                      <a:pt x="645" y="0"/>
                      <a:pt x="581" y="13"/>
                    </a:cubicBezTo>
                    <a:cubicBezTo>
                      <a:pt x="529" y="39"/>
                      <a:pt x="478" y="52"/>
                      <a:pt x="426" y="78"/>
                    </a:cubicBezTo>
                    <a:cubicBezTo>
                      <a:pt x="362" y="103"/>
                      <a:pt x="310" y="142"/>
                      <a:pt x="259" y="181"/>
                    </a:cubicBezTo>
                    <a:cubicBezTo>
                      <a:pt x="130" y="310"/>
                      <a:pt x="52" y="477"/>
                      <a:pt x="14" y="658"/>
                    </a:cubicBezTo>
                    <a:cubicBezTo>
                      <a:pt x="1" y="774"/>
                      <a:pt x="14" y="890"/>
                      <a:pt x="52" y="1006"/>
                    </a:cubicBezTo>
                    <a:cubicBezTo>
                      <a:pt x="91" y="1122"/>
                      <a:pt x="156" y="1225"/>
                      <a:pt x="246" y="1303"/>
                    </a:cubicBezTo>
                    <a:cubicBezTo>
                      <a:pt x="364" y="1421"/>
                      <a:pt x="516" y="1478"/>
                      <a:pt x="672" y="1478"/>
                    </a:cubicBezTo>
                    <a:cubicBezTo>
                      <a:pt x="754" y="1478"/>
                      <a:pt x="836" y="1463"/>
                      <a:pt x="916" y="1432"/>
                    </a:cubicBezTo>
                    <a:cubicBezTo>
                      <a:pt x="1032" y="1380"/>
                      <a:pt x="1123" y="1303"/>
                      <a:pt x="1187" y="1200"/>
                    </a:cubicBezTo>
                    <a:cubicBezTo>
                      <a:pt x="1252" y="1096"/>
                      <a:pt x="1277" y="967"/>
                      <a:pt x="1264" y="851"/>
                    </a:cubicBezTo>
                    <a:cubicBezTo>
                      <a:pt x="1252" y="787"/>
                      <a:pt x="1239" y="735"/>
                      <a:pt x="1200" y="684"/>
                    </a:cubicBezTo>
                    <a:cubicBezTo>
                      <a:pt x="1174" y="619"/>
                      <a:pt x="1123" y="581"/>
                      <a:pt x="1071" y="542"/>
                    </a:cubicBezTo>
                    <a:cubicBezTo>
                      <a:pt x="1001" y="498"/>
                      <a:pt x="919" y="472"/>
                      <a:pt x="837" y="472"/>
                    </a:cubicBezTo>
                    <a:cubicBezTo>
                      <a:pt x="799" y="472"/>
                      <a:pt x="760" y="478"/>
                      <a:pt x="723" y="490"/>
                    </a:cubicBezTo>
                    <a:cubicBezTo>
                      <a:pt x="607" y="529"/>
                      <a:pt x="517" y="632"/>
                      <a:pt x="478" y="748"/>
                    </a:cubicBezTo>
                    <a:cubicBezTo>
                      <a:pt x="465" y="813"/>
                      <a:pt x="478" y="877"/>
                      <a:pt x="504" y="942"/>
                    </a:cubicBezTo>
                    <a:cubicBezTo>
                      <a:pt x="517" y="993"/>
                      <a:pt x="555" y="1045"/>
                      <a:pt x="607" y="1083"/>
                    </a:cubicBezTo>
                    <a:cubicBezTo>
                      <a:pt x="658" y="1122"/>
                      <a:pt x="723" y="1135"/>
                      <a:pt x="774" y="1135"/>
                    </a:cubicBezTo>
                    <a:cubicBezTo>
                      <a:pt x="839" y="1135"/>
                      <a:pt x="903" y="1122"/>
                      <a:pt x="955" y="1083"/>
                    </a:cubicBezTo>
                    <a:cubicBezTo>
                      <a:pt x="994" y="1032"/>
                      <a:pt x="1032" y="980"/>
                      <a:pt x="1045" y="929"/>
                    </a:cubicBezTo>
                    <a:cubicBezTo>
                      <a:pt x="1058" y="890"/>
                      <a:pt x="1058" y="851"/>
                      <a:pt x="1045" y="813"/>
                    </a:cubicBezTo>
                    <a:lnTo>
                      <a:pt x="1019" y="813"/>
                    </a:lnTo>
                    <a:cubicBezTo>
                      <a:pt x="1019" y="813"/>
                      <a:pt x="1019" y="813"/>
                      <a:pt x="1019" y="826"/>
                    </a:cubicBezTo>
                    <a:cubicBezTo>
                      <a:pt x="1032" y="903"/>
                      <a:pt x="994" y="980"/>
                      <a:pt x="929" y="1032"/>
                    </a:cubicBezTo>
                    <a:cubicBezTo>
                      <a:pt x="890" y="1064"/>
                      <a:pt x="842" y="1080"/>
                      <a:pt x="794" y="1080"/>
                    </a:cubicBezTo>
                    <a:cubicBezTo>
                      <a:pt x="745" y="1080"/>
                      <a:pt x="697" y="1064"/>
                      <a:pt x="658" y="1032"/>
                    </a:cubicBezTo>
                    <a:cubicBezTo>
                      <a:pt x="581" y="967"/>
                      <a:pt x="555" y="864"/>
                      <a:pt x="568" y="774"/>
                    </a:cubicBezTo>
                    <a:cubicBezTo>
                      <a:pt x="594" y="671"/>
                      <a:pt x="671" y="606"/>
                      <a:pt x="762" y="568"/>
                    </a:cubicBezTo>
                    <a:cubicBezTo>
                      <a:pt x="786" y="561"/>
                      <a:pt x="811" y="558"/>
                      <a:pt x="836" y="558"/>
                    </a:cubicBezTo>
                    <a:cubicBezTo>
                      <a:pt x="905" y="558"/>
                      <a:pt x="976" y="581"/>
                      <a:pt x="1032" y="619"/>
                    </a:cubicBezTo>
                    <a:cubicBezTo>
                      <a:pt x="1110" y="684"/>
                      <a:pt x="1161" y="774"/>
                      <a:pt x="1174" y="864"/>
                    </a:cubicBezTo>
                    <a:cubicBezTo>
                      <a:pt x="1187" y="967"/>
                      <a:pt x="1161" y="1058"/>
                      <a:pt x="1110" y="1148"/>
                    </a:cubicBezTo>
                    <a:cubicBezTo>
                      <a:pt x="1058" y="1225"/>
                      <a:pt x="981" y="1290"/>
                      <a:pt x="890" y="1328"/>
                    </a:cubicBezTo>
                    <a:cubicBezTo>
                      <a:pt x="824" y="1347"/>
                      <a:pt x="751" y="1359"/>
                      <a:pt x="677" y="1359"/>
                    </a:cubicBezTo>
                    <a:cubicBezTo>
                      <a:pt x="649" y="1359"/>
                      <a:pt x="622" y="1358"/>
                      <a:pt x="594" y="1354"/>
                    </a:cubicBezTo>
                    <a:cubicBezTo>
                      <a:pt x="504" y="1328"/>
                      <a:pt x="413" y="1277"/>
                      <a:pt x="349" y="1212"/>
                    </a:cubicBezTo>
                    <a:cubicBezTo>
                      <a:pt x="272" y="1148"/>
                      <a:pt x="220" y="1058"/>
                      <a:pt x="181" y="967"/>
                    </a:cubicBezTo>
                    <a:cubicBezTo>
                      <a:pt x="156" y="877"/>
                      <a:pt x="143" y="774"/>
                      <a:pt x="168" y="671"/>
                    </a:cubicBezTo>
                    <a:cubicBezTo>
                      <a:pt x="181" y="581"/>
                      <a:pt x="220" y="477"/>
                      <a:pt x="272" y="400"/>
                    </a:cubicBezTo>
                    <a:cubicBezTo>
                      <a:pt x="310" y="361"/>
                      <a:pt x="336" y="323"/>
                      <a:pt x="375" y="284"/>
                    </a:cubicBezTo>
                    <a:cubicBezTo>
                      <a:pt x="413" y="258"/>
                      <a:pt x="452" y="232"/>
                      <a:pt x="491" y="207"/>
                    </a:cubicBezTo>
                    <a:cubicBezTo>
                      <a:pt x="542" y="194"/>
                      <a:pt x="581" y="168"/>
                      <a:pt x="633" y="155"/>
                    </a:cubicBezTo>
                    <a:cubicBezTo>
                      <a:pt x="684" y="155"/>
                      <a:pt x="723" y="142"/>
                      <a:pt x="774" y="142"/>
                    </a:cubicBezTo>
                    <a:cubicBezTo>
                      <a:pt x="878" y="142"/>
                      <a:pt x="981" y="168"/>
                      <a:pt x="1071" y="207"/>
                    </a:cubicBezTo>
                    <a:cubicBezTo>
                      <a:pt x="1252" y="284"/>
                      <a:pt x="1419" y="426"/>
                      <a:pt x="1522" y="606"/>
                    </a:cubicBezTo>
                    <a:cubicBezTo>
                      <a:pt x="1651" y="774"/>
                      <a:pt x="1742" y="967"/>
                      <a:pt x="1870" y="1161"/>
                    </a:cubicBezTo>
                    <a:cubicBezTo>
                      <a:pt x="1922" y="1251"/>
                      <a:pt x="1999" y="1354"/>
                      <a:pt x="2077" y="1432"/>
                    </a:cubicBezTo>
                    <a:cubicBezTo>
                      <a:pt x="2154" y="1522"/>
                      <a:pt x="2257" y="1586"/>
                      <a:pt x="2360" y="1638"/>
                    </a:cubicBezTo>
                    <a:cubicBezTo>
                      <a:pt x="2464" y="1702"/>
                      <a:pt x="2580" y="1728"/>
                      <a:pt x="2696" y="1754"/>
                    </a:cubicBezTo>
                    <a:cubicBezTo>
                      <a:pt x="2754" y="1760"/>
                      <a:pt x="2812" y="1764"/>
                      <a:pt x="2870" y="1764"/>
                    </a:cubicBezTo>
                    <a:cubicBezTo>
                      <a:pt x="2928" y="1764"/>
                      <a:pt x="2986" y="1760"/>
                      <a:pt x="3044" y="1754"/>
                    </a:cubicBezTo>
                    <a:cubicBezTo>
                      <a:pt x="3108" y="1741"/>
                      <a:pt x="3160" y="1728"/>
                      <a:pt x="3224" y="1702"/>
                    </a:cubicBezTo>
                    <a:cubicBezTo>
                      <a:pt x="3276" y="1677"/>
                      <a:pt x="3328" y="1638"/>
                      <a:pt x="3379" y="1612"/>
                    </a:cubicBezTo>
                    <a:cubicBezTo>
                      <a:pt x="3431" y="1573"/>
                      <a:pt x="3482" y="1535"/>
                      <a:pt x="3521" y="1483"/>
                    </a:cubicBezTo>
                    <a:cubicBezTo>
                      <a:pt x="3534" y="1457"/>
                      <a:pt x="3560" y="1432"/>
                      <a:pt x="3573" y="1406"/>
                    </a:cubicBezTo>
                    <a:cubicBezTo>
                      <a:pt x="3585" y="1380"/>
                      <a:pt x="3598" y="1367"/>
                      <a:pt x="3611" y="1328"/>
                    </a:cubicBezTo>
                    <a:cubicBezTo>
                      <a:pt x="3650" y="1212"/>
                      <a:pt x="3663" y="1083"/>
                      <a:pt x="3624" y="967"/>
                    </a:cubicBezTo>
                    <a:cubicBezTo>
                      <a:pt x="3598" y="838"/>
                      <a:pt x="3534" y="735"/>
                      <a:pt x="3444" y="645"/>
                    </a:cubicBezTo>
                    <a:cubicBezTo>
                      <a:pt x="3392" y="606"/>
                      <a:pt x="3340" y="581"/>
                      <a:pt x="3276" y="555"/>
                    </a:cubicBezTo>
                    <a:cubicBezTo>
                      <a:pt x="3250" y="548"/>
                      <a:pt x="3221" y="545"/>
                      <a:pt x="3191" y="545"/>
                    </a:cubicBezTo>
                    <a:cubicBezTo>
                      <a:pt x="3160" y="545"/>
                      <a:pt x="3128" y="548"/>
                      <a:pt x="3095" y="555"/>
                    </a:cubicBezTo>
                    <a:cubicBezTo>
                      <a:pt x="3031" y="555"/>
                      <a:pt x="2967" y="581"/>
                      <a:pt x="2915" y="632"/>
                    </a:cubicBezTo>
                    <a:cubicBezTo>
                      <a:pt x="2876" y="671"/>
                      <a:pt x="2838" y="722"/>
                      <a:pt x="2812" y="787"/>
                    </a:cubicBezTo>
                    <a:cubicBezTo>
                      <a:pt x="2799" y="851"/>
                      <a:pt x="2799" y="916"/>
                      <a:pt x="2812" y="967"/>
                    </a:cubicBezTo>
                    <a:cubicBezTo>
                      <a:pt x="2825" y="1006"/>
                      <a:pt x="2838" y="1032"/>
                      <a:pt x="2850" y="1058"/>
                    </a:cubicBezTo>
                    <a:cubicBezTo>
                      <a:pt x="2876" y="1083"/>
                      <a:pt x="2902" y="1109"/>
                      <a:pt x="2928" y="1122"/>
                    </a:cubicBezTo>
                    <a:cubicBezTo>
                      <a:pt x="2967" y="1151"/>
                      <a:pt x="3012" y="1166"/>
                      <a:pt x="3055" y="1166"/>
                    </a:cubicBezTo>
                    <a:cubicBezTo>
                      <a:pt x="3069" y="1166"/>
                      <a:pt x="3083" y="1164"/>
                      <a:pt x="3095" y="1161"/>
                    </a:cubicBezTo>
                    <a:cubicBezTo>
                      <a:pt x="3160" y="1161"/>
                      <a:pt x="3224" y="1135"/>
                      <a:pt x="3263" y="1083"/>
                    </a:cubicBezTo>
                    <a:lnTo>
                      <a:pt x="3224" y="1058"/>
                    </a:lnTo>
                    <a:cubicBezTo>
                      <a:pt x="3189" y="1093"/>
                      <a:pt x="3138" y="1113"/>
                      <a:pt x="3086" y="1113"/>
                    </a:cubicBezTo>
                    <a:cubicBezTo>
                      <a:pt x="3044" y="1113"/>
                      <a:pt x="3001" y="1100"/>
                      <a:pt x="2967" y="1071"/>
                    </a:cubicBezTo>
                    <a:cubicBezTo>
                      <a:pt x="2889" y="1006"/>
                      <a:pt x="2863" y="903"/>
                      <a:pt x="2902" y="813"/>
                    </a:cubicBezTo>
                    <a:cubicBezTo>
                      <a:pt x="2915" y="774"/>
                      <a:pt x="2954" y="735"/>
                      <a:pt x="2979" y="710"/>
                    </a:cubicBezTo>
                    <a:cubicBezTo>
                      <a:pt x="3018" y="684"/>
                      <a:pt x="3070" y="658"/>
                      <a:pt x="3108" y="658"/>
                    </a:cubicBezTo>
                    <a:cubicBezTo>
                      <a:pt x="3122" y="656"/>
                      <a:pt x="3135" y="655"/>
                      <a:pt x="3148" y="655"/>
                    </a:cubicBezTo>
                    <a:cubicBezTo>
                      <a:pt x="3234" y="655"/>
                      <a:pt x="3310" y="692"/>
                      <a:pt x="3366" y="748"/>
                    </a:cubicBezTo>
                    <a:cubicBezTo>
                      <a:pt x="3444" y="813"/>
                      <a:pt x="3482" y="903"/>
                      <a:pt x="3508" y="993"/>
                    </a:cubicBezTo>
                    <a:cubicBezTo>
                      <a:pt x="3521" y="1083"/>
                      <a:pt x="3508" y="1187"/>
                      <a:pt x="3469" y="1264"/>
                    </a:cubicBezTo>
                    <a:cubicBezTo>
                      <a:pt x="3457" y="1290"/>
                      <a:pt x="3444" y="1316"/>
                      <a:pt x="3431" y="1328"/>
                    </a:cubicBezTo>
                    <a:cubicBezTo>
                      <a:pt x="3418" y="1354"/>
                      <a:pt x="3405" y="1380"/>
                      <a:pt x="3392" y="1393"/>
                    </a:cubicBezTo>
                    <a:cubicBezTo>
                      <a:pt x="3353" y="1432"/>
                      <a:pt x="3328" y="1457"/>
                      <a:pt x="3276" y="1483"/>
                    </a:cubicBezTo>
                    <a:cubicBezTo>
                      <a:pt x="3237" y="1509"/>
                      <a:pt x="3199" y="1535"/>
                      <a:pt x="3147" y="1561"/>
                    </a:cubicBezTo>
                    <a:cubicBezTo>
                      <a:pt x="3108" y="1573"/>
                      <a:pt x="3057" y="1586"/>
                      <a:pt x="3005" y="1599"/>
                    </a:cubicBezTo>
                    <a:cubicBezTo>
                      <a:pt x="2960" y="1606"/>
                      <a:pt x="2912" y="1609"/>
                      <a:pt x="2862" y="1609"/>
                    </a:cubicBezTo>
                    <a:cubicBezTo>
                      <a:pt x="2812" y="1609"/>
                      <a:pt x="2760" y="1606"/>
                      <a:pt x="2709" y="1599"/>
                    </a:cubicBezTo>
                    <a:cubicBezTo>
                      <a:pt x="2605" y="1586"/>
                      <a:pt x="2515" y="1548"/>
                      <a:pt x="2425" y="1509"/>
                    </a:cubicBezTo>
                    <a:cubicBezTo>
                      <a:pt x="2335" y="1457"/>
                      <a:pt x="2257" y="1393"/>
                      <a:pt x="2180" y="1328"/>
                    </a:cubicBezTo>
                    <a:cubicBezTo>
                      <a:pt x="2103" y="1251"/>
                      <a:pt x="2051" y="1161"/>
                      <a:pt x="1987" y="1071"/>
                    </a:cubicBezTo>
                    <a:cubicBezTo>
                      <a:pt x="1870" y="890"/>
                      <a:pt x="1767" y="697"/>
                      <a:pt x="1638" y="516"/>
                    </a:cubicBezTo>
                    <a:cubicBezTo>
                      <a:pt x="1574" y="413"/>
                      <a:pt x="1497" y="336"/>
                      <a:pt x="1419" y="258"/>
                    </a:cubicBezTo>
                    <a:cubicBezTo>
                      <a:pt x="1329" y="181"/>
                      <a:pt x="1226" y="116"/>
                      <a:pt x="1123" y="65"/>
                    </a:cubicBezTo>
                    <a:cubicBezTo>
                      <a:pt x="1007" y="26"/>
                      <a:pt x="890" y="0"/>
                      <a:pt x="7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1" name="Google Shape;2161;p21"/>
            <p:cNvGrpSpPr/>
            <p:nvPr/>
          </p:nvGrpSpPr>
          <p:grpSpPr>
            <a:xfrm>
              <a:off x="989955" y="1149073"/>
              <a:ext cx="7163972" cy="64150"/>
              <a:chOff x="1299890" y="844622"/>
              <a:chExt cx="6544233" cy="64143"/>
            </a:xfrm>
          </p:grpSpPr>
          <p:grpSp>
            <p:nvGrpSpPr>
              <p:cNvPr id="2162" name="Google Shape;2162;p21"/>
              <p:cNvGrpSpPr/>
              <p:nvPr/>
            </p:nvGrpSpPr>
            <p:grpSpPr>
              <a:xfrm>
                <a:off x="4528885" y="844622"/>
                <a:ext cx="3315238" cy="64143"/>
                <a:chOff x="896765" y="648922"/>
                <a:chExt cx="3315238" cy="64143"/>
              </a:xfrm>
            </p:grpSpPr>
            <p:sp>
              <p:nvSpPr>
                <p:cNvPr id="2163" name="Google Shape;2163;p21"/>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21"/>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21"/>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21"/>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21"/>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21"/>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21"/>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21"/>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21"/>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21"/>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21"/>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21"/>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21"/>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21"/>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21"/>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21"/>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21"/>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21"/>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21"/>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21"/>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21"/>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21"/>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21"/>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21"/>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21"/>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21"/>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21"/>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21"/>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21"/>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21"/>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21"/>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21"/>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21"/>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6" name="Google Shape;2196;p21"/>
              <p:cNvGrpSpPr/>
              <p:nvPr/>
            </p:nvGrpSpPr>
            <p:grpSpPr>
              <a:xfrm>
                <a:off x="1299890" y="844622"/>
                <a:ext cx="3315238" cy="64143"/>
                <a:chOff x="896765" y="648922"/>
                <a:chExt cx="3315238" cy="64143"/>
              </a:xfrm>
            </p:grpSpPr>
            <p:sp>
              <p:nvSpPr>
                <p:cNvPr id="2197" name="Google Shape;2197;p21"/>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21"/>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21"/>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21"/>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21"/>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21"/>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21"/>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21"/>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21"/>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21"/>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21"/>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21"/>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21"/>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21"/>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21"/>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21"/>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21"/>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21"/>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21"/>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21"/>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21"/>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21"/>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21"/>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21"/>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21"/>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21"/>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21"/>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21"/>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21"/>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21"/>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21"/>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21"/>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21"/>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pic>
        <p:nvPicPr>
          <p:cNvPr id="2230" name="Google Shape;2230;p21"/>
          <p:cNvPicPr preferRelativeResize="0"/>
          <p:nvPr/>
        </p:nvPicPr>
        <p:blipFill>
          <a:blip r:embed="rId4">
            <a:alphaModFix/>
          </a:blip>
          <a:stretch>
            <a:fillRect/>
          </a:stretch>
        </p:blipFill>
        <p:spPr>
          <a:xfrm>
            <a:off x="7622225" y="3940325"/>
            <a:ext cx="1392451" cy="1044301"/>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2">
  <p:cSld name="CUSTOM_11_1">
    <p:bg>
      <p:bgPr>
        <a:blipFill>
          <a:blip r:embed="rId2">
            <a:alphaModFix/>
          </a:blip>
          <a:stretch>
            <a:fillRect/>
          </a:stretch>
        </a:blipFill>
        <a:effectLst/>
      </p:bgPr>
    </p:bg>
    <p:spTree>
      <p:nvGrpSpPr>
        <p:cNvPr id="1" name="Shape 3022"/>
        <p:cNvGrpSpPr/>
        <p:nvPr/>
      </p:nvGrpSpPr>
      <p:grpSpPr>
        <a:xfrm>
          <a:off x="0" y="0"/>
          <a:ext cx="0" cy="0"/>
          <a:chOff x="0" y="0"/>
          <a:chExt cx="0" cy="0"/>
        </a:xfrm>
      </p:grpSpPr>
      <p:pic>
        <p:nvPicPr>
          <p:cNvPr id="3023" name="Google Shape;3023;p29"/>
          <p:cNvPicPr preferRelativeResize="0"/>
          <p:nvPr/>
        </p:nvPicPr>
        <p:blipFill rotWithShape="1">
          <a:blip r:embed="rId3">
            <a:alphaModFix/>
          </a:blip>
          <a:srcRect t="7798" b="7806"/>
          <a:stretch/>
        </p:blipFill>
        <p:spPr>
          <a:xfrm>
            <a:off x="0" y="0"/>
            <a:ext cx="9144003" cy="5143501"/>
          </a:xfrm>
          <a:prstGeom prst="rect">
            <a:avLst/>
          </a:prstGeom>
          <a:noFill/>
          <a:ln>
            <a:noFill/>
          </a:ln>
        </p:spPr>
      </p:pic>
      <p:sp>
        <p:nvSpPr>
          <p:cNvPr id="3024" name="Google Shape;3024;p29"/>
          <p:cNvSpPr txBox="1">
            <a:spLocks noGrp="1"/>
          </p:cNvSpPr>
          <p:nvPr>
            <p:ph type="subTitle" idx="1"/>
          </p:nvPr>
        </p:nvSpPr>
        <p:spPr>
          <a:xfrm>
            <a:off x="4531171" y="2214076"/>
            <a:ext cx="3468600" cy="646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3025" name="Google Shape;3025;p29"/>
          <p:cNvSpPr txBox="1">
            <a:spLocks noGrp="1"/>
          </p:cNvSpPr>
          <p:nvPr>
            <p:ph type="subTitle" idx="2"/>
          </p:nvPr>
        </p:nvSpPr>
        <p:spPr>
          <a:xfrm>
            <a:off x="4531178" y="3734895"/>
            <a:ext cx="3468600" cy="646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3026" name="Google Shape;3026;p29"/>
          <p:cNvSpPr txBox="1">
            <a:spLocks noGrp="1"/>
          </p:cNvSpPr>
          <p:nvPr>
            <p:ph type="subTitle" idx="3"/>
          </p:nvPr>
        </p:nvSpPr>
        <p:spPr>
          <a:xfrm>
            <a:off x="4531178" y="3238092"/>
            <a:ext cx="3468600" cy="33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500" b="1">
                <a:latin typeface="Fondamento"/>
                <a:ea typeface="Fondamento"/>
                <a:cs typeface="Fondamento"/>
                <a:sym typeface="Fondamento"/>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3027" name="Google Shape;3027;p29"/>
          <p:cNvSpPr txBox="1">
            <a:spLocks noGrp="1"/>
          </p:cNvSpPr>
          <p:nvPr>
            <p:ph type="subTitle" idx="4"/>
          </p:nvPr>
        </p:nvSpPr>
        <p:spPr>
          <a:xfrm>
            <a:off x="4531162" y="1717275"/>
            <a:ext cx="3468600" cy="33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500" b="1">
                <a:latin typeface="Fondamento"/>
                <a:ea typeface="Fondamento"/>
                <a:cs typeface="Fondamento"/>
                <a:sym typeface="Fondamento"/>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3028" name="Google Shape;3028;p29"/>
          <p:cNvSpPr txBox="1">
            <a:spLocks noGrp="1"/>
          </p:cNvSpPr>
          <p:nvPr>
            <p:ph type="title"/>
          </p:nvPr>
        </p:nvSpPr>
        <p:spPr>
          <a:xfrm>
            <a:off x="714150" y="466300"/>
            <a:ext cx="77157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3029" name="Google Shape;3029;p29"/>
          <p:cNvGrpSpPr/>
          <p:nvPr/>
        </p:nvGrpSpPr>
        <p:grpSpPr>
          <a:xfrm>
            <a:off x="714175" y="1093271"/>
            <a:ext cx="7715647" cy="131916"/>
            <a:chOff x="714175" y="1115188"/>
            <a:chExt cx="7715647" cy="131916"/>
          </a:xfrm>
        </p:grpSpPr>
        <p:grpSp>
          <p:nvGrpSpPr>
            <p:cNvPr id="3030" name="Google Shape;3030;p29"/>
            <p:cNvGrpSpPr/>
            <p:nvPr/>
          </p:nvGrpSpPr>
          <p:grpSpPr>
            <a:xfrm>
              <a:off x="714175" y="1115188"/>
              <a:ext cx="7715647" cy="131916"/>
              <a:chOff x="714175" y="1082438"/>
              <a:chExt cx="7715647" cy="131916"/>
            </a:xfrm>
          </p:grpSpPr>
          <p:sp>
            <p:nvSpPr>
              <p:cNvPr id="3031" name="Google Shape;3031;p29"/>
              <p:cNvSpPr/>
              <p:nvPr/>
            </p:nvSpPr>
            <p:spPr>
              <a:xfrm>
                <a:off x="714175" y="1082438"/>
                <a:ext cx="275716" cy="131916"/>
              </a:xfrm>
              <a:custGeom>
                <a:avLst/>
                <a:gdLst/>
                <a:ahLst/>
                <a:cxnLst/>
                <a:rect l="l" t="t" r="r" b="b"/>
                <a:pathLst>
                  <a:path w="3689" h="1765" extrusionOk="0">
                    <a:moveTo>
                      <a:pt x="2889" y="1"/>
                    </a:moveTo>
                    <a:cubicBezTo>
                      <a:pt x="2773" y="1"/>
                      <a:pt x="2657" y="26"/>
                      <a:pt x="2554" y="65"/>
                    </a:cubicBezTo>
                    <a:cubicBezTo>
                      <a:pt x="2438" y="104"/>
                      <a:pt x="2334" y="168"/>
                      <a:pt x="2244" y="246"/>
                    </a:cubicBezTo>
                    <a:cubicBezTo>
                      <a:pt x="2154" y="323"/>
                      <a:pt x="2077" y="400"/>
                      <a:pt x="2012" y="504"/>
                    </a:cubicBezTo>
                    <a:cubicBezTo>
                      <a:pt x="1883" y="684"/>
                      <a:pt x="1780" y="878"/>
                      <a:pt x="1664" y="1058"/>
                    </a:cubicBezTo>
                    <a:cubicBezTo>
                      <a:pt x="1612" y="1148"/>
                      <a:pt x="1548" y="1239"/>
                      <a:pt x="1470" y="1316"/>
                    </a:cubicBezTo>
                    <a:cubicBezTo>
                      <a:pt x="1406" y="1380"/>
                      <a:pt x="1316" y="1445"/>
                      <a:pt x="1238" y="1496"/>
                    </a:cubicBezTo>
                    <a:cubicBezTo>
                      <a:pt x="1148" y="1535"/>
                      <a:pt x="1045" y="1574"/>
                      <a:pt x="942" y="1587"/>
                    </a:cubicBezTo>
                    <a:cubicBezTo>
                      <a:pt x="869" y="1596"/>
                      <a:pt x="802" y="1605"/>
                      <a:pt x="733" y="1605"/>
                    </a:cubicBezTo>
                    <a:cubicBezTo>
                      <a:pt x="705" y="1605"/>
                      <a:pt x="675" y="1603"/>
                      <a:pt x="645" y="1600"/>
                    </a:cubicBezTo>
                    <a:cubicBezTo>
                      <a:pt x="594" y="1587"/>
                      <a:pt x="542" y="1574"/>
                      <a:pt x="503" y="1561"/>
                    </a:cubicBezTo>
                    <a:cubicBezTo>
                      <a:pt x="452" y="1535"/>
                      <a:pt x="413" y="1509"/>
                      <a:pt x="374" y="1484"/>
                    </a:cubicBezTo>
                    <a:cubicBezTo>
                      <a:pt x="336" y="1458"/>
                      <a:pt x="297" y="1432"/>
                      <a:pt x="258" y="1393"/>
                    </a:cubicBezTo>
                    <a:cubicBezTo>
                      <a:pt x="245" y="1368"/>
                      <a:pt x="233" y="1355"/>
                      <a:pt x="220" y="1329"/>
                    </a:cubicBezTo>
                    <a:cubicBezTo>
                      <a:pt x="207" y="1316"/>
                      <a:pt x="194" y="1290"/>
                      <a:pt x="181" y="1264"/>
                    </a:cubicBezTo>
                    <a:cubicBezTo>
                      <a:pt x="142" y="1174"/>
                      <a:pt x="129" y="1084"/>
                      <a:pt x="155" y="994"/>
                    </a:cubicBezTo>
                    <a:cubicBezTo>
                      <a:pt x="168" y="890"/>
                      <a:pt x="207" y="800"/>
                      <a:pt x="284" y="736"/>
                    </a:cubicBezTo>
                    <a:cubicBezTo>
                      <a:pt x="310" y="710"/>
                      <a:pt x="362" y="684"/>
                      <a:pt x="400" y="671"/>
                    </a:cubicBezTo>
                    <a:cubicBezTo>
                      <a:pt x="428" y="662"/>
                      <a:pt x="461" y="653"/>
                      <a:pt x="497" y="653"/>
                    </a:cubicBezTo>
                    <a:cubicBezTo>
                      <a:pt x="512" y="653"/>
                      <a:pt x="527" y="655"/>
                      <a:pt x="542" y="658"/>
                    </a:cubicBezTo>
                    <a:cubicBezTo>
                      <a:pt x="581" y="658"/>
                      <a:pt x="632" y="671"/>
                      <a:pt x="671" y="710"/>
                    </a:cubicBezTo>
                    <a:cubicBezTo>
                      <a:pt x="710" y="736"/>
                      <a:pt x="735" y="774"/>
                      <a:pt x="748" y="813"/>
                    </a:cubicBezTo>
                    <a:cubicBezTo>
                      <a:pt x="787" y="903"/>
                      <a:pt x="761" y="1006"/>
                      <a:pt x="697" y="1071"/>
                    </a:cubicBezTo>
                    <a:cubicBezTo>
                      <a:pt x="654" y="1095"/>
                      <a:pt x="609" y="1108"/>
                      <a:pt x="564" y="1108"/>
                    </a:cubicBezTo>
                    <a:cubicBezTo>
                      <a:pt x="515" y="1108"/>
                      <a:pt x="467" y="1092"/>
                      <a:pt x="426" y="1058"/>
                    </a:cubicBezTo>
                    <a:lnTo>
                      <a:pt x="387" y="1084"/>
                    </a:lnTo>
                    <a:cubicBezTo>
                      <a:pt x="439" y="1135"/>
                      <a:pt x="490" y="1161"/>
                      <a:pt x="555" y="1161"/>
                    </a:cubicBezTo>
                    <a:cubicBezTo>
                      <a:pt x="567" y="1164"/>
                      <a:pt x="578" y="1165"/>
                      <a:pt x="589" y="1165"/>
                    </a:cubicBezTo>
                    <a:cubicBezTo>
                      <a:pt x="639" y="1165"/>
                      <a:pt x="683" y="1144"/>
                      <a:pt x="735" y="1123"/>
                    </a:cubicBezTo>
                    <a:cubicBezTo>
                      <a:pt x="761" y="1097"/>
                      <a:pt x="774" y="1084"/>
                      <a:pt x="800" y="1058"/>
                    </a:cubicBezTo>
                    <a:cubicBezTo>
                      <a:pt x="813" y="1032"/>
                      <a:pt x="826" y="994"/>
                      <a:pt x="839" y="968"/>
                    </a:cubicBezTo>
                    <a:cubicBezTo>
                      <a:pt x="852" y="903"/>
                      <a:pt x="852" y="839"/>
                      <a:pt x="839" y="787"/>
                    </a:cubicBezTo>
                    <a:cubicBezTo>
                      <a:pt x="826" y="723"/>
                      <a:pt x="787" y="671"/>
                      <a:pt x="735" y="620"/>
                    </a:cubicBezTo>
                    <a:cubicBezTo>
                      <a:pt x="684" y="581"/>
                      <a:pt x="632" y="555"/>
                      <a:pt x="568" y="542"/>
                    </a:cubicBezTo>
                    <a:cubicBezTo>
                      <a:pt x="503" y="542"/>
                      <a:pt x="439" y="542"/>
                      <a:pt x="374" y="555"/>
                    </a:cubicBezTo>
                    <a:cubicBezTo>
                      <a:pt x="323" y="568"/>
                      <a:pt x="258" y="607"/>
                      <a:pt x="220" y="645"/>
                    </a:cubicBezTo>
                    <a:cubicBezTo>
                      <a:pt x="117" y="723"/>
                      <a:pt x="52" y="839"/>
                      <a:pt x="39" y="968"/>
                    </a:cubicBezTo>
                    <a:cubicBezTo>
                      <a:pt x="0" y="1084"/>
                      <a:pt x="13" y="1213"/>
                      <a:pt x="52" y="1329"/>
                    </a:cubicBezTo>
                    <a:cubicBezTo>
                      <a:pt x="78" y="1355"/>
                      <a:pt x="91" y="1380"/>
                      <a:pt x="104" y="1406"/>
                    </a:cubicBezTo>
                    <a:cubicBezTo>
                      <a:pt x="117" y="1432"/>
                      <a:pt x="129" y="1458"/>
                      <a:pt x="155" y="1484"/>
                    </a:cubicBezTo>
                    <a:cubicBezTo>
                      <a:pt x="194" y="1535"/>
                      <a:pt x="233" y="1574"/>
                      <a:pt x="284" y="1613"/>
                    </a:cubicBezTo>
                    <a:cubicBezTo>
                      <a:pt x="336" y="1638"/>
                      <a:pt x="400" y="1664"/>
                      <a:pt x="452" y="1690"/>
                    </a:cubicBezTo>
                    <a:cubicBezTo>
                      <a:pt x="503" y="1716"/>
                      <a:pt x="568" y="1741"/>
                      <a:pt x="619" y="1754"/>
                    </a:cubicBezTo>
                    <a:cubicBezTo>
                      <a:pt x="677" y="1761"/>
                      <a:pt x="739" y="1764"/>
                      <a:pt x="800" y="1764"/>
                    </a:cubicBezTo>
                    <a:cubicBezTo>
                      <a:pt x="861" y="1764"/>
                      <a:pt x="922" y="1761"/>
                      <a:pt x="980" y="1754"/>
                    </a:cubicBezTo>
                    <a:cubicBezTo>
                      <a:pt x="1097" y="1729"/>
                      <a:pt x="1213" y="1690"/>
                      <a:pt x="1316" y="1638"/>
                    </a:cubicBezTo>
                    <a:cubicBezTo>
                      <a:pt x="1419" y="1587"/>
                      <a:pt x="1509" y="1509"/>
                      <a:pt x="1599" y="1432"/>
                    </a:cubicBezTo>
                    <a:cubicBezTo>
                      <a:pt x="1677" y="1342"/>
                      <a:pt x="1741" y="1251"/>
                      <a:pt x="1806" y="1161"/>
                    </a:cubicBezTo>
                    <a:cubicBezTo>
                      <a:pt x="1922" y="968"/>
                      <a:pt x="2025" y="774"/>
                      <a:pt x="2141" y="594"/>
                    </a:cubicBezTo>
                    <a:cubicBezTo>
                      <a:pt x="2257" y="426"/>
                      <a:pt x="2412" y="284"/>
                      <a:pt x="2605" y="207"/>
                    </a:cubicBezTo>
                    <a:cubicBezTo>
                      <a:pt x="2695" y="168"/>
                      <a:pt x="2799" y="143"/>
                      <a:pt x="2889" y="143"/>
                    </a:cubicBezTo>
                    <a:cubicBezTo>
                      <a:pt x="2940" y="143"/>
                      <a:pt x="2992" y="143"/>
                      <a:pt x="3031" y="155"/>
                    </a:cubicBezTo>
                    <a:cubicBezTo>
                      <a:pt x="3082" y="168"/>
                      <a:pt x="3134" y="194"/>
                      <a:pt x="3173" y="207"/>
                    </a:cubicBezTo>
                    <a:cubicBezTo>
                      <a:pt x="3224" y="233"/>
                      <a:pt x="3263" y="259"/>
                      <a:pt x="3301" y="284"/>
                    </a:cubicBezTo>
                    <a:cubicBezTo>
                      <a:pt x="3327" y="323"/>
                      <a:pt x="3366" y="362"/>
                      <a:pt x="3392" y="400"/>
                    </a:cubicBezTo>
                    <a:cubicBezTo>
                      <a:pt x="3443" y="478"/>
                      <a:pt x="3482" y="581"/>
                      <a:pt x="3495" y="671"/>
                    </a:cubicBezTo>
                    <a:cubicBezTo>
                      <a:pt x="3521" y="774"/>
                      <a:pt x="3508" y="865"/>
                      <a:pt x="3482" y="968"/>
                    </a:cubicBezTo>
                    <a:cubicBezTo>
                      <a:pt x="3456" y="1058"/>
                      <a:pt x="3392" y="1148"/>
                      <a:pt x="3327" y="1213"/>
                    </a:cubicBezTo>
                    <a:cubicBezTo>
                      <a:pt x="3250" y="1277"/>
                      <a:pt x="3160" y="1329"/>
                      <a:pt x="3069" y="1355"/>
                    </a:cubicBezTo>
                    <a:cubicBezTo>
                      <a:pt x="3044" y="1358"/>
                      <a:pt x="3018" y="1359"/>
                      <a:pt x="2992" y="1359"/>
                    </a:cubicBezTo>
                    <a:cubicBezTo>
                      <a:pt x="2915" y="1359"/>
                      <a:pt x="2841" y="1345"/>
                      <a:pt x="2773" y="1316"/>
                    </a:cubicBezTo>
                    <a:cubicBezTo>
                      <a:pt x="2683" y="1290"/>
                      <a:pt x="2605" y="1226"/>
                      <a:pt x="2554" y="1135"/>
                    </a:cubicBezTo>
                    <a:cubicBezTo>
                      <a:pt x="2502" y="1058"/>
                      <a:pt x="2476" y="955"/>
                      <a:pt x="2489" y="865"/>
                    </a:cubicBezTo>
                    <a:cubicBezTo>
                      <a:pt x="2502" y="761"/>
                      <a:pt x="2554" y="684"/>
                      <a:pt x="2631" y="620"/>
                    </a:cubicBezTo>
                    <a:cubicBezTo>
                      <a:pt x="2688" y="582"/>
                      <a:pt x="2758" y="558"/>
                      <a:pt x="2827" y="558"/>
                    </a:cubicBezTo>
                    <a:cubicBezTo>
                      <a:pt x="2852" y="558"/>
                      <a:pt x="2878" y="561"/>
                      <a:pt x="2902" y="568"/>
                    </a:cubicBezTo>
                    <a:cubicBezTo>
                      <a:pt x="2992" y="607"/>
                      <a:pt x="3069" y="671"/>
                      <a:pt x="3095" y="774"/>
                    </a:cubicBezTo>
                    <a:cubicBezTo>
                      <a:pt x="3121" y="865"/>
                      <a:pt x="3082" y="968"/>
                      <a:pt x="3005" y="1019"/>
                    </a:cubicBezTo>
                    <a:cubicBezTo>
                      <a:pt x="2962" y="1055"/>
                      <a:pt x="2908" y="1075"/>
                      <a:pt x="2855" y="1075"/>
                    </a:cubicBezTo>
                    <a:cubicBezTo>
                      <a:pt x="2812" y="1075"/>
                      <a:pt x="2769" y="1061"/>
                      <a:pt x="2734" y="1032"/>
                    </a:cubicBezTo>
                    <a:cubicBezTo>
                      <a:pt x="2670" y="981"/>
                      <a:pt x="2631" y="903"/>
                      <a:pt x="2644" y="826"/>
                    </a:cubicBezTo>
                    <a:cubicBezTo>
                      <a:pt x="2644" y="813"/>
                      <a:pt x="2631" y="813"/>
                      <a:pt x="2631" y="800"/>
                    </a:cubicBezTo>
                    <a:lnTo>
                      <a:pt x="2618" y="800"/>
                    </a:lnTo>
                    <a:cubicBezTo>
                      <a:pt x="2605" y="839"/>
                      <a:pt x="2605" y="890"/>
                      <a:pt x="2618" y="929"/>
                    </a:cubicBezTo>
                    <a:cubicBezTo>
                      <a:pt x="2631" y="981"/>
                      <a:pt x="2670" y="1032"/>
                      <a:pt x="2708" y="1071"/>
                    </a:cubicBezTo>
                    <a:cubicBezTo>
                      <a:pt x="2760" y="1110"/>
                      <a:pt x="2824" y="1135"/>
                      <a:pt x="2876" y="1135"/>
                    </a:cubicBezTo>
                    <a:cubicBezTo>
                      <a:pt x="2940" y="1135"/>
                      <a:pt x="3005" y="1110"/>
                      <a:pt x="3044" y="1071"/>
                    </a:cubicBezTo>
                    <a:cubicBezTo>
                      <a:pt x="3095" y="1045"/>
                      <a:pt x="3134" y="994"/>
                      <a:pt x="3160" y="929"/>
                    </a:cubicBezTo>
                    <a:cubicBezTo>
                      <a:pt x="3185" y="878"/>
                      <a:pt x="3185" y="813"/>
                      <a:pt x="3173" y="749"/>
                    </a:cubicBezTo>
                    <a:cubicBezTo>
                      <a:pt x="3147" y="633"/>
                      <a:pt x="3056" y="529"/>
                      <a:pt x="2940" y="491"/>
                    </a:cubicBezTo>
                    <a:cubicBezTo>
                      <a:pt x="2899" y="477"/>
                      <a:pt x="2854" y="470"/>
                      <a:pt x="2809" y="470"/>
                    </a:cubicBezTo>
                    <a:cubicBezTo>
                      <a:pt x="2728" y="470"/>
                      <a:pt x="2646" y="493"/>
                      <a:pt x="2579" y="542"/>
                    </a:cubicBezTo>
                    <a:cubicBezTo>
                      <a:pt x="2528" y="581"/>
                      <a:pt x="2489" y="620"/>
                      <a:pt x="2450" y="671"/>
                    </a:cubicBezTo>
                    <a:cubicBezTo>
                      <a:pt x="2425" y="723"/>
                      <a:pt x="2399" y="787"/>
                      <a:pt x="2399" y="852"/>
                    </a:cubicBezTo>
                    <a:cubicBezTo>
                      <a:pt x="2373" y="968"/>
                      <a:pt x="2399" y="1097"/>
                      <a:pt x="2463" y="1200"/>
                    </a:cubicBezTo>
                    <a:cubicBezTo>
                      <a:pt x="2528" y="1303"/>
                      <a:pt x="2631" y="1380"/>
                      <a:pt x="2747" y="1432"/>
                    </a:cubicBezTo>
                    <a:cubicBezTo>
                      <a:pt x="2824" y="1461"/>
                      <a:pt x="2916" y="1476"/>
                      <a:pt x="3006" y="1476"/>
                    </a:cubicBezTo>
                    <a:cubicBezTo>
                      <a:pt x="3036" y="1476"/>
                      <a:pt x="3066" y="1474"/>
                      <a:pt x="3095" y="1471"/>
                    </a:cubicBezTo>
                    <a:cubicBezTo>
                      <a:pt x="3224" y="1445"/>
                      <a:pt x="3327" y="1393"/>
                      <a:pt x="3418" y="1303"/>
                    </a:cubicBezTo>
                    <a:cubicBezTo>
                      <a:pt x="3598" y="1135"/>
                      <a:pt x="3688" y="890"/>
                      <a:pt x="3650" y="645"/>
                    </a:cubicBezTo>
                    <a:cubicBezTo>
                      <a:pt x="3624" y="529"/>
                      <a:pt x="3585" y="413"/>
                      <a:pt x="3521" y="323"/>
                    </a:cubicBezTo>
                    <a:cubicBezTo>
                      <a:pt x="3482" y="271"/>
                      <a:pt x="3443" y="220"/>
                      <a:pt x="3405" y="181"/>
                    </a:cubicBezTo>
                    <a:cubicBezTo>
                      <a:pt x="3353" y="143"/>
                      <a:pt x="3301" y="104"/>
                      <a:pt x="3237" y="78"/>
                    </a:cubicBezTo>
                    <a:cubicBezTo>
                      <a:pt x="3185" y="52"/>
                      <a:pt x="3134" y="39"/>
                      <a:pt x="3082" y="14"/>
                    </a:cubicBezTo>
                    <a:cubicBezTo>
                      <a:pt x="3018" y="1"/>
                      <a:pt x="2953" y="1"/>
                      <a:pt x="28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29"/>
              <p:cNvSpPr/>
              <p:nvPr/>
            </p:nvSpPr>
            <p:spPr>
              <a:xfrm>
                <a:off x="8156050" y="1082482"/>
                <a:ext cx="273773" cy="131841"/>
              </a:xfrm>
              <a:custGeom>
                <a:avLst/>
                <a:gdLst/>
                <a:ahLst/>
                <a:cxnLst/>
                <a:rect l="l" t="t" r="r" b="b"/>
                <a:pathLst>
                  <a:path w="3663" h="1764" extrusionOk="0">
                    <a:moveTo>
                      <a:pt x="774" y="0"/>
                    </a:moveTo>
                    <a:cubicBezTo>
                      <a:pt x="710" y="0"/>
                      <a:pt x="645" y="0"/>
                      <a:pt x="581" y="13"/>
                    </a:cubicBezTo>
                    <a:cubicBezTo>
                      <a:pt x="529" y="39"/>
                      <a:pt x="478" y="52"/>
                      <a:pt x="426" y="78"/>
                    </a:cubicBezTo>
                    <a:cubicBezTo>
                      <a:pt x="362" y="103"/>
                      <a:pt x="310" y="142"/>
                      <a:pt x="259" y="181"/>
                    </a:cubicBezTo>
                    <a:cubicBezTo>
                      <a:pt x="130" y="310"/>
                      <a:pt x="52" y="477"/>
                      <a:pt x="14" y="658"/>
                    </a:cubicBezTo>
                    <a:cubicBezTo>
                      <a:pt x="1" y="774"/>
                      <a:pt x="14" y="890"/>
                      <a:pt x="52" y="1006"/>
                    </a:cubicBezTo>
                    <a:cubicBezTo>
                      <a:pt x="91" y="1122"/>
                      <a:pt x="156" y="1225"/>
                      <a:pt x="246" y="1303"/>
                    </a:cubicBezTo>
                    <a:cubicBezTo>
                      <a:pt x="364" y="1421"/>
                      <a:pt x="516" y="1478"/>
                      <a:pt x="672" y="1478"/>
                    </a:cubicBezTo>
                    <a:cubicBezTo>
                      <a:pt x="754" y="1478"/>
                      <a:pt x="836" y="1463"/>
                      <a:pt x="916" y="1432"/>
                    </a:cubicBezTo>
                    <a:cubicBezTo>
                      <a:pt x="1032" y="1380"/>
                      <a:pt x="1123" y="1303"/>
                      <a:pt x="1187" y="1200"/>
                    </a:cubicBezTo>
                    <a:cubicBezTo>
                      <a:pt x="1252" y="1096"/>
                      <a:pt x="1277" y="967"/>
                      <a:pt x="1264" y="851"/>
                    </a:cubicBezTo>
                    <a:cubicBezTo>
                      <a:pt x="1252" y="787"/>
                      <a:pt x="1239" y="735"/>
                      <a:pt x="1200" y="684"/>
                    </a:cubicBezTo>
                    <a:cubicBezTo>
                      <a:pt x="1174" y="619"/>
                      <a:pt x="1123" y="581"/>
                      <a:pt x="1071" y="542"/>
                    </a:cubicBezTo>
                    <a:cubicBezTo>
                      <a:pt x="1001" y="498"/>
                      <a:pt x="919" y="472"/>
                      <a:pt x="837" y="472"/>
                    </a:cubicBezTo>
                    <a:cubicBezTo>
                      <a:pt x="799" y="472"/>
                      <a:pt x="760" y="478"/>
                      <a:pt x="723" y="490"/>
                    </a:cubicBezTo>
                    <a:cubicBezTo>
                      <a:pt x="607" y="529"/>
                      <a:pt x="517" y="632"/>
                      <a:pt x="478" y="748"/>
                    </a:cubicBezTo>
                    <a:cubicBezTo>
                      <a:pt x="465" y="813"/>
                      <a:pt x="478" y="877"/>
                      <a:pt x="504" y="942"/>
                    </a:cubicBezTo>
                    <a:cubicBezTo>
                      <a:pt x="517" y="993"/>
                      <a:pt x="555" y="1045"/>
                      <a:pt x="607" y="1083"/>
                    </a:cubicBezTo>
                    <a:cubicBezTo>
                      <a:pt x="658" y="1122"/>
                      <a:pt x="723" y="1135"/>
                      <a:pt x="774" y="1135"/>
                    </a:cubicBezTo>
                    <a:cubicBezTo>
                      <a:pt x="839" y="1135"/>
                      <a:pt x="903" y="1122"/>
                      <a:pt x="955" y="1083"/>
                    </a:cubicBezTo>
                    <a:cubicBezTo>
                      <a:pt x="994" y="1032"/>
                      <a:pt x="1032" y="980"/>
                      <a:pt x="1045" y="929"/>
                    </a:cubicBezTo>
                    <a:cubicBezTo>
                      <a:pt x="1058" y="890"/>
                      <a:pt x="1058" y="851"/>
                      <a:pt x="1045" y="813"/>
                    </a:cubicBezTo>
                    <a:lnTo>
                      <a:pt x="1019" y="813"/>
                    </a:lnTo>
                    <a:cubicBezTo>
                      <a:pt x="1019" y="813"/>
                      <a:pt x="1019" y="813"/>
                      <a:pt x="1019" y="826"/>
                    </a:cubicBezTo>
                    <a:cubicBezTo>
                      <a:pt x="1032" y="903"/>
                      <a:pt x="994" y="980"/>
                      <a:pt x="929" y="1032"/>
                    </a:cubicBezTo>
                    <a:cubicBezTo>
                      <a:pt x="890" y="1064"/>
                      <a:pt x="842" y="1080"/>
                      <a:pt x="794" y="1080"/>
                    </a:cubicBezTo>
                    <a:cubicBezTo>
                      <a:pt x="745" y="1080"/>
                      <a:pt x="697" y="1064"/>
                      <a:pt x="658" y="1032"/>
                    </a:cubicBezTo>
                    <a:cubicBezTo>
                      <a:pt x="581" y="967"/>
                      <a:pt x="555" y="864"/>
                      <a:pt x="568" y="774"/>
                    </a:cubicBezTo>
                    <a:cubicBezTo>
                      <a:pt x="594" y="671"/>
                      <a:pt x="671" y="606"/>
                      <a:pt x="762" y="568"/>
                    </a:cubicBezTo>
                    <a:cubicBezTo>
                      <a:pt x="786" y="561"/>
                      <a:pt x="811" y="558"/>
                      <a:pt x="836" y="558"/>
                    </a:cubicBezTo>
                    <a:cubicBezTo>
                      <a:pt x="905" y="558"/>
                      <a:pt x="976" y="581"/>
                      <a:pt x="1032" y="619"/>
                    </a:cubicBezTo>
                    <a:cubicBezTo>
                      <a:pt x="1110" y="684"/>
                      <a:pt x="1161" y="774"/>
                      <a:pt x="1174" y="864"/>
                    </a:cubicBezTo>
                    <a:cubicBezTo>
                      <a:pt x="1187" y="967"/>
                      <a:pt x="1161" y="1058"/>
                      <a:pt x="1110" y="1148"/>
                    </a:cubicBezTo>
                    <a:cubicBezTo>
                      <a:pt x="1058" y="1225"/>
                      <a:pt x="981" y="1290"/>
                      <a:pt x="890" y="1328"/>
                    </a:cubicBezTo>
                    <a:cubicBezTo>
                      <a:pt x="824" y="1347"/>
                      <a:pt x="751" y="1359"/>
                      <a:pt x="677" y="1359"/>
                    </a:cubicBezTo>
                    <a:cubicBezTo>
                      <a:pt x="649" y="1359"/>
                      <a:pt x="622" y="1358"/>
                      <a:pt x="594" y="1354"/>
                    </a:cubicBezTo>
                    <a:cubicBezTo>
                      <a:pt x="504" y="1328"/>
                      <a:pt x="413" y="1277"/>
                      <a:pt x="349" y="1212"/>
                    </a:cubicBezTo>
                    <a:cubicBezTo>
                      <a:pt x="272" y="1148"/>
                      <a:pt x="220" y="1058"/>
                      <a:pt x="181" y="967"/>
                    </a:cubicBezTo>
                    <a:cubicBezTo>
                      <a:pt x="156" y="877"/>
                      <a:pt x="143" y="774"/>
                      <a:pt x="168" y="671"/>
                    </a:cubicBezTo>
                    <a:cubicBezTo>
                      <a:pt x="181" y="581"/>
                      <a:pt x="220" y="477"/>
                      <a:pt x="272" y="400"/>
                    </a:cubicBezTo>
                    <a:cubicBezTo>
                      <a:pt x="310" y="361"/>
                      <a:pt x="336" y="323"/>
                      <a:pt x="375" y="284"/>
                    </a:cubicBezTo>
                    <a:cubicBezTo>
                      <a:pt x="413" y="258"/>
                      <a:pt x="452" y="232"/>
                      <a:pt x="491" y="207"/>
                    </a:cubicBezTo>
                    <a:cubicBezTo>
                      <a:pt x="542" y="194"/>
                      <a:pt x="581" y="168"/>
                      <a:pt x="633" y="155"/>
                    </a:cubicBezTo>
                    <a:cubicBezTo>
                      <a:pt x="684" y="155"/>
                      <a:pt x="723" y="142"/>
                      <a:pt x="774" y="142"/>
                    </a:cubicBezTo>
                    <a:cubicBezTo>
                      <a:pt x="878" y="142"/>
                      <a:pt x="981" y="168"/>
                      <a:pt x="1071" y="207"/>
                    </a:cubicBezTo>
                    <a:cubicBezTo>
                      <a:pt x="1252" y="284"/>
                      <a:pt x="1419" y="426"/>
                      <a:pt x="1522" y="606"/>
                    </a:cubicBezTo>
                    <a:cubicBezTo>
                      <a:pt x="1651" y="774"/>
                      <a:pt x="1742" y="967"/>
                      <a:pt x="1870" y="1161"/>
                    </a:cubicBezTo>
                    <a:cubicBezTo>
                      <a:pt x="1922" y="1251"/>
                      <a:pt x="1999" y="1354"/>
                      <a:pt x="2077" y="1432"/>
                    </a:cubicBezTo>
                    <a:cubicBezTo>
                      <a:pt x="2154" y="1522"/>
                      <a:pt x="2257" y="1586"/>
                      <a:pt x="2360" y="1638"/>
                    </a:cubicBezTo>
                    <a:cubicBezTo>
                      <a:pt x="2464" y="1702"/>
                      <a:pt x="2580" y="1728"/>
                      <a:pt x="2696" y="1754"/>
                    </a:cubicBezTo>
                    <a:cubicBezTo>
                      <a:pt x="2754" y="1760"/>
                      <a:pt x="2812" y="1764"/>
                      <a:pt x="2870" y="1764"/>
                    </a:cubicBezTo>
                    <a:cubicBezTo>
                      <a:pt x="2928" y="1764"/>
                      <a:pt x="2986" y="1760"/>
                      <a:pt x="3044" y="1754"/>
                    </a:cubicBezTo>
                    <a:cubicBezTo>
                      <a:pt x="3108" y="1741"/>
                      <a:pt x="3160" y="1728"/>
                      <a:pt x="3224" y="1702"/>
                    </a:cubicBezTo>
                    <a:cubicBezTo>
                      <a:pt x="3276" y="1677"/>
                      <a:pt x="3328" y="1638"/>
                      <a:pt x="3379" y="1612"/>
                    </a:cubicBezTo>
                    <a:cubicBezTo>
                      <a:pt x="3431" y="1573"/>
                      <a:pt x="3482" y="1535"/>
                      <a:pt x="3521" y="1483"/>
                    </a:cubicBezTo>
                    <a:cubicBezTo>
                      <a:pt x="3534" y="1457"/>
                      <a:pt x="3560" y="1432"/>
                      <a:pt x="3573" y="1406"/>
                    </a:cubicBezTo>
                    <a:cubicBezTo>
                      <a:pt x="3585" y="1380"/>
                      <a:pt x="3598" y="1367"/>
                      <a:pt x="3611" y="1328"/>
                    </a:cubicBezTo>
                    <a:cubicBezTo>
                      <a:pt x="3650" y="1212"/>
                      <a:pt x="3663" y="1083"/>
                      <a:pt x="3624" y="967"/>
                    </a:cubicBezTo>
                    <a:cubicBezTo>
                      <a:pt x="3598" y="838"/>
                      <a:pt x="3534" y="735"/>
                      <a:pt x="3444" y="645"/>
                    </a:cubicBezTo>
                    <a:cubicBezTo>
                      <a:pt x="3392" y="606"/>
                      <a:pt x="3340" y="581"/>
                      <a:pt x="3276" y="555"/>
                    </a:cubicBezTo>
                    <a:cubicBezTo>
                      <a:pt x="3250" y="548"/>
                      <a:pt x="3221" y="545"/>
                      <a:pt x="3191" y="545"/>
                    </a:cubicBezTo>
                    <a:cubicBezTo>
                      <a:pt x="3160" y="545"/>
                      <a:pt x="3128" y="548"/>
                      <a:pt x="3095" y="555"/>
                    </a:cubicBezTo>
                    <a:cubicBezTo>
                      <a:pt x="3031" y="555"/>
                      <a:pt x="2967" y="581"/>
                      <a:pt x="2915" y="632"/>
                    </a:cubicBezTo>
                    <a:cubicBezTo>
                      <a:pt x="2876" y="671"/>
                      <a:pt x="2838" y="722"/>
                      <a:pt x="2812" y="787"/>
                    </a:cubicBezTo>
                    <a:cubicBezTo>
                      <a:pt x="2799" y="851"/>
                      <a:pt x="2799" y="916"/>
                      <a:pt x="2812" y="967"/>
                    </a:cubicBezTo>
                    <a:cubicBezTo>
                      <a:pt x="2825" y="1006"/>
                      <a:pt x="2838" y="1032"/>
                      <a:pt x="2850" y="1058"/>
                    </a:cubicBezTo>
                    <a:cubicBezTo>
                      <a:pt x="2876" y="1083"/>
                      <a:pt x="2902" y="1109"/>
                      <a:pt x="2928" y="1122"/>
                    </a:cubicBezTo>
                    <a:cubicBezTo>
                      <a:pt x="2967" y="1151"/>
                      <a:pt x="3012" y="1166"/>
                      <a:pt x="3055" y="1166"/>
                    </a:cubicBezTo>
                    <a:cubicBezTo>
                      <a:pt x="3069" y="1166"/>
                      <a:pt x="3083" y="1164"/>
                      <a:pt x="3095" y="1161"/>
                    </a:cubicBezTo>
                    <a:cubicBezTo>
                      <a:pt x="3160" y="1161"/>
                      <a:pt x="3224" y="1135"/>
                      <a:pt x="3263" y="1083"/>
                    </a:cubicBezTo>
                    <a:lnTo>
                      <a:pt x="3224" y="1058"/>
                    </a:lnTo>
                    <a:cubicBezTo>
                      <a:pt x="3189" y="1093"/>
                      <a:pt x="3138" y="1113"/>
                      <a:pt x="3086" y="1113"/>
                    </a:cubicBezTo>
                    <a:cubicBezTo>
                      <a:pt x="3044" y="1113"/>
                      <a:pt x="3001" y="1100"/>
                      <a:pt x="2967" y="1071"/>
                    </a:cubicBezTo>
                    <a:cubicBezTo>
                      <a:pt x="2889" y="1006"/>
                      <a:pt x="2863" y="903"/>
                      <a:pt x="2902" y="813"/>
                    </a:cubicBezTo>
                    <a:cubicBezTo>
                      <a:pt x="2915" y="774"/>
                      <a:pt x="2954" y="735"/>
                      <a:pt x="2979" y="710"/>
                    </a:cubicBezTo>
                    <a:cubicBezTo>
                      <a:pt x="3018" y="684"/>
                      <a:pt x="3070" y="658"/>
                      <a:pt x="3108" y="658"/>
                    </a:cubicBezTo>
                    <a:cubicBezTo>
                      <a:pt x="3122" y="656"/>
                      <a:pt x="3135" y="655"/>
                      <a:pt x="3148" y="655"/>
                    </a:cubicBezTo>
                    <a:cubicBezTo>
                      <a:pt x="3234" y="655"/>
                      <a:pt x="3310" y="692"/>
                      <a:pt x="3366" y="748"/>
                    </a:cubicBezTo>
                    <a:cubicBezTo>
                      <a:pt x="3444" y="813"/>
                      <a:pt x="3482" y="903"/>
                      <a:pt x="3508" y="993"/>
                    </a:cubicBezTo>
                    <a:cubicBezTo>
                      <a:pt x="3521" y="1083"/>
                      <a:pt x="3508" y="1187"/>
                      <a:pt x="3469" y="1264"/>
                    </a:cubicBezTo>
                    <a:cubicBezTo>
                      <a:pt x="3457" y="1290"/>
                      <a:pt x="3444" y="1316"/>
                      <a:pt x="3431" y="1328"/>
                    </a:cubicBezTo>
                    <a:cubicBezTo>
                      <a:pt x="3418" y="1354"/>
                      <a:pt x="3405" y="1380"/>
                      <a:pt x="3392" y="1393"/>
                    </a:cubicBezTo>
                    <a:cubicBezTo>
                      <a:pt x="3353" y="1432"/>
                      <a:pt x="3328" y="1457"/>
                      <a:pt x="3276" y="1483"/>
                    </a:cubicBezTo>
                    <a:cubicBezTo>
                      <a:pt x="3237" y="1509"/>
                      <a:pt x="3199" y="1535"/>
                      <a:pt x="3147" y="1561"/>
                    </a:cubicBezTo>
                    <a:cubicBezTo>
                      <a:pt x="3108" y="1573"/>
                      <a:pt x="3057" y="1586"/>
                      <a:pt x="3005" y="1599"/>
                    </a:cubicBezTo>
                    <a:cubicBezTo>
                      <a:pt x="2960" y="1606"/>
                      <a:pt x="2912" y="1609"/>
                      <a:pt x="2862" y="1609"/>
                    </a:cubicBezTo>
                    <a:cubicBezTo>
                      <a:pt x="2812" y="1609"/>
                      <a:pt x="2760" y="1606"/>
                      <a:pt x="2709" y="1599"/>
                    </a:cubicBezTo>
                    <a:cubicBezTo>
                      <a:pt x="2605" y="1586"/>
                      <a:pt x="2515" y="1548"/>
                      <a:pt x="2425" y="1509"/>
                    </a:cubicBezTo>
                    <a:cubicBezTo>
                      <a:pt x="2335" y="1457"/>
                      <a:pt x="2257" y="1393"/>
                      <a:pt x="2180" y="1328"/>
                    </a:cubicBezTo>
                    <a:cubicBezTo>
                      <a:pt x="2103" y="1251"/>
                      <a:pt x="2051" y="1161"/>
                      <a:pt x="1987" y="1071"/>
                    </a:cubicBezTo>
                    <a:cubicBezTo>
                      <a:pt x="1870" y="890"/>
                      <a:pt x="1767" y="697"/>
                      <a:pt x="1638" y="516"/>
                    </a:cubicBezTo>
                    <a:cubicBezTo>
                      <a:pt x="1574" y="413"/>
                      <a:pt x="1497" y="336"/>
                      <a:pt x="1419" y="258"/>
                    </a:cubicBezTo>
                    <a:cubicBezTo>
                      <a:pt x="1329" y="181"/>
                      <a:pt x="1226" y="116"/>
                      <a:pt x="1123" y="65"/>
                    </a:cubicBezTo>
                    <a:cubicBezTo>
                      <a:pt x="1007" y="26"/>
                      <a:pt x="890" y="0"/>
                      <a:pt x="7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33" name="Google Shape;3033;p29"/>
            <p:cNvGrpSpPr/>
            <p:nvPr/>
          </p:nvGrpSpPr>
          <p:grpSpPr>
            <a:xfrm>
              <a:off x="989955" y="1149073"/>
              <a:ext cx="7163972" cy="64150"/>
              <a:chOff x="1299890" y="844622"/>
              <a:chExt cx="6544233" cy="64143"/>
            </a:xfrm>
          </p:grpSpPr>
          <p:grpSp>
            <p:nvGrpSpPr>
              <p:cNvPr id="3034" name="Google Shape;3034;p29"/>
              <p:cNvGrpSpPr/>
              <p:nvPr/>
            </p:nvGrpSpPr>
            <p:grpSpPr>
              <a:xfrm>
                <a:off x="4528885" y="844622"/>
                <a:ext cx="3315238" cy="64143"/>
                <a:chOff x="896765" y="648922"/>
                <a:chExt cx="3315238" cy="64143"/>
              </a:xfrm>
            </p:grpSpPr>
            <p:sp>
              <p:nvSpPr>
                <p:cNvPr id="3035" name="Google Shape;3035;p29"/>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29"/>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29"/>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29"/>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29"/>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29"/>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29"/>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29"/>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29"/>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29"/>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29"/>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29"/>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29"/>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29"/>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29"/>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29"/>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29"/>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29"/>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29"/>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29"/>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29"/>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29"/>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29"/>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29"/>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29"/>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29"/>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29"/>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29"/>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29"/>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29"/>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29"/>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29"/>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29"/>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8" name="Google Shape;3068;p29"/>
              <p:cNvGrpSpPr/>
              <p:nvPr/>
            </p:nvGrpSpPr>
            <p:grpSpPr>
              <a:xfrm>
                <a:off x="1299890" y="844622"/>
                <a:ext cx="3315238" cy="64143"/>
                <a:chOff x="896765" y="648922"/>
                <a:chExt cx="3315238" cy="64143"/>
              </a:xfrm>
            </p:grpSpPr>
            <p:sp>
              <p:nvSpPr>
                <p:cNvPr id="3069" name="Google Shape;3069;p29"/>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29"/>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29"/>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29"/>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29"/>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29"/>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29"/>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29"/>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29"/>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29"/>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29"/>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29"/>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29"/>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29"/>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29"/>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29"/>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29"/>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29"/>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29"/>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29"/>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29"/>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29"/>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29"/>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29"/>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29"/>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29"/>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29"/>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29"/>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29"/>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29"/>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29"/>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29"/>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29"/>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3102" name="Google Shape;3102;p29"/>
          <p:cNvGrpSpPr/>
          <p:nvPr/>
        </p:nvGrpSpPr>
        <p:grpSpPr>
          <a:xfrm>
            <a:off x="714175" y="1093271"/>
            <a:ext cx="7715647" cy="131916"/>
            <a:chOff x="714175" y="1115188"/>
            <a:chExt cx="7715647" cy="131916"/>
          </a:xfrm>
        </p:grpSpPr>
        <p:grpSp>
          <p:nvGrpSpPr>
            <p:cNvPr id="3103" name="Google Shape;3103;p29"/>
            <p:cNvGrpSpPr/>
            <p:nvPr/>
          </p:nvGrpSpPr>
          <p:grpSpPr>
            <a:xfrm>
              <a:off x="714175" y="1115188"/>
              <a:ext cx="7715647" cy="131916"/>
              <a:chOff x="714175" y="1082438"/>
              <a:chExt cx="7715647" cy="131916"/>
            </a:xfrm>
          </p:grpSpPr>
          <p:sp>
            <p:nvSpPr>
              <p:cNvPr id="3104" name="Google Shape;3104;p29"/>
              <p:cNvSpPr/>
              <p:nvPr/>
            </p:nvSpPr>
            <p:spPr>
              <a:xfrm>
                <a:off x="714175" y="1082438"/>
                <a:ext cx="275716" cy="131916"/>
              </a:xfrm>
              <a:custGeom>
                <a:avLst/>
                <a:gdLst/>
                <a:ahLst/>
                <a:cxnLst/>
                <a:rect l="l" t="t" r="r" b="b"/>
                <a:pathLst>
                  <a:path w="3689" h="1765" extrusionOk="0">
                    <a:moveTo>
                      <a:pt x="2889" y="1"/>
                    </a:moveTo>
                    <a:cubicBezTo>
                      <a:pt x="2773" y="1"/>
                      <a:pt x="2657" y="26"/>
                      <a:pt x="2554" y="65"/>
                    </a:cubicBezTo>
                    <a:cubicBezTo>
                      <a:pt x="2438" y="104"/>
                      <a:pt x="2334" y="168"/>
                      <a:pt x="2244" y="246"/>
                    </a:cubicBezTo>
                    <a:cubicBezTo>
                      <a:pt x="2154" y="323"/>
                      <a:pt x="2077" y="400"/>
                      <a:pt x="2012" y="504"/>
                    </a:cubicBezTo>
                    <a:cubicBezTo>
                      <a:pt x="1883" y="684"/>
                      <a:pt x="1780" y="878"/>
                      <a:pt x="1664" y="1058"/>
                    </a:cubicBezTo>
                    <a:cubicBezTo>
                      <a:pt x="1612" y="1148"/>
                      <a:pt x="1548" y="1239"/>
                      <a:pt x="1470" y="1316"/>
                    </a:cubicBezTo>
                    <a:cubicBezTo>
                      <a:pt x="1406" y="1380"/>
                      <a:pt x="1316" y="1445"/>
                      <a:pt x="1238" y="1496"/>
                    </a:cubicBezTo>
                    <a:cubicBezTo>
                      <a:pt x="1148" y="1535"/>
                      <a:pt x="1045" y="1574"/>
                      <a:pt x="942" y="1587"/>
                    </a:cubicBezTo>
                    <a:cubicBezTo>
                      <a:pt x="869" y="1596"/>
                      <a:pt x="802" y="1605"/>
                      <a:pt x="733" y="1605"/>
                    </a:cubicBezTo>
                    <a:cubicBezTo>
                      <a:pt x="705" y="1605"/>
                      <a:pt x="675" y="1603"/>
                      <a:pt x="645" y="1600"/>
                    </a:cubicBezTo>
                    <a:cubicBezTo>
                      <a:pt x="594" y="1587"/>
                      <a:pt x="542" y="1574"/>
                      <a:pt x="503" y="1561"/>
                    </a:cubicBezTo>
                    <a:cubicBezTo>
                      <a:pt x="452" y="1535"/>
                      <a:pt x="413" y="1509"/>
                      <a:pt x="374" y="1484"/>
                    </a:cubicBezTo>
                    <a:cubicBezTo>
                      <a:pt x="336" y="1458"/>
                      <a:pt x="297" y="1432"/>
                      <a:pt x="258" y="1393"/>
                    </a:cubicBezTo>
                    <a:cubicBezTo>
                      <a:pt x="245" y="1368"/>
                      <a:pt x="233" y="1355"/>
                      <a:pt x="220" y="1329"/>
                    </a:cubicBezTo>
                    <a:cubicBezTo>
                      <a:pt x="207" y="1316"/>
                      <a:pt x="194" y="1290"/>
                      <a:pt x="181" y="1264"/>
                    </a:cubicBezTo>
                    <a:cubicBezTo>
                      <a:pt x="142" y="1174"/>
                      <a:pt x="129" y="1084"/>
                      <a:pt x="155" y="994"/>
                    </a:cubicBezTo>
                    <a:cubicBezTo>
                      <a:pt x="168" y="890"/>
                      <a:pt x="207" y="800"/>
                      <a:pt x="284" y="736"/>
                    </a:cubicBezTo>
                    <a:cubicBezTo>
                      <a:pt x="310" y="710"/>
                      <a:pt x="362" y="684"/>
                      <a:pt x="400" y="671"/>
                    </a:cubicBezTo>
                    <a:cubicBezTo>
                      <a:pt x="428" y="662"/>
                      <a:pt x="461" y="653"/>
                      <a:pt x="497" y="653"/>
                    </a:cubicBezTo>
                    <a:cubicBezTo>
                      <a:pt x="512" y="653"/>
                      <a:pt x="527" y="655"/>
                      <a:pt x="542" y="658"/>
                    </a:cubicBezTo>
                    <a:cubicBezTo>
                      <a:pt x="581" y="658"/>
                      <a:pt x="632" y="671"/>
                      <a:pt x="671" y="710"/>
                    </a:cubicBezTo>
                    <a:cubicBezTo>
                      <a:pt x="710" y="736"/>
                      <a:pt x="735" y="774"/>
                      <a:pt x="748" y="813"/>
                    </a:cubicBezTo>
                    <a:cubicBezTo>
                      <a:pt x="787" y="903"/>
                      <a:pt x="761" y="1006"/>
                      <a:pt x="697" y="1071"/>
                    </a:cubicBezTo>
                    <a:cubicBezTo>
                      <a:pt x="654" y="1095"/>
                      <a:pt x="609" y="1108"/>
                      <a:pt x="564" y="1108"/>
                    </a:cubicBezTo>
                    <a:cubicBezTo>
                      <a:pt x="515" y="1108"/>
                      <a:pt x="467" y="1092"/>
                      <a:pt x="426" y="1058"/>
                    </a:cubicBezTo>
                    <a:lnTo>
                      <a:pt x="387" y="1084"/>
                    </a:lnTo>
                    <a:cubicBezTo>
                      <a:pt x="439" y="1135"/>
                      <a:pt x="490" y="1161"/>
                      <a:pt x="555" y="1161"/>
                    </a:cubicBezTo>
                    <a:cubicBezTo>
                      <a:pt x="567" y="1164"/>
                      <a:pt x="578" y="1165"/>
                      <a:pt x="589" y="1165"/>
                    </a:cubicBezTo>
                    <a:cubicBezTo>
                      <a:pt x="639" y="1165"/>
                      <a:pt x="683" y="1144"/>
                      <a:pt x="735" y="1123"/>
                    </a:cubicBezTo>
                    <a:cubicBezTo>
                      <a:pt x="761" y="1097"/>
                      <a:pt x="774" y="1084"/>
                      <a:pt x="800" y="1058"/>
                    </a:cubicBezTo>
                    <a:cubicBezTo>
                      <a:pt x="813" y="1032"/>
                      <a:pt x="826" y="994"/>
                      <a:pt x="839" y="968"/>
                    </a:cubicBezTo>
                    <a:cubicBezTo>
                      <a:pt x="852" y="903"/>
                      <a:pt x="852" y="839"/>
                      <a:pt x="839" y="787"/>
                    </a:cubicBezTo>
                    <a:cubicBezTo>
                      <a:pt x="826" y="723"/>
                      <a:pt x="787" y="671"/>
                      <a:pt x="735" y="620"/>
                    </a:cubicBezTo>
                    <a:cubicBezTo>
                      <a:pt x="684" y="581"/>
                      <a:pt x="632" y="555"/>
                      <a:pt x="568" y="542"/>
                    </a:cubicBezTo>
                    <a:cubicBezTo>
                      <a:pt x="503" y="542"/>
                      <a:pt x="439" y="542"/>
                      <a:pt x="374" y="555"/>
                    </a:cubicBezTo>
                    <a:cubicBezTo>
                      <a:pt x="323" y="568"/>
                      <a:pt x="258" y="607"/>
                      <a:pt x="220" y="645"/>
                    </a:cubicBezTo>
                    <a:cubicBezTo>
                      <a:pt x="117" y="723"/>
                      <a:pt x="52" y="839"/>
                      <a:pt x="39" y="968"/>
                    </a:cubicBezTo>
                    <a:cubicBezTo>
                      <a:pt x="0" y="1084"/>
                      <a:pt x="13" y="1213"/>
                      <a:pt x="52" y="1329"/>
                    </a:cubicBezTo>
                    <a:cubicBezTo>
                      <a:pt x="78" y="1355"/>
                      <a:pt x="91" y="1380"/>
                      <a:pt x="104" y="1406"/>
                    </a:cubicBezTo>
                    <a:cubicBezTo>
                      <a:pt x="117" y="1432"/>
                      <a:pt x="129" y="1458"/>
                      <a:pt x="155" y="1484"/>
                    </a:cubicBezTo>
                    <a:cubicBezTo>
                      <a:pt x="194" y="1535"/>
                      <a:pt x="233" y="1574"/>
                      <a:pt x="284" y="1613"/>
                    </a:cubicBezTo>
                    <a:cubicBezTo>
                      <a:pt x="336" y="1638"/>
                      <a:pt x="400" y="1664"/>
                      <a:pt x="452" y="1690"/>
                    </a:cubicBezTo>
                    <a:cubicBezTo>
                      <a:pt x="503" y="1716"/>
                      <a:pt x="568" y="1741"/>
                      <a:pt x="619" y="1754"/>
                    </a:cubicBezTo>
                    <a:cubicBezTo>
                      <a:pt x="677" y="1761"/>
                      <a:pt x="739" y="1764"/>
                      <a:pt x="800" y="1764"/>
                    </a:cubicBezTo>
                    <a:cubicBezTo>
                      <a:pt x="861" y="1764"/>
                      <a:pt x="922" y="1761"/>
                      <a:pt x="980" y="1754"/>
                    </a:cubicBezTo>
                    <a:cubicBezTo>
                      <a:pt x="1097" y="1729"/>
                      <a:pt x="1213" y="1690"/>
                      <a:pt x="1316" y="1638"/>
                    </a:cubicBezTo>
                    <a:cubicBezTo>
                      <a:pt x="1419" y="1587"/>
                      <a:pt x="1509" y="1509"/>
                      <a:pt x="1599" y="1432"/>
                    </a:cubicBezTo>
                    <a:cubicBezTo>
                      <a:pt x="1677" y="1342"/>
                      <a:pt x="1741" y="1251"/>
                      <a:pt x="1806" y="1161"/>
                    </a:cubicBezTo>
                    <a:cubicBezTo>
                      <a:pt x="1922" y="968"/>
                      <a:pt x="2025" y="774"/>
                      <a:pt x="2141" y="594"/>
                    </a:cubicBezTo>
                    <a:cubicBezTo>
                      <a:pt x="2257" y="426"/>
                      <a:pt x="2412" y="284"/>
                      <a:pt x="2605" y="207"/>
                    </a:cubicBezTo>
                    <a:cubicBezTo>
                      <a:pt x="2695" y="168"/>
                      <a:pt x="2799" y="143"/>
                      <a:pt x="2889" y="143"/>
                    </a:cubicBezTo>
                    <a:cubicBezTo>
                      <a:pt x="2940" y="143"/>
                      <a:pt x="2992" y="143"/>
                      <a:pt x="3031" y="155"/>
                    </a:cubicBezTo>
                    <a:cubicBezTo>
                      <a:pt x="3082" y="168"/>
                      <a:pt x="3134" y="194"/>
                      <a:pt x="3173" y="207"/>
                    </a:cubicBezTo>
                    <a:cubicBezTo>
                      <a:pt x="3224" y="233"/>
                      <a:pt x="3263" y="259"/>
                      <a:pt x="3301" y="284"/>
                    </a:cubicBezTo>
                    <a:cubicBezTo>
                      <a:pt x="3327" y="323"/>
                      <a:pt x="3366" y="362"/>
                      <a:pt x="3392" y="400"/>
                    </a:cubicBezTo>
                    <a:cubicBezTo>
                      <a:pt x="3443" y="478"/>
                      <a:pt x="3482" y="581"/>
                      <a:pt x="3495" y="671"/>
                    </a:cubicBezTo>
                    <a:cubicBezTo>
                      <a:pt x="3521" y="774"/>
                      <a:pt x="3508" y="865"/>
                      <a:pt x="3482" y="968"/>
                    </a:cubicBezTo>
                    <a:cubicBezTo>
                      <a:pt x="3456" y="1058"/>
                      <a:pt x="3392" y="1148"/>
                      <a:pt x="3327" y="1213"/>
                    </a:cubicBezTo>
                    <a:cubicBezTo>
                      <a:pt x="3250" y="1277"/>
                      <a:pt x="3160" y="1329"/>
                      <a:pt x="3069" y="1355"/>
                    </a:cubicBezTo>
                    <a:cubicBezTo>
                      <a:pt x="3044" y="1358"/>
                      <a:pt x="3018" y="1359"/>
                      <a:pt x="2992" y="1359"/>
                    </a:cubicBezTo>
                    <a:cubicBezTo>
                      <a:pt x="2915" y="1359"/>
                      <a:pt x="2841" y="1345"/>
                      <a:pt x="2773" y="1316"/>
                    </a:cubicBezTo>
                    <a:cubicBezTo>
                      <a:pt x="2683" y="1290"/>
                      <a:pt x="2605" y="1226"/>
                      <a:pt x="2554" y="1135"/>
                    </a:cubicBezTo>
                    <a:cubicBezTo>
                      <a:pt x="2502" y="1058"/>
                      <a:pt x="2476" y="955"/>
                      <a:pt x="2489" y="865"/>
                    </a:cubicBezTo>
                    <a:cubicBezTo>
                      <a:pt x="2502" y="761"/>
                      <a:pt x="2554" y="684"/>
                      <a:pt x="2631" y="620"/>
                    </a:cubicBezTo>
                    <a:cubicBezTo>
                      <a:pt x="2688" y="582"/>
                      <a:pt x="2758" y="558"/>
                      <a:pt x="2827" y="558"/>
                    </a:cubicBezTo>
                    <a:cubicBezTo>
                      <a:pt x="2852" y="558"/>
                      <a:pt x="2878" y="561"/>
                      <a:pt x="2902" y="568"/>
                    </a:cubicBezTo>
                    <a:cubicBezTo>
                      <a:pt x="2992" y="607"/>
                      <a:pt x="3069" y="671"/>
                      <a:pt x="3095" y="774"/>
                    </a:cubicBezTo>
                    <a:cubicBezTo>
                      <a:pt x="3121" y="865"/>
                      <a:pt x="3082" y="968"/>
                      <a:pt x="3005" y="1019"/>
                    </a:cubicBezTo>
                    <a:cubicBezTo>
                      <a:pt x="2962" y="1055"/>
                      <a:pt x="2908" y="1075"/>
                      <a:pt x="2855" y="1075"/>
                    </a:cubicBezTo>
                    <a:cubicBezTo>
                      <a:pt x="2812" y="1075"/>
                      <a:pt x="2769" y="1061"/>
                      <a:pt x="2734" y="1032"/>
                    </a:cubicBezTo>
                    <a:cubicBezTo>
                      <a:pt x="2670" y="981"/>
                      <a:pt x="2631" y="903"/>
                      <a:pt x="2644" y="826"/>
                    </a:cubicBezTo>
                    <a:cubicBezTo>
                      <a:pt x="2644" y="813"/>
                      <a:pt x="2631" y="813"/>
                      <a:pt x="2631" y="800"/>
                    </a:cubicBezTo>
                    <a:lnTo>
                      <a:pt x="2618" y="800"/>
                    </a:lnTo>
                    <a:cubicBezTo>
                      <a:pt x="2605" y="839"/>
                      <a:pt x="2605" y="890"/>
                      <a:pt x="2618" y="929"/>
                    </a:cubicBezTo>
                    <a:cubicBezTo>
                      <a:pt x="2631" y="981"/>
                      <a:pt x="2670" y="1032"/>
                      <a:pt x="2708" y="1071"/>
                    </a:cubicBezTo>
                    <a:cubicBezTo>
                      <a:pt x="2760" y="1110"/>
                      <a:pt x="2824" y="1135"/>
                      <a:pt x="2876" y="1135"/>
                    </a:cubicBezTo>
                    <a:cubicBezTo>
                      <a:pt x="2940" y="1135"/>
                      <a:pt x="3005" y="1110"/>
                      <a:pt x="3044" y="1071"/>
                    </a:cubicBezTo>
                    <a:cubicBezTo>
                      <a:pt x="3095" y="1045"/>
                      <a:pt x="3134" y="994"/>
                      <a:pt x="3160" y="929"/>
                    </a:cubicBezTo>
                    <a:cubicBezTo>
                      <a:pt x="3185" y="878"/>
                      <a:pt x="3185" y="813"/>
                      <a:pt x="3173" y="749"/>
                    </a:cubicBezTo>
                    <a:cubicBezTo>
                      <a:pt x="3147" y="633"/>
                      <a:pt x="3056" y="529"/>
                      <a:pt x="2940" y="491"/>
                    </a:cubicBezTo>
                    <a:cubicBezTo>
                      <a:pt x="2899" y="477"/>
                      <a:pt x="2854" y="470"/>
                      <a:pt x="2809" y="470"/>
                    </a:cubicBezTo>
                    <a:cubicBezTo>
                      <a:pt x="2728" y="470"/>
                      <a:pt x="2646" y="493"/>
                      <a:pt x="2579" y="542"/>
                    </a:cubicBezTo>
                    <a:cubicBezTo>
                      <a:pt x="2528" y="581"/>
                      <a:pt x="2489" y="620"/>
                      <a:pt x="2450" y="671"/>
                    </a:cubicBezTo>
                    <a:cubicBezTo>
                      <a:pt x="2425" y="723"/>
                      <a:pt x="2399" y="787"/>
                      <a:pt x="2399" y="852"/>
                    </a:cubicBezTo>
                    <a:cubicBezTo>
                      <a:pt x="2373" y="968"/>
                      <a:pt x="2399" y="1097"/>
                      <a:pt x="2463" y="1200"/>
                    </a:cubicBezTo>
                    <a:cubicBezTo>
                      <a:pt x="2528" y="1303"/>
                      <a:pt x="2631" y="1380"/>
                      <a:pt x="2747" y="1432"/>
                    </a:cubicBezTo>
                    <a:cubicBezTo>
                      <a:pt x="2824" y="1461"/>
                      <a:pt x="2916" y="1476"/>
                      <a:pt x="3006" y="1476"/>
                    </a:cubicBezTo>
                    <a:cubicBezTo>
                      <a:pt x="3036" y="1476"/>
                      <a:pt x="3066" y="1474"/>
                      <a:pt x="3095" y="1471"/>
                    </a:cubicBezTo>
                    <a:cubicBezTo>
                      <a:pt x="3224" y="1445"/>
                      <a:pt x="3327" y="1393"/>
                      <a:pt x="3418" y="1303"/>
                    </a:cubicBezTo>
                    <a:cubicBezTo>
                      <a:pt x="3598" y="1135"/>
                      <a:pt x="3688" y="890"/>
                      <a:pt x="3650" y="645"/>
                    </a:cubicBezTo>
                    <a:cubicBezTo>
                      <a:pt x="3624" y="529"/>
                      <a:pt x="3585" y="413"/>
                      <a:pt x="3521" y="323"/>
                    </a:cubicBezTo>
                    <a:cubicBezTo>
                      <a:pt x="3482" y="271"/>
                      <a:pt x="3443" y="220"/>
                      <a:pt x="3405" y="181"/>
                    </a:cubicBezTo>
                    <a:cubicBezTo>
                      <a:pt x="3353" y="143"/>
                      <a:pt x="3301" y="104"/>
                      <a:pt x="3237" y="78"/>
                    </a:cubicBezTo>
                    <a:cubicBezTo>
                      <a:pt x="3185" y="52"/>
                      <a:pt x="3134" y="39"/>
                      <a:pt x="3082" y="14"/>
                    </a:cubicBezTo>
                    <a:cubicBezTo>
                      <a:pt x="3018" y="1"/>
                      <a:pt x="2953" y="1"/>
                      <a:pt x="28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29"/>
              <p:cNvSpPr/>
              <p:nvPr/>
            </p:nvSpPr>
            <p:spPr>
              <a:xfrm>
                <a:off x="8156050" y="1082482"/>
                <a:ext cx="273773" cy="131841"/>
              </a:xfrm>
              <a:custGeom>
                <a:avLst/>
                <a:gdLst/>
                <a:ahLst/>
                <a:cxnLst/>
                <a:rect l="l" t="t" r="r" b="b"/>
                <a:pathLst>
                  <a:path w="3663" h="1764" extrusionOk="0">
                    <a:moveTo>
                      <a:pt x="774" y="0"/>
                    </a:moveTo>
                    <a:cubicBezTo>
                      <a:pt x="710" y="0"/>
                      <a:pt x="645" y="0"/>
                      <a:pt x="581" y="13"/>
                    </a:cubicBezTo>
                    <a:cubicBezTo>
                      <a:pt x="529" y="39"/>
                      <a:pt x="478" y="52"/>
                      <a:pt x="426" y="78"/>
                    </a:cubicBezTo>
                    <a:cubicBezTo>
                      <a:pt x="362" y="103"/>
                      <a:pt x="310" y="142"/>
                      <a:pt x="259" y="181"/>
                    </a:cubicBezTo>
                    <a:cubicBezTo>
                      <a:pt x="130" y="310"/>
                      <a:pt x="52" y="477"/>
                      <a:pt x="14" y="658"/>
                    </a:cubicBezTo>
                    <a:cubicBezTo>
                      <a:pt x="1" y="774"/>
                      <a:pt x="14" y="890"/>
                      <a:pt x="52" y="1006"/>
                    </a:cubicBezTo>
                    <a:cubicBezTo>
                      <a:pt x="91" y="1122"/>
                      <a:pt x="156" y="1225"/>
                      <a:pt x="246" y="1303"/>
                    </a:cubicBezTo>
                    <a:cubicBezTo>
                      <a:pt x="364" y="1421"/>
                      <a:pt x="516" y="1478"/>
                      <a:pt x="672" y="1478"/>
                    </a:cubicBezTo>
                    <a:cubicBezTo>
                      <a:pt x="754" y="1478"/>
                      <a:pt x="836" y="1463"/>
                      <a:pt x="916" y="1432"/>
                    </a:cubicBezTo>
                    <a:cubicBezTo>
                      <a:pt x="1032" y="1380"/>
                      <a:pt x="1123" y="1303"/>
                      <a:pt x="1187" y="1200"/>
                    </a:cubicBezTo>
                    <a:cubicBezTo>
                      <a:pt x="1252" y="1096"/>
                      <a:pt x="1277" y="967"/>
                      <a:pt x="1264" y="851"/>
                    </a:cubicBezTo>
                    <a:cubicBezTo>
                      <a:pt x="1252" y="787"/>
                      <a:pt x="1239" y="735"/>
                      <a:pt x="1200" y="684"/>
                    </a:cubicBezTo>
                    <a:cubicBezTo>
                      <a:pt x="1174" y="619"/>
                      <a:pt x="1123" y="581"/>
                      <a:pt x="1071" y="542"/>
                    </a:cubicBezTo>
                    <a:cubicBezTo>
                      <a:pt x="1001" y="498"/>
                      <a:pt x="919" y="472"/>
                      <a:pt x="837" y="472"/>
                    </a:cubicBezTo>
                    <a:cubicBezTo>
                      <a:pt x="799" y="472"/>
                      <a:pt x="760" y="478"/>
                      <a:pt x="723" y="490"/>
                    </a:cubicBezTo>
                    <a:cubicBezTo>
                      <a:pt x="607" y="529"/>
                      <a:pt x="517" y="632"/>
                      <a:pt x="478" y="748"/>
                    </a:cubicBezTo>
                    <a:cubicBezTo>
                      <a:pt x="465" y="813"/>
                      <a:pt x="478" y="877"/>
                      <a:pt x="504" y="942"/>
                    </a:cubicBezTo>
                    <a:cubicBezTo>
                      <a:pt x="517" y="993"/>
                      <a:pt x="555" y="1045"/>
                      <a:pt x="607" y="1083"/>
                    </a:cubicBezTo>
                    <a:cubicBezTo>
                      <a:pt x="658" y="1122"/>
                      <a:pt x="723" y="1135"/>
                      <a:pt x="774" y="1135"/>
                    </a:cubicBezTo>
                    <a:cubicBezTo>
                      <a:pt x="839" y="1135"/>
                      <a:pt x="903" y="1122"/>
                      <a:pt x="955" y="1083"/>
                    </a:cubicBezTo>
                    <a:cubicBezTo>
                      <a:pt x="994" y="1032"/>
                      <a:pt x="1032" y="980"/>
                      <a:pt x="1045" y="929"/>
                    </a:cubicBezTo>
                    <a:cubicBezTo>
                      <a:pt x="1058" y="890"/>
                      <a:pt x="1058" y="851"/>
                      <a:pt x="1045" y="813"/>
                    </a:cubicBezTo>
                    <a:lnTo>
                      <a:pt x="1019" y="813"/>
                    </a:lnTo>
                    <a:cubicBezTo>
                      <a:pt x="1019" y="813"/>
                      <a:pt x="1019" y="813"/>
                      <a:pt x="1019" y="826"/>
                    </a:cubicBezTo>
                    <a:cubicBezTo>
                      <a:pt x="1032" y="903"/>
                      <a:pt x="994" y="980"/>
                      <a:pt x="929" y="1032"/>
                    </a:cubicBezTo>
                    <a:cubicBezTo>
                      <a:pt x="890" y="1064"/>
                      <a:pt x="842" y="1080"/>
                      <a:pt x="794" y="1080"/>
                    </a:cubicBezTo>
                    <a:cubicBezTo>
                      <a:pt x="745" y="1080"/>
                      <a:pt x="697" y="1064"/>
                      <a:pt x="658" y="1032"/>
                    </a:cubicBezTo>
                    <a:cubicBezTo>
                      <a:pt x="581" y="967"/>
                      <a:pt x="555" y="864"/>
                      <a:pt x="568" y="774"/>
                    </a:cubicBezTo>
                    <a:cubicBezTo>
                      <a:pt x="594" y="671"/>
                      <a:pt x="671" y="606"/>
                      <a:pt x="762" y="568"/>
                    </a:cubicBezTo>
                    <a:cubicBezTo>
                      <a:pt x="786" y="561"/>
                      <a:pt x="811" y="558"/>
                      <a:pt x="836" y="558"/>
                    </a:cubicBezTo>
                    <a:cubicBezTo>
                      <a:pt x="905" y="558"/>
                      <a:pt x="976" y="581"/>
                      <a:pt x="1032" y="619"/>
                    </a:cubicBezTo>
                    <a:cubicBezTo>
                      <a:pt x="1110" y="684"/>
                      <a:pt x="1161" y="774"/>
                      <a:pt x="1174" y="864"/>
                    </a:cubicBezTo>
                    <a:cubicBezTo>
                      <a:pt x="1187" y="967"/>
                      <a:pt x="1161" y="1058"/>
                      <a:pt x="1110" y="1148"/>
                    </a:cubicBezTo>
                    <a:cubicBezTo>
                      <a:pt x="1058" y="1225"/>
                      <a:pt x="981" y="1290"/>
                      <a:pt x="890" y="1328"/>
                    </a:cubicBezTo>
                    <a:cubicBezTo>
                      <a:pt x="824" y="1347"/>
                      <a:pt x="751" y="1359"/>
                      <a:pt x="677" y="1359"/>
                    </a:cubicBezTo>
                    <a:cubicBezTo>
                      <a:pt x="649" y="1359"/>
                      <a:pt x="622" y="1358"/>
                      <a:pt x="594" y="1354"/>
                    </a:cubicBezTo>
                    <a:cubicBezTo>
                      <a:pt x="504" y="1328"/>
                      <a:pt x="413" y="1277"/>
                      <a:pt x="349" y="1212"/>
                    </a:cubicBezTo>
                    <a:cubicBezTo>
                      <a:pt x="272" y="1148"/>
                      <a:pt x="220" y="1058"/>
                      <a:pt x="181" y="967"/>
                    </a:cubicBezTo>
                    <a:cubicBezTo>
                      <a:pt x="156" y="877"/>
                      <a:pt x="143" y="774"/>
                      <a:pt x="168" y="671"/>
                    </a:cubicBezTo>
                    <a:cubicBezTo>
                      <a:pt x="181" y="581"/>
                      <a:pt x="220" y="477"/>
                      <a:pt x="272" y="400"/>
                    </a:cubicBezTo>
                    <a:cubicBezTo>
                      <a:pt x="310" y="361"/>
                      <a:pt x="336" y="323"/>
                      <a:pt x="375" y="284"/>
                    </a:cubicBezTo>
                    <a:cubicBezTo>
                      <a:pt x="413" y="258"/>
                      <a:pt x="452" y="232"/>
                      <a:pt x="491" y="207"/>
                    </a:cubicBezTo>
                    <a:cubicBezTo>
                      <a:pt x="542" y="194"/>
                      <a:pt x="581" y="168"/>
                      <a:pt x="633" y="155"/>
                    </a:cubicBezTo>
                    <a:cubicBezTo>
                      <a:pt x="684" y="155"/>
                      <a:pt x="723" y="142"/>
                      <a:pt x="774" y="142"/>
                    </a:cubicBezTo>
                    <a:cubicBezTo>
                      <a:pt x="878" y="142"/>
                      <a:pt x="981" y="168"/>
                      <a:pt x="1071" y="207"/>
                    </a:cubicBezTo>
                    <a:cubicBezTo>
                      <a:pt x="1252" y="284"/>
                      <a:pt x="1419" y="426"/>
                      <a:pt x="1522" y="606"/>
                    </a:cubicBezTo>
                    <a:cubicBezTo>
                      <a:pt x="1651" y="774"/>
                      <a:pt x="1742" y="967"/>
                      <a:pt x="1870" y="1161"/>
                    </a:cubicBezTo>
                    <a:cubicBezTo>
                      <a:pt x="1922" y="1251"/>
                      <a:pt x="1999" y="1354"/>
                      <a:pt x="2077" y="1432"/>
                    </a:cubicBezTo>
                    <a:cubicBezTo>
                      <a:pt x="2154" y="1522"/>
                      <a:pt x="2257" y="1586"/>
                      <a:pt x="2360" y="1638"/>
                    </a:cubicBezTo>
                    <a:cubicBezTo>
                      <a:pt x="2464" y="1702"/>
                      <a:pt x="2580" y="1728"/>
                      <a:pt x="2696" y="1754"/>
                    </a:cubicBezTo>
                    <a:cubicBezTo>
                      <a:pt x="2754" y="1760"/>
                      <a:pt x="2812" y="1764"/>
                      <a:pt x="2870" y="1764"/>
                    </a:cubicBezTo>
                    <a:cubicBezTo>
                      <a:pt x="2928" y="1764"/>
                      <a:pt x="2986" y="1760"/>
                      <a:pt x="3044" y="1754"/>
                    </a:cubicBezTo>
                    <a:cubicBezTo>
                      <a:pt x="3108" y="1741"/>
                      <a:pt x="3160" y="1728"/>
                      <a:pt x="3224" y="1702"/>
                    </a:cubicBezTo>
                    <a:cubicBezTo>
                      <a:pt x="3276" y="1677"/>
                      <a:pt x="3328" y="1638"/>
                      <a:pt x="3379" y="1612"/>
                    </a:cubicBezTo>
                    <a:cubicBezTo>
                      <a:pt x="3431" y="1573"/>
                      <a:pt x="3482" y="1535"/>
                      <a:pt x="3521" y="1483"/>
                    </a:cubicBezTo>
                    <a:cubicBezTo>
                      <a:pt x="3534" y="1457"/>
                      <a:pt x="3560" y="1432"/>
                      <a:pt x="3573" y="1406"/>
                    </a:cubicBezTo>
                    <a:cubicBezTo>
                      <a:pt x="3585" y="1380"/>
                      <a:pt x="3598" y="1367"/>
                      <a:pt x="3611" y="1328"/>
                    </a:cubicBezTo>
                    <a:cubicBezTo>
                      <a:pt x="3650" y="1212"/>
                      <a:pt x="3663" y="1083"/>
                      <a:pt x="3624" y="967"/>
                    </a:cubicBezTo>
                    <a:cubicBezTo>
                      <a:pt x="3598" y="838"/>
                      <a:pt x="3534" y="735"/>
                      <a:pt x="3444" y="645"/>
                    </a:cubicBezTo>
                    <a:cubicBezTo>
                      <a:pt x="3392" y="606"/>
                      <a:pt x="3340" y="581"/>
                      <a:pt x="3276" y="555"/>
                    </a:cubicBezTo>
                    <a:cubicBezTo>
                      <a:pt x="3250" y="548"/>
                      <a:pt x="3221" y="545"/>
                      <a:pt x="3191" y="545"/>
                    </a:cubicBezTo>
                    <a:cubicBezTo>
                      <a:pt x="3160" y="545"/>
                      <a:pt x="3128" y="548"/>
                      <a:pt x="3095" y="555"/>
                    </a:cubicBezTo>
                    <a:cubicBezTo>
                      <a:pt x="3031" y="555"/>
                      <a:pt x="2967" y="581"/>
                      <a:pt x="2915" y="632"/>
                    </a:cubicBezTo>
                    <a:cubicBezTo>
                      <a:pt x="2876" y="671"/>
                      <a:pt x="2838" y="722"/>
                      <a:pt x="2812" y="787"/>
                    </a:cubicBezTo>
                    <a:cubicBezTo>
                      <a:pt x="2799" y="851"/>
                      <a:pt x="2799" y="916"/>
                      <a:pt x="2812" y="967"/>
                    </a:cubicBezTo>
                    <a:cubicBezTo>
                      <a:pt x="2825" y="1006"/>
                      <a:pt x="2838" y="1032"/>
                      <a:pt x="2850" y="1058"/>
                    </a:cubicBezTo>
                    <a:cubicBezTo>
                      <a:pt x="2876" y="1083"/>
                      <a:pt x="2902" y="1109"/>
                      <a:pt x="2928" y="1122"/>
                    </a:cubicBezTo>
                    <a:cubicBezTo>
                      <a:pt x="2967" y="1151"/>
                      <a:pt x="3012" y="1166"/>
                      <a:pt x="3055" y="1166"/>
                    </a:cubicBezTo>
                    <a:cubicBezTo>
                      <a:pt x="3069" y="1166"/>
                      <a:pt x="3083" y="1164"/>
                      <a:pt x="3095" y="1161"/>
                    </a:cubicBezTo>
                    <a:cubicBezTo>
                      <a:pt x="3160" y="1161"/>
                      <a:pt x="3224" y="1135"/>
                      <a:pt x="3263" y="1083"/>
                    </a:cubicBezTo>
                    <a:lnTo>
                      <a:pt x="3224" y="1058"/>
                    </a:lnTo>
                    <a:cubicBezTo>
                      <a:pt x="3189" y="1093"/>
                      <a:pt x="3138" y="1113"/>
                      <a:pt x="3086" y="1113"/>
                    </a:cubicBezTo>
                    <a:cubicBezTo>
                      <a:pt x="3044" y="1113"/>
                      <a:pt x="3001" y="1100"/>
                      <a:pt x="2967" y="1071"/>
                    </a:cubicBezTo>
                    <a:cubicBezTo>
                      <a:pt x="2889" y="1006"/>
                      <a:pt x="2863" y="903"/>
                      <a:pt x="2902" y="813"/>
                    </a:cubicBezTo>
                    <a:cubicBezTo>
                      <a:pt x="2915" y="774"/>
                      <a:pt x="2954" y="735"/>
                      <a:pt x="2979" y="710"/>
                    </a:cubicBezTo>
                    <a:cubicBezTo>
                      <a:pt x="3018" y="684"/>
                      <a:pt x="3070" y="658"/>
                      <a:pt x="3108" y="658"/>
                    </a:cubicBezTo>
                    <a:cubicBezTo>
                      <a:pt x="3122" y="656"/>
                      <a:pt x="3135" y="655"/>
                      <a:pt x="3148" y="655"/>
                    </a:cubicBezTo>
                    <a:cubicBezTo>
                      <a:pt x="3234" y="655"/>
                      <a:pt x="3310" y="692"/>
                      <a:pt x="3366" y="748"/>
                    </a:cubicBezTo>
                    <a:cubicBezTo>
                      <a:pt x="3444" y="813"/>
                      <a:pt x="3482" y="903"/>
                      <a:pt x="3508" y="993"/>
                    </a:cubicBezTo>
                    <a:cubicBezTo>
                      <a:pt x="3521" y="1083"/>
                      <a:pt x="3508" y="1187"/>
                      <a:pt x="3469" y="1264"/>
                    </a:cubicBezTo>
                    <a:cubicBezTo>
                      <a:pt x="3457" y="1290"/>
                      <a:pt x="3444" y="1316"/>
                      <a:pt x="3431" y="1328"/>
                    </a:cubicBezTo>
                    <a:cubicBezTo>
                      <a:pt x="3418" y="1354"/>
                      <a:pt x="3405" y="1380"/>
                      <a:pt x="3392" y="1393"/>
                    </a:cubicBezTo>
                    <a:cubicBezTo>
                      <a:pt x="3353" y="1432"/>
                      <a:pt x="3328" y="1457"/>
                      <a:pt x="3276" y="1483"/>
                    </a:cubicBezTo>
                    <a:cubicBezTo>
                      <a:pt x="3237" y="1509"/>
                      <a:pt x="3199" y="1535"/>
                      <a:pt x="3147" y="1561"/>
                    </a:cubicBezTo>
                    <a:cubicBezTo>
                      <a:pt x="3108" y="1573"/>
                      <a:pt x="3057" y="1586"/>
                      <a:pt x="3005" y="1599"/>
                    </a:cubicBezTo>
                    <a:cubicBezTo>
                      <a:pt x="2960" y="1606"/>
                      <a:pt x="2912" y="1609"/>
                      <a:pt x="2862" y="1609"/>
                    </a:cubicBezTo>
                    <a:cubicBezTo>
                      <a:pt x="2812" y="1609"/>
                      <a:pt x="2760" y="1606"/>
                      <a:pt x="2709" y="1599"/>
                    </a:cubicBezTo>
                    <a:cubicBezTo>
                      <a:pt x="2605" y="1586"/>
                      <a:pt x="2515" y="1548"/>
                      <a:pt x="2425" y="1509"/>
                    </a:cubicBezTo>
                    <a:cubicBezTo>
                      <a:pt x="2335" y="1457"/>
                      <a:pt x="2257" y="1393"/>
                      <a:pt x="2180" y="1328"/>
                    </a:cubicBezTo>
                    <a:cubicBezTo>
                      <a:pt x="2103" y="1251"/>
                      <a:pt x="2051" y="1161"/>
                      <a:pt x="1987" y="1071"/>
                    </a:cubicBezTo>
                    <a:cubicBezTo>
                      <a:pt x="1870" y="890"/>
                      <a:pt x="1767" y="697"/>
                      <a:pt x="1638" y="516"/>
                    </a:cubicBezTo>
                    <a:cubicBezTo>
                      <a:pt x="1574" y="413"/>
                      <a:pt x="1497" y="336"/>
                      <a:pt x="1419" y="258"/>
                    </a:cubicBezTo>
                    <a:cubicBezTo>
                      <a:pt x="1329" y="181"/>
                      <a:pt x="1226" y="116"/>
                      <a:pt x="1123" y="65"/>
                    </a:cubicBezTo>
                    <a:cubicBezTo>
                      <a:pt x="1007" y="26"/>
                      <a:pt x="890" y="0"/>
                      <a:pt x="7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06" name="Google Shape;3106;p29"/>
            <p:cNvGrpSpPr/>
            <p:nvPr/>
          </p:nvGrpSpPr>
          <p:grpSpPr>
            <a:xfrm>
              <a:off x="989955" y="1149073"/>
              <a:ext cx="7163972" cy="64150"/>
              <a:chOff x="1299890" y="844622"/>
              <a:chExt cx="6544233" cy="64143"/>
            </a:xfrm>
          </p:grpSpPr>
          <p:grpSp>
            <p:nvGrpSpPr>
              <p:cNvPr id="3107" name="Google Shape;3107;p29"/>
              <p:cNvGrpSpPr/>
              <p:nvPr/>
            </p:nvGrpSpPr>
            <p:grpSpPr>
              <a:xfrm>
                <a:off x="4528885" y="844622"/>
                <a:ext cx="3315238" cy="64143"/>
                <a:chOff x="896765" y="648922"/>
                <a:chExt cx="3315238" cy="64143"/>
              </a:xfrm>
            </p:grpSpPr>
            <p:sp>
              <p:nvSpPr>
                <p:cNvPr id="3108" name="Google Shape;3108;p29"/>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29"/>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29"/>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29"/>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29"/>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29"/>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29"/>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29"/>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29"/>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29"/>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29"/>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29"/>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29"/>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29"/>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29"/>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29"/>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29"/>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29"/>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29"/>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29"/>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29"/>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29"/>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29"/>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29"/>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29"/>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29"/>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29"/>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29"/>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29"/>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29"/>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29"/>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29"/>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29"/>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1" name="Google Shape;3141;p29"/>
              <p:cNvGrpSpPr/>
              <p:nvPr/>
            </p:nvGrpSpPr>
            <p:grpSpPr>
              <a:xfrm>
                <a:off x="1299890" y="844622"/>
                <a:ext cx="3315238" cy="64143"/>
                <a:chOff x="896765" y="648922"/>
                <a:chExt cx="3315238" cy="64143"/>
              </a:xfrm>
            </p:grpSpPr>
            <p:sp>
              <p:nvSpPr>
                <p:cNvPr id="3142" name="Google Shape;3142;p29"/>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29"/>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29"/>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29"/>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29"/>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29"/>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29"/>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29"/>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29"/>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29"/>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29"/>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29"/>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29"/>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29"/>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29"/>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29"/>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29"/>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29"/>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29"/>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29"/>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29"/>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29"/>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29"/>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29"/>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29"/>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29"/>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29"/>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29"/>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29"/>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29"/>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29"/>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29"/>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29"/>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pic>
        <p:nvPicPr>
          <p:cNvPr id="3175" name="Google Shape;3175;p29"/>
          <p:cNvPicPr preferRelativeResize="0"/>
          <p:nvPr/>
        </p:nvPicPr>
        <p:blipFill rotWithShape="1">
          <a:blip r:embed="rId4">
            <a:alphaModFix/>
          </a:blip>
          <a:srcRect l="21203" t="7587" r="29576" b="27232"/>
          <a:stretch/>
        </p:blipFill>
        <p:spPr>
          <a:xfrm>
            <a:off x="-253575" y="-536975"/>
            <a:ext cx="1586774" cy="157597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CUSTOM_3">
    <p:spTree>
      <p:nvGrpSpPr>
        <p:cNvPr id="1" name="Shape 3176"/>
        <p:cNvGrpSpPr/>
        <p:nvPr/>
      </p:nvGrpSpPr>
      <p:grpSpPr>
        <a:xfrm>
          <a:off x="0" y="0"/>
          <a:ext cx="0" cy="0"/>
          <a:chOff x="0" y="0"/>
          <a:chExt cx="0" cy="0"/>
        </a:xfrm>
      </p:grpSpPr>
      <p:pic>
        <p:nvPicPr>
          <p:cNvPr id="3177" name="Google Shape;3177;p30"/>
          <p:cNvPicPr preferRelativeResize="0"/>
          <p:nvPr/>
        </p:nvPicPr>
        <p:blipFill rotWithShape="1">
          <a:blip r:embed="rId2">
            <a:alphaModFix/>
          </a:blip>
          <a:srcRect t="7798" b="7806"/>
          <a:stretch/>
        </p:blipFill>
        <p:spPr>
          <a:xfrm>
            <a:off x="0" y="0"/>
            <a:ext cx="9144003" cy="5143501"/>
          </a:xfrm>
          <a:prstGeom prst="rect">
            <a:avLst/>
          </a:prstGeom>
          <a:noFill/>
          <a:ln>
            <a:noFill/>
          </a:ln>
        </p:spPr>
      </p:pic>
      <p:sp>
        <p:nvSpPr>
          <p:cNvPr id="3178" name="Google Shape;3178;p30"/>
          <p:cNvSpPr txBox="1">
            <a:spLocks noGrp="1"/>
          </p:cNvSpPr>
          <p:nvPr>
            <p:ph type="subTitle" idx="1"/>
          </p:nvPr>
        </p:nvSpPr>
        <p:spPr>
          <a:xfrm>
            <a:off x="3406651" y="3360775"/>
            <a:ext cx="2330700" cy="744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None/>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3179" name="Google Shape;3179;p30"/>
          <p:cNvSpPr txBox="1">
            <a:spLocks noGrp="1"/>
          </p:cNvSpPr>
          <p:nvPr>
            <p:ph type="subTitle" idx="2"/>
          </p:nvPr>
        </p:nvSpPr>
        <p:spPr>
          <a:xfrm>
            <a:off x="6099125" y="3360776"/>
            <a:ext cx="2330700" cy="744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None/>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3180" name="Google Shape;3180;p30"/>
          <p:cNvSpPr txBox="1">
            <a:spLocks noGrp="1"/>
          </p:cNvSpPr>
          <p:nvPr>
            <p:ph type="subTitle" idx="3"/>
          </p:nvPr>
        </p:nvSpPr>
        <p:spPr>
          <a:xfrm>
            <a:off x="6099125" y="2823975"/>
            <a:ext cx="2330700" cy="454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2000"/>
              <a:buNone/>
              <a:defRPr sz="2500" b="1">
                <a:latin typeface="Fondamento"/>
                <a:ea typeface="Fondamento"/>
                <a:cs typeface="Fondamento"/>
                <a:sym typeface="Fondamento"/>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3181" name="Google Shape;3181;p30"/>
          <p:cNvSpPr txBox="1">
            <a:spLocks noGrp="1"/>
          </p:cNvSpPr>
          <p:nvPr>
            <p:ph type="subTitle" idx="4"/>
          </p:nvPr>
        </p:nvSpPr>
        <p:spPr>
          <a:xfrm>
            <a:off x="714175" y="3360775"/>
            <a:ext cx="2330700" cy="744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None/>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3182" name="Google Shape;3182;p30"/>
          <p:cNvSpPr txBox="1">
            <a:spLocks noGrp="1"/>
          </p:cNvSpPr>
          <p:nvPr>
            <p:ph type="subTitle" idx="5"/>
          </p:nvPr>
        </p:nvSpPr>
        <p:spPr>
          <a:xfrm>
            <a:off x="714175" y="2823975"/>
            <a:ext cx="2330700" cy="454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2000"/>
              <a:buNone/>
              <a:defRPr sz="2500" b="1">
                <a:latin typeface="Fondamento"/>
                <a:ea typeface="Fondamento"/>
                <a:cs typeface="Fondamento"/>
                <a:sym typeface="Fondamento"/>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3183" name="Google Shape;3183;p30"/>
          <p:cNvSpPr txBox="1">
            <a:spLocks noGrp="1"/>
          </p:cNvSpPr>
          <p:nvPr>
            <p:ph type="subTitle" idx="6"/>
          </p:nvPr>
        </p:nvSpPr>
        <p:spPr>
          <a:xfrm>
            <a:off x="3406651" y="2823975"/>
            <a:ext cx="2330700" cy="454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2000"/>
              <a:buNone/>
              <a:defRPr sz="2500" b="1">
                <a:latin typeface="Fondamento"/>
                <a:ea typeface="Fondamento"/>
                <a:cs typeface="Fondamento"/>
                <a:sym typeface="Fondamento"/>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3184" name="Google Shape;3184;p30"/>
          <p:cNvSpPr txBox="1">
            <a:spLocks noGrp="1"/>
          </p:cNvSpPr>
          <p:nvPr>
            <p:ph type="title"/>
          </p:nvPr>
        </p:nvSpPr>
        <p:spPr>
          <a:xfrm>
            <a:off x="714150" y="466300"/>
            <a:ext cx="77157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3185" name="Google Shape;3185;p30"/>
          <p:cNvGrpSpPr/>
          <p:nvPr/>
        </p:nvGrpSpPr>
        <p:grpSpPr>
          <a:xfrm>
            <a:off x="714175" y="1093271"/>
            <a:ext cx="7715647" cy="131916"/>
            <a:chOff x="714175" y="1115188"/>
            <a:chExt cx="7715647" cy="131916"/>
          </a:xfrm>
        </p:grpSpPr>
        <p:grpSp>
          <p:nvGrpSpPr>
            <p:cNvPr id="3186" name="Google Shape;3186;p30"/>
            <p:cNvGrpSpPr/>
            <p:nvPr/>
          </p:nvGrpSpPr>
          <p:grpSpPr>
            <a:xfrm>
              <a:off x="714175" y="1115188"/>
              <a:ext cx="7715647" cy="131916"/>
              <a:chOff x="714175" y="1082438"/>
              <a:chExt cx="7715647" cy="131916"/>
            </a:xfrm>
          </p:grpSpPr>
          <p:sp>
            <p:nvSpPr>
              <p:cNvPr id="3187" name="Google Shape;3187;p30"/>
              <p:cNvSpPr/>
              <p:nvPr/>
            </p:nvSpPr>
            <p:spPr>
              <a:xfrm>
                <a:off x="714175" y="1082438"/>
                <a:ext cx="275716" cy="131916"/>
              </a:xfrm>
              <a:custGeom>
                <a:avLst/>
                <a:gdLst/>
                <a:ahLst/>
                <a:cxnLst/>
                <a:rect l="l" t="t" r="r" b="b"/>
                <a:pathLst>
                  <a:path w="3689" h="1765" extrusionOk="0">
                    <a:moveTo>
                      <a:pt x="2889" y="1"/>
                    </a:moveTo>
                    <a:cubicBezTo>
                      <a:pt x="2773" y="1"/>
                      <a:pt x="2657" y="26"/>
                      <a:pt x="2554" y="65"/>
                    </a:cubicBezTo>
                    <a:cubicBezTo>
                      <a:pt x="2438" y="104"/>
                      <a:pt x="2334" y="168"/>
                      <a:pt x="2244" y="246"/>
                    </a:cubicBezTo>
                    <a:cubicBezTo>
                      <a:pt x="2154" y="323"/>
                      <a:pt x="2077" y="400"/>
                      <a:pt x="2012" y="504"/>
                    </a:cubicBezTo>
                    <a:cubicBezTo>
                      <a:pt x="1883" y="684"/>
                      <a:pt x="1780" y="878"/>
                      <a:pt x="1664" y="1058"/>
                    </a:cubicBezTo>
                    <a:cubicBezTo>
                      <a:pt x="1612" y="1148"/>
                      <a:pt x="1548" y="1239"/>
                      <a:pt x="1470" y="1316"/>
                    </a:cubicBezTo>
                    <a:cubicBezTo>
                      <a:pt x="1406" y="1380"/>
                      <a:pt x="1316" y="1445"/>
                      <a:pt x="1238" y="1496"/>
                    </a:cubicBezTo>
                    <a:cubicBezTo>
                      <a:pt x="1148" y="1535"/>
                      <a:pt x="1045" y="1574"/>
                      <a:pt x="942" y="1587"/>
                    </a:cubicBezTo>
                    <a:cubicBezTo>
                      <a:pt x="869" y="1596"/>
                      <a:pt x="802" y="1605"/>
                      <a:pt x="733" y="1605"/>
                    </a:cubicBezTo>
                    <a:cubicBezTo>
                      <a:pt x="705" y="1605"/>
                      <a:pt x="675" y="1603"/>
                      <a:pt x="645" y="1600"/>
                    </a:cubicBezTo>
                    <a:cubicBezTo>
                      <a:pt x="594" y="1587"/>
                      <a:pt x="542" y="1574"/>
                      <a:pt x="503" y="1561"/>
                    </a:cubicBezTo>
                    <a:cubicBezTo>
                      <a:pt x="452" y="1535"/>
                      <a:pt x="413" y="1509"/>
                      <a:pt x="374" y="1484"/>
                    </a:cubicBezTo>
                    <a:cubicBezTo>
                      <a:pt x="336" y="1458"/>
                      <a:pt x="297" y="1432"/>
                      <a:pt x="258" y="1393"/>
                    </a:cubicBezTo>
                    <a:cubicBezTo>
                      <a:pt x="245" y="1368"/>
                      <a:pt x="233" y="1355"/>
                      <a:pt x="220" y="1329"/>
                    </a:cubicBezTo>
                    <a:cubicBezTo>
                      <a:pt x="207" y="1316"/>
                      <a:pt x="194" y="1290"/>
                      <a:pt x="181" y="1264"/>
                    </a:cubicBezTo>
                    <a:cubicBezTo>
                      <a:pt x="142" y="1174"/>
                      <a:pt x="129" y="1084"/>
                      <a:pt x="155" y="994"/>
                    </a:cubicBezTo>
                    <a:cubicBezTo>
                      <a:pt x="168" y="890"/>
                      <a:pt x="207" y="800"/>
                      <a:pt x="284" y="736"/>
                    </a:cubicBezTo>
                    <a:cubicBezTo>
                      <a:pt x="310" y="710"/>
                      <a:pt x="362" y="684"/>
                      <a:pt x="400" y="671"/>
                    </a:cubicBezTo>
                    <a:cubicBezTo>
                      <a:pt x="428" y="662"/>
                      <a:pt x="461" y="653"/>
                      <a:pt x="497" y="653"/>
                    </a:cubicBezTo>
                    <a:cubicBezTo>
                      <a:pt x="512" y="653"/>
                      <a:pt x="527" y="655"/>
                      <a:pt x="542" y="658"/>
                    </a:cubicBezTo>
                    <a:cubicBezTo>
                      <a:pt x="581" y="658"/>
                      <a:pt x="632" y="671"/>
                      <a:pt x="671" y="710"/>
                    </a:cubicBezTo>
                    <a:cubicBezTo>
                      <a:pt x="710" y="736"/>
                      <a:pt x="735" y="774"/>
                      <a:pt x="748" y="813"/>
                    </a:cubicBezTo>
                    <a:cubicBezTo>
                      <a:pt x="787" y="903"/>
                      <a:pt x="761" y="1006"/>
                      <a:pt x="697" y="1071"/>
                    </a:cubicBezTo>
                    <a:cubicBezTo>
                      <a:pt x="654" y="1095"/>
                      <a:pt x="609" y="1108"/>
                      <a:pt x="564" y="1108"/>
                    </a:cubicBezTo>
                    <a:cubicBezTo>
                      <a:pt x="515" y="1108"/>
                      <a:pt x="467" y="1092"/>
                      <a:pt x="426" y="1058"/>
                    </a:cubicBezTo>
                    <a:lnTo>
                      <a:pt x="387" y="1084"/>
                    </a:lnTo>
                    <a:cubicBezTo>
                      <a:pt x="439" y="1135"/>
                      <a:pt x="490" y="1161"/>
                      <a:pt x="555" y="1161"/>
                    </a:cubicBezTo>
                    <a:cubicBezTo>
                      <a:pt x="567" y="1164"/>
                      <a:pt x="578" y="1165"/>
                      <a:pt x="589" y="1165"/>
                    </a:cubicBezTo>
                    <a:cubicBezTo>
                      <a:pt x="639" y="1165"/>
                      <a:pt x="683" y="1144"/>
                      <a:pt x="735" y="1123"/>
                    </a:cubicBezTo>
                    <a:cubicBezTo>
                      <a:pt x="761" y="1097"/>
                      <a:pt x="774" y="1084"/>
                      <a:pt x="800" y="1058"/>
                    </a:cubicBezTo>
                    <a:cubicBezTo>
                      <a:pt x="813" y="1032"/>
                      <a:pt x="826" y="994"/>
                      <a:pt x="839" y="968"/>
                    </a:cubicBezTo>
                    <a:cubicBezTo>
                      <a:pt x="852" y="903"/>
                      <a:pt x="852" y="839"/>
                      <a:pt x="839" y="787"/>
                    </a:cubicBezTo>
                    <a:cubicBezTo>
                      <a:pt x="826" y="723"/>
                      <a:pt x="787" y="671"/>
                      <a:pt x="735" y="620"/>
                    </a:cubicBezTo>
                    <a:cubicBezTo>
                      <a:pt x="684" y="581"/>
                      <a:pt x="632" y="555"/>
                      <a:pt x="568" y="542"/>
                    </a:cubicBezTo>
                    <a:cubicBezTo>
                      <a:pt x="503" y="542"/>
                      <a:pt x="439" y="542"/>
                      <a:pt x="374" y="555"/>
                    </a:cubicBezTo>
                    <a:cubicBezTo>
                      <a:pt x="323" y="568"/>
                      <a:pt x="258" y="607"/>
                      <a:pt x="220" y="645"/>
                    </a:cubicBezTo>
                    <a:cubicBezTo>
                      <a:pt x="117" y="723"/>
                      <a:pt x="52" y="839"/>
                      <a:pt x="39" y="968"/>
                    </a:cubicBezTo>
                    <a:cubicBezTo>
                      <a:pt x="0" y="1084"/>
                      <a:pt x="13" y="1213"/>
                      <a:pt x="52" y="1329"/>
                    </a:cubicBezTo>
                    <a:cubicBezTo>
                      <a:pt x="78" y="1355"/>
                      <a:pt x="91" y="1380"/>
                      <a:pt x="104" y="1406"/>
                    </a:cubicBezTo>
                    <a:cubicBezTo>
                      <a:pt x="117" y="1432"/>
                      <a:pt x="129" y="1458"/>
                      <a:pt x="155" y="1484"/>
                    </a:cubicBezTo>
                    <a:cubicBezTo>
                      <a:pt x="194" y="1535"/>
                      <a:pt x="233" y="1574"/>
                      <a:pt x="284" y="1613"/>
                    </a:cubicBezTo>
                    <a:cubicBezTo>
                      <a:pt x="336" y="1638"/>
                      <a:pt x="400" y="1664"/>
                      <a:pt x="452" y="1690"/>
                    </a:cubicBezTo>
                    <a:cubicBezTo>
                      <a:pt x="503" y="1716"/>
                      <a:pt x="568" y="1741"/>
                      <a:pt x="619" y="1754"/>
                    </a:cubicBezTo>
                    <a:cubicBezTo>
                      <a:pt x="677" y="1761"/>
                      <a:pt x="739" y="1764"/>
                      <a:pt x="800" y="1764"/>
                    </a:cubicBezTo>
                    <a:cubicBezTo>
                      <a:pt x="861" y="1764"/>
                      <a:pt x="922" y="1761"/>
                      <a:pt x="980" y="1754"/>
                    </a:cubicBezTo>
                    <a:cubicBezTo>
                      <a:pt x="1097" y="1729"/>
                      <a:pt x="1213" y="1690"/>
                      <a:pt x="1316" y="1638"/>
                    </a:cubicBezTo>
                    <a:cubicBezTo>
                      <a:pt x="1419" y="1587"/>
                      <a:pt x="1509" y="1509"/>
                      <a:pt x="1599" y="1432"/>
                    </a:cubicBezTo>
                    <a:cubicBezTo>
                      <a:pt x="1677" y="1342"/>
                      <a:pt x="1741" y="1251"/>
                      <a:pt x="1806" y="1161"/>
                    </a:cubicBezTo>
                    <a:cubicBezTo>
                      <a:pt x="1922" y="968"/>
                      <a:pt x="2025" y="774"/>
                      <a:pt x="2141" y="594"/>
                    </a:cubicBezTo>
                    <a:cubicBezTo>
                      <a:pt x="2257" y="426"/>
                      <a:pt x="2412" y="284"/>
                      <a:pt x="2605" y="207"/>
                    </a:cubicBezTo>
                    <a:cubicBezTo>
                      <a:pt x="2695" y="168"/>
                      <a:pt x="2799" y="143"/>
                      <a:pt x="2889" y="143"/>
                    </a:cubicBezTo>
                    <a:cubicBezTo>
                      <a:pt x="2940" y="143"/>
                      <a:pt x="2992" y="143"/>
                      <a:pt x="3031" y="155"/>
                    </a:cubicBezTo>
                    <a:cubicBezTo>
                      <a:pt x="3082" y="168"/>
                      <a:pt x="3134" y="194"/>
                      <a:pt x="3173" y="207"/>
                    </a:cubicBezTo>
                    <a:cubicBezTo>
                      <a:pt x="3224" y="233"/>
                      <a:pt x="3263" y="259"/>
                      <a:pt x="3301" y="284"/>
                    </a:cubicBezTo>
                    <a:cubicBezTo>
                      <a:pt x="3327" y="323"/>
                      <a:pt x="3366" y="362"/>
                      <a:pt x="3392" y="400"/>
                    </a:cubicBezTo>
                    <a:cubicBezTo>
                      <a:pt x="3443" y="478"/>
                      <a:pt x="3482" y="581"/>
                      <a:pt x="3495" y="671"/>
                    </a:cubicBezTo>
                    <a:cubicBezTo>
                      <a:pt x="3521" y="774"/>
                      <a:pt x="3508" y="865"/>
                      <a:pt x="3482" y="968"/>
                    </a:cubicBezTo>
                    <a:cubicBezTo>
                      <a:pt x="3456" y="1058"/>
                      <a:pt x="3392" y="1148"/>
                      <a:pt x="3327" y="1213"/>
                    </a:cubicBezTo>
                    <a:cubicBezTo>
                      <a:pt x="3250" y="1277"/>
                      <a:pt x="3160" y="1329"/>
                      <a:pt x="3069" y="1355"/>
                    </a:cubicBezTo>
                    <a:cubicBezTo>
                      <a:pt x="3044" y="1358"/>
                      <a:pt x="3018" y="1359"/>
                      <a:pt x="2992" y="1359"/>
                    </a:cubicBezTo>
                    <a:cubicBezTo>
                      <a:pt x="2915" y="1359"/>
                      <a:pt x="2841" y="1345"/>
                      <a:pt x="2773" y="1316"/>
                    </a:cubicBezTo>
                    <a:cubicBezTo>
                      <a:pt x="2683" y="1290"/>
                      <a:pt x="2605" y="1226"/>
                      <a:pt x="2554" y="1135"/>
                    </a:cubicBezTo>
                    <a:cubicBezTo>
                      <a:pt x="2502" y="1058"/>
                      <a:pt x="2476" y="955"/>
                      <a:pt x="2489" y="865"/>
                    </a:cubicBezTo>
                    <a:cubicBezTo>
                      <a:pt x="2502" y="761"/>
                      <a:pt x="2554" y="684"/>
                      <a:pt x="2631" y="620"/>
                    </a:cubicBezTo>
                    <a:cubicBezTo>
                      <a:pt x="2688" y="582"/>
                      <a:pt x="2758" y="558"/>
                      <a:pt x="2827" y="558"/>
                    </a:cubicBezTo>
                    <a:cubicBezTo>
                      <a:pt x="2852" y="558"/>
                      <a:pt x="2878" y="561"/>
                      <a:pt x="2902" y="568"/>
                    </a:cubicBezTo>
                    <a:cubicBezTo>
                      <a:pt x="2992" y="607"/>
                      <a:pt x="3069" y="671"/>
                      <a:pt x="3095" y="774"/>
                    </a:cubicBezTo>
                    <a:cubicBezTo>
                      <a:pt x="3121" y="865"/>
                      <a:pt x="3082" y="968"/>
                      <a:pt x="3005" y="1019"/>
                    </a:cubicBezTo>
                    <a:cubicBezTo>
                      <a:pt x="2962" y="1055"/>
                      <a:pt x="2908" y="1075"/>
                      <a:pt x="2855" y="1075"/>
                    </a:cubicBezTo>
                    <a:cubicBezTo>
                      <a:pt x="2812" y="1075"/>
                      <a:pt x="2769" y="1061"/>
                      <a:pt x="2734" y="1032"/>
                    </a:cubicBezTo>
                    <a:cubicBezTo>
                      <a:pt x="2670" y="981"/>
                      <a:pt x="2631" y="903"/>
                      <a:pt x="2644" y="826"/>
                    </a:cubicBezTo>
                    <a:cubicBezTo>
                      <a:pt x="2644" y="813"/>
                      <a:pt x="2631" y="813"/>
                      <a:pt x="2631" y="800"/>
                    </a:cubicBezTo>
                    <a:lnTo>
                      <a:pt x="2618" y="800"/>
                    </a:lnTo>
                    <a:cubicBezTo>
                      <a:pt x="2605" y="839"/>
                      <a:pt x="2605" y="890"/>
                      <a:pt x="2618" y="929"/>
                    </a:cubicBezTo>
                    <a:cubicBezTo>
                      <a:pt x="2631" y="981"/>
                      <a:pt x="2670" y="1032"/>
                      <a:pt x="2708" y="1071"/>
                    </a:cubicBezTo>
                    <a:cubicBezTo>
                      <a:pt x="2760" y="1110"/>
                      <a:pt x="2824" y="1135"/>
                      <a:pt x="2876" y="1135"/>
                    </a:cubicBezTo>
                    <a:cubicBezTo>
                      <a:pt x="2940" y="1135"/>
                      <a:pt x="3005" y="1110"/>
                      <a:pt x="3044" y="1071"/>
                    </a:cubicBezTo>
                    <a:cubicBezTo>
                      <a:pt x="3095" y="1045"/>
                      <a:pt x="3134" y="994"/>
                      <a:pt x="3160" y="929"/>
                    </a:cubicBezTo>
                    <a:cubicBezTo>
                      <a:pt x="3185" y="878"/>
                      <a:pt x="3185" y="813"/>
                      <a:pt x="3173" y="749"/>
                    </a:cubicBezTo>
                    <a:cubicBezTo>
                      <a:pt x="3147" y="633"/>
                      <a:pt x="3056" y="529"/>
                      <a:pt x="2940" y="491"/>
                    </a:cubicBezTo>
                    <a:cubicBezTo>
                      <a:pt x="2899" y="477"/>
                      <a:pt x="2854" y="470"/>
                      <a:pt x="2809" y="470"/>
                    </a:cubicBezTo>
                    <a:cubicBezTo>
                      <a:pt x="2728" y="470"/>
                      <a:pt x="2646" y="493"/>
                      <a:pt x="2579" y="542"/>
                    </a:cubicBezTo>
                    <a:cubicBezTo>
                      <a:pt x="2528" y="581"/>
                      <a:pt x="2489" y="620"/>
                      <a:pt x="2450" y="671"/>
                    </a:cubicBezTo>
                    <a:cubicBezTo>
                      <a:pt x="2425" y="723"/>
                      <a:pt x="2399" y="787"/>
                      <a:pt x="2399" y="852"/>
                    </a:cubicBezTo>
                    <a:cubicBezTo>
                      <a:pt x="2373" y="968"/>
                      <a:pt x="2399" y="1097"/>
                      <a:pt x="2463" y="1200"/>
                    </a:cubicBezTo>
                    <a:cubicBezTo>
                      <a:pt x="2528" y="1303"/>
                      <a:pt x="2631" y="1380"/>
                      <a:pt x="2747" y="1432"/>
                    </a:cubicBezTo>
                    <a:cubicBezTo>
                      <a:pt x="2824" y="1461"/>
                      <a:pt x="2916" y="1476"/>
                      <a:pt x="3006" y="1476"/>
                    </a:cubicBezTo>
                    <a:cubicBezTo>
                      <a:pt x="3036" y="1476"/>
                      <a:pt x="3066" y="1474"/>
                      <a:pt x="3095" y="1471"/>
                    </a:cubicBezTo>
                    <a:cubicBezTo>
                      <a:pt x="3224" y="1445"/>
                      <a:pt x="3327" y="1393"/>
                      <a:pt x="3418" y="1303"/>
                    </a:cubicBezTo>
                    <a:cubicBezTo>
                      <a:pt x="3598" y="1135"/>
                      <a:pt x="3688" y="890"/>
                      <a:pt x="3650" y="645"/>
                    </a:cubicBezTo>
                    <a:cubicBezTo>
                      <a:pt x="3624" y="529"/>
                      <a:pt x="3585" y="413"/>
                      <a:pt x="3521" y="323"/>
                    </a:cubicBezTo>
                    <a:cubicBezTo>
                      <a:pt x="3482" y="271"/>
                      <a:pt x="3443" y="220"/>
                      <a:pt x="3405" y="181"/>
                    </a:cubicBezTo>
                    <a:cubicBezTo>
                      <a:pt x="3353" y="143"/>
                      <a:pt x="3301" y="104"/>
                      <a:pt x="3237" y="78"/>
                    </a:cubicBezTo>
                    <a:cubicBezTo>
                      <a:pt x="3185" y="52"/>
                      <a:pt x="3134" y="39"/>
                      <a:pt x="3082" y="14"/>
                    </a:cubicBezTo>
                    <a:cubicBezTo>
                      <a:pt x="3018" y="1"/>
                      <a:pt x="2953" y="1"/>
                      <a:pt x="28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30"/>
              <p:cNvSpPr/>
              <p:nvPr/>
            </p:nvSpPr>
            <p:spPr>
              <a:xfrm>
                <a:off x="8156050" y="1082482"/>
                <a:ext cx="273773" cy="131841"/>
              </a:xfrm>
              <a:custGeom>
                <a:avLst/>
                <a:gdLst/>
                <a:ahLst/>
                <a:cxnLst/>
                <a:rect l="l" t="t" r="r" b="b"/>
                <a:pathLst>
                  <a:path w="3663" h="1764" extrusionOk="0">
                    <a:moveTo>
                      <a:pt x="774" y="0"/>
                    </a:moveTo>
                    <a:cubicBezTo>
                      <a:pt x="710" y="0"/>
                      <a:pt x="645" y="0"/>
                      <a:pt x="581" y="13"/>
                    </a:cubicBezTo>
                    <a:cubicBezTo>
                      <a:pt x="529" y="39"/>
                      <a:pt x="478" y="52"/>
                      <a:pt x="426" y="78"/>
                    </a:cubicBezTo>
                    <a:cubicBezTo>
                      <a:pt x="362" y="103"/>
                      <a:pt x="310" y="142"/>
                      <a:pt x="259" y="181"/>
                    </a:cubicBezTo>
                    <a:cubicBezTo>
                      <a:pt x="130" y="310"/>
                      <a:pt x="52" y="477"/>
                      <a:pt x="14" y="658"/>
                    </a:cubicBezTo>
                    <a:cubicBezTo>
                      <a:pt x="1" y="774"/>
                      <a:pt x="14" y="890"/>
                      <a:pt x="52" y="1006"/>
                    </a:cubicBezTo>
                    <a:cubicBezTo>
                      <a:pt x="91" y="1122"/>
                      <a:pt x="156" y="1225"/>
                      <a:pt x="246" y="1303"/>
                    </a:cubicBezTo>
                    <a:cubicBezTo>
                      <a:pt x="364" y="1421"/>
                      <a:pt x="516" y="1478"/>
                      <a:pt x="672" y="1478"/>
                    </a:cubicBezTo>
                    <a:cubicBezTo>
                      <a:pt x="754" y="1478"/>
                      <a:pt x="836" y="1463"/>
                      <a:pt x="916" y="1432"/>
                    </a:cubicBezTo>
                    <a:cubicBezTo>
                      <a:pt x="1032" y="1380"/>
                      <a:pt x="1123" y="1303"/>
                      <a:pt x="1187" y="1200"/>
                    </a:cubicBezTo>
                    <a:cubicBezTo>
                      <a:pt x="1252" y="1096"/>
                      <a:pt x="1277" y="967"/>
                      <a:pt x="1264" y="851"/>
                    </a:cubicBezTo>
                    <a:cubicBezTo>
                      <a:pt x="1252" y="787"/>
                      <a:pt x="1239" y="735"/>
                      <a:pt x="1200" y="684"/>
                    </a:cubicBezTo>
                    <a:cubicBezTo>
                      <a:pt x="1174" y="619"/>
                      <a:pt x="1123" y="581"/>
                      <a:pt x="1071" y="542"/>
                    </a:cubicBezTo>
                    <a:cubicBezTo>
                      <a:pt x="1001" y="498"/>
                      <a:pt x="919" y="472"/>
                      <a:pt x="837" y="472"/>
                    </a:cubicBezTo>
                    <a:cubicBezTo>
                      <a:pt x="799" y="472"/>
                      <a:pt x="760" y="478"/>
                      <a:pt x="723" y="490"/>
                    </a:cubicBezTo>
                    <a:cubicBezTo>
                      <a:pt x="607" y="529"/>
                      <a:pt x="517" y="632"/>
                      <a:pt x="478" y="748"/>
                    </a:cubicBezTo>
                    <a:cubicBezTo>
                      <a:pt x="465" y="813"/>
                      <a:pt x="478" y="877"/>
                      <a:pt x="504" y="942"/>
                    </a:cubicBezTo>
                    <a:cubicBezTo>
                      <a:pt x="517" y="993"/>
                      <a:pt x="555" y="1045"/>
                      <a:pt x="607" y="1083"/>
                    </a:cubicBezTo>
                    <a:cubicBezTo>
                      <a:pt x="658" y="1122"/>
                      <a:pt x="723" y="1135"/>
                      <a:pt x="774" y="1135"/>
                    </a:cubicBezTo>
                    <a:cubicBezTo>
                      <a:pt x="839" y="1135"/>
                      <a:pt x="903" y="1122"/>
                      <a:pt x="955" y="1083"/>
                    </a:cubicBezTo>
                    <a:cubicBezTo>
                      <a:pt x="994" y="1032"/>
                      <a:pt x="1032" y="980"/>
                      <a:pt x="1045" y="929"/>
                    </a:cubicBezTo>
                    <a:cubicBezTo>
                      <a:pt x="1058" y="890"/>
                      <a:pt x="1058" y="851"/>
                      <a:pt x="1045" y="813"/>
                    </a:cubicBezTo>
                    <a:lnTo>
                      <a:pt x="1019" y="813"/>
                    </a:lnTo>
                    <a:cubicBezTo>
                      <a:pt x="1019" y="813"/>
                      <a:pt x="1019" y="813"/>
                      <a:pt x="1019" y="826"/>
                    </a:cubicBezTo>
                    <a:cubicBezTo>
                      <a:pt x="1032" y="903"/>
                      <a:pt x="994" y="980"/>
                      <a:pt x="929" y="1032"/>
                    </a:cubicBezTo>
                    <a:cubicBezTo>
                      <a:pt x="890" y="1064"/>
                      <a:pt x="842" y="1080"/>
                      <a:pt x="794" y="1080"/>
                    </a:cubicBezTo>
                    <a:cubicBezTo>
                      <a:pt x="745" y="1080"/>
                      <a:pt x="697" y="1064"/>
                      <a:pt x="658" y="1032"/>
                    </a:cubicBezTo>
                    <a:cubicBezTo>
                      <a:pt x="581" y="967"/>
                      <a:pt x="555" y="864"/>
                      <a:pt x="568" y="774"/>
                    </a:cubicBezTo>
                    <a:cubicBezTo>
                      <a:pt x="594" y="671"/>
                      <a:pt x="671" y="606"/>
                      <a:pt x="762" y="568"/>
                    </a:cubicBezTo>
                    <a:cubicBezTo>
                      <a:pt x="786" y="561"/>
                      <a:pt x="811" y="558"/>
                      <a:pt x="836" y="558"/>
                    </a:cubicBezTo>
                    <a:cubicBezTo>
                      <a:pt x="905" y="558"/>
                      <a:pt x="976" y="581"/>
                      <a:pt x="1032" y="619"/>
                    </a:cubicBezTo>
                    <a:cubicBezTo>
                      <a:pt x="1110" y="684"/>
                      <a:pt x="1161" y="774"/>
                      <a:pt x="1174" y="864"/>
                    </a:cubicBezTo>
                    <a:cubicBezTo>
                      <a:pt x="1187" y="967"/>
                      <a:pt x="1161" y="1058"/>
                      <a:pt x="1110" y="1148"/>
                    </a:cubicBezTo>
                    <a:cubicBezTo>
                      <a:pt x="1058" y="1225"/>
                      <a:pt x="981" y="1290"/>
                      <a:pt x="890" y="1328"/>
                    </a:cubicBezTo>
                    <a:cubicBezTo>
                      <a:pt x="824" y="1347"/>
                      <a:pt x="751" y="1359"/>
                      <a:pt x="677" y="1359"/>
                    </a:cubicBezTo>
                    <a:cubicBezTo>
                      <a:pt x="649" y="1359"/>
                      <a:pt x="622" y="1358"/>
                      <a:pt x="594" y="1354"/>
                    </a:cubicBezTo>
                    <a:cubicBezTo>
                      <a:pt x="504" y="1328"/>
                      <a:pt x="413" y="1277"/>
                      <a:pt x="349" y="1212"/>
                    </a:cubicBezTo>
                    <a:cubicBezTo>
                      <a:pt x="272" y="1148"/>
                      <a:pt x="220" y="1058"/>
                      <a:pt x="181" y="967"/>
                    </a:cubicBezTo>
                    <a:cubicBezTo>
                      <a:pt x="156" y="877"/>
                      <a:pt x="143" y="774"/>
                      <a:pt x="168" y="671"/>
                    </a:cubicBezTo>
                    <a:cubicBezTo>
                      <a:pt x="181" y="581"/>
                      <a:pt x="220" y="477"/>
                      <a:pt x="272" y="400"/>
                    </a:cubicBezTo>
                    <a:cubicBezTo>
                      <a:pt x="310" y="361"/>
                      <a:pt x="336" y="323"/>
                      <a:pt x="375" y="284"/>
                    </a:cubicBezTo>
                    <a:cubicBezTo>
                      <a:pt x="413" y="258"/>
                      <a:pt x="452" y="232"/>
                      <a:pt x="491" y="207"/>
                    </a:cubicBezTo>
                    <a:cubicBezTo>
                      <a:pt x="542" y="194"/>
                      <a:pt x="581" y="168"/>
                      <a:pt x="633" y="155"/>
                    </a:cubicBezTo>
                    <a:cubicBezTo>
                      <a:pt x="684" y="155"/>
                      <a:pt x="723" y="142"/>
                      <a:pt x="774" y="142"/>
                    </a:cubicBezTo>
                    <a:cubicBezTo>
                      <a:pt x="878" y="142"/>
                      <a:pt x="981" y="168"/>
                      <a:pt x="1071" y="207"/>
                    </a:cubicBezTo>
                    <a:cubicBezTo>
                      <a:pt x="1252" y="284"/>
                      <a:pt x="1419" y="426"/>
                      <a:pt x="1522" y="606"/>
                    </a:cubicBezTo>
                    <a:cubicBezTo>
                      <a:pt x="1651" y="774"/>
                      <a:pt x="1742" y="967"/>
                      <a:pt x="1870" y="1161"/>
                    </a:cubicBezTo>
                    <a:cubicBezTo>
                      <a:pt x="1922" y="1251"/>
                      <a:pt x="1999" y="1354"/>
                      <a:pt x="2077" y="1432"/>
                    </a:cubicBezTo>
                    <a:cubicBezTo>
                      <a:pt x="2154" y="1522"/>
                      <a:pt x="2257" y="1586"/>
                      <a:pt x="2360" y="1638"/>
                    </a:cubicBezTo>
                    <a:cubicBezTo>
                      <a:pt x="2464" y="1702"/>
                      <a:pt x="2580" y="1728"/>
                      <a:pt x="2696" y="1754"/>
                    </a:cubicBezTo>
                    <a:cubicBezTo>
                      <a:pt x="2754" y="1760"/>
                      <a:pt x="2812" y="1764"/>
                      <a:pt x="2870" y="1764"/>
                    </a:cubicBezTo>
                    <a:cubicBezTo>
                      <a:pt x="2928" y="1764"/>
                      <a:pt x="2986" y="1760"/>
                      <a:pt x="3044" y="1754"/>
                    </a:cubicBezTo>
                    <a:cubicBezTo>
                      <a:pt x="3108" y="1741"/>
                      <a:pt x="3160" y="1728"/>
                      <a:pt x="3224" y="1702"/>
                    </a:cubicBezTo>
                    <a:cubicBezTo>
                      <a:pt x="3276" y="1677"/>
                      <a:pt x="3328" y="1638"/>
                      <a:pt x="3379" y="1612"/>
                    </a:cubicBezTo>
                    <a:cubicBezTo>
                      <a:pt x="3431" y="1573"/>
                      <a:pt x="3482" y="1535"/>
                      <a:pt x="3521" y="1483"/>
                    </a:cubicBezTo>
                    <a:cubicBezTo>
                      <a:pt x="3534" y="1457"/>
                      <a:pt x="3560" y="1432"/>
                      <a:pt x="3573" y="1406"/>
                    </a:cubicBezTo>
                    <a:cubicBezTo>
                      <a:pt x="3585" y="1380"/>
                      <a:pt x="3598" y="1367"/>
                      <a:pt x="3611" y="1328"/>
                    </a:cubicBezTo>
                    <a:cubicBezTo>
                      <a:pt x="3650" y="1212"/>
                      <a:pt x="3663" y="1083"/>
                      <a:pt x="3624" y="967"/>
                    </a:cubicBezTo>
                    <a:cubicBezTo>
                      <a:pt x="3598" y="838"/>
                      <a:pt x="3534" y="735"/>
                      <a:pt x="3444" y="645"/>
                    </a:cubicBezTo>
                    <a:cubicBezTo>
                      <a:pt x="3392" y="606"/>
                      <a:pt x="3340" y="581"/>
                      <a:pt x="3276" y="555"/>
                    </a:cubicBezTo>
                    <a:cubicBezTo>
                      <a:pt x="3250" y="548"/>
                      <a:pt x="3221" y="545"/>
                      <a:pt x="3191" y="545"/>
                    </a:cubicBezTo>
                    <a:cubicBezTo>
                      <a:pt x="3160" y="545"/>
                      <a:pt x="3128" y="548"/>
                      <a:pt x="3095" y="555"/>
                    </a:cubicBezTo>
                    <a:cubicBezTo>
                      <a:pt x="3031" y="555"/>
                      <a:pt x="2967" y="581"/>
                      <a:pt x="2915" y="632"/>
                    </a:cubicBezTo>
                    <a:cubicBezTo>
                      <a:pt x="2876" y="671"/>
                      <a:pt x="2838" y="722"/>
                      <a:pt x="2812" y="787"/>
                    </a:cubicBezTo>
                    <a:cubicBezTo>
                      <a:pt x="2799" y="851"/>
                      <a:pt x="2799" y="916"/>
                      <a:pt x="2812" y="967"/>
                    </a:cubicBezTo>
                    <a:cubicBezTo>
                      <a:pt x="2825" y="1006"/>
                      <a:pt x="2838" y="1032"/>
                      <a:pt x="2850" y="1058"/>
                    </a:cubicBezTo>
                    <a:cubicBezTo>
                      <a:pt x="2876" y="1083"/>
                      <a:pt x="2902" y="1109"/>
                      <a:pt x="2928" y="1122"/>
                    </a:cubicBezTo>
                    <a:cubicBezTo>
                      <a:pt x="2967" y="1151"/>
                      <a:pt x="3012" y="1166"/>
                      <a:pt x="3055" y="1166"/>
                    </a:cubicBezTo>
                    <a:cubicBezTo>
                      <a:pt x="3069" y="1166"/>
                      <a:pt x="3083" y="1164"/>
                      <a:pt x="3095" y="1161"/>
                    </a:cubicBezTo>
                    <a:cubicBezTo>
                      <a:pt x="3160" y="1161"/>
                      <a:pt x="3224" y="1135"/>
                      <a:pt x="3263" y="1083"/>
                    </a:cubicBezTo>
                    <a:lnTo>
                      <a:pt x="3224" y="1058"/>
                    </a:lnTo>
                    <a:cubicBezTo>
                      <a:pt x="3189" y="1093"/>
                      <a:pt x="3138" y="1113"/>
                      <a:pt x="3086" y="1113"/>
                    </a:cubicBezTo>
                    <a:cubicBezTo>
                      <a:pt x="3044" y="1113"/>
                      <a:pt x="3001" y="1100"/>
                      <a:pt x="2967" y="1071"/>
                    </a:cubicBezTo>
                    <a:cubicBezTo>
                      <a:pt x="2889" y="1006"/>
                      <a:pt x="2863" y="903"/>
                      <a:pt x="2902" y="813"/>
                    </a:cubicBezTo>
                    <a:cubicBezTo>
                      <a:pt x="2915" y="774"/>
                      <a:pt x="2954" y="735"/>
                      <a:pt x="2979" y="710"/>
                    </a:cubicBezTo>
                    <a:cubicBezTo>
                      <a:pt x="3018" y="684"/>
                      <a:pt x="3070" y="658"/>
                      <a:pt x="3108" y="658"/>
                    </a:cubicBezTo>
                    <a:cubicBezTo>
                      <a:pt x="3122" y="656"/>
                      <a:pt x="3135" y="655"/>
                      <a:pt x="3148" y="655"/>
                    </a:cubicBezTo>
                    <a:cubicBezTo>
                      <a:pt x="3234" y="655"/>
                      <a:pt x="3310" y="692"/>
                      <a:pt x="3366" y="748"/>
                    </a:cubicBezTo>
                    <a:cubicBezTo>
                      <a:pt x="3444" y="813"/>
                      <a:pt x="3482" y="903"/>
                      <a:pt x="3508" y="993"/>
                    </a:cubicBezTo>
                    <a:cubicBezTo>
                      <a:pt x="3521" y="1083"/>
                      <a:pt x="3508" y="1187"/>
                      <a:pt x="3469" y="1264"/>
                    </a:cubicBezTo>
                    <a:cubicBezTo>
                      <a:pt x="3457" y="1290"/>
                      <a:pt x="3444" y="1316"/>
                      <a:pt x="3431" y="1328"/>
                    </a:cubicBezTo>
                    <a:cubicBezTo>
                      <a:pt x="3418" y="1354"/>
                      <a:pt x="3405" y="1380"/>
                      <a:pt x="3392" y="1393"/>
                    </a:cubicBezTo>
                    <a:cubicBezTo>
                      <a:pt x="3353" y="1432"/>
                      <a:pt x="3328" y="1457"/>
                      <a:pt x="3276" y="1483"/>
                    </a:cubicBezTo>
                    <a:cubicBezTo>
                      <a:pt x="3237" y="1509"/>
                      <a:pt x="3199" y="1535"/>
                      <a:pt x="3147" y="1561"/>
                    </a:cubicBezTo>
                    <a:cubicBezTo>
                      <a:pt x="3108" y="1573"/>
                      <a:pt x="3057" y="1586"/>
                      <a:pt x="3005" y="1599"/>
                    </a:cubicBezTo>
                    <a:cubicBezTo>
                      <a:pt x="2960" y="1606"/>
                      <a:pt x="2912" y="1609"/>
                      <a:pt x="2862" y="1609"/>
                    </a:cubicBezTo>
                    <a:cubicBezTo>
                      <a:pt x="2812" y="1609"/>
                      <a:pt x="2760" y="1606"/>
                      <a:pt x="2709" y="1599"/>
                    </a:cubicBezTo>
                    <a:cubicBezTo>
                      <a:pt x="2605" y="1586"/>
                      <a:pt x="2515" y="1548"/>
                      <a:pt x="2425" y="1509"/>
                    </a:cubicBezTo>
                    <a:cubicBezTo>
                      <a:pt x="2335" y="1457"/>
                      <a:pt x="2257" y="1393"/>
                      <a:pt x="2180" y="1328"/>
                    </a:cubicBezTo>
                    <a:cubicBezTo>
                      <a:pt x="2103" y="1251"/>
                      <a:pt x="2051" y="1161"/>
                      <a:pt x="1987" y="1071"/>
                    </a:cubicBezTo>
                    <a:cubicBezTo>
                      <a:pt x="1870" y="890"/>
                      <a:pt x="1767" y="697"/>
                      <a:pt x="1638" y="516"/>
                    </a:cubicBezTo>
                    <a:cubicBezTo>
                      <a:pt x="1574" y="413"/>
                      <a:pt x="1497" y="336"/>
                      <a:pt x="1419" y="258"/>
                    </a:cubicBezTo>
                    <a:cubicBezTo>
                      <a:pt x="1329" y="181"/>
                      <a:pt x="1226" y="116"/>
                      <a:pt x="1123" y="65"/>
                    </a:cubicBezTo>
                    <a:cubicBezTo>
                      <a:pt x="1007" y="26"/>
                      <a:pt x="890" y="0"/>
                      <a:pt x="7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89" name="Google Shape;3189;p30"/>
            <p:cNvGrpSpPr/>
            <p:nvPr/>
          </p:nvGrpSpPr>
          <p:grpSpPr>
            <a:xfrm>
              <a:off x="989955" y="1149073"/>
              <a:ext cx="7163972" cy="64150"/>
              <a:chOff x="1299890" y="844622"/>
              <a:chExt cx="6544233" cy="64143"/>
            </a:xfrm>
          </p:grpSpPr>
          <p:grpSp>
            <p:nvGrpSpPr>
              <p:cNvPr id="3190" name="Google Shape;3190;p30"/>
              <p:cNvGrpSpPr/>
              <p:nvPr/>
            </p:nvGrpSpPr>
            <p:grpSpPr>
              <a:xfrm>
                <a:off x="4528885" y="844622"/>
                <a:ext cx="3315238" cy="64143"/>
                <a:chOff x="896765" y="648922"/>
                <a:chExt cx="3315238" cy="64143"/>
              </a:xfrm>
            </p:grpSpPr>
            <p:sp>
              <p:nvSpPr>
                <p:cNvPr id="3191" name="Google Shape;3191;p30"/>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30"/>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30"/>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30"/>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30"/>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30"/>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30"/>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30"/>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30"/>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30"/>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30"/>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30"/>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30"/>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30"/>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30"/>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30"/>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30"/>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30"/>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30"/>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30"/>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30"/>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30"/>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30"/>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30"/>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30"/>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30"/>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30"/>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30"/>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30"/>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30"/>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30"/>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30"/>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30"/>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24" name="Google Shape;3224;p30"/>
              <p:cNvGrpSpPr/>
              <p:nvPr/>
            </p:nvGrpSpPr>
            <p:grpSpPr>
              <a:xfrm>
                <a:off x="1299890" y="844622"/>
                <a:ext cx="3315238" cy="64143"/>
                <a:chOff x="896765" y="648922"/>
                <a:chExt cx="3315238" cy="64143"/>
              </a:xfrm>
            </p:grpSpPr>
            <p:sp>
              <p:nvSpPr>
                <p:cNvPr id="3225" name="Google Shape;3225;p30"/>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30"/>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30"/>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30"/>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30"/>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30"/>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30"/>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30"/>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30"/>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30"/>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30"/>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30"/>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30"/>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30"/>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30"/>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30"/>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30"/>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30"/>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30"/>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30"/>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30"/>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30"/>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30"/>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30"/>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30"/>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30"/>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30"/>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30"/>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30"/>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30"/>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30"/>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30"/>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30"/>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pic>
        <p:nvPicPr>
          <p:cNvPr id="3258" name="Google Shape;3258;p30"/>
          <p:cNvPicPr preferRelativeResize="0"/>
          <p:nvPr/>
        </p:nvPicPr>
        <p:blipFill rotWithShape="1">
          <a:blip r:embed="rId3">
            <a:alphaModFix/>
          </a:blip>
          <a:srcRect l="21203" t="7587" r="29576" b="27232"/>
          <a:stretch/>
        </p:blipFill>
        <p:spPr>
          <a:xfrm rot="6039637">
            <a:off x="464250" y="-674449"/>
            <a:ext cx="1586775" cy="15759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six columns ">
  <p:cSld name="CUSTOM_4_1">
    <p:spTree>
      <p:nvGrpSpPr>
        <p:cNvPr id="1" name="Shape 3904"/>
        <p:cNvGrpSpPr/>
        <p:nvPr/>
      </p:nvGrpSpPr>
      <p:grpSpPr>
        <a:xfrm>
          <a:off x="0" y="0"/>
          <a:ext cx="0" cy="0"/>
          <a:chOff x="0" y="0"/>
          <a:chExt cx="0" cy="0"/>
        </a:xfrm>
      </p:grpSpPr>
      <p:pic>
        <p:nvPicPr>
          <p:cNvPr id="3905" name="Google Shape;3905;p36"/>
          <p:cNvPicPr preferRelativeResize="0"/>
          <p:nvPr/>
        </p:nvPicPr>
        <p:blipFill rotWithShape="1">
          <a:blip r:embed="rId2">
            <a:alphaModFix/>
          </a:blip>
          <a:srcRect t="7798" b="7806"/>
          <a:stretch/>
        </p:blipFill>
        <p:spPr>
          <a:xfrm>
            <a:off x="0" y="0"/>
            <a:ext cx="9144003" cy="5143501"/>
          </a:xfrm>
          <a:prstGeom prst="rect">
            <a:avLst/>
          </a:prstGeom>
          <a:noFill/>
          <a:ln>
            <a:noFill/>
          </a:ln>
        </p:spPr>
      </p:pic>
      <p:sp>
        <p:nvSpPr>
          <p:cNvPr id="3906" name="Google Shape;3906;p36"/>
          <p:cNvSpPr txBox="1">
            <a:spLocks noGrp="1"/>
          </p:cNvSpPr>
          <p:nvPr>
            <p:ph type="subTitle" idx="1"/>
          </p:nvPr>
        </p:nvSpPr>
        <p:spPr>
          <a:xfrm>
            <a:off x="5988325" y="3176744"/>
            <a:ext cx="2096100" cy="368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3907" name="Google Shape;3907;p36"/>
          <p:cNvSpPr txBox="1">
            <a:spLocks noGrp="1"/>
          </p:cNvSpPr>
          <p:nvPr>
            <p:ph type="subTitle" idx="2"/>
          </p:nvPr>
        </p:nvSpPr>
        <p:spPr>
          <a:xfrm>
            <a:off x="5988350" y="2746213"/>
            <a:ext cx="2096100" cy="326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500" b="1">
                <a:latin typeface="Fondamento"/>
                <a:ea typeface="Fondamento"/>
                <a:cs typeface="Fondamento"/>
                <a:sym typeface="Fondamento"/>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3908" name="Google Shape;3908;p36"/>
          <p:cNvSpPr txBox="1">
            <a:spLocks noGrp="1"/>
          </p:cNvSpPr>
          <p:nvPr>
            <p:ph type="subTitle" idx="3"/>
          </p:nvPr>
        </p:nvSpPr>
        <p:spPr>
          <a:xfrm>
            <a:off x="5988350" y="2112745"/>
            <a:ext cx="2096100" cy="368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3909" name="Google Shape;3909;p36"/>
          <p:cNvSpPr txBox="1">
            <a:spLocks noGrp="1"/>
          </p:cNvSpPr>
          <p:nvPr>
            <p:ph type="subTitle" idx="4"/>
          </p:nvPr>
        </p:nvSpPr>
        <p:spPr>
          <a:xfrm>
            <a:off x="5988350" y="1682206"/>
            <a:ext cx="2096100" cy="326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500" b="1">
                <a:latin typeface="Fondamento"/>
                <a:ea typeface="Fondamento"/>
                <a:cs typeface="Fondamento"/>
                <a:sym typeface="Fondamento"/>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3910" name="Google Shape;3910;p36"/>
          <p:cNvSpPr txBox="1">
            <a:spLocks noGrp="1"/>
          </p:cNvSpPr>
          <p:nvPr>
            <p:ph type="subTitle" idx="5"/>
          </p:nvPr>
        </p:nvSpPr>
        <p:spPr>
          <a:xfrm>
            <a:off x="2086550" y="4243559"/>
            <a:ext cx="2096100" cy="368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3911" name="Google Shape;3911;p36"/>
          <p:cNvSpPr txBox="1">
            <a:spLocks noGrp="1"/>
          </p:cNvSpPr>
          <p:nvPr>
            <p:ph type="subTitle" idx="6"/>
          </p:nvPr>
        </p:nvSpPr>
        <p:spPr>
          <a:xfrm>
            <a:off x="2086550" y="3813050"/>
            <a:ext cx="2096100" cy="326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500" b="1">
                <a:latin typeface="Fondamento"/>
                <a:ea typeface="Fondamento"/>
                <a:cs typeface="Fondamento"/>
                <a:sym typeface="Fondamento"/>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3912" name="Google Shape;3912;p36"/>
          <p:cNvSpPr txBox="1">
            <a:spLocks noGrp="1"/>
          </p:cNvSpPr>
          <p:nvPr>
            <p:ph type="subTitle" idx="7"/>
          </p:nvPr>
        </p:nvSpPr>
        <p:spPr>
          <a:xfrm>
            <a:off x="5988350" y="4243500"/>
            <a:ext cx="2096100" cy="368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3913" name="Google Shape;3913;p36"/>
          <p:cNvSpPr txBox="1">
            <a:spLocks noGrp="1"/>
          </p:cNvSpPr>
          <p:nvPr>
            <p:ph type="subTitle" idx="8"/>
          </p:nvPr>
        </p:nvSpPr>
        <p:spPr>
          <a:xfrm>
            <a:off x="5988350" y="3812988"/>
            <a:ext cx="2096100" cy="326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500" b="1">
                <a:latin typeface="Fondamento"/>
                <a:ea typeface="Fondamento"/>
                <a:cs typeface="Fondamento"/>
                <a:sym typeface="Fondamento"/>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3914" name="Google Shape;3914;p36"/>
          <p:cNvSpPr txBox="1">
            <a:spLocks noGrp="1"/>
          </p:cNvSpPr>
          <p:nvPr>
            <p:ph type="subTitle" idx="9"/>
          </p:nvPr>
        </p:nvSpPr>
        <p:spPr>
          <a:xfrm>
            <a:off x="2086550" y="3176784"/>
            <a:ext cx="2096100" cy="368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3915" name="Google Shape;3915;p36"/>
          <p:cNvSpPr txBox="1">
            <a:spLocks noGrp="1"/>
          </p:cNvSpPr>
          <p:nvPr>
            <p:ph type="subTitle" idx="13"/>
          </p:nvPr>
        </p:nvSpPr>
        <p:spPr>
          <a:xfrm>
            <a:off x="2086550" y="2746194"/>
            <a:ext cx="2096100" cy="326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500" b="1">
                <a:latin typeface="Fondamento"/>
                <a:ea typeface="Fondamento"/>
                <a:cs typeface="Fondamento"/>
                <a:sym typeface="Fondamento"/>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3916" name="Google Shape;3916;p36"/>
          <p:cNvSpPr txBox="1">
            <a:spLocks noGrp="1"/>
          </p:cNvSpPr>
          <p:nvPr>
            <p:ph type="title"/>
          </p:nvPr>
        </p:nvSpPr>
        <p:spPr>
          <a:xfrm>
            <a:off x="714175" y="466344"/>
            <a:ext cx="77157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3917" name="Google Shape;3917;p36"/>
          <p:cNvGrpSpPr/>
          <p:nvPr/>
        </p:nvGrpSpPr>
        <p:grpSpPr>
          <a:xfrm>
            <a:off x="714175" y="1093271"/>
            <a:ext cx="7715647" cy="131916"/>
            <a:chOff x="714175" y="1115188"/>
            <a:chExt cx="7715647" cy="131916"/>
          </a:xfrm>
        </p:grpSpPr>
        <p:grpSp>
          <p:nvGrpSpPr>
            <p:cNvPr id="3918" name="Google Shape;3918;p36"/>
            <p:cNvGrpSpPr/>
            <p:nvPr/>
          </p:nvGrpSpPr>
          <p:grpSpPr>
            <a:xfrm>
              <a:off x="714175" y="1115188"/>
              <a:ext cx="7715647" cy="131916"/>
              <a:chOff x="714175" y="1082438"/>
              <a:chExt cx="7715647" cy="131916"/>
            </a:xfrm>
          </p:grpSpPr>
          <p:sp>
            <p:nvSpPr>
              <p:cNvPr id="3919" name="Google Shape;3919;p36"/>
              <p:cNvSpPr/>
              <p:nvPr/>
            </p:nvSpPr>
            <p:spPr>
              <a:xfrm>
                <a:off x="714175" y="1082438"/>
                <a:ext cx="275716" cy="131916"/>
              </a:xfrm>
              <a:custGeom>
                <a:avLst/>
                <a:gdLst/>
                <a:ahLst/>
                <a:cxnLst/>
                <a:rect l="l" t="t" r="r" b="b"/>
                <a:pathLst>
                  <a:path w="3689" h="1765" extrusionOk="0">
                    <a:moveTo>
                      <a:pt x="2889" y="1"/>
                    </a:moveTo>
                    <a:cubicBezTo>
                      <a:pt x="2773" y="1"/>
                      <a:pt x="2657" y="26"/>
                      <a:pt x="2554" y="65"/>
                    </a:cubicBezTo>
                    <a:cubicBezTo>
                      <a:pt x="2438" y="104"/>
                      <a:pt x="2334" y="168"/>
                      <a:pt x="2244" y="246"/>
                    </a:cubicBezTo>
                    <a:cubicBezTo>
                      <a:pt x="2154" y="323"/>
                      <a:pt x="2077" y="400"/>
                      <a:pt x="2012" y="504"/>
                    </a:cubicBezTo>
                    <a:cubicBezTo>
                      <a:pt x="1883" y="684"/>
                      <a:pt x="1780" y="878"/>
                      <a:pt x="1664" y="1058"/>
                    </a:cubicBezTo>
                    <a:cubicBezTo>
                      <a:pt x="1612" y="1148"/>
                      <a:pt x="1548" y="1239"/>
                      <a:pt x="1470" y="1316"/>
                    </a:cubicBezTo>
                    <a:cubicBezTo>
                      <a:pt x="1406" y="1380"/>
                      <a:pt x="1316" y="1445"/>
                      <a:pt x="1238" y="1496"/>
                    </a:cubicBezTo>
                    <a:cubicBezTo>
                      <a:pt x="1148" y="1535"/>
                      <a:pt x="1045" y="1574"/>
                      <a:pt x="942" y="1587"/>
                    </a:cubicBezTo>
                    <a:cubicBezTo>
                      <a:pt x="869" y="1596"/>
                      <a:pt x="802" y="1605"/>
                      <a:pt x="733" y="1605"/>
                    </a:cubicBezTo>
                    <a:cubicBezTo>
                      <a:pt x="705" y="1605"/>
                      <a:pt x="675" y="1603"/>
                      <a:pt x="645" y="1600"/>
                    </a:cubicBezTo>
                    <a:cubicBezTo>
                      <a:pt x="594" y="1587"/>
                      <a:pt x="542" y="1574"/>
                      <a:pt x="503" y="1561"/>
                    </a:cubicBezTo>
                    <a:cubicBezTo>
                      <a:pt x="452" y="1535"/>
                      <a:pt x="413" y="1509"/>
                      <a:pt x="374" y="1484"/>
                    </a:cubicBezTo>
                    <a:cubicBezTo>
                      <a:pt x="336" y="1458"/>
                      <a:pt x="297" y="1432"/>
                      <a:pt x="258" y="1393"/>
                    </a:cubicBezTo>
                    <a:cubicBezTo>
                      <a:pt x="245" y="1368"/>
                      <a:pt x="233" y="1355"/>
                      <a:pt x="220" y="1329"/>
                    </a:cubicBezTo>
                    <a:cubicBezTo>
                      <a:pt x="207" y="1316"/>
                      <a:pt x="194" y="1290"/>
                      <a:pt x="181" y="1264"/>
                    </a:cubicBezTo>
                    <a:cubicBezTo>
                      <a:pt x="142" y="1174"/>
                      <a:pt x="129" y="1084"/>
                      <a:pt x="155" y="994"/>
                    </a:cubicBezTo>
                    <a:cubicBezTo>
                      <a:pt x="168" y="890"/>
                      <a:pt x="207" y="800"/>
                      <a:pt x="284" y="736"/>
                    </a:cubicBezTo>
                    <a:cubicBezTo>
                      <a:pt x="310" y="710"/>
                      <a:pt x="362" y="684"/>
                      <a:pt x="400" y="671"/>
                    </a:cubicBezTo>
                    <a:cubicBezTo>
                      <a:pt x="428" y="662"/>
                      <a:pt x="461" y="653"/>
                      <a:pt x="497" y="653"/>
                    </a:cubicBezTo>
                    <a:cubicBezTo>
                      <a:pt x="512" y="653"/>
                      <a:pt x="527" y="655"/>
                      <a:pt x="542" y="658"/>
                    </a:cubicBezTo>
                    <a:cubicBezTo>
                      <a:pt x="581" y="658"/>
                      <a:pt x="632" y="671"/>
                      <a:pt x="671" y="710"/>
                    </a:cubicBezTo>
                    <a:cubicBezTo>
                      <a:pt x="710" y="736"/>
                      <a:pt x="735" y="774"/>
                      <a:pt x="748" y="813"/>
                    </a:cubicBezTo>
                    <a:cubicBezTo>
                      <a:pt x="787" y="903"/>
                      <a:pt x="761" y="1006"/>
                      <a:pt x="697" y="1071"/>
                    </a:cubicBezTo>
                    <a:cubicBezTo>
                      <a:pt x="654" y="1095"/>
                      <a:pt x="609" y="1108"/>
                      <a:pt x="564" y="1108"/>
                    </a:cubicBezTo>
                    <a:cubicBezTo>
                      <a:pt x="515" y="1108"/>
                      <a:pt x="467" y="1092"/>
                      <a:pt x="426" y="1058"/>
                    </a:cubicBezTo>
                    <a:lnTo>
                      <a:pt x="387" y="1084"/>
                    </a:lnTo>
                    <a:cubicBezTo>
                      <a:pt x="439" y="1135"/>
                      <a:pt x="490" y="1161"/>
                      <a:pt x="555" y="1161"/>
                    </a:cubicBezTo>
                    <a:cubicBezTo>
                      <a:pt x="567" y="1164"/>
                      <a:pt x="578" y="1165"/>
                      <a:pt x="589" y="1165"/>
                    </a:cubicBezTo>
                    <a:cubicBezTo>
                      <a:pt x="639" y="1165"/>
                      <a:pt x="683" y="1144"/>
                      <a:pt x="735" y="1123"/>
                    </a:cubicBezTo>
                    <a:cubicBezTo>
                      <a:pt x="761" y="1097"/>
                      <a:pt x="774" y="1084"/>
                      <a:pt x="800" y="1058"/>
                    </a:cubicBezTo>
                    <a:cubicBezTo>
                      <a:pt x="813" y="1032"/>
                      <a:pt x="826" y="994"/>
                      <a:pt x="839" y="968"/>
                    </a:cubicBezTo>
                    <a:cubicBezTo>
                      <a:pt x="852" y="903"/>
                      <a:pt x="852" y="839"/>
                      <a:pt x="839" y="787"/>
                    </a:cubicBezTo>
                    <a:cubicBezTo>
                      <a:pt x="826" y="723"/>
                      <a:pt x="787" y="671"/>
                      <a:pt x="735" y="620"/>
                    </a:cubicBezTo>
                    <a:cubicBezTo>
                      <a:pt x="684" y="581"/>
                      <a:pt x="632" y="555"/>
                      <a:pt x="568" y="542"/>
                    </a:cubicBezTo>
                    <a:cubicBezTo>
                      <a:pt x="503" y="542"/>
                      <a:pt x="439" y="542"/>
                      <a:pt x="374" y="555"/>
                    </a:cubicBezTo>
                    <a:cubicBezTo>
                      <a:pt x="323" y="568"/>
                      <a:pt x="258" y="607"/>
                      <a:pt x="220" y="645"/>
                    </a:cubicBezTo>
                    <a:cubicBezTo>
                      <a:pt x="117" y="723"/>
                      <a:pt x="52" y="839"/>
                      <a:pt x="39" y="968"/>
                    </a:cubicBezTo>
                    <a:cubicBezTo>
                      <a:pt x="0" y="1084"/>
                      <a:pt x="13" y="1213"/>
                      <a:pt x="52" y="1329"/>
                    </a:cubicBezTo>
                    <a:cubicBezTo>
                      <a:pt x="78" y="1355"/>
                      <a:pt x="91" y="1380"/>
                      <a:pt x="104" y="1406"/>
                    </a:cubicBezTo>
                    <a:cubicBezTo>
                      <a:pt x="117" y="1432"/>
                      <a:pt x="129" y="1458"/>
                      <a:pt x="155" y="1484"/>
                    </a:cubicBezTo>
                    <a:cubicBezTo>
                      <a:pt x="194" y="1535"/>
                      <a:pt x="233" y="1574"/>
                      <a:pt x="284" y="1613"/>
                    </a:cubicBezTo>
                    <a:cubicBezTo>
                      <a:pt x="336" y="1638"/>
                      <a:pt x="400" y="1664"/>
                      <a:pt x="452" y="1690"/>
                    </a:cubicBezTo>
                    <a:cubicBezTo>
                      <a:pt x="503" y="1716"/>
                      <a:pt x="568" y="1741"/>
                      <a:pt x="619" y="1754"/>
                    </a:cubicBezTo>
                    <a:cubicBezTo>
                      <a:pt x="677" y="1761"/>
                      <a:pt x="739" y="1764"/>
                      <a:pt x="800" y="1764"/>
                    </a:cubicBezTo>
                    <a:cubicBezTo>
                      <a:pt x="861" y="1764"/>
                      <a:pt x="922" y="1761"/>
                      <a:pt x="980" y="1754"/>
                    </a:cubicBezTo>
                    <a:cubicBezTo>
                      <a:pt x="1097" y="1729"/>
                      <a:pt x="1213" y="1690"/>
                      <a:pt x="1316" y="1638"/>
                    </a:cubicBezTo>
                    <a:cubicBezTo>
                      <a:pt x="1419" y="1587"/>
                      <a:pt x="1509" y="1509"/>
                      <a:pt x="1599" y="1432"/>
                    </a:cubicBezTo>
                    <a:cubicBezTo>
                      <a:pt x="1677" y="1342"/>
                      <a:pt x="1741" y="1251"/>
                      <a:pt x="1806" y="1161"/>
                    </a:cubicBezTo>
                    <a:cubicBezTo>
                      <a:pt x="1922" y="968"/>
                      <a:pt x="2025" y="774"/>
                      <a:pt x="2141" y="594"/>
                    </a:cubicBezTo>
                    <a:cubicBezTo>
                      <a:pt x="2257" y="426"/>
                      <a:pt x="2412" y="284"/>
                      <a:pt x="2605" y="207"/>
                    </a:cubicBezTo>
                    <a:cubicBezTo>
                      <a:pt x="2695" y="168"/>
                      <a:pt x="2799" y="143"/>
                      <a:pt x="2889" y="143"/>
                    </a:cubicBezTo>
                    <a:cubicBezTo>
                      <a:pt x="2940" y="143"/>
                      <a:pt x="2992" y="143"/>
                      <a:pt x="3031" y="155"/>
                    </a:cubicBezTo>
                    <a:cubicBezTo>
                      <a:pt x="3082" y="168"/>
                      <a:pt x="3134" y="194"/>
                      <a:pt x="3173" y="207"/>
                    </a:cubicBezTo>
                    <a:cubicBezTo>
                      <a:pt x="3224" y="233"/>
                      <a:pt x="3263" y="259"/>
                      <a:pt x="3301" y="284"/>
                    </a:cubicBezTo>
                    <a:cubicBezTo>
                      <a:pt x="3327" y="323"/>
                      <a:pt x="3366" y="362"/>
                      <a:pt x="3392" y="400"/>
                    </a:cubicBezTo>
                    <a:cubicBezTo>
                      <a:pt x="3443" y="478"/>
                      <a:pt x="3482" y="581"/>
                      <a:pt x="3495" y="671"/>
                    </a:cubicBezTo>
                    <a:cubicBezTo>
                      <a:pt x="3521" y="774"/>
                      <a:pt x="3508" y="865"/>
                      <a:pt x="3482" y="968"/>
                    </a:cubicBezTo>
                    <a:cubicBezTo>
                      <a:pt x="3456" y="1058"/>
                      <a:pt x="3392" y="1148"/>
                      <a:pt x="3327" y="1213"/>
                    </a:cubicBezTo>
                    <a:cubicBezTo>
                      <a:pt x="3250" y="1277"/>
                      <a:pt x="3160" y="1329"/>
                      <a:pt x="3069" y="1355"/>
                    </a:cubicBezTo>
                    <a:cubicBezTo>
                      <a:pt x="3044" y="1358"/>
                      <a:pt x="3018" y="1359"/>
                      <a:pt x="2992" y="1359"/>
                    </a:cubicBezTo>
                    <a:cubicBezTo>
                      <a:pt x="2915" y="1359"/>
                      <a:pt x="2841" y="1345"/>
                      <a:pt x="2773" y="1316"/>
                    </a:cubicBezTo>
                    <a:cubicBezTo>
                      <a:pt x="2683" y="1290"/>
                      <a:pt x="2605" y="1226"/>
                      <a:pt x="2554" y="1135"/>
                    </a:cubicBezTo>
                    <a:cubicBezTo>
                      <a:pt x="2502" y="1058"/>
                      <a:pt x="2476" y="955"/>
                      <a:pt x="2489" y="865"/>
                    </a:cubicBezTo>
                    <a:cubicBezTo>
                      <a:pt x="2502" y="761"/>
                      <a:pt x="2554" y="684"/>
                      <a:pt x="2631" y="620"/>
                    </a:cubicBezTo>
                    <a:cubicBezTo>
                      <a:pt x="2688" y="582"/>
                      <a:pt x="2758" y="558"/>
                      <a:pt x="2827" y="558"/>
                    </a:cubicBezTo>
                    <a:cubicBezTo>
                      <a:pt x="2852" y="558"/>
                      <a:pt x="2878" y="561"/>
                      <a:pt x="2902" y="568"/>
                    </a:cubicBezTo>
                    <a:cubicBezTo>
                      <a:pt x="2992" y="607"/>
                      <a:pt x="3069" y="671"/>
                      <a:pt x="3095" y="774"/>
                    </a:cubicBezTo>
                    <a:cubicBezTo>
                      <a:pt x="3121" y="865"/>
                      <a:pt x="3082" y="968"/>
                      <a:pt x="3005" y="1019"/>
                    </a:cubicBezTo>
                    <a:cubicBezTo>
                      <a:pt x="2962" y="1055"/>
                      <a:pt x="2908" y="1075"/>
                      <a:pt x="2855" y="1075"/>
                    </a:cubicBezTo>
                    <a:cubicBezTo>
                      <a:pt x="2812" y="1075"/>
                      <a:pt x="2769" y="1061"/>
                      <a:pt x="2734" y="1032"/>
                    </a:cubicBezTo>
                    <a:cubicBezTo>
                      <a:pt x="2670" y="981"/>
                      <a:pt x="2631" y="903"/>
                      <a:pt x="2644" y="826"/>
                    </a:cubicBezTo>
                    <a:cubicBezTo>
                      <a:pt x="2644" y="813"/>
                      <a:pt x="2631" y="813"/>
                      <a:pt x="2631" y="800"/>
                    </a:cubicBezTo>
                    <a:lnTo>
                      <a:pt x="2618" y="800"/>
                    </a:lnTo>
                    <a:cubicBezTo>
                      <a:pt x="2605" y="839"/>
                      <a:pt x="2605" y="890"/>
                      <a:pt x="2618" y="929"/>
                    </a:cubicBezTo>
                    <a:cubicBezTo>
                      <a:pt x="2631" y="981"/>
                      <a:pt x="2670" y="1032"/>
                      <a:pt x="2708" y="1071"/>
                    </a:cubicBezTo>
                    <a:cubicBezTo>
                      <a:pt x="2760" y="1110"/>
                      <a:pt x="2824" y="1135"/>
                      <a:pt x="2876" y="1135"/>
                    </a:cubicBezTo>
                    <a:cubicBezTo>
                      <a:pt x="2940" y="1135"/>
                      <a:pt x="3005" y="1110"/>
                      <a:pt x="3044" y="1071"/>
                    </a:cubicBezTo>
                    <a:cubicBezTo>
                      <a:pt x="3095" y="1045"/>
                      <a:pt x="3134" y="994"/>
                      <a:pt x="3160" y="929"/>
                    </a:cubicBezTo>
                    <a:cubicBezTo>
                      <a:pt x="3185" y="878"/>
                      <a:pt x="3185" y="813"/>
                      <a:pt x="3173" y="749"/>
                    </a:cubicBezTo>
                    <a:cubicBezTo>
                      <a:pt x="3147" y="633"/>
                      <a:pt x="3056" y="529"/>
                      <a:pt x="2940" y="491"/>
                    </a:cubicBezTo>
                    <a:cubicBezTo>
                      <a:pt x="2899" y="477"/>
                      <a:pt x="2854" y="470"/>
                      <a:pt x="2809" y="470"/>
                    </a:cubicBezTo>
                    <a:cubicBezTo>
                      <a:pt x="2728" y="470"/>
                      <a:pt x="2646" y="493"/>
                      <a:pt x="2579" y="542"/>
                    </a:cubicBezTo>
                    <a:cubicBezTo>
                      <a:pt x="2528" y="581"/>
                      <a:pt x="2489" y="620"/>
                      <a:pt x="2450" y="671"/>
                    </a:cubicBezTo>
                    <a:cubicBezTo>
                      <a:pt x="2425" y="723"/>
                      <a:pt x="2399" y="787"/>
                      <a:pt x="2399" y="852"/>
                    </a:cubicBezTo>
                    <a:cubicBezTo>
                      <a:pt x="2373" y="968"/>
                      <a:pt x="2399" y="1097"/>
                      <a:pt x="2463" y="1200"/>
                    </a:cubicBezTo>
                    <a:cubicBezTo>
                      <a:pt x="2528" y="1303"/>
                      <a:pt x="2631" y="1380"/>
                      <a:pt x="2747" y="1432"/>
                    </a:cubicBezTo>
                    <a:cubicBezTo>
                      <a:pt x="2824" y="1461"/>
                      <a:pt x="2916" y="1476"/>
                      <a:pt x="3006" y="1476"/>
                    </a:cubicBezTo>
                    <a:cubicBezTo>
                      <a:pt x="3036" y="1476"/>
                      <a:pt x="3066" y="1474"/>
                      <a:pt x="3095" y="1471"/>
                    </a:cubicBezTo>
                    <a:cubicBezTo>
                      <a:pt x="3224" y="1445"/>
                      <a:pt x="3327" y="1393"/>
                      <a:pt x="3418" y="1303"/>
                    </a:cubicBezTo>
                    <a:cubicBezTo>
                      <a:pt x="3598" y="1135"/>
                      <a:pt x="3688" y="890"/>
                      <a:pt x="3650" y="645"/>
                    </a:cubicBezTo>
                    <a:cubicBezTo>
                      <a:pt x="3624" y="529"/>
                      <a:pt x="3585" y="413"/>
                      <a:pt x="3521" y="323"/>
                    </a:cubicBezTo>
                    <a:cubicBezTo>
                      <a:pt x="3482" y="271"/>
                      <a:pt x="3443" y="220"/>
                      <a:pt x="3405" y="181"/>
                    </a:cubicBezTo>
                    <a:cubicBezTo>
                      <a:pt x="3353" y="143"/>
                      <a:pt x="3301" y="104"/>
                      <a:pt x="3237" y="78"/>
                    </a:cubicBezTo>
                    <a:cubicBezTo>
                      <a:pt x="3185" y="52"/>
                      <a:pt x="3134" y="39"/>
                      <a:pt x="3082" y="14"/>
                    </a:cubicBezTo>
                    <a:cubicBezTo>
                      <a:pt x="3018" y="1"/>
                      <a:pt x="2953" y="1"/>
                      <a:pt x="28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36"/>
              <p:cNvSpPr/>
              <p:nvPr/>
            </p:nvSpPr>
            <p:spPr>
              <a:xfrm>
                <a:off x="8156050" y="1082482"/>
                <a:ext cx="273773" cy="131841"/>
              </a:xfrm>
              <a:custGeom>
                <a:avLst/>
                <a:gdLst/>
                <a:ahLst/>
                <a:cxnLst/>
                <a:rect l="l" t="t" r="r" b="b"/>
                <a:pathLst>
                  <a:path w="3663" h="1764" extrusionOk="0">
                    <a:moveTo>
                      <a:pt x="774" y="0"/>
                    </a:moveTo>
                    <a:cubicBezTo>
                      <a:pt x="710" y="0"/>
                      <a:pt x="645" y="0"/>
                      <a:pt x="581" y="13"/>
                    </a:cubicBezTo>
                    <a:cubicBezTo>
                      <a:pt x="529" y="39"/>
                      <a:pt x="478" y="52"/>
                      <a:pt x="426" y="78"/>
                    </a:cubicBezTo>
                    <a:cubicBezTo>
                      <a:pt x="362" y="103"/>
                      <a:pt x="310" y="142"/>
                      <a:pt x="259" y="181"/>
                    </a:cubicBezTo>
                    <a:cubicBezTo>
                      <a:pt x="130" y="310"/>
                      <a:pt x="52" y="477"/>
                      <a:pt x="14" y="658"/>
                    </a:cubicBezTo>
                    <a:cubicBezTo>
                      <a:pt x="1" y="774"/>
                      <a:pt x="14" y="890"/>
                      <a:pt x="52" y="1006"/>
                    </a:cubicBezTo>
                    <a:cubicBezTo>
                      <a:pt x="91" y="1122"/>
                      <a:pt x="156" y="1225"/>
                      <a:pt x="246" y="1303"/>
                    </a:cubicBezTo>
                    <a:cubicBezTo>
                      <a:pt x="364" y="1421"/>
                      <a:pt x="516" y="1478"/>
                      <a:pt x="672" y="1478"/>
                    </a:cubicBezTo>
                    <a:cubicBezTo>
                      <a:pt x="754" y="1478"/>
                      <a:pt x="836" y="1463"/>
                      <a:pt x="916" y="1432"/>
                    </a:cubicBezTo>
                    <a:cubicBezTo>
                      <a:pt x="1032" y="1380"/>
                      <a:pt x="1123" y="1303"/>
                      <a:pt x="1187" y="1200"/>
                    </a:cubicBezTo>
                    <a:cubicBezTo>
                      <a:pt x="1252" y="1096"/>
                      <a:pt x="1277" y="967"/>
                      <a:pt x="1264" y="851"/>
                    </a:cubicBezTo>
                    <a:cubicBezTo>
                      <a:pt x="1252" y="787"/>
                      <a:pt x="1239" y="735"/>
                      <a:pt x="1200" y="684"/>
                    </a:cubicBezTo>
                    <a:cubicBezTo>
                      <a:pt x="1174" y="619"/>
                      <a:pt x="1123" y="581"/>
                      <a:pt x="1071" y="542"/>
                    </a:cubicBezTo>
                    <a:cubicBezTo>
                      <a:pt x="1001" y="498"/>
                      <a:pt x="919" y="472"/>
                      <a:pt x="837" y="472"/>
                    </a:cubicBezTo>
                    <a:cubicBezTo>
                      <a:pt x="799" y="472"/>
                      <a:pt x="760" y="478"/>
                      <a:pt x="723" y="490"/>
                    </a:cubicBezTo>
                    <a:cubicBezTo>
                      <a:pt x="607" y="529"/>
                      <a:pt x="517" y="632"/>
                      <a:pt x="478" y="748"/>
                    </a:cubicBezTo>
                    <a:cubicBezTo>
                      <a:pt x="465" y="813"/>
                      <a:pt x="478" y="877"/>
                      <a:pt x="504" y="942"/>
                    </a:cubicBezTo>
                    <a:cubicBezTo>
                      <a:pt x="517" y="993"/>
                      <a:pt x="555" y="1045"/>
                      <a:pt x="607" y="1083"/>
                    </a:cubicBezTo>
                    <a:cubicBezTo>
                      <a:pt x="658" y="1122"/>
                      <a:pt x="723" y="1135"/>
                      <a:pt x="774" y="1135"/>
                    </a:cubicBezTo>
                    <a:cubicBezTo>
                      <a:pt x="839" y="1135"/>
                      <a:pt x="903" y="1122"/>
                      <a:pt x="955" y="1083"/>
                    </a:cubicBezTo>
                    <a:cubicBezTo>
                      <a:pt x="994" y="1032"/>
                      <a:pt x="1032" y="980"/>
                      <a:pt x="1045" y="929"/>
                    </a:cubicBezTo>
                    <a:cubicBezTo>
                      <a:pt x="1058" y="890"/>
                      <a:pt x="1058" y="851"/>
                      <a:pt x="1045" y="813"/>
                    </a:cubicBezTo>
                    <a:lnTo>
                      <a:pt x="1019" y="813"/>
                    </a:lnTo>
                    <a:cubicBezTo>
                      <a:pt x="1019" y="813"/>
                      <a:pt x="1019" y="813"/>
                      <a:pt x="1019" y="826"/>
                    </a:cubicBezTo>
                    <a:cubicBezTo>
                      <a:pt x="1032" y="903"/>
                      <a:pt x="994" y="980"/>
                      <a:pt x="929" y="1032"/>
                    </a:cubicBezTo>
                    <a:cubicBezTo>
                      <a:pt x="890" y="1064"/>
                      <a:pt x="842" y="1080"/>
                      <a:pt x="794" y="1080"/>
                    </a:cubicBezTo>
                    <a:cubicBezTo>
                      <a:pt x="745" y="1080"/>
                      <a:pt x="697" y="1064"/>
                      <a:pt x="658" y="1032"/>
                    </a:cubicBezTo>
                    <a:cubicBezTo>
                      <a:pt x="581" y="967"/>
                      <a:pt x="555" y="864"/>
                      <a:pt x="568" y="774"/>
                    </a:cubicBezTo>
                    <a:cubicBezTo>
                      <a:pt x="594" y="671"/>
                      <a:pt x="671" y="606"/>
                      <a:pt x="762" y="568"/>
                    </a:cubicBezTo>
                    <a:cubicBezTo>
                      <a:pt x="786" y="561"/>
                      <a:pt x="811" y="558"/>
                      <a:pt x="836" y="558"/>
                    </a:cubicBezTo>
                    <a:cubicBezTo>
                      <a:pt x="905" y="558"/>
                      <a:pt x="976" y="581"/>
                      <a:pt x="1032" y="619"/>
                    </a:cubicBezTo>
                    <a:cubicBezTo>
                      <a:pt x="1110" y="684"/>
                      <a:pt x="1161" y="774"/>
                      <a:pt x="1174" y="864"/>
                    </a:cubicBezTo>
                    <a:cubicBezTo>
                      <a:pt x="1187" y="967"/>
                      <a:pt x="1161" y="1058"/>
                      <a:pt x="1110" y="1148"/>
                    </a:cubicBezTo>
                    <a:cubicBezTo>
                      <a:pt x="1058" y="1225"/>
                      <a:pt x="981" y="1290"/>
                      <a:pt x="890" y="1328"/>
                    </a:cubicBezTo>
                    <a:cubicBezTo>
                      <a:pt x="824" y="1347"/>
                      <a:pt x="751" y="1359"/>
                      <a:pt x="677" y="1359"/>
                    </a:cubicBezTo>
                    <a:cubicBezTo>
                      <a:pt x="649" y="1359"/>
                      <a:pt x="622" y="1358"/>
                      <a:pt x="594" y="1354"/>
                    </a:cubicBezTo>
                    <a:cubicBezTo>
                      <a:pt x="504" y="1328"/>
                      <a:pt x="413" y="1277"/>
                      <a:pt x="349" y="1212"/>
                    </a:cubicBezTo>
                    <a:cubicBezTo>
                      <a:pt x="272" y="1148"/>
                      <a:pt x="220" y="1058"/>
                      <a:pt x="181" y="967"/>
                    </a:cubicBezTo>
                    <a:cubicBezTo>
                      <a:pt x="156" y="877"/>
                      <a:pt x="143" y="774"/>
                      <a:pt x="168" y="671"/>
                    </a:cubicBezTo>
                    <a:cubicBezTo>
                      <a:pt x="181" y="581"/>
                      <a:pt x="220" y="477"/>
                      <a:pt x="272" y="400"/>
                    </a:cubicBezTo>
                    <a:cubicBezTo>
                      <a:pt x="310" y="361"/>
                      <a:pt x="336" y="323"/>
                      <a:pt x="375" y="284"/>
                    </a:cubicBezTo>
                    <a:cubicBezTo>
                      <a:pt x="413" y="258"/>
                      <a:pt x="452" y="232"/>
                      <a:pt x="491" y="207"/>
                    </a:cubicBezTo>
                    <a:cubicBezTo>
                      <a:pt x="542" y="194"/>
                      <a:pt x="581" y="168"/>
                      <a:pt x="633" y="155"/>
                    </a:cubicBezTo>
                    <a:cubicBezTo>
                      <a:pt x="684" y="155"/>
                      <a:pt x="723" y="142"/>
                      <a:pt x="774" y="142"/>
                    </a:cubicBezTo>
                    <a:cubicBezTo>
                      <a:pt x="878" y="142"/>
                      <a:pt x="981" y="168"/>
                      <a:pt x="1071" y="207"/>
                    </a:cubicBezTo>
                    <a:cubicBezTo>
                      <a:pt x="1252" y="284"/>
                      <a:pt x="1419" y="426"/>
                      <a:pt x="1522" y="606"/>
                    </a:cubicBezTo>
                    <a:cubicBezTo>
                      <a:pt x="1651" y="774"/>
                      <a:pt x="1742" y="967"/>
                      <a:pt x="1870" y="1161"/>
                    </a:cubicBezTo>
                    <a:cubicBezTo>
                      <a:pt x="1922" y="1251"/>
                      <a:pt x="1999" y="1354"/>
                      <a:pt x="2077" y="1432"/>
                    </a:cubicBezTo>
                    <a:cubicBezTo>
                      <a:pt x="2154" y="1522"/>
                      <a:pt x="2257" y="1586"/>
                      <a:pt x="2360" y="1638"/>
                    </a:cubicBezTo>
                    <a:cubicBezTo>
                      <a:pt x="2464" y="1702"/>
                      <a:pt x="2580" y="1728"/>
                      <a:pt x="2696" y="1754"/>
                    </a:cubicBezTo>
                    <a:cubicBezTo>
                      <a:pt x="2754" y="1760"/>
                      <a:pt x="2812" y="1764"/>
                      <a:pt x="2870" y="1764"/>
                    </a:cubicBezTo>
                    <a:cubicBezTo>
                      <a:pt x="2928" y="1764"/>
                      <a:pt x="2986" y="1760"/>
                      <a:pt x="3044" y="1754"/>
                    </a:cubicBezTo>
                    <a:cubicBezTo>
                      <a:pt x="3108" y="1741"/>
                      <a:pt x="3160" y="1728"/>
                      <a:pt x="3224" y="1702"/>
                    </a:cubicBezTo>
                    <a:cubicBezTo>
                      <a:pt x="3276" y="1677"/>
                      <a:pt x="3328" y="1638"/>
                      <a:pt x="3379" y="1612"/>
                    </a:cubicBezTo>
                    <a:cubicBezTo>
                      <a:pt x="3431" y="1573"/>
                      <a:pt x="3482" y="1535"/>
                      <a:pt x="3521" y="1483"/>
                    </a:cubicBezTo>
                    <a:cubicBezTo>
                      <a:pt x="3534" y="1457"/>
                      <a:pt x="3560" y="1432"/>
                      <a:pt x="3573" y="1406"/>
                    </a:cubicBezTo>
                    <a:cubicBezTo>
                      <a:pt x="3585" y="1380"/>
                      <a:pt x="3598" y="1367"/>
                      <a:pt x="3611" y="1328"/>
                    </a:cubicBezTo>
                    <a:cubicBezTo>
                      <a:pt x="3650" y="1212"/>
                      <a:pt x="3663" y="1083"/>
                      <a:pt x="3624" y="967"/>
                    </a:cubicBezTo>
                    <a:cubicBezTo>
                      <a:pt x="3598" y="838"/>
                      <a:pt x="3534" y="735"/>
                      <a:pt x="3444" y="645"/>
                    </a:cubicBezTo>
                    <a:cubicBezTo>
                      <a:pt x="3392" y="606"/>
                      <a:pt x="3340" y="581"/>
                      <a:pt x="3276" y="555"/>
                    </a:cubicBezTo>
                    <a:cubicBezTo>
                      <a:pt x="3250" y="548"/>
                      <a:pt x="3221" y="545"/>
                      <a:pt x="3191" y="545"/>
                    </a:cubicBezTo>
                    <a:cubicBezTo>
                      <a:pt x="3160" y="545"/>
                      <a:pt x="3128" y="548"/>
                      <a:pt x="3095" y="555"/>
                    </a:cubicBezTo>
                    <a:cubicBezTo>
                      <a:pt x="3031" y="555"/>
                      <a:pt x="2967" y="581"/>
                      <a:pt x="2915" y="632"/>
                    </a:cubicBezTo>
                    <a:cubicBezTo>
                      <a:pt x="2876" y="671"/>
                      <a:pt x="2838" y="722"/>
                      <a:pt x="2812" y="787"/>
                    </a:cubicBezTo>
                    <a:cubicBezTo>
                      <a:pt x="2799" y="851"/>
                      <a:pt x="2799" y="916"/>
                      <a:pt x="2812" y="967"/>
                    </a:cubicBezTo>
                    <a:cubicBezTo>
                      <a:pt x="2825" y="1006"/>
                      <a:pt x="2838" y="1032"/>
                      <a:pt x="2850" y="1058"/>
                    </a:cubicBezTo>
                    <a:cubicBezTo>
                      <a:pt x="2876" y="1083"/>
                      <a:pt x="2902" y="1109"/>
                      <a:pt x="2928" y="1122"/>
                    </a:cubicBezTo>
                    <a:cubicBezTo>
                      <a:pt x="2967" y="1151"/>
                      <a:pt x="3012" y="1166"/>
                      <a:pt x="3055" y="1166"/>
                    </a:cubicBezTo>
                    <a:cubicBezTo>
                      <a:pt x="3069" y="1166"/>
                      <a:pt x="3083" y="1164"/>
                      <a:pt x="3095" y="1161"/>
                    </a:cubicBezTo>
                    <a:cubicBezTo>
                      <a:pt x="3160" y="1161"/>
                      <a:pt x="3224" y="1135"/>
                      <a:pt x="3263" y="1083"/>
                    </a:cubicBezTo>
                    <a:lnTo>
                      <a:pt x="3224" y="1058"/>
                    </a:lnTo>
                    <a:cubicBezTo>
                      <a:pt x="3189" y="1093"/>
                      <a:pt x="3138" y="1113"/>
                      <a:pt x="3086" y="1113"/>
                    </a:cubicBezTo>
                    <a:cubicBezTo>
                      <a:pt x="3044" y="1113"/>
                      <a:pt x="3001" y="1100"/>
                      <a:pt x="2967" y="1071"/>
                    </a:cubicBezTo>
                    <a:cubicBezTo>
                      <a:pt x="2889" y="1006"/>
                      <a:pt x="2863" y="903"/>
                      <a:pt x="2902" y="813"/>
                    </a:cubicBezTo>
                    <a:cubicBezTo>
                      <a:pt x="2915" y="774"/>
                      <a:pt x="2954" y="735"/>
                      <a:pt x="2979" y="710"/>
                    </a:cubicBezTo>
                    <a:cubicBezTo>
                      <a:pt x="3018" y="684"/>
                      <a:pt x="3070" y="658"/>
                      <a:pt x="3108" y="658"/>
                    </a:cubicBezTo>
                    <a:cubicBezTo>
                      <a:pt x="3122" y="656"/>
                      <a:pt x="3135" y="655"/>
                      <a:pt x="3148" y="655"/>
                    </a:cubicBezTo>
                    <a:cubicBezTo>
                      <a:pt x="3234" y="655"/>
                      <a:pt x="3310" y="692"/>
                      <a:pt x="3366" y="748"/>
                    </a:cubicBezTo>
                    <a:cubicBezTo>
                      <a:pt x="3444" y="813"/>
                      <a:pt x="3482" y="903"/>
                      <a:pt x="3508" y="993"/>
                    </a:cubicBezTo>
                    <a:cubicBezTo>
                      <a:pt x="3521" y="1083"/>
                      <a:pt x="3508" y="1187"/>
                      <a:pt x="3469" y="1264"/>
                    </a:cubicBezTo>
                    <a:cubicBezTo>
                      <a:pt x="3457" y="1290"/>
                      <a:pt x="3444" y="1316"/>
                      <a:pt x="3431" y="1328"/>
                    </a:cubicBezTo>
                    <a:cubicBezTo>
                      <a:pt x="3418" y="1354"/>
                      <a:pt x="3405" y="1380"/>
                      <a:pt x="3392" y="1393"/>
                    </a:cubicBezTo>
                    <a:cubicBezTo>
                      <a:pt x="3353" y="1432"/>
                      <a:pt x="3328" y="1457"/>
                      <a:pt x="3276" y="1483"/>
                    </a:cubicBezTo>
                    <a:cubicBezTo>
                      <a:pt x="3237" y="1509"/>
                      <a:pt x="3199" y="1535"/>
                      <a:pt x="3147" y="1561"/>
                    </a:cubicBezTo>
                    <a:cubicBezTo>
                      <a:pt x="3108" y="1573"/>
                      <a:pt x="3057" y="1586"/>
                      <a:pt x="3005" y="1599"/>
                    </a:cubicBezTo>
                    <a:cubicBezTo>
                      <a:pt x="2960" y="1606"/>
                      <a:pt x="2912" y="1609"/>
                      <a:pt x="2862" y="1609"/>
                    </a:cubicBezTo>
                    <a:cubicBezTo>
                      <a:pt x="2812" y="1609"/>
                      <a:pt x="2760" y="1606"/>
                      <a:pt x="2709" y="1599"/>
                    </a:cubicBezTo>
                    <a:cubicBezTo>
                      <a:pt x="2605" y="1586"/>
                      <a:pt x="2515" y="1548"/>
                      <a:pt x="2425" y="1509"/>
                    </a:cubicBezTo>
                    <a:cubicBezTo>
                      <a:pt x="2335" y="1457"/>
                      <a:pt x="2257" y="1393"/>
                      <a:pt x="2180" y="1328"/>
                    </a:cubicBezTo>
                    <a:cubicBezTo>
                      <a:pt x="2103" y="1251"/>
                      <a:pt x="2051" y="1161"/>
                      <a:pt x="1987" y="1071"/>
                    </a:cubicBezTo>
                    <a:cubicBezTo>
                      <a:pt x="1870" y="890"/>
                      <a:pt x="1767" y="697"/>
                      <a:pt x="1638" y="516"/>
                    </a:cubicBezTo>
                    <a:cubicBezTo>
                      <a:pt x="1574" y="413"/>
                      <a:pt x="1497" y="336"/>
                      <a:pt x="1419" y="258"/>
                    </a:cubicBezTo>
                    <a:cubicBezTo>
                      <a:pt x="1329" y="181"/>
                      <a:pt x="1226" y="116"/>
                      <a:pt x="1123" y="65"/>
                    </a:cubicBezTo>
                    <a:cubicBezTo>
                      <a:pt x="1007" y="26"/>
                      <a:pt x="890" y="0"/>
                      <a:pt x="7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21" name="Google Shape;3921;p36"/>
            <p:cNvGrpSpPr/>
            <p:nvPr/>
          </p:nvGrpSpPr>
          <p:grpSpPr>
            <a:xfrm>
              <a:off x="989955" y="1149073"/>
              <a:ext cx="7163972" cy="64150"/>
              <a:chOff x="1299890" y="844622"/>
              <a:chExt cx="6544233" cy="64143"/>
            </a:xfrm>
          </p:grpSpPr>
          <p:grpSp>
            <p:nvGrpSpPr>
              <p:cNvPr id="3922" name="Google Shape;3922;p36"/>
              <p:cNvGrpSpPr/>
              <p:nvPr/>
            </p:nvGrpSpPr>
            <p:grpSpPr>
              <a:xfrm>
                <a:off x="4528885" y="844622"/>
                <a:ext cx="3315238" cy="64143"/>
                <a:chOff x="896765" y="648922"/>
                <a:chExt cx="3315238" cy="64143"/>
              </a:xfrm>
            </p:grpSpPr>
            <p:sp>
              <p:nvSpPr>
                <p:cNvPr id="3923" name="Google Shape;3923;p36"/>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36"/>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36"/>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36"/>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36"/>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36"/>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36"/>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36"/>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36"/>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2" name="Google Shape;3932;p36"/>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36"/>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36"/>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36"/>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36"/>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7" name="Google Shape;3937;p36"/>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36"/>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36"/>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36"/>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36"/>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36"/>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36"/>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36"/>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36"/>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36"/>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36"/>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36"/>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36"/>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36"/>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36"/>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36"/>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36"/>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36"/>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36"/>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56" name="Google Shape;3956;p36"/>
              <p:cNvGrpSpPr/>
              <p:nvPr/>
            </p:nvGrpSpPr>
            <p:grpSpPr>
              <a:xfrm>
                <a:off x="1299890" y="844622"/>
                <a:ext cx="3315238" cy="64143"/>
                <a:chOff x="896765" y="648922"/>
                <a:chExt cx="3315238" cy="64143"/>
              </a:xfrm>
            </p:grpSpPr>
            <p:sp>
              <p:nvSpPr>
                <p:cNvPr id="3957" name="Google Shape;3957;p36"/>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36"/>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36"/>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36"/>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1" name="Google Shape;3961;p36"/>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36"/>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36"/>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4" name="Google Shape;3964;p36"/>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5" name="Google Shape;3965;p36"/>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36"/>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7" name="Google Shape;3967;p36"/>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8" name="Google Shape;3968;p36"/>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36"/>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36"/>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36"/>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36"/>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36"/>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36"/>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36"/>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36"/>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36"/>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36"/>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36"/>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36"/>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36"/>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36"/>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36"/>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36"/>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36"/>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36"/>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36"/>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36"/>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36"/>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3990" name="Google Shape;3990;p36"/>
          <p:cNvGrpSpPr/>
          <p:nvPr/>
        </p:nvGrpSpPr>
        <p:grpSpPr>
          <a:xfrm>
            <a:off x="714175" y="1093271"/>
            <a:ext cx="7715647" cy="131916"/>
            <a:chOff x="714175" y="1115188"/>
            <a:chExt cx="7715647" cy="131916"/>
          </a:xfrm>
        </p:grpSpPr>
        <p:grpSp>
          <p:nvGrpSpPr>
            <p:cNvPr id="3991" name="Google Shape;3991;p36"/>
            <p:cNvGrpSpPr/>
            <p:nvPr/>
          </p:nvGrpSpPr>
          <p:grpSpPr>
            <a:xfrm>
              <a:off x="714175" y="1115188"/>
              <a:ext cx="7715647" cy="131916"/>
              <a:chOff x="714175" y="1082438"/>
              <a:chExt cx="7715647" cy="131916"/>
            </a:xfrm>
          </p:grpSpPr>
          <p:sp>
            <p:nvSpPr>
              <p:cNvPr id="3992" name="Google Shape;3992;p36"/>
              <p:cNvSpPr/>
              <p:nvPr/>
            </p:nvSpPr>
            <p:spPr>
              <a:xfrm>
                <a:off x="714175" y="1082438"/>
                <a:ext cx="275716" cy="131916"/>
              </a:xfrm>
              <a:custGeom>
                <a:avLst/>
                <a:gdLst/>
                <a:ahLst/>
                <a:cxnLst/>
                <a:rect l="l" t="t" r="r" b="b"/>
                <a:pathLst>
                  <a:path w="3689" h="1765" extrusionOk="0">
                    <a:moveTo>
                      <a:pt x="2889" y="1"/>
                    </a:moveTo>
                    <a:cubicBezTo>
                      <a:pt x="2773" y="1"/>
                      <a:pt x="2657" y="26"/>
                      <a:pt x="2554" y="65"/>
                    </a:cubicBezTo>
                    <a:cubicBezTo>
                      <a:pt x="2438" y="104"/>
                      <a:pt x="2334" y="168"/>
                      <a:pt x="2244" y="246"/>
                    </a:cubicBezTo>
                    <a:cubicBezTo>
                      <a:pt x="2154" y="323"/>
                      <a:pt x="2077" y="400"/>
                      <a:pt x="2012" y="504"/>
                    </a:cubicBezTo>
                    <a:cubicBezTo>
                      <a:pt x="1883" y="684"/>
                      <a:pt x="1780" y="878"/>
                      <a:pt x="1664" y="1058"/>
                    </a:cubicBezTo>
                    <a:cubicBezTo>
                      <a:pt x="1612" y="1148"/>
                      <a:pt x="1548" y="1239"/>
                      <a:pt x="1470" y="1316"/>
                    </a:cubicBezTo>
                    <a:cubicBezTo>
                      <a:pt x="1406" y="1380"/>
                      <a:pt x="1316" y="1445"/>
                      <a:pt x="1238" y="1496"/>
                    </a:cubicBezTo>
                    <a:cubicBezTo>
                      <a:pt x="1148" y="1535"/>
                      <a:pt x="1045" y="1574"/>
                      <a:pt x="942" y="1587"/>
                    </a:cubicBezTo>
                    <a:cubicBezTo>
                      <a:pt x="869" y="1596"/>
                      <a:pt x="802" y="1605"/>
                      <a:pt x="733" y="1605"/>
                    </a:cubicBezTo>
                    <a:cubicBezTo>
                      <a:pt x="705" y="1605"/>
                      <a:pt x="675" y="1603"/>
                      <a:pt x="645" y="1600"/>
                    </a:cubicBezTo>
                    <a:cubicBezTo>
                      <a:pt x="594" y="1587"/>
                      <a:pt x="542" y="1574"/>
                      <a:pt x="503" y="1561"/>
                    </a:cubicBezTo>
                    <a:cubicBezTo>
                      <a:pt x="452" y="1535"/>
                      <a:pt x="413" y="1509"/>
                      <a:pt x="374" y="1484"/>
                    </a:cubicBezTo>
                    <a:cubicBezTo>
                      <a:pt x="336" y="1458"/>
                      <a:pt x="297" y="1432"/>
                      <a:pt x="258" y="1393"/>
                    </a:cubicBezTo>
                    <a:cubicBezTo>
                      <a:pt x="245" y="1368"/>
                      <a:pt x="233" y="1355"/>
                      <a:pt x="220" y="1329"/>
                    </a:cubicBezTo>
                    <a:cubicBezTo>
                      <a:pt x="207" y="1316"/>
                      <a:pt x="194" y="1290"/>
                      <a:pt x="181" y="1264"/>
                    </a:cubicBezTo>
                    <a:cubicBezTo>
                      <a:pt x="142" y="1174"/>
                      <a:pt x="129" y="1084"/>
                      <a:pt x="155" y="994"/>
                    </a:cubicBezTo>
                    <a:cubicBezTo>
                      <a:pt x="168" y="890"/>
                      <a:pt x="207" y="800"/>
                      <a:pt x="284" y="736"/>
                    </a:cubicBezTo>
                    <a:cubicBezTo>
                      <a:pt x="310" y="710"/>
                      <a:pt x="362" y="684"/>
                      <a:pt x="400" y="671"/>
                    </a:cubicBezTo>
                    <a:cubicBezTo>
                      <a:pt x="428" y="662"/>
                      <a:pt x="461" y="653"/>
                      <a:pt x="497" y="653"/>
                    </a:cubicBezTo>
                    <a:cubicBezTo>
                      <a:pt x="512" y="653"/>
                      <a:pt x="527" y="655"/>
                      <a:pt x="542" y="658"/>
                    </a:cubicBezTo>
                    <a:cubicBezTo>
                      <a:pt x="581" y="658"/>
                      <a:pt x="632" y="671"/>
                      <a:pt x="671" y="710"/>
                    </a:cubicBezTo>
                    <a:cubicBezTo>
                      <a:pt x="710" y="736"/>
                      <a:pt x="735" y="774"/>
                      <a:pt x="748" y="813"/>
                    </a:cubicBezTo>
                    <a:cubicBezTo>
                      <a:pt x="787" y="903"/>
                      <a:pt x="761" y="1006"/>
                      <a:pt x="697" y="1071"/>
                    </a:cubicBezTo>
                    <a:cubicBezTo>
                      <a:pt x="654" y="1095"/>
                      <a:pt x="609" y="1108"/>
                      <a:pt x="564" y="1108"/>
                    </a:cubicBezTo>
                    <a:cubicBezTo>
                      <a:pt x="515" y="1108"/>
                      <a:pt x="467" y="1092"/>
                      <a:pt x="426" y="1058"/>
                    </a:cubicBezTo>
                    <a:lnTo>
                      <a:pt x="387" y="1084"/>
                    </a:lnTo>
                    <a:cubicBezTo>
                      <a:pt x="439" y="1135"/>
                      <a:pt x="490" y="1161"/>
                      <a:pt x="555" y="1161"/>
                    </a:cubicBezTo>
                    <a:cubicBezTo>
                      <a:pt x="567" y="1164"/>
                      <a:pt x="578" y="1165"/>
                      <a:pt x="589" y="1165"/>
                    </a:cubicBezTo>
                    <a:cubicBezTo>
                      <a:pt x="639" y="1165"/>
                      <a:pt x="683" y="1144"/>
                      <a:pt x="735" y="1123"/>
                    </a:cubicBezTo>
                    <a:cubicBezTo>
                      <a:pt x="761" y="1097"/>
                      <a:pt x="774" y="1084"/>
                      <a:pt x="800" y="1058"/>
                    </a:cubicBezTo>
                    <a:cubicBezTo>
                      <a:pt x="813" y="1032"/>
                      <a:pt x="826" y="994"/>
                      <a:pt x="839" y="968"/>
                    </a:cubicBezTo>
                    <a:cubicBezTo>
                      <a:pt x="852" y="903"/>
                      <a:pt x="852" y="839"/>
                      <a:pt x="839" y="787"/>
                    </a:cubicBezTo>
                    <a:cubicBezTo>
                      <a:pt x="826" y="723"/>
                      <a:pt x="787" y="671"/>
                      <a:pt x="735" y="620"/>
                    </a:cubicBezTo>
                    <a:cubicBezTo>
                      <a:pt x="684" y="581"/>
                      <a:pt x="632" y="555"/>
                      <a:pt x="568" y="542"/>
                    </a:cubicBezTo>
                    <a:cubicBezTo>
                      <a:pt x="503" y="542"/>
                      <a:pt x="439" y="542"/>
                      <a:pt x="374" y="555"/>
                    </a:cubicBezTo>
                    <a:cubicBezTo>
                      <a:pt x="323" y="568"/>
                      <a:pt x="258" y="607"/>
                      <a:pt x="220" y="645"/>
                    </a:cubicBezTo>
                    <a:cubicBezTo>
                      <a:pt x="117" y="723"/>
                      <a:pt x="52" y="839"/>
                      <a:pt x="39" y="968"/>
                    </a:cubicBezTo>
                    <a:cubicBezTo>
                      <a:pt x="0" y="1084"/>
                      <a:pt x="13" y="1213"/>
                      <a:pt x="52" y="1329"/>
                    </a:cubicBezTo>
                    <a:cubicBezTo>
                      <a:pt x="78" y="1355"/>
                      <a:pt x="91" y="1380"/>
                      <a:pt x="104" y="1406"/>
                    </a:cubicBezTo>
                    <a:cubicBezTo>
                      <a:pt x="117" y="1432"/>
                      <a:pt x="129" y="1458"/>
                      <a:pt x="155" y="1484"/>
                    </a:cubicBezTo>
                    <a:cubicBezTo>
                      <a:pt x="194" y="1535"/>
                      <a:pt x="233" y="1574"/>
                      <a:pt x="284" y="1613"/>
                    </a:cubicBezTo>
                    <a:cubicBezTo>
                      <a:pt x="336" y="1638"/>
                      <a:pt x="400" y="1664"/>
                      <a:pt x="452" y="1690"/>
                    </a:cubicBezTo>
                    <a:cubicBezTo>
                      <a:pt x="503" y="1716"/>
                      <a:pt x="568" y="1741"/>
                      <a:pt x="619" y="1754"/>
                    </a:cubicBezTo>
                    <a:cubicBezTo>
                      <a:pt x="677" y="1761"/>
                      <a:pt x="739" y="1764"/>
                      <a:pt x="800" y="1764"/>
                    </a:cubicBezTo>
                    <a:cubicBezTo>
                      <a:pt x="861" y="1764"/>
                      <a:pt x="922" y="1761"/>
                      <a:pt x="980" y="1754"/>
                    </a:cubicBezTo>
                    <a:cubicBezTo>
                      <a:pt x="1097" y="1729"/>
                      <a:pt x="1213" y="1690"/>
                      <a:pt x="1316" y="1638"/>
                    </a:cubicBezTo>
                    <a:cubicBezTo>
                      <a:pt x="1419" y="1587"/>
                      <a:pt x="1509" y="1509"/>
                      <a:pt x="1599" y="1432"/>
                    </a:cubicBezTo>
                    <a:cubicBezTo>
                      <a:pt x="1677" y="1342"/>
                      <a:pt x="1741" y="1251"/>
                      <a:pt x="1806" y="1161"/>
                    </a:cubicBezTo>
                    <a:cubicBezTo>
                      <a:pt x="1922" y="968"/>
                      <a:pt x="2025" y="774"/>
                      <a:pt x="2141" y="594"/>
                    </a:cubicBezTo>
                    <a:cubicBezTo>
                      <a:pt x="2257" y="426"/>
                      <a:pt x="2412" y="284"/>
                      <a:pt x="2605" y="207"/>
                    </a:cubicBezTo>
                    <a:cubicBezTo>
                      <a:pt x="2695" y="168"/>
                      <a:pt x="2799" y="143"/>
                      <a:pt x="2889" y="143"/>
                    </a:cubicBezTo>
                    <a:cubicBezTo>
                      <a:pt x="2940" y="143"/>
                      <a:pt x="2992" y="143"/>
                      <a:pt x="3031" y="155"/>
                    </a:cubicBezTo>
                    <a:cubicBezTo>
                      <a:pt x="3082" y="168"/>
                      <a:pt x="3134" y="194"/>
                      <a:pt x="3173" y="207"/>
                    </a:cubicBezTo>
                    <a:cubicBezTo>
                      <a:pt x="3224" y="233"/>
                      <a:pt x="3263" y="259"/>
                      <a:pt x="3301" y="284"/>
                    </a:cubicBezTo>
                    <a:cubicBezTo>
                      <a:pt x="3327" y="323"/>
                      <a:pt x="3366" y="362"/>
                      <a:pt x="3392" y="400"/>
                    </a:cubicBezTo>
                    <a:cubicBezTo>
                      <a:pt x="3443" y="478"/>
                      <a:pt x="3482" y="581"/>
                      <a:pt x="3495" y="671"/>
                    </a:cubicBezTo>
                    <a:cubicBezTo>
                      <a:pt x="3521" y="774"/>
                      <a:pt x="3508" y="865"/>
                      <a:pt x="3482" y="968"/>
                    </a:cubicBezTo>
                    <a:cubicBezTo>
                      <a:pt x="3456" y="1058"/>
                      <a:pt x="3392" y="1148"/>
                      <a:pt x="3327" y="1213"/>
                    </a:cubicBezTo>
                    <a:cubicBezTo>
                      <a:pt x="3250" y="1277"/>
                      <a:pt x="3160" y="1329"/>
                      <a:pt x="3069" y="1355"/>
                    </a:cubicBezTo>
                    <a:cubicBezTo>
                      <a:pt x="3044" y="1358"/>
                      <a:pt x="3018" y="1359"/>
                      <a:pt x="2992" y="1359"/>
                    </a:cubicBezTo>
                    <a:cubicBezTo>
                      <a:pt x="2915" y="1359"/>
                      <a:pt x="2841" y="1345"/>
                      <a:pt x="2773" y="1316"/>
                    </a:cubicBezTo>
                    <a:cubicBezTo>
                      <a:pt x="2683" y="1290"/>
                      <a:pt x="2605" y="1226"/>
                      <a:pt x="2554" y="1135"/>
                    </a:cubicBezTo>
                    <a:cubicBezTo>
                      <a:pt x="2502" y="1058"/>
                      <a:pt x="2476" y="955"/>
                      <a:pt x="2489" y="865"/>
                    </a:cubicBezTo>
                    <a:cubicBezTo>
                      <a:pt x="2502" y="761"/>
                      <a:pt x="2554" y="684"/>
                      <a:pt x="2631" y="620"/>
                    </a:cubicBezTo>
                    <a:cubicBezTo>
                      <a:pt x="2688" y="582"/>
                      <a:pt x="2758" y="558"/>
                      <a:pt x="2827" y="558"/>
                    </a:cubicBezTo>
                    <a:cubicBezTo>
                      <a:pt x="2852" y="558"/>
                      <a:pt x="2878" y="561"/>
                      <a:pt x="2902" y="568"/>
                    </a:cubicBezTo>
                    <a:cubicBezTo>
                      <a:pt x="2992" y="607"/>
                      <a:pt x="3069" y="671"/>
                      <a:pt x="3095" y="774"/>
                    </a:cubicBezTo>
                    <a:cubicBezTo>
                      <a:pt x="3121" y="865"/>
                      <a:pt x="3082" y="968"/>
                      <a:pt x="3005" y="1019"/>
                    </a:cubicBezTo>
                    <a:cubicBezTo>
                      <a:pt x="2962" y="1055"/>
                      <a:pt x="2908" y="1075"/>
                      <a:pt x="2855" y="1075"/>
                    </a:cubicBezTo>
                    <a:cubicBezTo>
                      <a:pt x="2812" y="1075"/>
                      <a:pt x="2769" y="1061"/>
                      <a:pt x="2734" y="1032"/>
                    </a:cubicBezTo>
                    <a:cubicBezTo>
                      <a:pt x="2670" y="981"/>
                      <a:pt x="2631" y="903"/>
                      <a:pt x="2644" y="826"/>
                    </a:cubicBezTo>
                    <a:cubicBezTo>
                      <a:pt x="2644" y="813"/>
                      <a:pt x="2631" y="813"/>
                      <a:pt x="2631" y="800"/>
                    </a:cubicBezTo>
                    <a:lnTo>
                      <a:pt x="2618" y="800"/>
                    </a:lnTo>
                    <a:cubicBezTo>
                      <a:pt x="2605" y="839"/>
                      <a:pt x="2605" y="890"/>
                      <a:pt x="2618" y="929"/>
                    </a:cubicBezTo>
                    <a:cubicBezTo>
                      <a:pt x="2631" y="981"/>
                      <a:pt x="2670" y="1032"/>
                      <a:pt x="2708" y="1071"/>
                    </a:cubicBezTo>
                    <a:cubicBezTo>
                      <a:pt x="2760" y="1110"/>
                      <a:pt x="2824" y="1135"/>
                      <a:pt x="2876" y="1135"/>
                    </a:cubicBezTo>
                    <a:cubicBezTo>
                      <a:pt x="2940" y="1135"/>
                      <a:pt x="3005" y="1110"/>
                      <a:pt x="3044" y="1071"/>
                    </a:cubicBezTo>
                    <a:cubicBezTo>
                      <a:pt x="3095" y="1045"/>
                      <a:pt x="3134" y="994"/>
                      <a:pt x="3160" y="929"/>
                    </a:cubicBezTo>
                    <a:cubicBezTo>
                      <a:pt x="3185" y="878"/>
                      <a:pt x="3185" y="813"/>
                      <a:pt x="3173" y="749"/>
                    </a:cubicBezTo>
                    <a:cubicBezTo>
                      <a:pt x="3147" y="633"/>
                      <a:pt x="3056" y="529"/>
                      <a:pt x="2940" y="491"/>
                    </a:cubicBezTo>
                    <a:cubicBezTo>
                      <a:pt x="2899" y="477"/>
                      <a:pt x="2854" y="470"/>
                      <a:pt x="2809" y="470"/>
                    </a:cubicBezTo>
                    <a:cubicBezTo>
                      <a:pt x="2728" y="470"/>
                      <a:pt x="2646" y="493"/>
                      <a:pt x="2579" y="542"/>
                    </a:cubicBezTo>
                    <a:cubicBezTo>
                      <a:pt x="2528" y="581"/>
                      <a:pt x="2489" y="620"/>
                      <a:pt x="2450" y="671"/>
                    </a:cubicBezTo>
                    <a:cubicBezTo>
                      <a:pt x="2425" y="723"/>
                      <a:pt x="2399" y="787"/>
                      <a:pt x="2399" y="852"/>
                    </a:cubicBezTo>
                    <a:cubicBezTo>
                      <a:pt x="2373" y="968"/>
                      <a:pt x="2399" y="1097"/>
                      <a:pt x="2463" y="1200"/>
                    </a:cubicBezTo>
                    <a:cubicBezTo>
                      <a:pt x="2528" y="1303"/>
                      <a:pt x="2631" y="1380"/>
                      <a:pt x="2747" y="1432"/>
                    </a:cubicBezTo>
                    <a:cubicBezTo>
                      <a:pt x="2824" y="1461"/>
                      <a:pt x="2916" y="1476"/>
                      <a:pt x="3006" y="1476"/>
                    </a:cubicBezTo>
                    <a:cubicBezTo>
                      <a:pt x="3036" y="1476"/>
                      <a:pt x="3066" y="1474"/>
                      <a:pt x="3095" y="1471"/>
                    </a:cubicBezTo>
                    <a:cubicBezTo>
                      <a:pt x="3224" y="1445"/>
                      <a:pt x="3327" y="1393"/>
                      <a:pt x="3418" y="1303"/>
                    </a:cubicBezTo>
                    <a:cubicBezTo>
                      <a:pt x="3598" y="1135"/>
                      <a:pt x="3688" y="890"/>
                      <a:pt x="3650" y="645"/>
                    </a:cubicBezTo>
                    <a:cubicBezTo>
                      <a:pt x="3624" y="529"/>
                      <a:pt x="3585" y="413"/>
                      <a:pt x="3521" y="323"/>
                    </a:cubicBezTo>
                    <a:cubicBezTo>
                      <a:pt x="3482" y="271"/>
                      <a:pt x="3443" y="220"/>
                      <a:pt x="3405" y="181"/>
                    </a:cubicBezTo>
                    <a:cubicBezTo>
                      <a:pt x="3353" y="143"/>
                      <a:pt x="3301" y="104"/>
                      <a:pt x="3237" y="78"/>
                    </a:cubicBezTo>
                    <a:cubicBezTo>
                      <a:pt x="3185" y="52"/>
                      <a:pt x="3134" y="39"/>
                      <a:pt x="3082" y="14"/>
                    </a:cubicBezTo>
                    <a:cubicBezTo>
                      <a:pt x="3018" y="1"/>
                      <a:pt x="2953" y="1"/>
                      <a:pt x="28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36"/>
              <p:cNvSpPr/>
              <p:nvPr/>
            </p:nvSpPr>
            <p:spPr>
              <a:xfrm>
                <a:off x="8156050" y="1082482"/>
                <a:ext cx="273773" cy="131841"/>
              </a:xfrm>
              <a:custGeom>
                <a:avLst/>
                <a:gdLst/>
                <a:ahLst/>
                <a:cxnLst/>
                <a:rect l="l" t="t" r="r" b="b"/>
                <a:pathLst>
                  <a:path w="3663" h="1764" extrusionOk="0">
                    <a:moveTo>
                      <a:pt x="774" y="0"/>
                    </a:moveTo>
                    <a:cubicBezTo>
                      <a:pt x="710" y="0"/>
                      <a:pt x="645" y="0"/>
                      <a:pt x="581" y="13"/>
                    </a:cubicBezTo>
                    <a:cubicBezTo>
                      <a:pt x="529" y="39"/>
                      <a:pt x="478" y="52"/>
                      <a:pt x="426" y="78"/>
                    </a:cubicBezTo>
                    <a:cubicBezTo>
                      <a:pt x="362" y="103"/>
                      <a:pt x="310" y="142"/>
                      <a:pt x="259" y="181"/>
                    </a:cubicBezTo>
                    <a:cubicBezTo>
                      <a:pt x="130" y="310"/>
                      <a:pt x="52" y="477"/>
                      <a:pt x="14" y="658"/>
                    </a:cubicBezTo>
                    <a:cubicBezTo>
                      <a:pt x="1" y="774"/>
                      <a:pt x="14" y="890"/>
                      <a:pt x="52" y="1006"/>
                    </a:cubicBezTo>
                    <a:cubicBezTo>
                      <a:pt x="91" y="1122"/>
                      <a:pt x="156" y="1225"/>
                      <a:pt x="246" y="1303"/>
                    </a:cubicBezTo>
                    <a:cubicBezTo>
                      <a:pt x="364" y="1421"/>
                      <a:pt x="516" y="1478"/>
                      <a:pt x="672" y="1478"/>
                    </a:cubicBezTo>
                    <a:cubicBezTo>
                      <a:pt x="754" y="1478"/>
                      <a:pt x="836" y="1463"/>
                      <a:pt x="916" y="1432"/>
                    </a:cubicBezTo>
                    <a:cubicBezTo>
                      <a:pt x="1032" y="1380"/>
                      <a:pt x="1123" y="1303"/>
                      <a:pt x="1187" y="1200"/>
                    </a:cubicBezTo>
                    <a:cubicBezTo>
                      <a:pt x="1252" y="1096"/>
                      <a:pt x="1277" y="967"/>
                      <a:pt x="1264" y="851"/>
                    </a:cubicBezTo>
                    <a:cubicBezTo>
                      <a:pt x="1252" y="787"/>
                      <a:pt x="1239" y="735"/>
                      <a:pt x="1200" y="684"/>
                    </a:cubicBezTo>
                    <a:cubicBezTo>
                      <a:pt x="1174" y="619"/>
                      <a:pt x="1123" y="581"/>
                      <a:pt x="1071" y="542"/>
                    </a:cubicBezTo>
                    <a:cubicBezTo>
                      <a:pt x="1001" y="498"/>
                      <a:pt x="919" y="472"/>
                      <a:pt x="837" y="472"/>
                    </a:cubicBezTo>
                    <a:cubicBezTo>
                      <a:pt x="799" y="472"/>
                      <a:pt x="760" y="478"/>
                      <a:pt x="723" y="490"/>
                    </a:cubicBezTo>
                    <a:cubicBezTo>
                      <a:pt x="607" y="529"/>
                      <a:pt x="517" y="632"/>
                      <a:pt x="478" y="748"/>
                    </a:cubicBezTo>
                    <a:cubicBezTo>
                      <a:pt x="465" y="813"/>
                      <a:pt x="478" y="877"/>
                      <a:pt x="504" y="942"/>
                    </a:cubicBezTo>
                    <a:cubicBezTo>
                      <a:pt x="517" y="993"/>
                      <a:pt x="555" y="1045"/>
                      <a:pt x="607" y="1083"/>
                    </a:cubicBezTo>
                    <a:cubicBezTo>
                      <a:pt x="658" y="1122"/>
                      <a:pt x="723" y="1135"/>
                      <a:pt x="774" y="1135"/>
                    </a:cubicBezTo>
                    <a:cubicBezTo>
                      <a:pt x="839" y="1135"/>
                      <a:pt x="903" y="1122"/>
                      <a:pt x="955" y="1083"/>
                    </a:cubicBezTo>
                    <a:cubicBezTo>
                      <a:pt x="994" y="1032"/>
                      <a:pt x="1032" y="980"/>
                      <a:pt x="1045" y="929"/>
                    </a:cubicBezTo>
                    <a:cubicBezTo>
                      <a:pt x="1058" y="890"/>
                      <a:pt x="1058" y="851"/>
                      <a:pt x="1045" y="813"/>
                    </a:cubicBezTo>
                    <a:lnTo>
                      <a:pt x="1019" y="813"/>
                    </a:lnTo>
                    <a:cubicBezTo>
                      <a:pt x="1019" y="813"/>
                      <a:pt x="1019" y="813"/>
                      <a:pt x="1019" y="826"/>
                    </a:cubicBezTo>
                    <a:cubicBezTo>
                      <a:pt x="1032" y="903"/>
                      <a:pt x="994" y="980"/>
                      <a:pt x="929" y="1032"/>
                    </a:cubicBezTo>
                    <a:cubicBezTo>
                      <a:pt x="890" y="1064"/>
                      <a:pt x="842" y="1080"/>
                      <a:pt x="794" y="1080"/>
                    </a:cubicBezTo>
                    <a:cubicBezTo>
                      <a:pt x="745" y="1080"/>
                      <a:pt x="697" y="1064"/>
                      <a:pt x="658" y="1032"/>
                    </a:cubicBezTo>
                    <a:cubicBezTo>
                      <a:pt x="581" y="967"/>
                      <a:pt x="555" y="864"/>
                      <a:pt x="568" y="774"/>
                    </a:cubicBezTo>
                    <a:cubicBezTo>
                      <a:pt x="594" y="671"/>
                      <a:pt x="671" y="606"/>
                      <a:pt x="762" y="568"/>
                    </a:cubicBezTo>
                    <a:cubicBezTo>
                      <a:pt x="786" y="561"/>
                      <a:pt x="811" y="558"/>
                      <a:pt x="836" y="558"/>
                    </a:cubicBezTo>
                    <a:cubicBezTo>
                      <a:pt x="905" y="558"/>
                      <a:pt x="976" y="581"/>
                      <a:pt x="1032" y="619"/>
                    </a:cubicBezTo>
                    <a:cubicBezTo>
                      <a:pt x="1110" y="684"/>
                      <a:pt x="1161" y="774"/>
                      <a:pt x="1174" y="864"/>
                    </a:cubicBezTo>
                    <a:cubicBezTo>
                      <a:pt x="1187" y="967"/>
                      <a:pt x="1161" y="1058"/>
                      <a:pt x="1110" y="1148"/>
                    </a:cubicBezTo>
                    <a:cubicBezTo>
                      <a:pt x="1058" y="1225"/>
                      <a:pt x="981" y="1290"/>
                      <a:pt x="890" y="1328"/>
                    </a:cubicBezTo>
                    <a:cubicBezTo>
                      <a:pt x="824" y="1347"/>
                      <a:pt x="751" y="1359"/>
                      <a:pt x="677" y="1359"/>
                    </a:cubicBezTo>
                    <a:cubicBezTo>
                      <a:pt x="649" y="1359"/>
                      <a:pt x="622" y="1358"/>
                      <a:pt x="594" y="1354"/>
                    </a:cubicBezTo>
                    <a:cubicBezTo>
                      <a:pt x="504" y="1328"/>
                      <a:pt x="413" y="1277"/>
                      <a:pt x="349" y="1212"/>
                    </a:cubicBezTo>
                    <a:cubicBezTo>
                      <a:pt x="272" y="1148"/>
                      <a:pt x="220" y="1058"/>
                      <a:pt x="181" y="967"/>
                    </a:cubicBezTo>
                    <a:cubicBezTo>
                      <a:pt x="156" y="877"/>
                      <a:pt x="143" y="774"/>
                      <a:pt x="168" y="671"/>
                    </a:cubicBezTo>
                    <a:cubicBezTo>
                      <a:pt x="181" y="581"/>
                      <a:pt x="220" y="477"/>
                      <a:pt x="272" y="400"/>
                    </a:cubicBezTo>
                    <a:cubicBezTo>
                      <a:pt x="310" y="361"/>
                      <a:pt x="336" y="323"/>
                      <a:pt x="375" y="284"/>
                    </a:cubicBezTo>
                    <a:cubicBezTo>
                      <a:pt x="413" y="258"/>
                      <a:pt x="452" y="232"/>
                      <a:pt x="491" y="207"/>
                    </a:cubicBezTo>
                    <a:cubicBezTo>
                      <a:pt x="542" y="194"/>
                      <a:pt x="581" y="168"/>
                      <a:pt x="633" y="155"/>
                    </a:cubicBezTo>
                    <a:cubicBezTo>
                      <a:pt x="684" y="155"/>
                      <a:pt x="723" y="142"/>
                      <a:pt x="774" y="142"/>
                    </a:cubicBezTo>
                    <a:cubicBezTo>
                      <a:pt x="878" y="142"/>
                      <a:pt x="981" y="168"/>
                      <a:pt x="1071" y="207"/>
                    </a:cubicBezTo>
                    <a:cubicBezTo>
                      <a:pt x="1252" y="284"/>
                      <a:pt x="1419" y="426"/>
                      <a:pt x="1522" y="606"/>
                    </a:cubicBezTo>
                    <a:cubicBezTo>
                      <a:pt x="1651" y="774"/>
                      <a:pt x="1742" y="967"/>
                      <a:pt x="1870" y="1161"/>
                    </a:cubicBezTo>
                    <a:cubicBezTo>
                      <a:pt x="1922" y="1251"/>
                      <a:pt x="1999" y="1354"/>
                      <a:pt x="2077" y="1432"/>
                    </a:cubicBezTo>
                    <a:cubicBezTo>
                      <a:pt x="2154" y="1522"/>
                      <a:pt x="2257" y="1586"/>
                      <a:pt x="2360" y="1638"/>
                    </a:cubicBezTo>
                    <a:cubicBezTo>
                      <a:pt x="2464" y="1702"/>
                      <a:pt x="2580" y="1728"/>
                      <a:pt x="2696" y="1754"/>
                    </a:cubicBezTo>
                    <a:cubicBezTo>
                      <a:pt x="2754" y="1760"/>
                      <a:pt x="2812" y="1764"/>
                      <a:pt x="2870" y="1764"/>
                    </a:cubicBezTo>
                    <a:cubicBezTo>
                      <a:pt x="2928" y="1764"/>
                      <a:pt x="2986" y="1760"/>
                      <a:pt x="3044" y="1754"/>
                    </a:cubicBezTo>
                    <a:cubicBezTo>
                      <a:pt x="3108" y="1741"/>
                      <a:pt x="3160" y="1728"/>
                      <a:pt x="3224" y="1702"/>
                    </a:cubicBezTo>
                    <a:cubicBezTo>
                      <a:pt x="3276" y="1677"/>
                      <a:pt x="3328" y="1638"/>
                      <a:pt x="3379" y="1612"/>
                    </a:cubicBezTo>
                    <a:cubicBezTo>
                      <a:pt x="3431" y="1573"/>
                      <a:pt x="3482" y="1535"/>
                      <a:pt x="3521" y="1483"/>
                    </a:cubicBezTo>
                    <a:cubicBezTo>
                      <a:pt x="3534" y="1457"/>
                      <a:pt x="3560" y="1432"/>
                      <a:pt x="3573" y="1406"/>
                    </a:cubicBezTo>
                    <a:cubicBezTo>
                      <a:pt x="3585" y="1380"/>
                      <a:pt x="3598" y="1367"/>
                      <a:pt x="3611" y="1328"/>
                    </a:cubicBezTo>
                    <a:cubicBezTo>
                      <a:pt x="3650" y="1212"/>
                      <a:pt x="3663" y="1083"/>
                      <a:pt x="3624" y="967"/>
                    </a:cubicBezTo>
                    <a:cubicBezTo>
                      <a:pt x="3598" y="838"/>
                      <a:pt x="3534" y="735"/>
                      <a:pt x="3444" y="645"/>
                    </a:cubicBezTo>
                    <a:cubicBezTo>
                      <a:pt x="3392" y="606"/>
                      <a:pt x="3340" y="581"/>
                      <a:pt x="3276" y="555"/>
                    </a:cubicBezTo>
                    <a:cubicBezTo>
                      <a:pt x="3250" y="548"/>
                      <a:pt x="3221" y="545"/>
                      <a:pt x="3191" y="545"/>
                    </a:cubicBezTo>
                    <a:cubicBezTo>
                      <a:pt x="3160" y="545"/>
                      <a:pt x="3128" y="548"/>
                      <a:pt x="3095" y="555"/>
                    </a:cubicBezTo>
                    <a:cubicBezTo>
                      <a:pt x="3031" y="555"/>
                      <a:pt x="2967" y="581"/>
                      <a:pt x="2915" y="632"/>
                    </a:cubicBezTo>
                    <a:cubicBezTo>
                      <a:pt x="2876" y="671"/>
                      <a:pt x="2838" y="722"/>
                      <a:pt x="2812" y="787"/>
                    </a:cubicBezTo>
                    <a:cubicBezTo>
                      <a:pt x="2799" y="851"/>
                      <a:pt x="2799" y="916"/>
                      <a:pt x="2812" y="967"/>
                    </a:cubicBezTo>
                    <a:cubicBezTo>
                      <a:pt x="2825" y="1006"/>
                      <a:pt x="2838" y="1032"/>
                      <a:pt x="2850" y="1058"/>
                    </a:cubicBezTo>
                    <a:cubicBezTo>
                      <a:pt x="2876" y="1083"/>
                      <a:pt x="2902" y="1109"/>
                      <a:pt x="2928" y="1122"/>
                    </a:cubicBezTo>
                    <a:cubicBezTo>
                      <a:pt x="2967" y="1151"/>
                      <a:pt x="3012" y="1166"/>
                      <a:pt x="3055" y="1166"/>
                    </a:cubicBezTo>
                    <a:cubicBezTo>
                      <a:pt x="3069" y="1166"/>
                      <a:pt x="3083" y="1164"/>
                      <a:pt x="3095" y="1161"/>
                    </a:cubicBezTo>
                    <a:cubicBezTo>
                      <a:pt x="3160" y="1161"/>
                      <a:pt x="3224" y="1135"/>
                      <a:pt x="3263" y="1083"/>
                    </a:cubicBezTo>
                    <a:lnTo>
                      <a:pt x="3224" y="1058"/>
                    </a:lnTo>
                    <a:cubicBezTo>
                      <a:pt x="3189" y="1093"/>
                      <a:pt x="3138" y="1113"/>
                      <a:pt x="3086" y="1113"/>
                    </a:cubicBezTo>
                    <a:cubicBezTo>
                      <a:pt x="3044" y="1113"/>
                      <a:pt x="3001" y="1100"/>
                      <a:pt x="2967" y="1071"/>
                    </a:cubicBezTo>
                    <a:cubicBezTo>
                      <a:pt x="2889" y="1006"/>
                      <a:pt x="2863" y="903"/>
                      <a:pt x="2902" y="813"/>
                    </a:cubicBezTo>
                    <a:cubicBezTo>
                      <a:pt x="2915" y="774"/>
                      <a:pt x="2954" y="735"/>
                      <a:pt x="2979" y="710"/>
                    </a:cubicBezTo>
                    <a:cubicBezTo>
                      <a:pt x="3018" y="684"/>
                      <a:pt x="3070" y="658"/>
                      <a:pt x="3108" y="658"/>
                    </a:cubicBezTo>
                    <a:cubicBezTo>
                      <a:pt x="3122" y="656"/>
                      <a:pt x="3135" y="655"/>
                      <a:pt x="3148" y="655"/>
                    </a:cubicBezTo>
                    <a:cubicBezTo>
                      <a:pt x="3234" y="655"/>
                      <a:pt x="3310" y="692"/>
                      <a:pt x="3366" y="748"/>
                    </a:cubicBezTo>
                    <a:cubicBezTo>
                      <a:pt x="3444" y="813"/>
                      <a:pt x="3482" y="903"/>
                      <a:pt x="3508" y="993"/>
                    </a:cubicBezTo>
                    <a:cubicBezTo>
                      <a:pt x="3521" y="1083"/>
                      <a:pt x="3508" y="1187"/>
                      <a:pt x="3469" y="1264"/>
                    </a:cubicBezTo>
                    <a:cubicBezTo>
                      <a:pt x="3457" y="1290"/>
                      <a:pt x="3444" y="1316"/>
                      <a:pt x="3431" y="1328"/>
                    </a:cubicBezTo>
                    <a:cubicBezTo>
                      <a:pt x="3418" y="1354"/>
                      <a:pt x="3405" y="1380"/>
                      <a:pt x="3392" y="1393"/>
                    </a:cubicBezTo>
                    <a:cubicBezTo>
                      <a:pt x="3353" y="1432"/>
                      <a:pt x="3328" y="1457"/>
                      <a:pt x="3276" y="1483"/>
                    </a:cubicBezTo>
                    <a:cubicBezTo>
                      <a:pt x="3237" y="1509"/>
                      <a:pt x="3199" y="1535"/>
                      <a:pt x="3147" y="1561"/>
                    </a:cubicBezTo>
                    <a:cubicBezTo>
                      <a:pt x="3108" y="1573"/>
                      <a:pt x="3057" y="1586"/>
                      <a:pt x="3005" y="1599"/>
                    </a:cubicBezTo>
                    <a:cubicBezTo>
                      <a:pt x="2960" y="1606"/>
                      <a:pt x="2912" y="1609"/>
                      <a:pt x="2862" y="1609"/>
                    </a:cubicBezTo>
                    <a:cubicBezTo>
                      <a:pt x="2812" y="1609"/>
                      <a:pt x="2760" y="1606"/>
                      <a:pt x="2709" y="1599"/>
                    </a:cubicBezTo>
                    <a:cubicBezTo>
                      <a:pt x="2605" y="1586"/>
                      <a:pt x="2515" y="1548"/>
                      <a:pt x="2425" y="1509"/>
                    </a:cubicBezTo>
                    <a:cubicBezTo>
                      <a:pt x="2335" y="1457"/>
                      <a:pt x="2257" y="1393"/>
                      <a:pt x="2180" y="1328"/>
                    </a:cubicBezTo>
                    <a:cubicBezTo>
                      <a:pt x="2103" y="1251"/>
                      <a:pt x="2051" y="1161"/>
                      <a:pt x="1987" y="1071"/>
                    </a:cubicBezTo>
                    <a:cubicBezTo>
                      <a:pt x="1870" y="890"/>
                      <a:pt x="1767" y="697"/>
                      <a:pt x="1638" y="516"/>
                    </a:cubicBezTo>
                    <a:cubicBezTo>
                      <a:pt x="1574" y="413"/>
                      <a:pt x="1497" y="336"/>
                      <a:pt x="1419" y="258"/>
                    </a:cubicBezTo>
                    <a:cubicBezTo>
                      <a:pt x="1329" y="181"/>
                      <a:pt x="1226" y="116"/>
                      <a:pt x="1123" y="65"/>
                    </a:cubicBezTo>
                    <a:cubicBezTo>
                      <a:pt x="1007" y="26"/>
                      <a:pt x="890" y="0"/>
                      <a:pt x="7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94" name="Google Shape;3994;p36"/>
            <p:cNvGrpSpPr/>
            <p:nvPr/>
          </p:nvGrpSpPr>
          <p:grpSpPr>
            <a:xfrm>
              <a:off x="989955" y="1149073"/>
              <a:ext cx="7163972" cy="64150"/>
              <a:chOff x="1299890" y="844622"/>
              <a:chExt cx="6544233" cy="64143"/>
            </a:xfrm>
          </p:grpSpPr>
          <p:grpSp>
            <p:nvGrpSpPr>
              <p:cNvPr id="3995" name="Google Shape;3995;p36"/>
              <p:cNvGrpSpPr/>
              <p:nvPr/>
            </p:nvGrpSpPr>
            <p:grpSpPr>
              <a:xfrm>
                <a:off x="4528885" y="844622"/>
                <a:ext cx="3315238" cy="64143"/>
                <a:chOff x="896765" y="648922"/>
                <a:chExt cx="3315238" cy="64143"/>
              </a:xfrm>
            </p:grpSpPr>
            <p:sp>
              <p:nvSpPr>
                <p:cNvPr id="3996" name="Google Shape;3996;p36"/>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36"/>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36"/>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36"/>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36"/>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36"/>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36"/>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36"/>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36"/>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36"/>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36"/>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36"/>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36"/>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36"/>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36"/>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36"/>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36"/>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36"/>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36"/>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36"/>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36"/>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36"/>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36"/>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36"/>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36"/>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36"/>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36"/>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36"/>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36"/>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36"/>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36"/>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36"/>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36"/>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29" name="Google Shape;4029;p36"/>
              <p:cNvGrpSpPr/>
              <p:nvPr/>
            </p:nvGrpSpPr>
            <p:grpSpPr>
              <a:xfrm>
                <a:off x="1299890" y="844622"/>
                <a:ext cx="3315238" cy="64143"/>
                <a:chOff x="896765" y="648922"/>
                <a:chExt cx="3315238" cy="64143"/>
              </a:xfrm>
            </p:grpSpPr>
            <p:sp>
              <p:nvSpPr>
                <p:cNvPr id="4030" name="Google Shape;4030;p36"/>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36"/>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36"/>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36"/>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36"/>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36"/>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36"/>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36"/>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36"/>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36"/>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36"/>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36"/>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36"/>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36"/>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36"/>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36"/>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36"/>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36"/>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36"/>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36"/>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36"/>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36"/>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36"/>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36"/>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36"/>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36"/>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36"/>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36"/>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36"/>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36"/>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36"/>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36"/>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36"/>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4063" name="Google Shape;4063;p36"/>
          <p:cNvSpPr txBox="1">
            <a:spLocks noGrp="1"/>
          </p:cNvSpPr>
          <p:nvPr>
            <p:ph type="subTitle" idx="14"/>
          </p:nvPr>
        </p:nvSpPr>
        <p:spPr>
          <a:xfrm>
            <a:off x="1059612" y="1597280"/>
            <a:ext cx="3049800" cy="951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sz="16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pic>
        <p:nvPicPr>
          <p:cNvPr id="4064" name="Google Shape;4064;p36"/>
          <p:cNvPicPr preferRelativeResize="0"/>
          <p:nvPr/>
        </p:nvPicPr>
        <p:blipFill rotWithShape="1">
          <a:blip r:embed="rId3">
            <a:alphaModFix/>
          </a:blip>
          <a:srcRect l="21203" t="7587" r="29576" b="27232"/>
          <a:stretch/>
        </p:blipFill>
        <p:spPr>
          <a:xfrm>
            <a:off x="7599813" y="-383175"/>
            <a:ext cx="1586774" cy="157597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
  <p:cSld name="CUSTOM_12">
    <p:spTree>
      <p:nvGrpSpPr>
        <p:cNvPr id="1" name="Shape 5833"/>
        <p:cNvGrpSpPr/>
        <p:nvPr/>
      </p:nvGrpSpPr>
      <p:grpSpPr>
        <a:xfrm>
          <a:off x="0" y="0"/>
          <a:ext cx="0" cy="0"/>
          <a:chOff x="0" y="0"/>
          <a:chExt cx="0" cy="0"/>
        </a:xfrm>
      </p:grpSpPr>
      <p:pic>
        <p:nvPicPr>
          <p:cNvPr id="5834" name="Google Shape;5834;p55"/>
          <p:cNvPicPr preferRelativeResize="0"/>
          <p:nvPr/>
        </p:nvPicPr>
        <p:blipFill rotWithShape="1">
          <a:blip r:embed="rId2">
            <a:alphaModFix/>
          </a:blip>
          <a:srcRect t="7798" b="7806"/>
          <a:stretch/>
        </p:blipFill>
        <p:spPr>
          <a:xfrm>
            <a:off x="0" y="0"/>
            <a:ext cx="9144003" cy="5143501"/>
          </a:xfrm>
          <a:prstGeom prst="rect">
            <a:avLst/>
          </a:prstGeom>
          <a:noFill/>
          <a:ln>
            <a:noFill/>
          </a:ln>
        </p:spPr>
      </p:pic>
      <p:pic>
        <p:nvPicPr>
          <p:cNvPr id="5835" name="Google Shape;5835;p55"/>
          <p:cNvPicPr preferRelativeResize="0"/>
          <p:nvPr/>
        </p:nvPicPr>
        <p:blipFill rotWithShape="1">
          <a:blip r:embed="rId3">
            <a:alphaModFix/>
          </a:blip>
          <a:srcRect l="21203" t="7587" r="29576" b="27232"/>
          <a:stretch/>
        </p:blipFill>
        <p:spPr>
          <a:xfrm>
            <a:off x="-129425" y="2507375"/>
            <a:ext cx="1586774" cy="1575976"/>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12_1">
    <p:bg>
      <p:bgPr>
        <a:blipFill>
          <a:blip r:embed="rId2">
            <a:alphaModFix/>
          </a:blip>
          <a:stretch>
            <a:fillRect/>
          </a:stretch>
        </a:blipFill>
        <a:effectLst/>
      </p:bgPr>
    </p:bg>
    <p:spTree>
      <p:nvGrpSpPr>
        <p:cNvPr id="1" name="Shape 5836"/>
        <p:cNvGrpSpPr/>
        <p:nvPr/>
      </p:nvGrpSpPr>
      <p:grpSpPr>
        <a:xfrm>
          <a:off x="0" y="0"/>
          <a:ext cx="0" cy="0"/>
          <a:chOff x="0" y="0"/>
          <a:chExt cx="0" cy="0"/>
        </a:xfrm>
      </p:grpSpPr>
      <p:pic>
        <p:nvPicPr>
          <p:cNvPr id="5837" name="Google Shape;5837;p56"/>
          <p:cNvPicPr preferRelativeResize="0"/>
          <p:nvPr/>
        </p:nvPicPr>
        <p:blipFill rotWithShape="1">
          <a:blip r:embed="rId3">
            <a:alphaModFix/>
          </a:blip>
          <a:srcRect t="7798" b="7806"/>
          <a:stretch/>
        </p:blipFill>
        <p:spPr>
          <a:xfrm>
            <a:off x="0" y="0"/>
            <a:ext cx="9144003" cy="514350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5">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Fondamento"/>
              <a:buNone/>
              <a:defRPr sz="3000" b="1">
                <a:solidFill>
                  <a:schemeClr val="dk1"/>
                </a:solidFill>
                <a:latin typeface="Fondamento"/>
                <a:ea typeface="Fondamento"/>
                <a:cs typeface="Fondamento"/>
                <a:sym typeface="Fondamento"/>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lvl="0" indent="-317500">
              <a:lnSpc>
                <a:spcPct val="100000"/>
              </a:lnSpc>
              <a:spcBef>
                <a:spcPts val="0"/>
              </a:spcBef>
              <a:spcAft>
                <a:spcPts val="0"/>
              </a:spcAft>
              <a:buClr>
                <a:schemeClr val="dk2"/>
              </a:buClr>
              <a:buSzPts val="1400"/>
              <a:buFont typeface="Commissioner"/>
              <a:buChar char="●"/>
              <a:defRPr>
                <a:solidFill>
                  <a:schemeClr val="dk2"/>
                </a:solidFill>
                <a:latin typeface="Commissioner"/>
                <a:ea typeface="Commissioner"/>
                <a:cs typeface="Commissioner"/>
                <a:sym typeface="Commissioner"/>
              </a:defRPr>
            </a:lvl1pPr>
            <a:lvl2pPr marL="914400" lvl="1" indent="-317500">
              <a:lnSpc>
                <a:spcPct val="100000"/>
              </a:lnSpc>
              <a:spcBef>
                <a:spcPts val="0"/>
              </a:spcBef>
              <a:spcAft>
                <a:spcPts val="0"/>
              </a:spcAft>
              <a:buClr>
                <a:schemeClr val="dk2"/>
              </a:buClr>
              <a:buSzPts val="1400"/>
              <a:buFont typeface="Commissioner"/>
              <a:buChar char="○"/>
              <a:defRPr>
                <a:solidFill>
                  <a:schemeClr val="dk2"/>
                </a:solidFill>
                <a:latin typeface="Commissioner"/>
                <a:ea typeface="Commissioner"/>
                <a:cs typeface="Commissioner"/>
                <a:sym typeface="Commissioner"/>
              </a:defRPr>
            </a:lvl2pPr>
            <a:lvl3pPr marL="1371600" lvl="2" indent="-317500">
              <a:lnSpc>
                <a:spcPct val="100000"/>
              </a:lnSpc>
              <a:spcBef>
                <a:spcPts val="0"/>
              </a:spcBef>
              <a:spcAft>
                <a:spcPts val="0"/>
              </a:spcAft>
              <a:buClr>
                <a:schemeClr val="dk2"/>
              </a:buClr>
              <a:buSzPts val="1400"/>
              <a:buFont typeface="Commissioner"/>
              <a:buChar char="■"/>
              <a:defRPr>
                <a:solidFill>
                  <a:schemeClr val="dk2"/>
                </a:solidFill>
                <a:latin typeface="Commissioner"/>
                <a:ea typeface="Commissioner"/>
                <a:cs typeface="Commissioner"/>
                <a:sym typeface="Commissioner"/>
              </a:defRPr>
            </a:lvl3pPr>
            <a:lvl4pPr marL="1828800" lvl="3" indent="-317500">
              <a:lnSpc>
                <a:spcPct val="100000"/>
              </a:lnSpc>
              <a:spcBef>
                <a:spcPts val="0"/>
              </a:spcBef>
              <a:spcAft>
                <a:spcPts val="0"/>
              </a:spcAft>
              <a:buClr>
                <a:schemeClr val="dk2"/>
              </a:buClr>
              <a:buSzPts val="1400"/>
              <a:buFont typeface="Commissioner"/>
              <a:buChar char="●"/>
              <a:defRPr>
                <a:solidFill>
                  <a:schemeClr val="dk2"/>
                </a:solidFill>
                <a:latin typeface="Commissioner"/>
                <a:ea typeface="Commissioner"/>
                <a:cs typeface="Commissioner"/>
                <a:sym typeface="Commissioner"/>
              </a:defRPr>
            </a:lvl4pPr>
            <a:lvl5pPr marL="2286000" lvl="4" indent="-317500">
              <a:lnSpc>
                <a:spcPct val="100000"/>
              </a:lnSpc>
              <a:spcBef>
                <a:spcPts val="0"/>
              </a:spcBef>
              <a:spcAft>
                <a:spcPts val="0"/>
              </a:spcAft>
              <a:buClr>
                <a:schemeClr val="dk2"/>
              </a:buClr>
              <a:buSzPts val="1400"/>
              <a:buFont typeface="Commissioner"/>
              <a:buChar char="○"/>
              <a:defRPr>
                <a:solidFill>
                  <a:schemeClr val="dk2"/>
                </a:solidFill>
                <a:latin typeface="Commissioner"/>
                <a:ea typeface="Commissioner"/>
                <a:cs typeface="Commissioner"/>
                <a:sym typeface="Commissioner"/>
              </a:defRPr>
            </a:lvl5pPr>
            <a:lvl6pPr marL="2743200" lvl="5" indent="-317500">
              <a:lnSpc>
                <a:spcPct val="100000"/>
              </a:lnSpc>
              <a:spcBef>
                <a:spcPts val="0"/>
              </a:spcBef>
              <a:spcAft>
                <a:spcPts val="0"/>
              </a:spcAft>
              <a:buClr>
                <a:schemeClr val="dk2"/>
              </a:buClr>
              <a:buSzPts val="1400"/>
              <a:buFont typeface="Commissioner"/>
              <a:buChar char="■"/>
              <a:defRPr>
                <a:solidFill>
                  <a:schemeClr val="dk2"/>
                </a:solidFill>
                <a:latin typeface="Commissioner"/>
                <a:ea typeface="Commissioner"/>
                <a:cs typeface="Commissioner"/>
                <a:sym typeface="Commissioner"/>
              </a:defRPr>
            </a:lvl6pPr>
            <a:lvl7pPr marL="3200400" lvl="6" indent="-317500">
              <a:lnSpc>
                <a:spcPct val="100000"/>
              </a:lnSpc>
              <a:spcBef>
                <a:spcPts val="0"/>
              </a:spcBef>
              <a:spcAft>
                <a:spcPts val="0"/>
              </a:spcAft>
              <a:buClr>
                <a:schemeClr val="dk2"/>
              </a:buClr>
              <a:buSzPts val="1400"/>
              <a:buFont typeface="Commissioner"/>
              <a:buChar char="●"/>
              <a:defRPr>
                <a:solidFill>
                  <a:schemeClr val="dk2"/>
                </a:solidFill>
                <a:latin typeface="Commissioner"/>
                <a:ea typeface="Commissioner"/>
                <a:cs typeface="Commissioner"/>
                <a:sym typeface="Commissioner"/>
              </a:defRPr>
            </a:lvl7pPr>
            <a:lvl8pPr marL="3657600" lvl="7" indent="-317500">
              <a:lnSpc>
                <a:spcPct val="100000"/>
              </a:lnSpc>
              <a:spcBef>
                <a:spcPts val="0"/>
              </a:spcBef>
              <a:spcAft>
                <a:spcPts val="0"/>
              </a:spcAft>
              <a:buClr>
                <a:schemeClr val="dk2"/>
              </a:buClr>
              <a:buSzPts val="1400"/>
              <a:buFont typeface="Commissioner"/>
              <a:buChar char="○"/>
              <a:defRPr>
                <a:solidFill>
                  <a:schemeClr val="dk2"/>
                </a:solidFill>
                <a:latin typeface="Commissioner"/>
                <a:ea typeface="Commissioner"/>
                <a:cs typeface="Commissioner"/>
                <a:sym typeface="Commissioner"/>
              </a:defRPr>
            </a:lvl8pPr>
            <a:lvl9pPr marL="4114800" lvl="8" indent="-317500">
              <a:lnSpc>
                <a:spcPct val="100000"/>
              </a:lnSpc>
              <a:spcBef>
                <a:spcPts val="0"/>
              </a:spcBef>
              <a:spcAft>
                <a:spcPts val="0"/>
              </a:spcAft>
              <a:buClr>
                <a:schemeClr val="dk2"/>
              </a:buClr>
              <a:buSzPts val="1400"/>
              <a:buFont typeface="Commissioner"/>
              <a:buChar char="■"/>
              <a:defRPr>
                <a:solidFill>
                  <a:schemeClr val="dk2"/>
                </a:solidFill>
                <a:latin typeface="Commissioner"/>
                <a:ea typeface="Commissioner"/>
                <a:cs typeface="Commissioner"/>
                <a:sym typeface="Commissione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5" r:id="rId4"/>
    <p:sldLayoutId id="2147483658" r:id="rId5"/>
    <p:sldLayoutId id="2147483659" r:id="rId6"/>
    <p:sldLayoutId id="2147483660" r:id="rId7"/>
    <p:sldLayoutId id="2147483667" r:id="rId8"/>
    <p:sldLayoutId id="2147483675" r:id="rId9"/>
    <p:sldLayoutId id="2147483676" r:id="rId10"/>
    <p:sldLayoutId id="2147483682" r:id="rId11"/>
    <p:sldLayoutId id="2147483701" r:id="rId12"/>
    <p:sldLayoutId id="214748370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slide" Target="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51"/>
        <p:cNvGrpSpPr/>
        <p:nvPr/>
      </p:nvGrpSpPr>
      <p:grpSpPr>
        <a:xfrm>
          <a:off x="0" y="0"/>
          <a:ext cx="0" cy="0"/>
          <a:chOff x="0" y="0"/>
          <a:chExt cx="0" cy="0"/>
        </a:xfrm>
      </p:grpSpPr>
      <p:pic>
        <p:nvPicPr>
          <p:cNvPr id="5852" name="Google Shape;5852;p62"/>
          <p:cNvPicPr preferRelativeResize="0"/>
          <p:nvPr/>
        </p:nvPicPr>
        <p:blipFill rotWithShape="1">
          <a:blip r:embed="rId3">
            <a:alphaModFix/>
          </a:blip>
          <a:srcRect l="7398"/>
          <a:stretch/>
        </p:blipFill>
        <p:spPr>
          <a:xfrm>
            <a:off x="7551340" y="121400"/>
            <a:ext cx="1130368" cy="1154573"/>
          </a:xfrm>
          <a:prstGeom prst="rect">
            <a:avLst/>
          </a:prstGeom>
          <a:noFill/>
          <a:ln>
            <a:noFill/>
          </a:ln>
        </p:spPr>
      </p:pic>
      <p:sp>
        <p:nvSpPr>
          <p:cNvPr id="5853" name="Google Shape;5853;p62"/>
          <p:cNvSpPr txBox="1">
            <a:spLocks noGrp="1"/>
          </p:cNvSpPr>
          <p:nvPr>
            <p:ph type="ctrTitle"/>
          </p:nvPr>
        </p:nvSpPr>
        <p:spPr>
          <a:xfrm>
            <a:off x="926400" y="1911450"/>
            <a:ext cx="7291200" cy="132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5400" dirty="0"/>
              <a:t>POLITIK DAN KEPEMIMPINAN INDONESIA </a:t>
            </a:r>
            <a:endParaRPr sz="5400" dirty="0"/>
          </a:p>
        </p:txBody>
      </p:sp>
      <p:sp>
        <p:nvSpPr>
          <p:cNvPr id="5854" name="Google Shape;5854;p62"/>
          <p:cNvSpPr txBox="1">
            <a:spLocks noGrp="1"/>
          </p:cNvSpPr>
          <p:nvPr>
            <p:ph type="subTitle" idx="1"/>
          </p:nvPr>
        </p:nvSpPr>
        <p:spPr>
          <a:xfrm>
            <a:off x="1849350" y="4012870"/>
            <a:ext cx="5445300" cy="437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Kelompok 7 </a:t>
            </a:r>
            <a:endParaRPr dirty="0"/>
          </a:p>
        </p:txBody>
      </p:sp>
      <p:sp>
        <p:nvSpPr>
          <p:cNvPr id="5855" name="Google Shape;5855;p62"/>
          <p:cNvSpPr/>
          <p:nvPr/>
        </p:nvSpPr>
        <p:spPr>
          <a:xfrm>
            <a:off x="8982209" y="4435066"/>
            <a:ext cx="15416" cy="14904"/>
          </a:xfrm>
          <a:custGeom>
            <a:avLst/>
            <a:gdLst/>
            <a:ahLst/>
            <a:cxnLst/>
            <a:rect l="l" t="t" r="r" b="b"/>
            <a:pathLst>
              <a:path w="422" h="408" extrusionOk="0">
                <a:moveTo>
                  <a:pt x="230" y="0"/>
                </a:moveTo>
                <a:cubicBezTo>
                  <a:pt x="0" y="0"/>
                  <a:pt x="0" y="115"/>
                  <a:pt x="77" y="268"/>
                </a:cubicBezTo>
                <a:cubicBezTo>
                  <a:pt x="106" y="327"/>
                  <a:pt x="136" y="408"/>
                  <a:pt x="200" y="408"/>
                </a:cubicBezTo>
                <a:cubicBezTo>
                  <a:pt x="219" y="408"/>
                  <a:pt x="241" y="400"/>
                  <a:pt x="268" y="383"/>
                </a:cubicBezTo>
                <a:cubicBezTo>
                  <a:pt x="383" y="383"/>
                  <a:pt x="421" y="268"/>
                  <a:pt x="383" y="153"/>
                </a:cubicBezTo>
                <a:cubicBezTo>
                  <a:pt x="345" y="77"/>
                  <a:pt x="306" y="38"/>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7" name="Google Shape;5857;p62"/>
          <p:cNvSpPr/>
          <p:nvPr/>
        </p:nvSpPr>
        <p:spPr>
          <a:xfrm rot="10800000">
            <a:off x="3004727" y="562860"/>
            <a:ext cx="11348" cy="10743"/>
          </a:xfrm>
          <a:custGeom>
            <a:avLst/>
            <a:gdLst/>
            <a:ahLst/>
            <a:cxnLst/>
            <a:rect l="l" t="t" r="r" b="b"/>
            <a:pathLst>
              <a:path w="75" h="71" extrusionOk="0">
                <a:moveTo>
                  <a:pt x="36" y="1"/>
                </a:moveTo>
                <a:cubicBezTo>
                  <a:pt x="23" y="1"/>
                  <a:pt x="10" y="13"/>
                  <a:pt x="10" y="39"/>
                </a:cubicBezTo>
                <a:cubicBezTo>
                  <a:pt x="1" y="58"/>
                  <a:pt x="12" y="70"/>
                  <a:pt x="29" y="70"/>
                </a:cubicBezTo>
                <a:cubicBezTo>
                  <a:pt x="35" y="70"/>
                  <a:pt x="42" y="68"/>
                  <a:pt x="49" y="65"/>
                </a:cubicBezTo>
                <a:cubicBezTo>
                  <a:pt x="62" y="65"/>
                  <a:pt x="74" y="52"/>
                  <a:pt x="74" y="39"/>
                </a:cubicBezTo>
                <a:cubicBezTo>
                  <a:pt x="74" y="13"/>
                  <a:pt x="62" y="1"/>
                  <a:pt x="36" y="1"/>
                </a:cubicBezTo>
                <a:close/>
              </a:path>
            </a:pathLst>
          </a:custGeom>
          <a:solidFill>
            <a:schemeClr val="dk2">
              <a:alpha val="232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8" name="Google Shape;5858;p62"/>
          <p:cNvSpPr txBox="1">
            <a:spLocks noGrp="1"/>
          </p:cNvSpPr>
          <p:nvPr>
            <p:ph type="subTitle" idx="3"/>
          </p:nvPr>
        </p:nvSpPr>
        <p:spPr>
          <a:xfrm>
            <a:off x="7688125" y="408875"/>
            <a:ext cx="856800" cy="579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1A TNK</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858"/>
                                        </p:tgtEl>
                                        <p:attrNameLst>
                                          <p:attrName>style.visibility</p:attrName>
                                        </p:attrNameLst>
                                      </p:cBhvr>
                                      <p:to>
                                        <p:strVal val="visible"/>
                                      </p:to>
                                    </p:set>
                                    <p:animEffect transition="in" filter="fade">
                                      <p:cBhvr>
                                        <p:cTn id="7" dur="500"/>
                                        <p:tgtEl>
                                          <p:spTgt spid="58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84"/>
        <p:cNvGrpSpPr/>
        <p:nvPr/>
      </p:nvGrpSpPr>
      <p:grpSpPr>
        <a:xfrm>
          <a:off x="0" y="0"/>
          <a:ext cx="0" cy="0"/>
          <a:chOff x="0" y="0"/>
          <a:chExt cx="0" cy="0"/>
        </a:xfrm>
      </p:grpSpPr>
      <p:pic>
        <p:nvPicPr>
          <p:cNvPr id="6585" name="Google Shape;6585;p74"/>
          <p:cNvPicPr preferRelativeResize="0"/>
          <p:nvPr/>
        </p:nvPicPr>
        <p:blipFill rotWithShape="1">
          <a:blip r:embed="rId3">
            <a:alphaModFix amt="32000"/>
          </a:blip>
          <a:srcRect l="7398"/>
          <a:stretch/>
        </p:blipFill>
        <p:spPr>
          <a:xfrm>
            <a:off x="1314340" y="1648337"/>
            <a:ext cx="1130368" cy="1154573"/>
          </a:xfrm>
          <a:prstGeom prst="rect">
            <a:avLst/>
          </a:prstGeom>
          <a:noFill/>
          <a:ln>
            <a:noFill/>
          </a:ln>
        </p:spPr>
      </p:pic>
      <p:pic>
        <p:nvPicPr>
          <p:cNvPr id="6586" name="Google Shape;6586;p74"/>
          <p:cNvPicPr preferRelativeResize="0"/>
          <p:nvPr/>
        </p:nvPicPr>
        <p:blipFill rotWithShape="1">
          <a:blip r:embed="rId3">
            <a:alphaModFix amt="32000"/>
          </a:blip>
          <a:srcRect l="7398"/>
          <a:stretch/>
        </p:blipFill>
        <p:spPr>
          <a:xfrm>
            <a:off x="4017665" y="1648337"/>
            <a:ext cx="1130368" cy="1154573"/>
          </a:xfrm>
          <a:prstGeom prst="rect">
            <a:avLst/>
          </a:prstGeom>
          <a:noFill/>
          <a:ln>
            <a:noFill/>
          </a:ln>
        </p:spPr>
      </p:pic>
      <p:pic>
        <p:nvPicPr>
          <p:cNvPr id="6587" name="Google Shape;6587;p74"/>
          <p:cNvPicPr preferRelativeResize="0"/>
          <p:nvPr/>
        </p:nvPicPr>
        <p:blipFill rotWithShape="1">
          <a:blip r:embed="rId3">
            <a:alphaModFix amt="32000"/>
          </a:blip>
          <a:srcRect l="7398"/>
          <a:stretch/>
        </p:blipFill>
        <p:spPr>
          <a:xfrm>
            <a:off x="6699290" y="1648337"/>
            <a:ext cx="1130368" cy="1154573"/>
          </a:xfrm>
          <a:prstGeom prst="rect">
            <a:avLst/>
          </a:prstGeom>
          <a:noFill/>
          <a:ln>
            <a:noFill/>
          </a:ln>
        </p:spPr>
      </p:pic>
      <p:sp>
        <p:nvSpPr>
          <p:cNvPr id="6589" name="Google Shape;6589;p74"/>
          <p:cNvSpPr txBox="1">
            <a:spLocks noGrp="1"/>
          </p:cNvSpPr>
          <p:nvPr>
            <p:ph type="subTitle" idx="5"/>
          </p:nvPr>
        </p:nvSpPr>
        <p:spPr>
          <a:xfrm>
            <a:off x="714175" y="2823975"/>
            <a:ext cx="2330700" cy="454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Terminologis</a:t>
            </a:r>
            <a:endParaRPr dirty="0"/>
          </a:p>
        </p:txBody>
      </p:sp>
      <p:sp>
        <p:nvSpPr>
          <p:cNvPr id="6591" name="Google Shape;6591;p74"/>
          <p:cNvSpPr txBox="1">
            <a:spLocks noGrp="1"/>
          </p:cNvSpPr>
          <p:nvPr>
            <p:ph type="subTitle" idx="3"/>
          </p:nvPr>
        </p:nvSpPr>
        <p:spPr>
          <a:xfrm>
            <a:off x="6099125" y="2823975"/>
            <a:ext cx="2330700" cy="454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Para Ahli</a:t>
            </a:r>
            <a:endParaRPr dirty="0"/>
          </a:p>
        </p:txBody>
      </p:sp>
      <p:sp>
        <p:nvSpPr>
          <p:cNvPr id="6592" name="Google Shape;6592;p74"/>
          <p:cNvSpPr txBox="1">
            <a:spLocks noGrp="1"/>
          </p:cNvSpPr>
          <p:nvPr>
            <p:ph type="subTitle" idx="6"/>
          </p:nvPr>
        </p:nvSpPr>
        <p:spPr>
          <a:xfrm>
            <a:off x="3406651" y="2823975"/>
            <a:ext cx="2330700" cy="454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Etimologi</a:t>
            </a:r>
            <a:endParaRPr dirty="0"/>
          </a:p>
        </p:txBody>
      </p:sp>
      <p:sp>
        <p:nvSpPr>
          <p:cNvPr id="6594" name="Google Shape;6594;p74"/>
          <p:cNvSpPr txBox="1">
            <a:spLocks noGrp="1"/>
          </p:cNvSpPr>
          <p:nvPr>
            <p:ph type="title"/>
          </p:nvPr>
        </p:nvSpPr>
        <p:spPr>
          <a:xfrm>
            <a:off x="714150" y="466300"/>
            <a:ext cx="7715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PENGERTIAN POLITIK</a:t>
            </a:r>
            <a:endParaRPr dirty="0"/>
          </a:p>
        </p:txBody>
      </p:sp>
      <p:sp>
        <p:nvSpPr>
          <p:cNvPr id="11" name="TextBox 10">
            <a:extLst>
              <a:ext uri="{FF2B5EF4-FFF2-40B4-BE49-F238E27FC236}">
                <a16:creationId xmlns:a16="http://schemas.microsoft.com/office/drawing/2014/main" id="{752CC78B-ADF5-55D6-F7CD-5F52F70E3A08}"/>
              </a:ext>
            </a:extLst>
          </p:cNvPr>
          <p:cNvSpPr txBox="1"/>
          <p:nvPr/>
        </p:nvSpPr>
        <p:spPr>
          <a:xfrm>
            <a:off x="1517214" y="1940808"/>
            <a:ext cx="724619" cy="630942"/>
          </a:xfrm>
          <a:prstGeom prst="rect">
            <a:avLst/>
          </a:prstGeom>
          <a:noFill/>
        </p:spPr>
        <p:txBody>
          <a:bodyPr wrap="square">
            <a:spAutoFit/>
          </a:bodyPr>
          <a:lstStyle/>
          <a:p>
            <a:r>
              <a:rPr lang="en" sz="3500" b="1" dirty="0">
                <a:solidFill>
                  <a:schemeClr val="tx1"/>
                </a:solidFill>
                <a:latin typeface="Fondamento" panose="020B0604020202020204" charset="0"/>
              </a:rPr>
              <a:t>01</a:t>
            </a:r>
          </a:p>
        </p:txBody>
      </p:sp>
      <p:sp>
        <p:nvSpPr>
          <p:cNvPr id="12" name="TextBox 11">
            <a:extLst>
              <a:ext uri="{FF2B5EF4-FFF2-40B4-BE49-F238E27FC236}">
                <a16:creationId xmlns:a16="http://schemas.microsoft.com/office/drawing/2014/main" id="{BBE450E3-A1E3-E564-3599-8D1FD9C39A13}"/>
              </a:ext>
            </a:extLst>
          </p:cNvPr>
          <p:cNvSpPr txBox="1"/>
          <p:nvPr/>
        </p:nvSpPr>
        <p:spPr>
          <a:xfrm>
            <a:off x="4209974" y="1968844"/>
            <a:ext cx="927494" cy="630942"/>
          </a:xfrm>
          <a:prstGeom prst="rect">
            <a:avLst/>
          </a:prstGeom>
          <a:noFill/>
        </p:spPr>
        <p:txBody>
          <a:bodyPr wrap="square">
            <a:spAutoFit/>
          </a:bodyPr>
          <a:lstStyle/>
          <a:p>
            <a:r>
              <a:rPr lang="en" sz="3500" b="1" dirty="0">
                <a:solidFill>
                  <a:schemeClr val="tx1"/>
                </a:solidFill>
                <a:latin typeface="Fondamento" panose="020B0604020202020204" charset="0"/>
              </a:rPr>
              <a:t>02</a:t>
            </a:r>
          </a:p>
        </p:txBody>
      </p:sp>
      <p:sp>
        <p:nvSpPr>
          <p:cNvPr id="13" name="TextBox 12">
            <a:extLst>
              <a:ext uri="{FF2B5EF4-FFF2-40B4-BE49-F238E27FC236}">
                <a16:creationId xmlns:a16="http://schemas.microsoft.com/office/drawing/2014/main" id="{731CE410-98FB-1FB7-8986-1BCA0546BA66}"/>
              </a:ext>
            </a:extLst>
          </p:cNvPr>
          <p:cNvSpPr txBox="1"/>
          <p:nvPr/>
        </p:nvSpPr>
        <p:spPr>
          <a:xfrm>
            <a:off x="6885949" y="1910152"/>
            <a:ext cx="927491" cy="630942"/>
          </a:xfrm>
          <a:prstGeom prst="rect">
            <a:avLst/>
          </a:prstGeom>
          <a:noFill/>
        </p:spPr>
        <p:txBody>
          <a:bodyPr wrap="square">
            <a:spAutoFit/>
          </a:bodyPr>
          <a:lstStyle/>
          <a:p>
            <a:r>
              <a:rPr lang="en" sz="3500" b="1" dirty="0">
                <a:solidFill>
                  <a:schemeClr val="tx1"/>
                </a:solidFill>
                <a:latin typeface="Fondamento" panose="020B0604020202020204" charset="0"/>
              </a:rPr>
              <a:t>03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A2EDBCC-D7DF-3C2A-F0A2-5736B2D425E8}"/>
              </a:ext>
            </a:extLst>
          </p:cNvPr>
          <p:cNvSpPr>
            <a:spLocks noGrp="1"/>
          </p:cNvSpPr>
          <p:nvPr>
            <p:ph type="body" idx="1"/>
          </p:nvPr>
        </p:nvSpPr>
        <p:spPr/>
        <p:txBody>
          <a:bodyPr/>
          <a:lstStyle/>
          <a:p>
            <a:pPr marL="342900" lvl="0" indent="-342900" algn="just">
              <a:lnSpc>
                <a:spcPct val="150000"/>
              </a:lnSpc>
              <a:buFont typeface="+mj-lt"/>
              <a:buAutoNum type="arabicPeriod"/>
            </a:pPr>
            <a:r>
              <a:rPr lang="ms-MY" sz="1800" b="1" dirty="0">
                <a:effectLst/>
                <a:latin typeface="Times New Roman" panose="02020603050405020304" pitchFamily="18" charset="0"/>
                <a:ea typeface="Times New Roman" panose="02020603050405020304" pitchFamily="18" charset="0"/>
              </a:rPr>
              <a:t>Menunjuk kepada satu segi kehidupan manusia bersama dengan masyarakat. </a:t>
            </a:r>
          </a:p>
          <a:p>
            <a:pPr marL="342900" lvl="0" indent="-342900" algn="just">
              <a:lnSpc>
                <a:spcPct val="150000"/>
              </a:lnSpc>
              <a:buFont typeface="+mj-lt"/>
              <a:buAutoNum type="arabicPeriod"/>
            </a:pPr>
            <a:r>
              <a:rPr lang="ms-MY" sz="1800" b="1" dirty="0">
                <a:effectLst/>
                <a:latin typeface="Times New Roman" panose="02020603050405020304" pitchFamily="18" charset="0"/>
                <a:ea typeface="Times New Roman" panose="02020603050405020304" pitchFamily="18" charset="0"/>
              </a:rPr>
              <a:t>Menujuk kepada “satu rangkaian tujuan yang hendak dicapai” atau “cara-cara atau arah kegiatan tertentu untuk mencapai tujuan tertentu”. </a:t>
            </a:r>
            <a:endParaRPr lang="id-ID" sz="1800" b="1" dirty="0">
              <a:effectLst/>
              <a:latin typeface="Times New Roman" panose="02020603050405020304" pitchFamily="18" charset="0"/>
              <a:ea typeface="Times New Roman" panose="02020603050405020304" pitchFamily="18" charset="0"/>
            </a:endParaRPr>
          </a:p>
          <a:p>
            <a:pPr marL="342900" lvl="0" indent="-342900" algn="just">
              <a:lnSpc>
                <a:spcPct val="150000"/>
              </a:lnSpc>
              <a:spcAft>
                <a:spcPts val="600"/>
              </a:spcAft>
              <a:buFont typeface="+mj-lt"/>
              <a:buAutoNum type="arabicPeriod"/>
            </a:pPr>
            <a:r>
              <a:rPr lang="ms-MY" sz="1800" b="1" dirty="0">
                <a:effectLst/>
                <a:latin typeface="Times New Roman" panose="02020603050405020304" pitchFamily="18" charset="0"/>
                <a:ea typeface="Times New Roman" panose="02020603050405020304" pitchFamily="18" charset="0"/>
              </a:rPr>
              <a:t>Menunjuk pada pengaturan urusan masyarakat dalam segala aspek kehidupan. </a:t>
            </a:r>
            <a:endParaRPr lang="id-ID" sz="1800" b="1" dirty="0"/>
          </a:p>
          <a:p>
            <a:pPr marL="139700" indent="0">
              <a:buNone/>
            </a:pPr>
            <a:endParaRPr lang="id-ID" sz="1800" dirty="0"/>
          </a:p>
        </p:txBody>
      </p:sp>
      <p:sp>
        <p:nvSpPr>
          <p:cNvPr id="3" name="Title 2">
            <a:extLst>
              <a:ext uri="{FF2B5EF4-FFF2-40B4-BE49-F238E27FC236}">
                <a16:creationId xmlns:a16="http://schemas.microsoft.com/office/drawing/2014/main" id="{66674350-71A7-3055-355E-9D1E0E9474FA}"/>
              </a:ext>
            </a:extLst>
          </p:cNvPr>
          <p:cNvSpPr>
            <a:spLocks noGrp="1"/>
          </p:cNvSpPr>
          <p:nvPr>
            <p:ph type="title"/>
          </p:nvPr>
        </p:nvSpPr>
        <p:spPr/>
        <p:txBody>
          <a:bodyPr/>
          <a:lstStyle/>
          <a:p>
            <a:r>
              <a:rPr lang="en-US" dirty="0" err="1"/>
              <a:t>Terminologis</a:t>
            </a:r>
            <a:endParaRPr lang="id-ID" dirty="0"/>
          </a:p>
        </p:txBody>
      </p:sp>
    </p:spTree>
    <p:extLst>
      <p:ext uri="{BB962C8B-B14F-4D97-AF65-F5344CB8AC3E}">
        <p14:creationId xmlns:p14="http://schemas.microsoft.com/office/powerpoint/2010/main" val="2597320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A1B0AD6-650A-BD85-6FA6-528A400D6A8F}"/>
              </a:ext>
            </a:extLst>
          </p:cNvPr>
          <p:cNvSpPr>
            <a:spLocks noGrp="1"/>
          </p:cNvSpPr>
          <p:nvPr>
            <p:ph type="body" idx="1"/>
          </p:nvPr>
        </p:nvSpPr>
        <p:spPr>
          <a:xfrm>
            <a:off x="319177" y="1153300"/>
            <a:ext cx="8505645" cy="3990200"/>
          </a:xfrm>
        </p:spPr>
        <p:txBody>
          <a:bodyPr/>
          <a:lstStyle/>
          <a:p>
            <a:pPr marL="139700" indent="0" algn="just">
              <a:lnSpc>
                <a:spcPct val="150000"/>
              </a:lnSpc>
              <a:spcAft>
                <a:spcPts val="600"/>
              </a:spcAft>
              <a:buNone/>
            </a:pPr>
            <a:r>
              <a:rPr lang="ms-MY" sz="1600" b="1" dirty="0">
                <a:effectLst/>
                <a:latin typeface="Times New Roman" panose="02020603050405020304" pitchFamily="18" charset="0"/>
                <a:ea typeface="Times New Roman" panose="02020603050405020304" pitchFamily="18" charset="0"/>
              </a:rPr>
              <a:t>Politik (dari bahasa Yunanni: ,politika, 'urusan kota') adalah serangkaian kegiatan yang terkait dengan pengambilan keputusan dalam kelompok, atau bentuk lain dari hubungan kekuasaan individu, distribusi sumberdaya air dan status. </a:t>
            </a:r>
            <a:endParaRPr lang="id-ID" sz="1600" b="1" dirty="0">
              <a:effectLst/>
              <a:latin typeface="Times New Roman" panose="02020603050405020304" pitchFamily="18" charset="0"/>
              <a:ea typeface="Times New Roman" panose="02020603050405020304" pitchFamily="18" charset="0"/>
            </a:endParaRPr>
          </a:p>
          <a:p>
            <a:pPr marL="139700" indent="0" algn="just">
              <a:lnSpc>
                <a:spcPct val="150000"/>
              </a:lnSpc>
              <a:spcAft>
                <a:spcPts val="600"/>
              </a:spcAft>
              <a:buNone/>
            </a:pPr>
            <a:r>
              <a:rPr lang="ms-MY" sz="1600" b="1" dirty="0">
                <a:effectLst/>
                <a:latin typeface="Times New Roman" panose="02020603050405020304" pitchFamily="18" charset="0"/>
                <a:ea typeface="Times New Roman" panose="02020603050405020304" pitchFamily="18" charset="0"/>
              </a:rPr>
              <a:t>Politik berasal dari bahasa Yunani yaitu polis yang berarti kota atau negara kota. Turunan dari kata tersebut yaitu:</a:t>
            </a:r>
            <a:endParaRPr lang="id-ID" sz="1600" b="1" dirty="0">
              <a:effectLst/>
              <a:latin typeface="Times New Roman" panose="02020603050405020304" pitchFamily="18" charset="0"/>
              <a:ea typeface="Times New Roman" panose="02020603050405020304" pitchFamily="18" charset="0"/>
            </a:endParaRPr>
          </a:p>
          <a:p>
            <a:pPr marL="342900" lvl="0" indent="-342900" algn="just">
              <a:lnSpc>
                <a:spcPct val="150000"/>
              </a:lnSpc>
              <a:spcAft>
                <a:spcPts val="600"/>
              </a:spcAft>
              <a:buFont typeface="+mj-lt"/>
              <a:buAutoNum type="arabicParenR"/>
            </a:pPr>
            <a:r>
              <a:rPr lang="ms-MY" sz="1600" b="1" dirty="0">
                <a:effectLst/>
                <a:latin typeface="Times New Roman" panose="02020603050405020304" pitchFamily="18" charset="0"/>
                <a:ea typeface="Times New Roman" panose="02020603050405020304" pitchFamily="18" charset="0"/>
              </a:rPr>
              <a:t>Polites berarti warga negara.</a:t>
            </a:r>
            <a:endParaRPr lang="id-ID" sz="1600" b="1" dirty="0">
              <a:effectLst/>
              <a:latin typeface="Times New Roman" panose="02020603050405020304" pitchFamily="18" charset="0"/>
              <a:ea typeface="Times New Roman" panose="02020603050405020304" pitchFamily="18" charset="0"/>
            </a:endParaRPr>
          </a:p>
          <a:p>
            <a:pPr marL="342900" lvl="0" indent="-342900" algn="just">
              <a:lnSpc>
                <a:spcPct val="150000"/>
              </a:lnSpc>
              <a:spcAft>
                <a:spcPts val="600"/>
              </a:spcAft>
              <a:buFont typeface="+mj-lt"/>
              <a:buAutoNum type="arabicParenR"/>
            </a:pPr>
            <a:r>
              <a:rPr lang="ms-MY" sz="1600" b="1" dirty="0">
                <a:effectLst/>
                <a:latin typeface="Times New Roman" panose="02020603050405020304" pitchFamily="18" charset="0"/>
                <a:ea typeface="Times New Roman" panose="02020603050405020304" pitchFamily="18" charset="0"/>
              </a:rPr>
              <a:t>Politikos berarti kewarganegaraan.</a:t>
            </a:r>
            <a:endParaRPr lang="id-ID" sz="1600" b="1" dirty="0">
              <a:effectLst/>
              <a:latin typeface="Times New Roman" panose="02020603050405020304" pitchFamily="18" charset="0"/>
              <a:ea typeface="Times New Roman" panose="02020603050405020304" pitchFamily="18" charset="0"/>
            </a:endParaRPr>
          </a:p>
          <a:p>
            <a:pPr marL="342900" lvl="0" indent="-342900" algn="just">
              <a:lnSpc>
                <a:spcPct val="150000"/>
              </a:lnSpc>
              <a:spcAft>
                <a:spcPts val="600"/>
              </a:spcAft>
              <a:buFont typeface="+mj-lt"/>
              <a:buAutoNum type="arabicParenR"/>
            </a:pPr>
            <a:r>
              <a:rPr lang="ms-MY" sz="1600" b="1" dirty="0">
                <a:effectLst/>
                <a:latin typeface="Times New Roman" panose="02020603050405020304" pitchFamily="18" charset="0"/>
                <a:ea typeface="Times New Roman" panose="02020603050405020304" pitchFamily="18" charset="0"/>
              </a:rPr>
              <a:t>Politike tehne berarti kemahiran politik.</a:t>
            </a:r>
            <a:endParaRPr lang="id-ID" sz="1600" b="1" dirty="0">
              <a:effectLst/>
              <a:latin typeface="Times New Roman" panose="02020603050405020304" pitchFamily="18" charset="0"/>
              <a:ea typeface="Times New Roman" panose="02020603050405020304" pitchFamily="18" charset="0"/>
            </a:endParaRPr>
          </a:p>
          <a:p>
            <a:pPr marL="342900" lvl="0" indent="-342900" algn="just">
              <a:lnSpc>
                <a:spcPct val="150000"/>
              </a:lnSpc>
              <a:spcBef>
                <a:spcPts val="600"/>
              </a:spcBef>
              <a:spcAft>
                <a:spcPts val="600"/>
              </a:spcAft>
              <a:buFont typeface="+mj-lt"/>
              <a:buAutoNum type="arabicParenR"/>
            </a:pPr>
            <a:r>
              <a:rPr lang="ms-MY" sz="1600" b="1" dirty="0">
                <a:effectLst/>
                <a:latin typeface="Times New Roman" panose="02020603050405020304" pitchFamily="18" charset="0"/>
                <a:ea typeface="Times New Roman" panose="02020603050405020304" pitchFamily="18" charset="0"/>
              </a:rPr>
              <a:t>Politike episteme berarti ilmu politik.</a:t>
            </a:r>
            <a:endParaRPr lang="id-ID" sz="1600" b="1" dirty="0">
              <a:effectLst/>
              <a:latin typeface="Times New Roman" panose="02020603050405020304" pitchFamily="18" charset="0"/>
              <a:ea typeface="Times New Roman" panose="02020603050405020304" pitchFamily="18" charset="0"/>
            </a:endParaRPr>
          </a:p>
          <a:p>
            <a:pPr marL="139700" indent="0">
              <a:buNone/>
            </a:pPr>
            <a:endParaRPr lang="id-ID" sz="1100" b="1" dirty="0"/>
          </a:p>
        </p:txBody>
      </p:sp>
      <p:sp>
        <p:nvSpPr>
          <p:cNvPr id="3" name="Title 2">
            <a:extLst>
              <a:ext uri="{FF2B5EF4-FFF2-40B4-BE49-F238E27FC236}">
                <a16:creationId xmlns:a16="http://schemas.microsoft.com/office/drawing/2014/main" id="{2B19E492-9BE5-25A1-C02C-703708CFDB82}"/>
              </a:ext>
            </a:extLst>
          </p:cNvPr>
          <p:cNvSpPr>
            <a:spLocks noGrp="1"/>
          </p:cNvSpPr>
          <p:nvPr>
            <p:ph type="title"/>
          </p:nvPr>
        </p:nvSpPr>
        <p:spPr/>
        <p:txBody>
          <a:bodyPr/>
          <a:lstStyle/>
          <a:p>
            <a:r>
              <a:rPr lang="en-US" dirty="0" err="1"/>
              <a:t>Etimologi</a:t>
            </a:r>
            <a:endParaRPr lang="id-ID" dirty="0"/>
          </a:p>
        </p:txBody>
      </p:sp>
    </p:spTree>
    <p:extLst>
      <p:ext uri="{BB962C8B-B14F-4D97-AF65-F5344CB8AC3E}">
        <p14:creationId xmlns:p14="http://schemas.microsoft.com/office/powerpoint/2010/main" val="1705022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5221BE-DC65-2D7B-46D6-364E70DE3E4F}"/>
              </a:ext>
            </a:extLst>
          </p:cNvPr>
          <p:cNvSpPr>
            <a:spLocks noGrp="1"/>
          </p:cNvSpPr>
          <p:nvPr>
            <p:ph type="body" idx="1"/>
          </p:nvPr>
        </p:nvSpPr>
        <p:spPr/>
        <p:txBody>
          <a:bodyPr/>
          <a:lstStyle/>
          <a:p>
            <a:pPr marL="139700" indent="0">
              <a:buNone/>
            </a:pPr>
            <a:r>
              <a:rPr lang="ms-MY" sz="2000" b="1" dirty="0">
                <a:effectLst/>
                <a:latin typeface="Times New Roman" panose="02020603050405020304" pitchFamily="18" charset="0"/>
                <a:ea typeface="Times New Roman" panose="02020603050405020304" pitchFamily="18" charset="0"/>
              </a:rPr>
              <a:t>Politik (serapan dari bahasa Belanda: politiek) adalah proses pembentukan dalam masyarakat yang antara lain berwujud proses pembuatan keputusan, khususnya dalam negara. Pengertian ini adalah upaya penggabungan antara berbagai definisi.</a:t>
            </a:r>
            <a:endParaRPr lang="id-ID" sz="2000" b="1" dirty="0">
              <a:effectLst/>
              <a:latin typeface="Times New Roman" panose="02020603050405020304" pitchFamily="18" charset="0"/>
              <a:ea typeface="Times New Roman" panose="02020603050405020304" pitchFamily="18" charset="0"/>
            </a:endParaRPr>
          </a:p>
          <a:p>
            <a:pPr marL="139700" indent="0">
              <a:buNone/>
            </a:pPr>
            <a:endParaRPr lang="id-ID" sz="1400" b="1" dirty="0"/>
          </a:p>
        </p:txBody>
      </p:sp>
      <p:sp>
        <p:nvSpPr>
          <p:cNvPr id="3" name="Title 2">
            <a:extLst>
              <a:ext uri="{FF2B5EF4-FFF2-40B4-BE49-F238E27FC236}">
                <a16:creationId xmlns:a16="http://schemas.microsoft.com/office/drawing/2014/main" id="{8B3F7BD6-351F-454D-1984-D075F86221E3}"/>
              </a:ext>
            </a:extLst>
          </p:cNvPr>
          <p:cNvSpPr>
            <a:spLocks noGrp="1"/>
          </p:cNvSpPr>
          <p:nvPr>
            <p:ph type="title"/>
          </p:nvPr>
        </p:nvSpPr>
        <p:spPr/>
        <p:txBody>
          <a:bodyPr/>
          <a:lstStyle/>
          <a:p>
            <a:r>
              <a:rPr lang="en-US" dirty="0"/>
              <a:t>Kesimpulan </a:t>
            </a:r>
            <a:r>
              <a:rPr lang="en-US" dirty="0" err="1"/>
              <a:t>Pengertian</a:t>
            </a:r>
            <a:r>
              <a:rPr lang="en-US" dirty="0"/>
              <a:t> </a:t>
            </a:r>
            <a:r>
              <a:rPr lang="en-US" dirty="0" err="1"/>
              <a:t>Politik</a:t>
            </a:r>
            <a:endParaRPr lang="id-ID" dirty="0"/>
          </a:p>
        </p:txBody>
      </p:sp>
    </p:spTree>
    <p:extLst>
      <p:ext uri="{BB962C8B-B14F-4D97-AF65-F5344CB8AC3E}">
        <p14:creationId xmlns:p14="http://schemas.microsoft.com/office/powerpoint/2010/main" val="3654520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29"/>
        <p:cNvGrpSpPr/>
        <p:nvPr/>
      </p:nvGrpSpPr>
      <p:grpSpPr>
        <a:xfrm>
          <a:off x="0" y="0"/>
          <a:ext cx="0" cy="0"/>
          <a:chOff x="0" y="0"/>
          <a:chExt cx="0" cy="0"/>
        </a:xfrm>
      </p:grpSpPr>
      <p:pic>
        <p:nvPicPr>
          <p:cNvPr id="6630" name="Google Shape;6630;p76"/>
          <p:cNvPicPr preferRelativeResize="0"/>
          <p:nvPr/>
        </p:nvPicPr>
        <p:blipFill rotWithShape="1">
          <a:blip r:embed="rId3">
            <a:alphaModFix amt="32000"/>
          </a:blip>
          <a:srcRect l="7398"/>
          <a:stretch/>
        </p:blipFill>
        <p:spPr>
          <a:xfrm>
            <a:off x="1017917" y="2122098"/>
            <a:ext cx="3341133" cy="1846053"/>
          </a:xfrm>
          <a:prstGeom prst="rect">
            <a:avLst/>
          </a:prstGeom>
          <a:noFill/>
          <a:ln>
            <a:noFill/>
          </a:ln>
        </p:spPr>
      </p:pic>
      <p:sp>
        <p:nvSpPr>
          <p:cNvPr id="6632" name="Google Shape;6632;p76"/>
          <p:cNvSpPr txBox="1">
            <a:spLocks noGrp="1"/>
          </p:cNvSpPr>
          <p:nvPr>
            <p:ph type="title"/>
          </p:nvPr>
        </p:nvSpPr>
        <p:spPr>
          <a:xfrm>
            <a:off x="714175" y="466300"/>
            <a:ext cx="7715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TUJUAN POLITIK</a:t>
            </a:r>
            <a:endParaRPr dirty="0"/>
          </a:p>
        </p:txBody>
      </p:sp>
      <p:sp>
        <p:nvSpPr>
          <p:cNvPr id="6634" name="Google Shape;6634;p76"/>
          <p:cNvSpPr txBox="1">
            <a:spLocks noGrp="1"/>
          </p:cNvSpPr>
          <p:nvPr>
            <p:ph type="subTitle" idx="2"/>
          </p:nvPr>
        </p:nvSpPr>
        <p:spPr>
          <a:xfrm>
            <a:off x="1347183" y="2839888"/>
            <a:ext cx="2682600" cy="45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tx1"/>
                </a:solidFill>
              </a:rPr>
              <a:t>Tujuan Secara Umum</a:t>
            </a:r>
            <a:endParaRPr dirty="0">
              <a:solidFill>
                <a:schemeClr val="tx1"/>
              </a:solidFill>
            </a:endParaRPr>
          </a:p>
        </p:txBody>
      </p:sp>
      <p:sp>
        <p:nvSpPr>
          <p:cNvPr id="6636" name="Google Shape;6636;p76"/>
          <p:cNvSpPr txBox="1">
            <a:spLocks noGrp="1"/>
          </p:cNvSpPr>
          <p:nvPr>
            <p:ph type="subTitle" idx="4"/>
          </p:nvPr>
        </p:nvSpPr>
        <p:spPr>
          <a:xfrm>
            <a:off x="5114217" y="2839888"/>
            <a:ext cx="2682600" cy="45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tx1"/>
                </a:solidFill>
              </a:rPr>
              <a:t>Tujuan Politik Indonesia</a:t>
            </a:r>
            <a:endParaRPr dirty="0">
              <a:solidFill>
                <a:schemeClr val="tx1"/>
              </a:solidFill>
            </a:endParaRPr>
          </a:p>
        </p:txBody>
      </p:sp>
      <p:pic>
        <p:nvPicPr>
          <p:cNvPr id="6" name="Google Shape;6630;p76">
            <a:extLst>
              <a:ext uri="{FF2B5EF4-FFF2-40B4-BE49-F238E27FC236}">
                <a16:creationId xmlns:a16="http://schemas.microsoft.com/office/drawing/2014/main" id="{FEA6EFAD-897A-2DF1-023A-B1E25A8DB638}"/>
              </a:ext>
            </a:extLst>
          </p:cNvPr>
          <p:cNvPicPr preferRelativeResize="0"/>
          <p:nvPr/>
        </p:nvPicPr>
        <p:blipFill rotWithShape="1">
          <a:blip r:embed="rId3">
            <a:alphaModFix amt="32000"/>
          </a:blip>
          <a:srcRect l="7398"/>
          <a:stretch/>
        </p:blipFill>
        <p:spPr>
          <a:xfrm>
            <a:off x="4929314" y="2145611"/>
            <a:ext cx="3341133" cy="184605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725"/>
        <p:cNvGrpSpPr/>
        <p:nvPr/>
      </p:nvGrpSpPr>
      <p:grpSpPr>
        <a:xfrm>
          <a:off x="0" y="0"/>
          <a:ext cx="0" cy="0"/>
          <a:chOff x="0" y="0"/>
          <a:chExt cx="0" cy="0"/>
        </a:xfrm>
      </p:grpSpPr>
      <p:sp>
        <p:nvSpPr>
          <p:cNvPr id="6726" name="Google Shape;6726;p79"/>
          <p:cNvSpPr txBox="1">
            <a:spLocks noGrp="1"/>
          </p:cNvSpPr>
          <p:nvPr>
            <p:ph type="title"/>
          </p:nvPr>
        </p:nvSpPr>
        <p:spPr>
          <a:xfrm>
            <a:off x="714175" y="466344"/>
            <a:ext cx="7715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Tujuan Politik Secara Umum</a:t>
            </a:r>
            <a:endParaRPr dirty="0"/>
          </a:p>
        </p:txBody>
      </p:sp>
      <p:sp>
        <p:nvSpPr>
          <p:cNvPr id="6738" name="Google Shape;6738;p79"/>
          <p:cNvSpPr/>
          <p:nvPr/>
        </p:nvSpPr>
        <p:spPr>
          <a:xfrm>
            <a:off x="821125" y="881592"/>
            <a:ext cx="28385" cy="14055"/>
          </a:xfrm>
          <a:custGeom>
            <a:avLst/>
            <a:gdLst/>
            <a:ahLst/>
            <a:cxnLst/>
            <a:rect l="l" t="t" r="r" b="b"/>
            <a:pathLst>
              <a:path w="206" h="102" extrusionOk="0">
                <a:moveTo>
                  <a:pt x="1" y="11"/>
                </a:moveTo>
                <a:cubicBezTo>
                  <a:pt x="93" y="102"/>
                  <a:pt x="133" y="100"/>
                  <a:pt x="205" y="1"/>
                </a:cubicBezTo>
                <a:lnTo>
                  <a:pt x="205" y="1"/>
                </a:lnTo>
                <a:close/>
              </a:path>
            </a:pathLst>
          </a:custGeom>
          <a:solidFill>
            <a:schemeClr val="dk2">
              <a:alpha val="245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6728;p79">
            <a:extLst>
              <a:ext uri="{FF2B5EF4-FFF2-40B4-BE49-F238E27FC236}">
                <a16:creationId xmlns:a16="http://schemas.microsoft.com/office/drawing/2014/main" id="{10EE109C-129A-B954-D7BB-0C414E86B9FB}"/>
              </a:ext>
            </a:extLst>
          </p:cNvPr>
          <p:cNvSpPr txBox="1"/>
          <p:nvPr/>
        </p:nvSpPr>
        <p:spPr>
          <a:xfrm>
            <a:off x="276045" y="1216324"/>
            <a:ext cx="8591909" cy="3927175"/>
          </a:xfrm>
          <a:prstGeom prst="rect">
            <a:avLst/>
          </a:prstGeom>
          <a:noFill/>
          <a:ln>
            <a:noFill/>
          </a:ln>
        </p:spPr>
        <p:txBody>
          <a:bodyPr spcFirstLastPara="1" wrap="square" lIns="91425" tIns="91425" rIns="91425" bIns="91425" anchor="ctr" anchorCtr="0">
            <a:noAutofit/>
          </a:bodyPr>
          <a:lstStyle/>
          <a:p>
            <a:pPr marL="342900" lvl="0" indent="-342900" algn="just">
              <a:lnSpc>
                <a:spcPct val="150000"/>
              </a:lnSpc>
              <a:buClr>
                <a:schemeClr val="tx1"/>
              </a:buClr>
              <a:buFont typeface="+mj-lt"/>
              <a:buAutoNum type="arabicParenR"/>
            </a:pPr>
            <a:r>
              <a:rPr lang="ms-MY" sz="1800" b="1" dirty="0">
                <a:solidFill>
                  <a:schemeClr val="bg2"/>
                </a:solidFill>
                <a:effectLst/>
                <a:latin typeface="Times New Roman" panose="02020603050405020304" pitchFamily="18" charset="0"/>
                <a:ea typeface="Times New Roman" panose="02020603050405020304" pitchFamily="18" charset="0"/>
              </a:rPr>
              <a:t>Politik dapat digunakan untuk mengupayakan suatu kekuasaan yang ada di masyarakat dan pemerintah bisa diproses, dikelola dan diterapkan sesuai dengan norma maupun hukum yang ada.</a:t>
            </a:r>
            <a:endParaRPr lang="en-US" sz="1800" b="1" dirty="0">
              <a:solidFill>
                <a:schemeClr val="bg2"/>
              </a:solidFill>
              <a:latin typeface="Times New Roman" panose="02020603050405020304" pitchFamily="18" charset="0"/>
              <a:ea typeface="Times New Roman" panose="02020603050405020304" pitchFamily="18" charset="0"/>
            </a:endParaRPr>
          </a:p>
          <a:p>
            <a:pPr marL="342900" lvl="0" indent="-342900" algn="just">
              <a:lnSpc>
                <a:spcPct val="150000"/>
              </a:lnSpc>
              <a:buClr>
                <a:schemeClr val="tx1"/>
              </a:buClr>
              <a:buFont typeface="+mj-lt"/>
              <a:buAutoNum type="arabicParenR"/>
            </a:pPr>
            <a:r>
              <a:rPr lang="ms-MY" sz="1800" b="1" dirty="0">
                <a:solidFill>
                  <a:schemeClr val="bg2"/>
                </a:solidFill>
                <a:effectLst/>
                <a:latin typeface="Times New Roman" panose="02020603050405020304" pitchFamily="18" charset="0"/>
                <a:ea typeface="Times New Roman" panose="02020603050405020304" pitchFamily="18" charset="0"/>
              </a:rPr>
              <a:t>Politik dapat digunakan untuk membuat suatu kekuasaan yang ada di masyarakat dan pemerintah dapat memperoleh, mengenal dan menerapkan demokrasi secara menyeluruh.</a:t>
            </a:r>
            <a:endParaRPr lang="en-US" sz="1800" b="1" dirty="0">
              <a:solidFill>
                <a:schemeClr val="bg2"/>
              </a:solidFill>
              <a:latin typeface="Times New Roman" panose="02020603050405020304" pitchFamily="18" charset="0"/>
              <a:ea typeface="Times New Roman" panose="02020603050405020304" pitchFamily="18" charset="0"/>
            </a:endParaRPr>
          </a:p>
          <a:p>
            <a:pPr marL="342900" lvl="0" indent="-342900" algn="just">
              <a:lnSpc>
                <a:spcPct val="150000"/>
              </a:lnSpc>
              <a:buClr>
                <a:schemeClr val="tx1"/>
              </a:buClr>
              <a:buFont typeface="+mj-lt"/>
              <a:buAutoNum type="arabicParenR"/>
            </a:pPr>
            <a:r>
              <a:rPr lang="ms-MY" sz="1800" b="1" dirty="0">
                <a:solidFill>
                  <a:schemeClr val="bg2"/>
                </a:solidFill>
                <a:effectLst/>
                <a:latin typeface="Times New Roman" panose="02020603050405020304" pitchFamily="18" charset="0"/>
                <a:ea typeface="Times New Roman" panose="02020603050405020304" pitchFamily="18" charset="0"/>
              </a:rPr>
              <a:t>Politik dapat digunakan untuk menerapkan dan mengelola politik yang ada di masyarakat dan pemerintah sesuai dengan kerangka guna mempertahankan prinsip negara.</a:t>
            </a:r>
            <a:endParaRPr lang="id-ID" sz="1800" b="1" dirty="0">
              <a:solidFill>
                <a:schemeClr val="bg2"/>
              </a:solidFill>
              <a:effectLst/>
              <a:latin typeface="Times New Roman" panose="02020603050405020304" pitchFamily="18" charset="0"/>
              <a:ea typeface="Times New Roman" panose="02020603050405020304" pitchFamily="18" charset="0"/>
            </a:endParaRPr>
          </a:p>
          <a:p>
            <a:pPr marL="0" lvl="0" indent="0" algn="ctr" rtl="0">
              <a:spcBef>
                <a:spcPts val="0"/>
              </a:spcBef>
              <a:spcAft>
                <a:spcPts val="0"/>
              </a:spcAft>
              <a:buNone/>
            </a:pPr>
            <a:endParaRPr lang="en-US" b="1" dirty="0">
              <a:solidFill>
                <a:schemeClr val="bg2"/>
              </a:solidFill>
              <a:latin typeface="Commissioner" panose="020B0604020202020204" charset="0"/>
              <a:ea typeface="Commissioner"/>
              <a:cs typeface="Commissioner"/>
              <a:sym typeface="Commissioner"/>
            </a:endParaRPr>
          </a:p>
        </p:txBody>
      </p:sp>
    </p:spTree>
    <p:extLst>
      <p:ext uri="{BB962C8B-B14F-4D97-AF65-F5344CB8AC3E}">
        <p14:creationId xmlns:p14="http://schemas.microsoft.com/office/powerpoint/2010/main" val="1499559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725"/>
        <p:cNvGrpSpPr/>
        <p:nvPr/>
      </p:nvGrpSpPr>
      <p:grpSpPr>
        <a:xfrm>
          <a:off x="0" y="0"/>
          <a:ext cx="0" cy="0"/>
          <a:chOff x="0" y="0"/>
          <a:chExt cx="0" cy="0"/>
        </a:xfrm>
      </p:grpSpPr>
      <p:sp>
        <p:nvSpPr>
          <p:cNvPr id="6726" name="Google Shape;6726;p79"/>
          <p:cNvSpPr txBox="1">
            <a:spLocks noGrp="1"/>
          </p:cNvSpPr>
          <p:nvPr>
            <p:ph type="title"/>
          </p:nvPr>
        </p:nvSpPr>
        <p:spPr>
          <a:xfrm>
            <a:off x="714175" y="466344"/>
            <a:ext cx="7715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Tujuan Politik Indonesia</a:t>
            </a:r>
            <a:endParaRPr dirty="0"/>
          </a:p>
        </p:txBody>
      </p:sp>
      <p:sp>
        <p:nvSpPr>
          <p:cNvPr id="6738" name="Google Shape;6738;p79"/>
          <p:cNvSpPr/>
          <p:nvPr/>
        </p:nvSpPr>
        <p:spPr>
          <a:xfrm>
            <a:off x="821125" y="881592"/>
            <a:ext cx="28385" cy="14055"/>
          </a:xfrm>
          <a:custGeom>
            <a:avLst/>
            <a:gdLst/>
            <a:ahLst/>
            <a:cxnLst/>
            <a:rect l="l" t="t" r="r" b="b"/>
            <a:pathLst>
              <a:path w="206" h="102" extrusionOk="0">
                <a:moveTo>
                  <a:pt x="1" y="11"/>
                </a:moveTo>
                <a:cubicBezTo>
                  <a:pt x="93" y="102"/>
                  <a:pt x="133" y="100"/>
                  <a:pt x="205" y="1"/>
                </a:cubicBezTo>
                <a:lnTo>
                  <a:pt x="205" y="1"/>
                </a:lnTo>
                <a:close/>
              </a:path>
            </a:pathLst>
          </a:custGeom>
          <a:solidFill>
            <a:schemeClr val="dk2">
              <a:alpha val="245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6728;p79">
            <a:extLst>
              <a:ext uri="{FF2B5EF4-FFF2-40B4-BE49-F238E27FC236}">
                <a16:creationId xmlns:a16="http://schemas.microsoft.com/office/drawing/2014/main" id="{10EE109C-129A-B954-D7BB-0C414E86B9FB}"/>
              </a:ext>
            </a:extLst>
          </p:cNvPr>
          <p:cNvSpPr txBox="1"/>
          <p:nvPr/>
        </p:nvSpPr>
        <p:spPr>
          <a:xfrm>
            <a:off x="276045" y="1216324"/>
            <a:ext cx="8591909" cy="3927175"/>
          </a:xfrm>
          <a:prstGeom prst="rect">
            <a:avLst/>
          </a:prstGeom>
          <a:noFill/>
          <a:ln>
            <a:noFill/>
          </a:ln>
        </p:spPr>
        <p:txBody>
          <a:bodyPr spcFirstLastPara="1" wrap="square" lIns="91425" tIns="91425" rIns="91425" bIns="91425" anchor="ctr" anchorCtr="0">
            <a:noAutofit/>
          </a:bodyPr>
          <a:lstStyle/>
          <a:p>
            <a:pPr marL="342900" lvl="0" indent="-342900" algn="just">
              <a:lnSpc>
                <a:spcPct val="150000"/>
              </a:lnSpc>
              <a:buClr>
                <a:schemeClr val="tx1"/>
              </a:buClr>
              <a:buFont typeface="+mj-lt"/>
              <a:buAutoNum type="arabicParenR"/>
            </a:pPr>
            <a:r>
              <a:rPr lang="ms-MY" sz="1800" b="1" dirty="0">
                <a:solidFill>
                  <a:schemeClr val="bg2"/>
                </a:solidFill>
                <a:effectLst/>
                <a:latin typeface="Times New Roman" panose="02020603050405020304" pitchFamily="18" charset="0"/>
                <a:ea typeface="Times New Roman" panose="02020603050405020304" pitchFamily="18" charset="0"/>
              </a:rPr>
              <a:t>Politik dapat digunakan untuk melindungi hak semua warga negara Indonesia tanpa ada pengecualian serta menjaga pelaksanaan kewajiban dengan melaksanakan pemerintahan untuk bisa mengatur keamanan.</a:t>
            </a:r>
            <a:endParaRPr lang="en-US" sz="1800" b="1" dirty="0">
              <a:solidFill>
                <a:schemeClr val="bg2"/>
              </a:solidFill>
              <a:latin typeface="Times New Roman" panose="02020603050405020304" pitchFamily="18" charset="0"/>
              <a:ea typeface="Times New Roman" panose="02020603050405020304" pitchFamily="18" charset="0"/>
            </a:endParaRPr>
          </a:p>
          <a:p>
            <a:pPr marL="342900" lvl="0" indent="-342900" algn="just">
              <a:lnSpc>
                <a:spcPct val="150000"/>
              </a:lnSpc>
              <a:buClr>
                <a:schemeClr val="tx1"/>
              </a:buClr>
              <a:buFont typeface="+mj-lt"/>
              <a:buAutoNum type="arabicParenR"/>
            </a:pPr>
            <a:r>
              <a:rPr lang="ms-MY" sz="1800" b="1" dirty="0">
                <a:solidFill>
                  <a:schemeClr val="bg2"/>
                </a:solidFill>
                <a:effectLst/>
                <a:latin typeface="Times New Roman" panose="02020603050405020304" pitchFamily="18" charset="0"/>
                <a:ea typeface="Times New Roman" panose="02020603050405020304" pitchFamily="18" charset="0"/>
              </a:rPr>
              <a:t>Politik Indonesia memiliki tujuan untuk mensejahterakan kehidupan seluruh masyarakat yang ada di negara indonesia.</a:t>
            </a:r>
            <a:endParaRPr lang="en-US" sz="1800" b="1" dirty="0">
              <a:solidFill>
                <a:schemeClr val="bg2"/>
              </a:solidFill>
              <a:latin typeface="Times New Roman" panose="02020603050405020304" pitchFamily="18" charset="0"/>
              <a:ea typeface="Times New Roman" panose="02020603050405020304" pitchFamily="18" charset="0"/>
            </a:endParaRPr>
          </a:p>
          <a:p>
            <a:pPr marL="342900" lvl="0" indent="-342900" algn="just">
              <a:lnSpc>
                <a:spcPct val="150000"/>
              </a:lnSpc>
              <a:buClr>
                <a:schemeClr val="tx1"/>
              </a:buClr>
              <a:buFont typeface="+mj-lt"/>
              <a:buAutoNum type="arabicParenR"/>
            </a:pPr>
            <a:r>
              <a:rPr lang="ms-MY" sz="1800" b="1" dirty="0">
                <a:solidFill>
                  <a:schemeClr val="bg2"/>
                </a:solidFill>
                <a:effectLst/>
                <a:latin typeface="Times New Roman" panose="02020603050405020304" pitchFamily="18" charset="0"/>
                <a:ea typeface="Times New Roman" panose="02020603050405020304" pitchFamily="18" charset="0"/>
              </a:rPr>
              <a:t>Politik bisa digunakan untuk memastikan terlaksanakannya sistem pendidikan dengan tujuan memajukan bangsa dan negara.</a:t>
            </a:r>
            <a:endParaRPr lang="en-US" sz="1800" b="1" dirty="0">
              <a:solidFill>
                <a:schemeClr val="bg2"/>
              </a:solidFill>
              <a:latin typeface="Times New Roman" panose="02020603050405020304" pitchFamily="18" charset="0"/>
              <a:ea typeface="Times New Roman" panose="02020603050405020304" pitchFamily="18" charset="0"/>
            </a:endParaRPr>
          </a:p>
          <a:p>
            <a:pPr marL="342900" lvl="0" indent="-342900" algn="just">
              <a:lnSpc>
                <a:spcPct val="150000"/>
              </a:lnSpc>
              <a:buClr>
                <a:schemeClr val="tx1"/>
              </a:buClr>
              <a:buFont typeface="+mj-lt"/>
              <a:buAutoNum type="arabicParenR"/>
            </a:pPr>
            <a:r>
              <a:rPr lang="ms-MY" sz="1800" b="1" dirty="0">
                <a:solidFill>
                  <a:schemeClr val="bg2"/>
                </a:solidFill>
                <a:effectLst/>
                <a:latin typeface="Times New Roman" panose="02020603050405020304" pitchFamily="18" charset="0"/>
                <a:ea typeface="Times New Roman" panose="02020603050405020304" pitchFamily="18" charset="0"/>
              </a:rPr>
              <a:t>Politik dapat menjaga keamanan dan perdamaian serta mewujudkan kehidupan sosial yang seimbang, baik itu di dalam maupun di luar negeri.</a:t>
            </a:r>
            <a:endParaRPr lang="id-ID" sz="1800" b="1" dirty="0">
              <a:solidFill>
                <a:schemeClr val="bg2"/>
              </a:solidFill>
              <a:effectLst/>
              <a:latin typeface="Times New Roman" panose="02020603050405020304" pitchFamily="18" charset="0"/>
              <a:ea typeface="Times New Roman" panose="02020603050405020304" pitchFamily="18" charset="0"/>
            </a:endParaRPr>
          </a:p>
          <a:p>
            <a:pPr marL="0" lvl="0" indent="0" algn="ctr" rtl="0">
              <a:spcBef>
                <a:spcPts val="0"/>
              </a:spcBef>
              <a:spcAft>
                <a:spcPts val="0"/>
              </a:spcAft>
              <a:buNone/>
            </a:pPr>
            <a:endParaRPr lang="en-US" b="1" dirty="0">
              <a:solidFill>
                <a:schemeClr val="bg2"/>
              </a:solidFill>
              <a:latin typeface="Commissioner" panose="020B0604020202020204" charset="0"/>
              <a:ea typeface="Commissioner"/>
              <a:cs typeface="Commissioner"/>
              <a:sym typeface="Commissioner"/>
            </a:endParaRPr>
          </a:p>
        </p:txBody>
      </p:sp>
    </p:spTree>
    <p:extLst>
      <p:ext uri="{BB962C8B-B14F-4D97-AF65-F5344CB8AC3E}">
        <p14:creationId xmlns:p14="http://schemas.microsoft.com/office/powerpoint/2010/main" val="3324280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406"/>
        <p:cNvGrpSpPr/>
        <p:nvPr/>
      </p:nvGrpSpPr>
      <p:grpSpPr>
        <a:xfrm>
          <a:off x="0" y="0"/>
          <a:ext cx="0" cy="0"/>
          <a:chOff x="0" y="0"/>
          <a:chExt cx="0" cy="0"/>
        </a:xfrm>
      </p:grpSpPr>
      <p:sp>
        <p:nvSpPr>
          <p:cNvPr id="6407" name="Google Shape;6407;p69"/>
          <p:cNvSpPr txBox="1">
            <a:spLocks noGrp="1"/>
          </p:cNvSpPr>
          <p:nvPr>
            <p:ph type="title"/>
          </p:nvPr>
        </p:nvSpPr>
        <p:spPr>
          <a:xfrm flipH="1">
            <a:off x="1503700" y="1505160"/>
            <a:ext cx="929100" cy="545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6409" name="Google Shape;6409;p69"/>
          <p:cNvSpPr txBox="1">
            <a:spLocks noGrp="1"/>
          </p:cNvSpPr>
          <p:nvPr>
            <p:ph type="subTitle" idx="2"/>
          </p:nvPr>
        </p:nvSpPr>
        <p:spPr>
          <a:xfrm>
            <a:off x="751900" y="2062625"/>
            <a:ext cx="2432700" cy="338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PANCASILA</a:t>
            </a:r>
            <a:endParaRPr dirty="0"/>
          </a:p>
        </p:txBody>
      </p:sp>
      <p:sp>
        <p:nvSpPr>
          <p:cNvPr id="6410" name="Google Shape;6410;p69"/>
          <p:cNvSpPr txBox="1">
            <a:spLocks noGrp="1"/>
          </p:cNvSpPr>
          <p:nvPr>
            <p:ph type="title" idx="3"/>
          </p:nvPr>
        </p:nvSpPr>
        <p:spPr>
          <a:xfrm flipH="1">
            <a:off x="6711200" y="1505160"/>
            <a:ext cx="929100" cy="545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6412" name="Google Shape;6412;p69"/>
          <p:cNvSpPr txBox="1">
            <a:spLocks noGrp="1"/>
          </p:cNvSpPr>
          <p:nvPr>
            <p:ph type="subTitle" idx="5"/>
          </p:nvPr>
        </p:nvSpPr>
        <p:spPr>
          <a:xfrm>
            <a:off x="5959400" y="2062625"/>
            <a:ext cx="2432700" cy="338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PLURALISME</a:t>
            </a:r>
            <a:endParaRPr dirty="0"/>
          </a:p>
        </p:txBody>
      </p:sp>
      <p:sp>
        <p:nvSpPr>
          <p:cNvPr id="6413" name="Google Shape;6413;p69"/>
          <p:cNvSpPr txBox="1">
            <a:spLocks noGrp="1"/>
          </p:cNvSpPr>
          <p:nvPr>
            <p:ph type="title" idx="6"/>
          </p:nvPr>
        </p:nvSpPr>
        <p:spPr>
          <a:xfrm>
            <a:off x="714175" y="466300"/>
            <a:ext cx="7715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KONSEP POLITIK</a:t>
            </a:r>
            <a:endParaRPr dirty="0"/>
          </a:p>
        </p:txBody>
      </p:sp>
      <p:sp>
        <p:nvSpPr>
          <p:cNvPr id="6414" name="Google Shape;6414;p69"/>
          <p:cNvSpPr txBox="1">
            <a:spLocks noGrp="1"/>
          </p:cNvSpPr>
          <p:nvPr>
            <p:ph type="title" idx="7"/>
          </p:nvPr>
        </p:nvSpPr>
        <p:spPr>
          <a:xfrm flipH="1">
            <a:off x="4107450" y="1505160"/>
            <a:ext cx="929100" cy="545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6416" name="Google Shape;6416;p69"/>
          <p:cNvSpPr txBox="1">
            <a:spLocks noGrp="1"/>
          </p:cNvSpPr>
          <p:nvPr>
            <p:ph type="subTitle" idx="9"/>
          </p:nvPr>
        </p:nvSpPr>
        <p:spPr>
          <a:xfrm>
            <a:off x="3355650" y="2062625"/>
            <a:ext cx="2432700" cy="338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DEMOKRASI</a:t>
            </a:r>
            <a:endParaRPr dirty="0"/>
          </a:p>
        </p:txBody>
      </p:sp>
      <p:grpSp>
        <p:nvGrpSpPr>
          <p:cNvPr id="6417" name="Google Shape;6417;p69"/>
          <p:cNvGrpSpPr/>
          <p:nvPr/>
        </p:nvGrpSpPr>
        <p:grpSpPr>
          <a:xfrm>
            <a:off x="813535" y="1066879"/>
            <a:ext cx="7516796" cy="184719"/>
            <a:chOff x="813535" y="1066879"/>
            <a:chExt cx="7516796" cy="184719"/>
          </a:xfrm>
        </p:grpSpPr>
        <p:grpSp>
          <p:nvGrpSpPr>
            <p:cNvPr id="6418" name="Google Shape;6418;p69"/>
            <p:cNvGrpSpPr/>
            <p:nvPr/>
          </p:nvGrpSpPr>
          <p:grpSpPr>
            <a:xfrm>
              <a:off x="813535" y="1066879"/>
              <a:ext cx="188096" cy="184719"/>
              <a:chOff x="1975445" y="1742475"/>
              <a:chExt cx="260628" cy="255950"/>
            </a:xfrm>
          </p:grpSpPr>
          <p:sp>
            <p:nvSpPr>
              <p:cNvPr id="6419" name="Google Shape;6419;p69"/>
              <p:cNvSpPr/>
              <p:nvPr/>
            </p:nvSpPr>
            <p:spPr>
              <a:xfrm>
                <a:off x="1975445" y="1742475"/>
                <a:ext cx="260628" cy="140568"/>
              </a:xfrm>
              <a:custGeom>
                <a:avLst/>
                <a:gdLst/>
                <a:ahLst/>
                <a:cxnLst/>
                <a:rect l="l" t="t" r="r" b="b"/>
                <a:pathLst>
                  <a:path w="2618" h="1412" extrusionOk="0">
                    <a:moveTo>
                      <a:pt x="139" y="1386"/>
                    </a:moveTo>
                    <a:cubicBezTo>
                      <a:pt x="5" y="1389"/>
                      <a:pt x="0" y="1188"/>
                      <a:pt x="134" y="1185"/>
                    </a:cubicBezTo>
                    <a:cubicBezTo>
                      <a:pt x="445" y="1176"/>
                      <a:pt x="685" y="940"/>
                      <a:pt x="944" y="684"/>
                    </a:cubicBezTo>
                    <a:cubicBezTo>
                      <a:pt x="1143" y="488"/>
                      <a:pt x="1353" y="284"/>
                      <a:pt x="1621" y="141"/>
                    </a:cubicBezTo>
                    <a:cubicBezTo>
                      <a:pt x="1887" y="1"/>
                      <a:pt x="2148" y="59"/>
                      <a:pt x="2333" y="212"/>
                    </a:cubicBezTo>
                    <a:cubicBezTo>
                      <a:pt x="2403" y="270"/>
                      <a:pt x="2463" y="340"/>
                      <a:pt x="2508" y="419"/>
                    </a:cubicBezTo>
                    <a:cubicBezTo>
                      <a:pt x="2553" y="500"/>
                      <a:pt x="2582" y="586"/>
                      <a:pt x="2592" y="677"/>
                    </a:cubicBezTo>
                    <a:cubicBezTo>
                      <a:pt x="2618" y="897"/>
                      <a:pt x="2530" y="1125"/>
                      <a:pt x="2275" y="1267"/>
                    </a:cubicBezTo>
                    <a:cubicBezTo>
                      <a:pt x="2019" y="1412"/>
                      <a:pt x="1815" y="1391"/>
                      <a:pt x="1677" y="1291"/>
                    </a:cubicBezTo>
                    <a:cubicBezTo>
                      <a:pt x="1621" y="1252"/>
                      <a:pt x="1574" y="1199"/>
                      <a:pt x="1542" y="1139"/>
                    </a:cubicBezTo>
                    <a:cubicBezTo>
                      <a:pt x="1511" y="1079"/>
                      <a:pt x="1490" y="1015"/>
                      <a:pt x="1482" y="950"/>
                    </a:cubicBezTo>
                    <a:cubicBezTo>
                      <a:pt x="1459" y="768"/>
                      <a:pt x="1524" y="577"/>
                      <a:pt x="1686" y="488"/>
                    </a:cubicBezTo>
                    <a:cubicBezTo>
                      <a:pt x="1845" y="397"/>
                      <a:pt x="1979" y="416"/>
                      <a:pt x="2072" y="481"/>
                    </a:cubicBezTo>
                    <a:cubicBezTo>
                      <a:pt x="2110" y="507"/>
                      <a:pt x="2141" y="541"/>
                      <a:pt x="2163" y="581"/>
                    </a:cubicBezTo>
                    <a:cubicBezTo>
                      <a:pt x="2184" y="620"/>
                      <a:pt x="2197" y="663"/>
                      <a:pt x="2201" y="708"/>
                    </a:cubicBezTo>
                    <a:cubicBezTo>
                      <a:pt x="2211" y="828"/>
                      <a:pt x="2146" y="945"/>
                      <a:pt x="2038" y="998"/>
                    </a:cubicBezTo>
                    <a:cubicBezTo>
                      <a:pt x="1919" y="1061"/>
                      <a:pt x="1825" y="885"/>
                      <a:pt x="1943" y="821"/>
                    </a:cubicBezTo>
                    <a:cubicBezTo>
                      <a:pt x="1981" y="804"/>
                      <a:pt x="2003" y="764"/>
                      <a:pt x="2002" y="723"/>
                    </a:cubicBezTo>
                    <a:cubicBezTo>
                      <a:pt x="2000" y="708"/>
                      <a:pt x="1995" y="692"/>
                      <a:pt x="1988" y="679"/>
                    </a:cubicBezTo>
                    <a:cubicBezTo>
                      <a:pt x="1979" y="665"/>
                      <a:pt x="1969" y="655"/>
                      <a:pt x="1957" y="644"/>
                    </a:cubicBezTo>
                    <a:cubicBezTo>
                      <a:pt x="1921" y="620"/>
                      <a:pt x="1863" y="617"/>
                      <a:pt x="1782" y="663"/>
                    </a:cubicBezTo>
                    <a:cubicBezTo>
                      <a:pt x="1700" y="710"/>
                      <a:pt x="1665" y="818"/>
                      <a:pt x="1679" y="924"/>
                    </a:cubicBezTo>
                    <a:cubicBezTo>
                      <a:pt x="1684" y="965"/>
                      <a:pt x="1696" y="1005"/>
                      <a:pt x="1717" y="1043"/>
                    </a:cubicBezTo>
                    <a:cubicBezTo>
                      <a:pt x="1734" y="1077"/>
                      <a:pt x="1760" y="1106"/>
                      <a:pt x="1791" y="1128"/>
                    </a:cubicBezTo>
                    <a:cubicBezTo>
                      <a:pt x="1871" y="1185"/>
                      <a:pt x="1998" y="1194"/>
                      <a:pt x="2175" y="1092"/>
                    </a:cubicBezTo>
                    <a:cubicBezTo>
                      <a:pt x="2352" y="991"/>
                      <a:pt x="2408" y="843"/>
                      <a:pt x="2393" y="699"/>
                    </a:cubicBezTo>
                    <a:cubicBezTo>
                      <a:pt x="2384" y="636"/>
                      <a:pt x="2364" y="574"/>
                      <a:pt x="2333" y="517"/>
                    </a:cubicBezTo>
                    <a:cubicBezTo>
                      <a:pt x="2300" y="459"/>
                      <a:pt x="2256" y="407"/>
                      <a:pt x="2206" y="366"/>
                    </a:cubicBezTo>
                    <a:cubicBezTo>
                      <a:pt x="2067" y="248"/>
                      <a:pt x="1869" y="229"/>
                      <a:pt x="1712" y="318"/>
                    </a:cubicBezTo>
                    <a:cubicBezTo>
                      <a:pt x="1470" y="447"/>
                      <a:pt x="1272" y="641"/>
                      <a:pt x="1085" y="826"/>
                    </a:cubicBezTo>
                    <a:cubicBezTo>
                      <a:pt x="797" y="1111"/>
                      <a:pt x="529" y="1374"/>
                      <a:pt x="139" y="138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0" name="Google Shape;6420;p69"/>
              <p:cNvSpPr/>
              <p:nvPr/>
            </p:nvSpPr>
            <p:spPr>
              <a:xfrm>
                <a:off x="1975445" y="1857857"/>
                <a:ext cx="260628" cy="140568"/>
              </a:xfrm>
              <a:custGeom>
                <a:avLst/>
                <a:gdLst/>
                <a:ahLst/>
                <a:cxnLst/>
                <a:rect l="l" t="t" r="r" b="b"/>
                <a:pathLst>
                  <a:path w="2618" h="1412" extrusionOk="0">
                    <a:moveTo>
                      <a:pt x="134" y="227"/>
                    </a:moveTo>
                    <a:cubicBezTo>
                      <a:pt x="0" y="222"/>
                      <a:pt x="5" y="23"/>
                      <a:pt x="139" y="26"/>
                    </a:cubicBezTo>
                    <a:cubicBezTo>
                      <a:pt x="529" y="38"/>
                      <a:pt x="797" y="301"/>
                      <a:pt x="1085" y="586"/>
                    </a:cubicBezTo>
                    <a:cubicBezTo>
                      <a:pt x="1274" y="771"/>
                      <a:pt x="1471" y="965"/>
                      <a:pt x="1713" y="1092"/>
                    </a:cubicBezTo>
                    <a:cubicBezTo>
                      <a:pt x="1871" y="1181"/>
                      <a:pt x="2069" y="1162"/>
                      <a:pt x="2206" y="1046"/>
                    </a:cubicBezTo>
                    <a:cubicBezTo>
                      <a:pt x="2257" y="1003"/>
                      <a:pt x="2300" y="951"/>
                      <a:pt x="2333" y="895"/>
                    </a:cubicBezTo>
                    <a:cubicBezTo>
                      <a:pt x="2366" y="838"/>
                      <a:pt x="2386" y="776"/>
                      <a:pt x="2393" y="713"/>
                    </a:cubicBezTo>
                    <a:cubicBezTo>
                      <a:pt x="2410" y="567"/>
                      <a:pt x="2350" y="417"/>
                      <a:pt x="2177" y="320"/>
                    </a:cubicBezTo>
                    <a:cubicBezTo>
                      <a:pt x="2002" y="222"/>
                      <a:pt x="1873" y="227"/>
                      <a:pt x="1792" y="283"/>
                    </a:cubicBezTo>
                    <a:cubicBezTo>
                      <a:pt x="1761" y="306"/>
                      <a:pt x="1736" y="335"/>
                      <a:pt x="1717" y="369"/>
                    </a:cubicBezTo>
                    <a:cubicBezTo>
                      <a:pt x="1698" y="405"/>
                      <a:pt x="1686" y="447"/>
                      <a:pt x="1679" y="488"/>
                    </a:cubicBezTo>
                    <a:lnTo>
                      <a:pt x="1679" y="488"/>
                    </a:lnTo>
                    <a:cubicBezTo>
                      <a:pt x="1667" y="592"/>
                      <a:pt x="1700" y="702"/>
                      <a:pt x="1784" y="749"/>
                    </a:cubicBezTo>
                    <a:cubicBezTo>
                      <a:pt x="1863" y="793"/>
                      <a:pt x="1923" y="792"/>
                      <a:pt x="1959" y="766"/>
                    </a:cubicBezTo>
                    <a:cubicBezTo>
                      <a:pt x="1971" y="757"/>
                      <a:pt x="1981" y="745"/>
                      <a:pt x="1988" y="733"/>
                    </a:cubicBezTo>
                    <a:cubicBezTo>
                      <a:pt x="1996" y="719"/>
                      <a:pt x="2002" y="704"/>
                      <a:pt x="2002" y="689"/>
                    </a:cubicBezTo>
                    <a:cubicBezTo>
                      <a:pt x="2005" y="646"/>
                      <a:pt x="1983" y="608"/>
                      <a:pt x="1945" y="589"/>
                    </a:cubicBezTo>
                    <a:cubicBezTo>
                      <a:pt x="1827" y="527"/>
                      <a:pt x="1921" y="350"/>
                      <a:pt x="2039" y="412"/>
                    </a:cubicBezTo>
                    <a:cubicBezTo>
                      <a:pt x="2148" y="467"/>
                      <a:pt x="2213" y="582"/>
                      <a:pt x="2202" y="704"/>
                    </a:cubicBezTo>
                    <a:cubicBezTo>
                      <a:pt x="2197" y="747"/>
                      <a:pt x="2185" y="792"/>
                      <a:pt x="2163" y="829"/>
                    </a:cubicBezTo>
                    <a:cubicBezTo>
                      <a:pt x="2141" y="871"/>
                      <a:pt x="2110" y="905"/>
                      <a:pt x="2074" y="931"/>
                    </a:cubicBezTo>
                    <a:cubicBezTo>
                      <a:pt x="1979" y="996"/>
                      <a:pt x="1844" y="1013"/>
                      <a:pt x="1686" y="924"/>
                    </a:cubicBezTo>
                    <a:cubicBezTo>
                      <a:pt x="1528" y="834"/>
                      <a:pt x="1459" y="642"/>
                      <a:pt x="1482" y="462"/>
                    </a:cubicBezTo>
                    <a:cubicBezTo>
                      <a:pt x="1490" y="395"/>
                      <a:pt x="1511" y="332"/>
                      <a:pt x="1542" y="273"/>
                    </a:cubicBezTo>
                    <a:cubicBezTo>
                      <a:pt x="1574" y="211"/>
                      <a:pt x="1621" y="160"/>
                      <a:pt x="1677" y="119"/>
                    </a:cubicBezTo>
                    <a:cubicBezTo>
                      <a:pt x="1815" y="21"/>
                      <a:pt x="2017" y="0"/>
                      <a:pt x="2275" y="144"/>
                    </a:cubicBezTo>
                    <a:cubicBezTo>
                      <a:pt x="2530" y="289"/>
                      <a:pt x="2618" y="513"/>
                      <a:pt x="2592" y="733"/>
                    </a:cubicBezTo>
                    <a:cubicBezTo>
                      <a:pt x="2582" y="824"/>
                      <a:pt x="2553" y="912"/>
                      <a:pt x="2508" y="991"/>
                    </a:cubicBezTo>
                    <a:cubicBezTo>
                      <a:pt x="2463" y="1071"/>
                      <a:pt x="2403" y="1142"/>
                      <a:pt x="2333" y="1200"/>
                    </a:cubicBezTo>
                    <a:cubicBezTo>
                      <a:pt x="2148" y="1351"/>
                      <a:pt x="1888" y="1411"/>
                      <a:pt x="1621" y="1269"/>
                    </a:cubicBezTo>
                    <a:cubicBezTo>
                      <a:pt x="1351" y="1128"/>
                      <a:pt x="1143" y="922"/>
                      <a:pt x="946" y="728"/>
                    </a:cubicBezTo>
                    <a:cubicBezTo>
                      <a:pt x="685" y="472"/>
                      <a:pt x="445" y="235"/>
                      <a:pt x="134" y="2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21" name="Google Shape;6421;p69"/>
            <p:cNvGrpSpPr/>
            <p:nvPr/>
          </p:nvGrpSpPr>
          <p:grpSpPr>
            <a:xfrm>
              <a:off x="989955" y="1127164"/>
              <a:ext cx="7163972" cy="64150"/>
              <a:chOff x="1299890" y="844622"/>
              <a:chExt cx="6544233" cy="64143"/>
            </a:xfrm>
          </p:grpSpPr>
          <p:grpSp>
            <p:nvGrpSpPr>
              <p:cNvPr id="6422" name="Google Shape;6422;p69"/>
              <p:cNvGrpSpPr/>
              <p:nvPr/>
            </p:nvGrpSpPr>
            <p:grpSpPr>
              <a:xfrm>
                <a:off x="4528885" y="844622"/>
                <a:ext cx="3315238" cy="64143"/>
                <a:chOff x="896765" y="648922"/>
                <a:chExt cx="3315238" cy="64143"/>
              </a:xfrm>
            </p:grpSpPr>
            <p:sp>
              <p:nvSpPr>
                <p:cNvPr id="6423" name="Google Shape;6423;p69"/>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4" name="Google Shape;6424;p69"/>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5" name="Google Shape;6425;p69"/>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6" name="Google Shape;6426;p69"/>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7" name="Google Shape;6427;p69"/>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8" name="Google Shape;6428;p69"/>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9" name="Google Shape;6429;p69"/>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0" name="Google Shape;6430;p69"/>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1" name="Google Shape;6431;p69"/>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2" name="Google Shape;6432;p69"/>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3" name="Google Shape;6433;p69"/>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4" name="Google Shape;6434;p69"/>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5" name="Google Shape;6435;p69"/>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6" name="Google Shape;6436;p69"/>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7" name="Google Shape;6437;p69"/>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8" name="Google Shape;6438;p69"/>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9" name="Google Shape;6439;p69"/>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0" name="Google Shape;6440;p69"/>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1" name="Google Shape;6441;p69"/>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2" name="Google Shape;6442;p69"/>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3" name="Google Shape;6443;p69"/>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4" name="Google Shape;6444;p69"/>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5" name="Google Shape;6445;p69"/>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6" name="Google Shape;6446;p69"/>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7" name="Google Shape;6447;p69"/>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8" name="Google Shape;6448;p69"/>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9" name="Google Shape;6449;p69"/>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0" name="Google Shape;6450;p69"/>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1" name="Google Shape;6451;p69"/>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2" name="Google Shape;6452;p69"/>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3" name="Google Shape;6453;p69"/>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4" name="Google Shape;6454;p69"/>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5" name="Google Shape;6455;p69"/>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56" name="Google Shape;6456;p69"/>
              <p:cNvGrpSpPr/>
              <p:nvPr/>
            </p:nvGrpSpPr>
            <p:grpSpPr>
              <a:xfrm>
                <a:off x="1299890" y="844622"/>
                <a:ext cx="3315238" cy="64143"/>
                <a:chOff x="896765" y="648922"/>
                <a:chExt cx="3315238" cy="64143"/>
              </a:xfrm>
            </p:grpSpPr>
            <p:sp>
              <p:nvSpPr>
                <p:cNvPr id="6457" name="Google Shape;6457;p69"/>
                <p:cNvSpPr/>
                <p:nvPr/>
              </p:nvSpPr>
              <p:spPr>
                <a:xfrm>
                  <a:off x="896765"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45"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2" y="780"/>
                      </a:cubicBezTo>
                      <a:cubicBezTo>
                        <a:pt x="207" y="754"/>
                        <a:pt x="143" y="702"/>
                        <a:pt x="104" y="651"/>
                      </a:cubicBezTo>
                      <a:cubicBezTo>
                        <a:pt x="78" y="612"/>
                        <a:pt x="65" y="548"/>
                        <a:pt x="78" y="509"/>
                      </a:cubicBezTo>
                      <a:cubicBezTo>
                        <a:pt x="78" y="470"/>
                        <a:pt x="117"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78"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4"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76"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8" name="Google Shape;6458;p69"/>
                <p:cNvSpPr/>
                <p:nvPr/>
              </p:nvSpPr>
              <p:spPr>
                <a:xfrm>
                  <a:off x="995090" y="648922"/>
                  <a:ext cx="176640" cy="63369"/>
                </a:xfrm>
                <a:custGeom>
                  <a:avLst/>
                  <a:gdLst/>
                  <a:ahLst/>
                  <a:cxnLst/>
                  <a:rect l="l" t="t" r="r" b="b"/>
                  <a:pathLst>
                    <a:path w="2966" h="1064" extrusionOk="0">
                      <a:moveTo>
                        <a:pt x="2555" y="1"/>
                      </a:moveTo>
                      <a:cubicBezTo>
                        <a:pt x="2529"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77" y="702"/>
                        <a:pt x="1174" y="754"/>
                        <a:pt x="1083" y="806"/>
                      </a:cubicBezTo>
                      <a:cubicBezTo>
                        <a:pt x="1032" y="818"/>
                        <a:pt x="980"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4" y="457"/>
                        <a:pt x="2012" y="393"/>
                      </a:cubicBezTo>
                      <a:cubicBezTo>
                        <a:pt x="2089" y="341"/>
                        <a:pt x="2179" y="277"/>
                        <a:pt x="2257" y="238"/>
                      </a:cubicBezTo>
                      <a:cubicBezTo>
                        <a:pt x="2334" y="200"/>
                        <a:pt x="2424" y="161"/>
                        <a:pt x="2502" y="135"/>
                      </a:cubicBezTo>
                      <a:cubicBezTo>
                        <a:pt x="2566" y="122"/>
                        <a:pt x="2644" y="109"/>
                        <a:pt x="2721" y="109"/>
                      </a:cubicBezTo>
                      <a:cubicBezTo>
                        <a:pt x="2773"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9" name="Google Shape;6459;p69"/>
                <p:cNvSpPr/>
                <p:nvPr/>
              </p:nvSpPr>
              <p:spPr>
                <a:xfrm>
                  <a:off x="1093356"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42"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3" y="416"/>
                        <a:pt x="124" y="414"/>
                        <a:pt x="114" y="414"/>
                      </a:cubicBezTo>
                      <a:cubicBezTo>
                        <a:pt x="81" y="414"/>
                        <a:pt x="46" y="431"/>
                        <a:pt x="27" y="470"/>
                      </a:cubicBezTo>
                      <a:cubicBezTo>
                        <a:pt x="1" y="535"/>
                        <a:pt x="1" y="612"/>
                        <a:pt x="27" y="677"/>
                      </a:cubicBezTo>
                      <a:cubicBezTo>
                        <a:pt x="65" y="754"/>
                        <a:pt x="117" y="818"/>
                        <a:pt x="194" y="883"/>
                      </a:cubicBezTo>
                      <a:cubicBezTo>
                        <a:pt x="272" y="935"/>
                        <a:pt x="362" y="986"/>
                        <a:pt x="465" y="1012"/>
                      </a:cubicBezTo>
                      <a:cubicBezTo>
                        <a:pt x="581" y="1038"/>
                        <a:pt x="684" y="1063"/>
                        <a:pt x="800" y="1063"/>
                      </a:cubicBezTo>
                      <a:cubicBezTo>
                        <a:pt x="865" y="1063"/>
                        <a:pt x="916" y="1051"/>
                        <a:pt x="981" y="1051"/>
                      </a:cubicBezTo>
                      <a:cubicBezTo>
                        <a:pt x="1045" y="1038"/>
                        <a:pt x="1097" y="1012"/>
                        <a:pt x="1161" y="999"/>
                      </a:cubicBezTo>
                      <a:cubicBezTo>
                        <a:pt x="1277" y="947"/>
                        <a:pt x="1380" y="896"/>
                        <a:pt x="1484" y="818"/>
                      </a:cubicBezTo>
                      <a:cubicBezTo>
                        <a:pt x="1587" y="754"/>
                        <a:pt x="1664" y="677"/>
                        <a:pt x="1767" y="612"/>
                      </a:cubicBezTo>
                      <a:cubicBezTo>
                        <a:pt x="1858" y="535"/>
                        <a:pt x="1935" y="457"/>
                        <a:pt x="2012" y="393"/>
                      </a:cubicBezTo>
                      <a:cubicBezTo>
                        <a:pt x="2090" y="341"/>
                        <a:pt x="2180" y="277"/>
                        <a:pt x="2257" y="238"/>
                      </a:cubicBezTo>
                      <a:cubicBezTo>
                        <a:pt x="2335" y="200"/>
                        <a:pt x="2412" y="161"/>
                        <a:pt x="2502" y="135"/>
                      </a:cubicBezTo>
                      <a:cubicBezTo>
                        <a:pt x="2567" y="122"/>
                        <a:pt x="2644" y="109"/>
                        <a:pt x="2722" y="109"/>
                      </a:cubicBezTo>
                      <a:cubicBezTo>
                        <a:pt x="2773" y="109"/>
                        <a:pt x="2825" y="122"/>
                        <a:pt x="2876" y="148"/>
                      </a:cubicBezTo>
                      <a:cubicBezTo>
                        <a:pt x="2915"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0" name="Google Shape;6460;p69"/>
                <p:cNvSpPr/>
                <p:nvPr/>
              </p:nvSpPr>
              <p:spPr>
                <a:xfrm>
                  <a:off x="1191681"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793" y="303"/>
                        <a:pt x="1702" y="367"/>
                        <a:pt x="1612" y="445"/>
                      </a:cubicBezTo>
                      <a:cubicBezTo>
                        <a:pt x="1535" y="509"/>
                        <a:pt x="1444"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91" y="651"/>
                      </a:cubicBezTo>
                      <a:cubicBezTo>
                        <a:pt x="65" y="612"/>
                        <a:pt x="52" y="548"/>
                        <a:pt x="65" y="509"/>
                      </a:cubicBezTo>
                      <a:cubicBezTo>
                        <a:pt x="65" y="470"/>
                        <a:pt x="103" y="445"/>
                        <a:pt x="129"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81" y="883"/>
                      </a:cubicBezTo>
                      <a:cubicBezTo>
                        <a:pt x="271" y="935"/>
                        <a:pt x="361" y="986"/>
                        <a:pt x="464" y="1012"/>
                      </a:cubicBezTo>
                      <a:cubicBezTo>
                        <a:pt x="568" y="1038"/>
                        <a:pt x="684" y="1063"/>
                        <a:pt x="787"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85" y="32"/>
                        <a:pt x="2721" y="19"/>
                      </a:cubicBezTo>
                      <a:cubicBezTo>
                        <a:pt x="2666"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1" name="Google Shape;6461;p69"/>
                <p:cNvSpPr/>
                <p:nvPr/>
              </p:nvSpPr>
              <p:spPr>
                <a:xfrm>
                  <a:off x="1289946" y="648922"/>
                  <a:ext cx="175925" cy="63369"/>
                </a:xfrm>
                <a:custGeom>
                  <a:avLst/>
                  <a:gdLst/>
                  <a:ahLst/>
                  <a:cxnLst/>
                  <a:rect l="l" t="t" r="r" b="b"/>
                  <a:pathLst>
                    <a:path w="2954" h="1064" extrusionOk="0">
                      <a:moveTo>
                        <a:pt x="2547" y="1"/>
                      </a:moveTo>
                      <a:cubicBezTo>
                        <a:pt x="2523" y="1"/>
                        <a:pt x="2499" y="2"/>
                        <a:pt x="2477" y="6"/>
                      </a:cubicBezTo>
                      <a:cubicBezTo>
                        <a:pt x="2373" y="19"/>
                        <a:pt x="2270" y="45"/>
                        <a:pt x="2180" y="84"/>
                      </a:cubicBezTo>
                      <a:cubicBezTo>
                        <a:pt x="2077" y="122"/>
                        <a:pt x="1987" y="174"/>
                        <a:pt x="1896" y="238"/>
                      </a:cubicBezTo>
                      <a:cubicBezTo>
                        <a:pt x="1806" y="303"/>
                        <a:pt x="1703" y="367"/>
                        <a:pt x="1613" y="445"/>
                      </a:cubicBezTo>
                      <a:cubicBezTo>
                        <a:pt x="1535" y="509"/>
                        <a:pt x="1445" y="586"/>
                        <a:pt x="1355" y="638"/>
                      </a:cubicBezTo>
                      <a:cubicBezTo>
                        <a:pt x="1264" y="702"/>
                        <a:pt x="1174" y="754"/>
                        <a:pt x="1071" y="806"/>
                      </a:cubicBezTo>
                      <a:cubicBezTo>
                        <a:pt x="1032" y="818"/>
                        <a:pt x="981" y="831"/>
                        <a:pt x="929" y="844"/>
                      </a:cubicBezTo>
                      <a:cubicBezTo>
                        <a:pt x="878" y="857"/>
                        <a:pt x="839" y="870"/>
                        <a:pt x="787" y="870"/>
                      </a:cubicBezTo>
                      <a:cubicBezTo>
                        <a:pt x="684" y="870"/>
                        <a:pt x="594" y="870"/>
                        <a:pt x="504" y="857"/>
                      </a:cubicBezTo>
                      <a:cubicBezTo>
                        <a:pt x="413" y="844"/>
                        <a:pt x="336" y="818"/>
                        <a:pt x="259" y="780"/>
                      </a:cubicBezTo>
                      <a:cubicBezTo>
                        <a:pt x="194" y="754"/>
                        <a:pt x="143" y="702"/>
                        <a:pt x="104" y="651"/>
                      </a:cubicBezTo>
                      <a:cubicBezTo>
                        <a:pt x="65" y="612"/>
                        <a:pt x="52" y="548"/>
                        <a:pt x="65" y="509"/>
                      </a:cubicBezTo>
                      <a:cubicBezTo>
                        <a:pt x="65" y="470"/>
                        <a:pt x="104" y="445"/>
                        <a:pt x="143" y="445"/>
                      </a:cubicBezTo>
                      <a:lnTo>
                        <a:pt x="181" y="445"/>
                      </a:lnTo>
                      <a:cubicBezTo>
                        <a:pt x="168" y="432"/>
                        <a:pt x="156" y="419"/>
                        <a:pt x="143" y="419"/>
                      </a:cubicBezTo>
                      <a:cubicBezTo>
                        <a:pt x="130" y="416"/>
                        <a:pt x="119" y="414"/>
                        <a:pt x="108" y="414"/>
                      </a:cubicBezTo>
                      <a:cubicBezTo>
                        <a:pt x="73"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77" y="947"/>
                        <a:pt x="1380" y="896"/>
                        <a:pt x="1484" y="818"/>
                      </a:cubicBezTo>
                      <a:cubicBezTo>
                        <a:pt x="1574" y="754"/>
                        <a:pt x="1664" y="677"/>
                        <a:pt x="1754" y="612"/>
                      </a:cubicBezTo>
                      <a:cubicBezTo>
                        <a:pt x="1845" y="535"/>
                        <a:pt x="1922" y="457"/>
                        <a:pt x="2012" y="393"/>
                      </a:cubicBezTo>
                      <a:cubicBezTo>
                        <a:pt x="2090" y="341"/>
                        <a:pt x="2167" y="277"/>
                        <a:pt x="2257" y="238"/>
                      </a:cubicBezTo>
                      <a:cubicBezTo>
                        <a:pt x="2335" y="200"/>
                        <a:pt x="2412" y="161"/>
                        <a:pt x="2489" y="135"/>
                      </a:cubicBezTo>
                      <a:cubicBezTo>
                        <a:pt x="2567" y="122"/>
                        <a:pt x="2644" y="109"/>
                        <a:pt x="2709" y="109"/>
                      </a:cubicBezTo>
                      <a:cubicBezTo>
                        <a:pt x="2773"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28" y="148"/>
                        <a:pt x="2902" y="109"/>
                      </a:cubicBezTo>
                      <a:cubicBezTo>
                        <a:pt x="2850"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2" name="Google Shape;6462;p69"/>
                <p:cNvSpPr/>
                <p:nvPr/>
              </p:nvSpPr>
              <p:spPr>
                <a:xfrm>
                  <a:off x="1386723" y="648922"/>
                  <a:ext cx="177474" cy="64143"/>
                </a:xfrm>
                <a:custGeom>
                  <a:avLst/>
                  <a:gdLst/>
                  <a:ahLst/>
                  <a:cxnLst/>
                  <a:rect l="l" t="t" r="r" b="b"/>
                  <a:pathLst>
                    <a:path w="2980" h="1077" extrusionOk="0">
                      <a:moveTo>
                        <a:pt x="2566" y="1"/>
                      </a:moveTo>
                      <a:cubicBezTo>
                        <a:pt x="2541" y="1"/>
                        <a:pt x="2516" y="2"/>
                        <a:pt x="2489" y="6"/>
                      </a:cubicBezTo>
                      <a:cubicBezTo>
                        <a:pt x="2399" y="19"/>
                        <a:pt x="2296" y="45"/>
                        <a:pt x="2205" y="84"/>
                      </a:cubicBezTo>
                      <a:cubicBezTo>
                        <a:pt x="2102" y="122"/>
                        <a:pt x="1999" y="174"/>
                        <a:pt x="1909" y="238"/>
                      </a:cubicBezTo>
                      <a:cubicBezTo>
                        <a:pt x="1819" y="303"/>
                        <a:pt x="1728" y="367"/>
                        <a:pt x="1638" y="445"/>
                      </a:cubicBezTo>
                      <a:cubicBezTo>
                        <a:pt x="1548" y="509"/>
                        <a:pt x="1458" y="586"/>
                        <a:pt x="1367" y="638"/>
                      </a:cubicBezTo>
                      <a:cubicBezTo>
                        <a:pt x="1290" y="702"/>
                        <a:pt x="1187" y="754"/>
                        <a:pt x="1097" y="806"/>
                      </a:cubicBezTo>
                      <a:cubicBezTo>
                        <a:pt x="1045" y="818"/>
                        <a:pt x="993" y="831"/>
                        <a:pt x="955" y="844"/>
                      </a:cubicBezTo>
                      <a:cubicBezTo>
                        <a:pt x="903" y="857"/>
                        <a:pt x="852" y="870"/>
                        <a:pt x="800" y="870"/>
                      </a:cubicBezTo>
                      <a:cubicBezTo>
                        <a:pt x="710" y="870"/>
                        <a:pt x="607" y="870"/>
                        <a:pt x="516" y="857"/>
                      </a:cubicBezTo>
                      <a:cubicBezTo>
                        <a:pt x="439" y="844"/>
                        <a:pt x="349" y="818"/>
                        <a:pt x="271" y="780"/>
                      </a:cubicBezTo>
                      <a:cubicBezTo>
                        <a:pt x="207" y="754"/>
                        <a:pt x="155" y="702"/>
                        <a:pt x="117" y="651"/>
                      </a:cubicBezTo>
                      <a:cubicBezTo>
                        <a:pt x="78" y="612"/>
                        <a:pt x="65" y="548"/>
                        <a:pt x="78" y="509"/>
                      </a:cubicBezTo>
                      <a:cubicBezTo>
                        <a:pt x="91" y="470"/>
                        <a:pt x="117" y="445"/>
                        <a:pt x="155" y="445"/>
                      </a:cubicBezTo>
                      <a:lnTo>
                        <a:pt x="194" y="445"/>
                      </a:lnTo>
                      <a:cubicBezTo>
                        <a:pt x="181" y="432"/>
                        <a:pt x="168" y="432"/>
                        <a:pt x="155" y="419"/>
                      </a:cubicBezTo>
                      <a:cubicBezTo>
                        <a:pt x="104" y="419"/>
                        <a:pt x="52" y="432"/>
                        <a:pt x="39" y="483"/>
                      </a:cubicBezTo>
                      <a:cubicBezTo>
                        <a:pt x="0" y="548"/>
                        <a:pt x="0" y="612"/>
                        <a:pt x="39" y="690"/>
                      </a:cubicBezTo>
                      <a:cubicBezTo>
                        <a:pt x="65" y="767"/>
                        <a:pt x="129" y="831"/>
                        <a:pt x="194" y="883"/>
                      </a:cubicBezTo>
                      <a:cubicBezTo>
                        <a:pt x="284" y="947"/>
                        <a:pt x="374" y="999"/>
                        <a:pt x="478" y="1025"/>
                      </a:cubicBezTo>
                      <a:cubicBezTo>
                        <a:pt x="581" y="1051"/>
                        <a:pt x="697" y="1063"/>
                        <a:pt x="813" y="1076"/>
                      </a:cubicBezTo>
                      <a:cubicBezTo>
                        <a:pt x="864" y="1063"/>
                        <a:pt x="929" y="1063"/>
                        <a:pt x="993" y="1051"/>
                      </a:cubicBezTo>
                      <a:cubicBezTo>
                        <a:pt x="1058" y="1038"/>
                        <a:pt x="1122" y="1012"/>
                        <a:pt x="1174" y="999"/>
                      </a:cubicBezTo>
                      <a:cubicBezTo>
                        <a:pt x="1290" y="947"/>
                        <a:pt x="1393" y="896"/>
                        <a:pt x="1496" y="818"/>
                      </a:cubicBezTo>
                      <a:cubicBezTo>
                        <a:pt x="1599" y="754"/>
                        <a:pt x="1690" y="677"/>
                        <a:pt x="1780" y="612"/>
                      </a:cubicBezTo>
                      <a:cubicBezTo>
                        <a:pt x="1870" y="535"/>
                        <a:pt x="1948" y="457"/>
                        <a:pt x="2025" y="393"/>
                      </a:cubicBezTo>
                      <a:cubicBezTo>
                        <a:pt x="2102" y="341"/>
                        <a:pt x="2193" y="277"/>
                        <a:pt x="2270" y="238"/>
                      </a:cubicBezTo>
                      <a:cubicBezTo>
                        <a:pt x="2347" y="200"/>
                        <a:pt x="2425" y="161"/>
                        <a:pt x="2515" y="135"/>
                      </a:cubicBezTo>
                      <a:cubicBezTo>
                        <a:pt x="2579" y="122"/>
                        <a:pt x="2657" y="109"/>
                        <a:pt x="2734" y="109"/>
                      </a:cubicBezTo>
                      <a:cubicBezTo>
                        <a:pt x="2786" y="109"/>
                        <a:pt x="2837" y="122"/>
                        <a:pt x="2889" y="148"/>
                      </a:cubicBezTo>
                      <a:cubicBezTo>
                        <a:pt x="2928" y="174"/>
                        <a:pt x="2953" y="200"/>
                        <a:pt x="2966" y="225"/>
                      </a:cubicBezTo>
                      <a:cubicBezTo>
                        <a:pt x="2966" y="238"/>
                        <a:pt x="2979" y="251"/>
                        <a:pt x="2979" y="264"/>
                      </a:cubicBezTo>
                      <a:cubicBezTo>
                        <a:pt x="2979" y="251"/>
                        <a:pt x="2979" y="238"/>
                        <a:pt x="2979" y="225"/>
                      </a:cubicBezTo>
                      <a:cubicBezTo>
                        <a:pt x="2966" y="187"/>
                        <a:pt x="2953" y="148"/>
                        <a:pt x="2928" y="109"/>
                      </a:cubicBezTo>
                      <a:cubicBezTo>
                        <a:pt x="2876" y="71"/>
                        <a:pt x="2811" y="32"/>
                        <a:pt x="2747" y="19"/>
                      </a:cubicBezTo>
                      <a:cubicBezTo>
                        <a:pt x="2683" y="10"/>
                        <a:pt x="2626" y="1"/>
                        <a:pt x="2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3" name="Google Shape;6463;p69"/>
                <p:cNvSpPr/>
                <p:nvPr/>
              </p:nvSpPr>
              <p:spPr>
                <a:xfrm>
                  <a:off x="1485762" y="648922"/>
                  <a:ext cx="175925" cy="63369"/>
                </a:xfrm>
                <a:custGeom>
                  <a:avLst/>
                  <a:gdLst/>
                  <a:ahLst/>
                  <a:cxnLst/>
                  <a:rect l="l" t="t" r="r" b="b"/>
                  <a:pathLst>
                    <a:path w="2954" h="1064" extrusionOk="0">
                      <a:moveTo>
                        <a:pt x="2547" y="1"/>
                      </a:moveTo>
                      <a:cubicBezTo>
                        <a:pt x="2523" y="1"/>
                        <a:pt x="2499" y="2"/>
                        <a:pt x="2477" y="6"/>
                      </a:cubicBezTo>
                      <a:cubicBezTo>
                        <a:pt x="2373"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2" y="818"/>
                        <a:pt x="981" y="831"/>
                        <a:pt x="929" y="844"/>
                      </a:cubicBezTo>
                      <a:cubicBezTo>
                        <a:pt x="891" y="857"/>
                        <a:pt x="839" y="870"/>
                        <a:pt x="787" y="870"/>
                      </a:cubicBezTo>
                      <a:cubicBezTo>
                        <a:pt x="684" y="870"/>
                        <a:pt x="594" y="870"/>
                        <a:pt x="504" y="857"/>
                      </a:cubicBezTo>
                      <a:cubicBezTo>
                        <a:pt x="414"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81" y="883"/>
                      </a:cubicBezTo>
                      <a:cubicBezTo>
                        <a:pt x="272" y="935"/>
                        <a:pt x="362" y="986"/>
                        <a:pt x="465" y="1012"/>
                      </a:cubicBezTo>
                      <a:cubicBezTo>
                        <a:pt x="568" y="1038"/>
                        <a:pt x="684" y="1063"/>
                        <a:pt x="800" y="1063"/>
                      </a:cubicBezTo>
                      <a:cubicBezTo>
                        <a:pt x="852" y="1063"/>
                        <a:pt x="916" y="1051"/>
                        <a:pt x="981" y="1051"/>
                      </a:cubicBezTo>
                      <a:cubicBezTo>
                        <a:pt x="1032" y="1038"/>
                        <a:pt x="1097" y="1012"/>
                        <a:pt x="1161" y="999"/>
                      </a:cubicBezTo>
                      <a:cubicBezTo>
                        <a:pt x="1265" y="947"/>
                        <a:pt x="1381" y="896"/>
                        <a:pt x="1484" y="818"/>
                      </a:cubicBezTo>
                      <a:cubicBezTo>
                        <a:pt x="1574" y="754"/>
                        <a:pt x="1664" y="677"/>
                        <a:pt x="1755" y="612"/>
                      </a:cubicBezTo>
                      <a:cubicBezTo>
                        <a:pt x="1845" y="535"/>
                        <a:pt x="1922" y="457"/>
                        <a:pt x="2012" y="393"/>
                      </a:cubicBezTo>
                      <a:cubicBezTo>
                        <a:pt x="2090" y="341"/>
                        <a:pt x="2167" y="277"/>
                        <a:pt x="2257" y="238"/>
                      </a:cubicBezTo>
                      <a:cubicBezTo>
                        <a:pt x="2335" y="200"/>
                        <a:pt x="2412" y="161"/>
                        <a:pt x="2490" y="135"/>
                      </a:cubicBezTo>
                      <a:cubicBezTo>
                        <a:pt x="2567" y="122"/>
                        <a:pt x="2631" y="109"/>
                        <a:pt x="2709" y="109"/>
                      </a:cubicBezTo>
                      <a:cubicBezTo>
                        <a:pt x="2760" y="109"/>
                        <a:pt x="2825" y="122"/>
                        <a:pt x="2876" y="148"/>
                      </a:cubicBezTo>
                      <a:cubicBezTo>
                        <a:pt x="2902" y="174"/>
                        <a:pt x="2928" y="200"/>
                        <a:pt x="2941" y="225"/>
                      </a:cubicBezTo>
                      <a:cubicBezTo>
                        <a:pt x="2954" y="238"/>
                        <a:pt x="2954" y="251"/>
                        <a:pt x="2954" y="264"/>
                      </a:cubicBezTo>
                      <a:cubicBezTo>
                        <a:pt x="2954" y="251"/>
                        <a:pt x="2954" y="238"/>
                        <a:pt x="2954" y="225"/>
                      </a:cubicBezTo>
                      <a:cubicBezTo>
                        <a:pt x="2954" y="187"/>
                        <a:pt x="2941" y="148"/>
                        <a:pt x="2902" y="109"/>
                      </a:cubicBezTo>
                      <a:cubicBezTo>
                        <a:pt x="2851" y="71"/>
                        <a:pt x="2799" y="32"/>
                        <a:pt x="2722" y="19"/>
                      </a:cubicBezTo>
                      <a:cubicBezTo>
                        <a:pt x="2667"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4" name="Google Shape;6464;p69"/>
                <p:cNvSpPr/>
                <p:nvPr/>
              </p:nvSpPr>
              <p:spPr>
                <a:xfrm>
                  <a:off x="158331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89" y="122"/>
                        <a:pt x="1999" y="174"/>
                        <a:pt x="1909" y="238"/>
                      </a:cubicBezTo>
                      <a:cubicBezTo>
                        <a:pt x="1806" y="303"/>
                        <a:pt x="1715" y="367"/>
                        <a:pt x="1625" y="445"/>
                      </a:cubicBezTo>
                      <a:cubicBezTo>
                        <a:pt x="1535" y="509"/>
                        <a:pt x="1458" y="586"/>
                        <a:pt x="1354"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17" y="445"/>
                        <a:pt x="142" y="445"/>
                      </a:cubicBezTo>
                      <a:lnTo>
                        <a:pt x="181" y="445"/>
                      </a:lnTo>
                      <a:cubicBezTo>
                        <a:pt x="168" y="432"/>
                        <a:pt x="168"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84" y="935"/>
                        <a:pt x="374" y="986"/>
                        <a:pt x="478" y="1012"/>
                      </a:cubicBezTo>
                      <a:cubicBezTo>
                        <a:pt x="581" y="1038"/>
                        <a:pt x="697" y="1063"/>
                        <a:pt x="800" y="1063"/>
                      </a:cubicBezTo>
                      <a:cubicBezTo>
                        <a:pt x="864" y="1063"/>
                        <a:pt x="929" y="1051"/>
                        <a:pt x="980" y="1051"/>
                      </a:cubicBezTo>
                      <a:cubicBezTo>
                        <a:pt x="1045" y="1038"/>
                        <a:pt x="1109"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47" y="200"/>
                        <a:pt x="2425" y="161"/>
                        <a:pt x="2502" y="135"/>
                      </a:cubicBezTo>
                      <a:cubicBezTo>
                        <a:pt x="2579" y="122"/>
                        <a:pt x="2644" y="109"/>
                        <a:pt x="2721" y="109"/>
                      </a:cubicBezTo>
                      <a:cubicBezTo>
                        <a:pt x="2773" y="109"/>
                        <a:pt x="2837" y="122"/>
                        <a:pt x="2876" y="148"/>
                      </a:cubicBezTo>
                      <a:cubicBezTo>
                        <a:pt x="2915" y="174"/>
                        <a:pt x="2940" y="200"/>
                        <a:pt x="2953" y="225"/>
                      </a:cubicBezTo>
                      <a:cubicBezTo>
                        <a:pt x="2966" y="238"/>
                        <a:pt x="2966" y="251"/>
                        <a:pt x="2966" y="264"/>
                      </a:cubicBezTo>
                      <a:cubicBezTo>
                        <a:pt x="2966" y="251"/>
                        <a:pt x="2966" y="238"/>
                        <a:pt x="2966" y="225"/>
                      </a:cubicBezTo>
                      <a:cubicBezTo>
                        <a:pt x="2966" y="187"/>
                        <a:pt x="2940" y="148"/>
                        <a:pt x="2915" y="109"/>
                      </a:cubicBezTo>
                      <a:cubicBezTo>
                        <a:pt x="2863" y="71"/>
                        <a:pt x="2799"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5" name="Google Shape;6465;p69"/>
                <p:cNvSpPr/>
                <p:nvPr/>
              </p:nvSpPr>
              <p:spPr>
                <a:xfrm>
                  <a:off x="1681579" y="648922"/>
                  <a:ext cx="176700" cy="63369"/>
                </a:xfrm>
                <a:custGeom>
                  <a:avLst/>
                  <a:gdLst/>
                  <a:ahLst/>
                  <a:cxnLst/>
                  <a:rect l="l" t="t" r="r" b="b"/>
                  <a:pathLst>
                    <a:path w="2967" h="1064" extrusionOk="0">
                      <a:moveTo>
                        <a:pt x="2556" y="1"/>
                      </a:moveTo>
                      <a:cubicBezTo>
                        <a:pt x="2530"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8" y="702"/>
                        <a:pt x="1174" y="754"/>
                        <a:pt x="1084" y="806"/>
                      </a:cubicBezTo>
                      <a:cubicBezTo>
                        <a:pt x="1033" y="818"/>
                        <a:pt x="994" y="831"/>
                        <a:pt x="942" y="844"/>
                      </a:cubicBezTo>
                      <a:cubicBezTo>
                        <a:pt x="891" y="857"/>
                        <a:pt x="839" y="870"/>
                        <a:pt x="788" y="870"/>
                      </a:cubicBezTo>
                      <a:cubicBezTo>
                        <a:pt x="697" y="870"/>
                        <a:pt x="594" y="870"/>
                        <a:pt x="504" y="857"/>
                      </a:cubicBezTo>
                      <a:cubicBezTo>
                        <a:pt x="427" y="844"/>
                        <a:pt x="336" y="818"/>
                        <a:pt x="272" y="780"/>
                      </a:cubicBezTo>
                      <a:cubicBezTo>
                        <a:pt x="207" y="754"/>
                        <a:pt x="143" y="702"/>
                        <a:pt x="104" y="651"/>
                      </a:cubicBezTo>
                      <a:cubicBezTo>
                        <a:pt x="78" y="612"/>
                        <a:pt x="65" y="548"/>
                        <a:pt x="78" y="509"/>
                      </a:cubicBezTo>
                      <a:cubicBezTo>
                        <a:pt x="78" y="470"/>
                        <a:pt x="104" y="445"/>
                        <a:pt x="143" y="445"/>
                      </a:cubicBezTo>
                      <a:lnTo>
                        <a:pt x="182" y="445"/>
                      </a:lnTo>
                      <a:cubicBezTo>
                        <a:pt x="169" y="432"/>
                        <a:pt x="156" y="419"/>
                        <a:pt x="143" y="419"/>
                      </a:cubicBezTo>
                      <a:cubicBezTo>
                        <a:pt x="134" y="416"/>
                        <a:pt x="124" y="414"/>
                        <a:pt x="114" y="414"/>
                      </a:cubicBezTo>
                      <a:cubicBezTo>
                        <a:pt x="82" y="414"/>
                        <a:pt x="50" y="431"/>
                        <a:pt x="40" y="470"/>
                      </a:cubicBezTo>
                      <a:cubicBezTo>
                        <a:pt x="1" y="535"/>
                        <a:pt x="1" y="612"/>
                        <a:pt x="40"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2" y="999"/>
                      </a:cubicBezTo>
                      <a:cubicBezTo>
                        <a:pt x="1278" y="947"/>
                        <a:pt x="1381" y="896"/>
                        <a:pt x="1484" y="818"/>
                      </a:cubicBezTo>
                      <a:cubicBezTo>
                        <a:pt x="1587" y="754"/>
                        <a:pt x="1677" y="677"/>
                        <a:pt x="1768" y="612"/>
                      </a:cubicBezTo>
                      <a:cubicBezTo>
                        <a:pt x="1858" y="535"/>
                        <a:pt x="1935" y="457"/>
                        <a:pt x="2025" y="393"/>
                      </a:cubicBezTo>
                      <a:cubicBezTo>
                        <a:pt x="2090" y="341"/>
                        <a:pt x="2180" y="277"/>
                        <a:pt x="2258" y="238"/>
                      </a:cubicBezTo>
                      <a:cubicBezTo>
                        <a:pt x="2335" y="200"/>
                        <a:pt x="2425" y="161"/>
                        <a:pt x="2503" y="135"/>
                      </a:cubicBezTo>
                      <a:cubicBezTo>
                        <a:pt x="2567" y="122"/>
                        <a:pt x="2644" y="109"/>
                        <a:pt x="2722" y="109"/>
                      </a:cubicBezTo>
                      <a:cubicBezTo>
                        <a:pt x="2773" y="109"/>
                        <a:pt x="2838"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4" y="71"/>
                        <a:pt x="2799" y="32"/>
                        <a:pt x="2735"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6" name="Google Shape;6466;p69"/>
                <p:cNvSpPr/>
                <p:nvPr/>
              </p:nvSpPr>
              <p:spPr>
                <a:xfrm>
                  <a:off x="1779904"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5" y="367"/>
                        <a:pt x="1625" y="445"/>
                      </a:cubicBezTo>
                      <a:cubicBezTo>
                        <a:pt x="1535" y="509"/>
                        <a:pt x="1445" y="586"/>
                        <a:pt x="1354" y="638"/>
                      </a:cubicBezTo>
                      <a:cubicBezTo>
                        <a:pt x="1264" y="702"/>
                        <a:pt x="1174" y="754"/>
                        <a:pt x="1071" y="806"/>
                      </a:cubicBezTo>
                      <a:cubicBezTo>
                        <a:pt x="1032" y="818"/>
                        <a:pt x="980"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45" y="1038"/>
                        <a:pt x="1097" y="1012"/>
                        <a:pt x="1161" y="999"/>
                      </a:cubicBezTo>
                      <a:cubicBezTo>
                        <a:pt x="1277" y="947"/>
                        <a:pt x="1380" y="896"/>
                        <a:pt x="1483" y="818"/>
                      </a:cubicBezTo>
                      <a:cubicBezTo>
                        <a:pt x="1587" y="754"/>
                        <a:pt x="1664" y="677"/>
                        <a:pt x="1754" y="612"/>
                      </a:cubicBezTo>
                      <a:cubicBezTo>
                        <a:pt x="1844"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0" y="148"/>
                        <a:pt x="2902" y="109"/>
                      </a:cubicBezTo>
                      <a:cubicBezTo>
                        <a:pt x="2850"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7" name="Google Shape;6467;p69"/>
                <p:cNvSpPr/>
                <p:nvPr/>
              </p:nvSpPr>
              <p:spPr>
                <a:xfrm>
                  <a:off x="1877454"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47" y="509"/>
                        <a:pt x="1457" y="586"/>
                        <a:pt x="1367" y="638"/>
                      </a:cubicBezTo>
                      <a:cubicBezTo>
                        <a:pt x="1277" y="702"/>
                        <a:pt x="1186" y="754"/>
                        <a:pt x="1083" y="806"/>
                      </a:cubicBezTo>
                      <a:cubicBezTo>
                        <a:pt x="1045" y="818"/>
                        <a:pt x="993" y="831"/>
                        <a:pt x="941" y="844"/>
                      </a:cubicBezTo>
                      <a:cubicBezTo>
                        <a:pt x="890" y="857"/>
                        <a:pt x="851" y="870"/>
                        <a:pt x="800" y="870"/>
                      </a:cubicBezTo>
                      <a:cubicBezTo>
                        <a:pt x="696" y="870"/>
                        <a:pt x="606" y="870"/>
                        <a:pt x="516" y="857"/>
                      </a:cubicBezTo>
                      <a:cubicBezTo>
                        <a:pt x="426" y="844"/>
                        <a:pt x="348" y="818"/>
                        <a:pt x="271" y="780"/>
                      </a:cubicBezTo>
                      <a:cubicBezTo>
                        <a:pt x="206" y="754"/>
                        <a:pt x="155" y="702"/>
                        <a:pt x="103" y="651"/>
                      </a:cubicBezTo>
                      <a:cubicBezTo>
                        <a:pt x="77" y="612"/>
                        <a:pt x="65" y="548"/>
                        <a:pt x="77" y="509"/>
                      </a:cubicBezTo>
                      <a:cubicBezTo>
                        <a:pt x="77" y="470"/>
                        <a:pt x="116" y="445"/>
                        <a:pt x="142" y="445"/>
                      </a:cubicBezTo>
                      <a:lnTo>
                        <a:pt x="181" y="445"/>
                      </a:lnTo>
                      <a:cubicBezTo>
                        <a:pt x="181" y="432"/>
                        <a:pt x="168" y="419"/>
                        <a:pt x="155" y="419"/>
                      </a:cubicBezTo>
                      <a:cubicBezTo>
                        <a:pt x="143" y="416"/>
                        <a:pt x="130" y="414"/>
                        <a:pt x="119" y="414"/>
                      </a:cubicBezTo>
                      <a:cubicBezTo>
                        <a:pt x="81" y="414"/>
                        <a:pt x="49" y="431"/>
                        <a:pt x="39" y="470"/>
                      </a:cubicBezTo>
                      <a:cubicBezTo>
                        <a:pt x="0" y="535"/>
                        <a:pt x="0" y="612"/>
                        <a:pt x="39" y="677"/>
                      </a:cubicBezTo>
                      <a:cubicBezTo>
                        <a:pt x="77" y="754"/>
                        <a:pt x="129" y="818"/>
                        <a:pt x="194" y="883"/>
                      </a:cubicBezTo>
                      <a:cubicBezTo>
                        <a:pt x="284" y="935"/>
                        <a:pt x="374" y="986"/>
                        <a:pt x="477" y="1012"/>
                      </a:cubicBezTo>
                      <a:cubicBezTo>
                        <a:pt x="580" y="1038"/>
                        <a:pt x="696" y="1063"/>
                        <a:pt x="800" y="1063"/>
                      </a:cubicBezTo>
                      <a:cubicBezTo>
                        <a:pt x="864" y="1063"/>
                        <a:pt x="929" y="1051"/>
                        <a:pt x="993" y="1051"/>
                      </a:cubicBezTo>
                      <a:cubicBezTo>
                        <a:pt x="1045" y="1038"/>
                        <a:pt x="1109" y="1012"/>
                        <a:pt x="1174" y="999"/>
                      </a:cubicBezTo>
                      <a:cubicBezTo>
                        <a:pt x="1277" y="947"/>
                        <a:pt x="1393" y="896"/>
                        <a:pt x="1496" y="818"/>
                      </a:cubicBezTo>
                      <a:cubicBezTo>
                        <a:pt x="1586" y="754"/>
                        <a:pt x="1676" y="677"/>
                        <a:pt x="1767" y="612"/>
                      </a:cubicBezTo>
                      <a:cubicBezTo>
                        <a:pt x="1857" y="535"/>
                        <a:pt x="1934" y="457"/>
                        <a:pt x="2025" y="393"/>
                      </a:cubicBezTo>
                      <a:cubicBezTo>
                        <a:pt x="2102" y="341"/>
                        <a:pt x="2179" y="277"/>
                        <a:pt x="2270" y="238"/>
                      </a:cubicBezTo>
                      <a:cubicBezTo>
                        <a:pt x="2347" y="200"/>
                        <a:pt x="2424" y="161"/>
                        <a:pt x="2502" y="135"/>
                      </a:cubicBezTo>
                      <a:cubicBezTo>
                        <a:pt x="2579" y="122"/>
                        <a:pt x="2643" y="109"/>
                        <a:pt x="2721" y="109"/>
                      </a:cubicBezTo>
                      <a:cubicBezTo>
                        <a:pt x="2772" y="109"/>
                        <a:pt x="2837" y="122"/>
                        <a:pt x="2888" y="148"/>
                      </a:cubicBezTo>
                      <a:cubicBezTo>
                        <a:pt x="2914" y="174"/>
                        <a:pt x="2940" y="200"/>
                        <a:pt x="2953" y="225"/>
                      </a:cubicBezTo>
                      <a:cubicBezTo>
                        <a:pt x="2966"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8" name="Google Shape;6468;p69"/>
                <p:cNvSpPr/>
                <p:nvPr/>
              </p:nvSpPr>
              <p:spPr>
                <a:xfrm>
                  <a:off x="1975720"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06" y="303"/>
                        <a:pt x="1716" y="367"/>
                        <a:pt x="1625" y="445"/>
                      </a:cubicBezTo>
                      <a:cubicBezTo>
                        <a:pt x="1535" y="509"/>
                        <a:pt x="1458" y="586"/>
                        <a:pt x="1355" y="638"/>
                      </a:cubicBezTo>
                      <a:cubicBezTo>
                        <a:pt x="1277" y="702"/>
                        <a:pt x="1187" y="754"/>
                        <a:pt x="1084" y="806"/>
                      </a:cubicBezTo>
                      <a:cubicBezTo>
                        <a:pt x="1032" y="818"/>
                        <a:pt x="993" y="831"/>
                        <a:pt x="942" y="844"/>
                      </a:cubicBezTo>
                      <a:cubicBezTo>
                        <a:pt x="890" y="857"/>
                        <a:pt x="839" y="870"/>
                        <a:pt x="800" y="870"/>
                      </a:cubicBezTo>
                      <a:cubicBezTo>
                        <a:pt x="697" y="870"/>
                        <a:pt x="607" y="870"/>
                        <a:pt x="503" y="857"/>
                      </a:cubicBezTo>
                      <a:cubicBezTo>
                        <a:pt x="426" y="844"/>
                        <a:pt x="349" y="818"/>
                        <a:pt x="271" y="780"/>
                      </a:cubicBezTo>
                      <a:cubicBezTo>
                        <a:pt x="207" y="754"/>
                        <a:pt x="142" y="702"/>
                        <a:pt x="104" y="651"/>
                      </a:cubicBezTo>
                      <a:cubicBezTo>
                        <a:pt x="78" y="612"/>
                        <a:pt x="65" y="548"/>
                        <a:pt x="78" y="509"/>
                      </a:cubicBezTo>
                      <a:cubicBezTo>
                        <a:pt x="78" y="470"/>
                        <a:pt x="104" y="445"/>
                        <a:pt x="142" y="445"/>
                      </a:cubicBezTo>
                      <a:lnTo>
                        <a:pt x="181" y="445"/>
                      </a:lnTo>
                      <a:cubicBezTo>
                        <a:pt x="168" y="432"/>
                        <a:pt x="155" y="419"/>
                        <a:pt x="142" y="419"/>
                      </a:cubicBezTo>
                      <a:cubicBezTo>
                        <a:pt x="133" y="416"/>
                        <a:pt x="123" y="414"/>
                        <a:pt x="114"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00" y="1063"/>
                      </a:cubicBezTo>
                      <a:cubicBezTo>
                        <a:pt x="865" y="1063"/>
                        <a:pt x="929" y="1051"/>
                        <a:pt x="981" y="1051"/>
                      </a:cubicBezTo>
                      <a:cubicBezTo>
                        <a:pt x="1045" y="1038"/>
                        <a:pt x="1110" y="1012"/>
                        <a:pt x="1161" y="999"/>
                      </a:cubicBezTo>
                      <a:cubicBezTo>
                        <a:pt x="1277" y="947"/>
                        <a:pt x="1393" y="896"/>
                        <a:pt x="1483" y="818"/>
                      </a:cubicBezTo>
                      <a:cubicBezTo>
                        <a:pt x="1587" y="754"/>
                        <a:pt x="1677" y="677"/>
                        <a:pt x="1767" y="612"/>
                      </a:cubicBezTo>
                      <a:cubicBezTo>
                        <a:pt x="1857" y="535"/>
                        <a:pt x="1935" y="457"/>
                        <a:pt x="2025" y="393"/>
                      </a:cubicBezTo>
                      <a:cubicBezTo>
                        <a:pt x="2102" y="341"/>
                        <a:pt x="2180" y="277"/>
                        <a:pt x="2270" y="238"/>
                      </a:cubicBezTo>
                      <a:cubicBezTo>
                        <a:pt x="2335" y="200"/>
                        <a:pt x="2425" y="161"/>
                        <a:pt x="2502" y="135"/>
                      </a:cubicBezTo>
                      <a:cubicBezTo>
                        <a:pt x="2580" y="122"/>
                        <a:pt x="2644" y="109"/>
                        <a:pt x="2721" y="109"/>
                      </a:cubicBezTo>
                      <a:cubicBezTo>
                        <a:pt x="2773" y="109"/>
                        <a:pt x="2837" y="122"/>
                        <a:pt x="2876" y="148"/>
                      </a:cubicBezTo>
                      <a:cubicBezTo>
                        <a:pt x="2915" y="174"/>
                        <a:pt x="2941" y="200"/>
                        <a:pt x="2953" y="225"/>
                      </a:cubicBezTo>
                      <a:cubicBezTo>
                        <a:pt x="2953"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9" name="Google Shape;6469;p69"/>
                <p:cNvSpPr/>
                <p:nvPr/>
              </p:nvSpPr>
              <p:spPr>
                <a:xfrm>
                  <a:off x="2074045" y="648922"/>
                  <a:ext cx="176640" cy="63369"/>
                </a:xfrm>
                <a:custGeom>
                  <a:avLst/>
                  <a:gdLst/>
                  <a:ahLst/>
                  <a:cxnLst/>
                  <a:rect l="l" t="t" r="r" b="b"/>
                  <a:pathLst>
                    <a:path w="2966" h="1064" extrusionOk="0">
                      <a:moveTo>
                        <a:pt x="2553" y="1"/>
                      </a:moveTo>
                      <a:cubicBezTo>
                        <a:pt x="2528"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52" y="548"/>
                        <a:pt x="65"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4" y="883"/>
                      </a:cubicBezTo>
                      <a:cubicBezTo>
                        <a:pt x="271" y="935"/>
                        <a:pt x="374" y="986"/>
                        <a:pt x="464" y="1012"/>
                      </a:cubicBezTo>
                      <a:cubicBezTo>
                        <a:pt x="580" y="1038"/>
                        <a:pt x="684" y="1063"/>
                        <a:pt x="800" y="1063"/>
                      </a:cubicBezTo>
                      <a:cubicBezTo>
                        <a:pt x="864" y="1063"/>
                        <a:pt x="916"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3" y="109"/>
                        <a:pt x="2721" y="109"/>
                      </a:cubicBezTo>
                      <a:cubicBezTo>
                        <a:pt x="2772" y="109"/>
                        <a:pt x="2824" y="122"/>
                        <a:pt x="2876" y="148"/>
                      </a:cubicBezTo>
                      <a:cubicBezTo>
                        <a:pt x="2914" y="174"/>
                        <a:pt x="2940"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0" name="Google Shape;6470;p69"/>
                <p:cNvSpPr/>
                <p:nvPr/>
              </p:nvSpPr>
              <p:spPr>
                <a:xfrm>
                  <a:off x="2172310"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77" y="857"/>
                        <a:pt x="839" y="870"/>
                        <a:pt x="787" y="870"/>
                      </a:cubicBezTo>
                      <a:cubicBezTo>
                        <a:pt x="684" y="870"/>
                        <a:pt x="594" y="870"/>
                        <a:pt x="504" y="857"/>
                      </a:cubicBezTo>
                      <a:cubicBezTo>
                        <a:pt x="413" y="844"/>
                        <a:pt x="336" y="818"/>
                        <a:pt x="259"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74" y="754"/>
                        <a:pt x="1664" y="677"/>
                        <a:pt x="1754" y="612"/>
                      </a:cubicBezTo>
                      <a:cubicBezTo>
                        <a:pt x="1845" y="535"/>
                        <a:pt x="1935" y="457"/>
                        <a:pt x="2012" y="393"/>
                      </a:cubicBezTo>
                      <a:cubicBezTo>
                        <a:pt x="2090" y="341"/>
                        <a:pt x="2167" y="277"/>
                        <a:pt x="2257" y="238"/>
                      </a:cubicBezTo>
                      <a:cubicBezTo>
                        <a:pt x="2335" y="200"/>
                        <a:pt x="2412" y="161"/>
                        <a:pt x="2502" y="135"/>
                      </a:cubicBezTo>
                      <a:cubicBezTo>
                        <a:pt x="2567" y="122"/>
                        <a:pt x="2644" y="109"/>
                        <a:pt x="2708" y="109"/>
                      </a:cubicBezTo>
                      <a:cubicBezTo>
                        <a:pt x="2773" y="109"/>
                        <a:pt x="2825" y="122"/>
                        <a:pt x="2876" y="148"/>
                      </a:cubicBezTo>
                      <a:cubicBezTo>
                        <a:pt x="2902" y="174"/>
                        <a:pt x="2928" y="200"/>
                        <a:pt x="2941" y="225"/>
                      </a:cubicBezTo>
                      <a:cubicBezTo>
                        <a:pt x="2953" y="238"/>
                        <a:pt x="2953" y="251"/>
                        <a:pt x="2953" y="264"/>
                      </a:cubicBezTo>
                      <a:cubicBezTo>
                        <a:pt x="2953" y="251"/>
                        <a:pt x="2953" y="238"/>
                        <a:pt x="2953" y="225"/>
                      </a:cubicBezTo>
                      <a:cubicBezTo>
                        <a:pt x="2953" y="187"/>
                        <a:pt x="2928" y="148"/>
                        <a:pt x="2902" y="109"/>
                      </a:cubicBezTo>
                      <a:cubicBezTo>
                        <a:pt x="2850" y="71"/>
                        <a:pt x="2799" y="32"/>
                        <a:pt x="2734" y="19"/>
                      </a:cubicBezTo>
                      <a:cubicBezTo>
                        <a:pt x="2670" y="10"/>
                        <a:pt x="260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1" name="Google Shape;6471;p69"/>
                <p:cNvSpPr/>
                <p:nvPr/>
              </p:nvSpPr>
              <p:spPr>
                <a:xfrm>
                  <a:off x="2269861" y="648922"/>
                  <a:ext cx="176640" cy="63369"/>
                </a:xfrm>
                <a:custGeom>
                  <a:avLst/>
                  <a:gdLst/>
                  <a:ahLst/>
                  <a:cxnLst/>
                  <a:rect l="l" t="t" r="r" b="b"/>
                  <a:pathLst>
                    <a:path w="2966" h="1064" extrusionOk="0">
                      <a:moveTo>
                        <a:pt x="2560" y="1"/>
                      </a:moveTo>
                      <a:cubicBezTo>
                        <a:pt x="2535" y="1"/>
                        <a:pt x="2512" y="2"/>
                        <a:pt x="2489" y="6"/>
                      </a:cubicBezTo>
                      <a:cubicBezTo>
                        <a:pt x="2386" y="19"/>
                        <a:pt x="2283" y="45"/>
                        <a:pt x="2192" y="84"/>
                      </a:cubicBezTo>
                      <a:cubicBezTo>
                        <a:pt x="2089" y="122"/>
                        <a:pt x="1999" y="174"/>
                        <a:pt x="1909" y="238"/>
                      </a:cubicBezTo>
                      <a:cubicBezTo>
                        <a:pt x="1805" y="303"/>
                        <a:pt x="1715" y="367"/>
                        <a:pt x="1625" y="445"/>
                      </a:cubicBezTo>
                      <a:cubicBezTo>
                        <a:pt x="1535" y="509"/>
                        <a:pt x="1457" y="586"/>
                        <a:pt x="1354" y="638"/>
                      </a:cubicBezTo>
                      <a:cubicBezTo>
                        <a:pt x="1277" y="702"/>
                        <a:pt x="1187" y="754"/>
                        <a:pt x="1083" y="806"/>
                      </a:cubicBezTo>
                      <a:cubicBezTo>
                        <a:pt x="1032" y="818"/>
                        <a:pt x="993" y="831"/>
                        <a:pt x="942" y="844"/>
                      </a:cubicBezTo>
                      <a:cubicBezTo>
                        <a:pt x="890" y="857"/>
                        <a:pt x="838" y="870"/>
                        <a:pt x="800" y="870"/>
                      </a:cubicBezTo>
                      <a:cubicBezTo>
                        <a:pt x="697" y="870"/>
                        <a:pt x="606" y="870"/>
                        <a:pt x="503" y="857"/>
                      </a:cubicBezTo>
                      <a:cubicBezTo>
                        <a:pt x="426" y="844"/>
                        <a:pt x="348" y="818"/>
                        <a:pt x="271" y="780"/>
                      </a:cubicBezTo>
                      <a:cubicBezTo>
                        <a:pt x="207" y="754"/>
                        <a:pt x="142" y="702"/>
                        <a:pt x="103" y="651"/>
                      </a:cubicBezTo>
                      <a:cubicBezTo>
                        <a:pt x="78" y="612"/>
                        <a:pt x="65" y="548"/>
                        <a:pt x="78" y="509"/>
                      </a:cubicBezTo>
                      <a:cubicBezTo>
                        <a:pt x="78" y="470"/>
                        <a:pt x="116" y="445"/>
                        <a:pt x="142" y="445"/>
                      </a:cubicBezTo>
                      <a:lnTo>
                        <a:pt x="181" y="445"/>
                      </a:lnTo>
                      <a:cubicBezTo>
                        <a:pt x="168" y="432"/>
                        <a:pt x="168" y="419"/>
                        <a:pt x="155" y="419"/>
                      </a:cubicBezTo>
                      <a:cubicBezTo>
                        <a:pt x="143" y="416"/>
                        <a:pt x="131" y="414"/>
                        <a:pt x="119" y="414"/>
                      </a:cubicBezTo>
                      <a:cubicBezTo>
                        <a:pt x="81" y="414"/>
                        <a:pt x="49" y="431"/>
                        <a:pt x="39" y="470"/>
                      </a:cubicBezTo>
                      <a:cubicBezTo>
                        <a:pt x="0" y="535"/>
                        <a:pt x="0" y="612"/>
                        <a:pt x="39" y="677"/>
                      </a:cubicBezTo>
                      <a:cubicBezTo>
                        <a:pt x="78" y="754"/>
                        <a:pt x="129" y="818"/>
                        <a:pt x="194" y="883"/>
                      </a:cubicBezTo>
                      <a:cubicBezTo>
                        <a:pt x="284" y="935"/>
                        <a:pt x="374" y="986"/>
                        <a:pt x="477" y="1012"/>
                      </a:cubicBezTo>
                      <a:cubicBezTo>
                        <a:pt x="580" y="1038"/>
                        <a:pt x="697" y="1063"/>
                        <a:pt x="813" y="1063"/>
                      </a:cubicBezTo>
                      <a:cubicBezTo>
                        <a:pt x="864" y="1063"/>
                        <a:pt x="929" y="1051"/>
                        <a:pt x="993" y="1051"/>
                      </a:cubicBezTo>
                      <a:cubicBezTo>
                        <a:pt x="1045" y="1038"/>
                        <a:pt x="1109" y="1012"/>
                        <a:pt x="1174" y="999"/>
                      </a:cubicBezTo>
                      <a:cubicBezTo>
                        <a:pt x="1277" y="947"/>
                        <a:pt x="1393" y="896"/>
                        <a:pt x="1496" y="818"/>
                      </a:cubicBezTo>
                      <a:cubicBezTo>
                        <a:pt x="1586" y="754"/>
                        <a:pt x="1677" y="677"/>
                        <a:pt x="1767" y="612"/>
                      </a:cubicBezTo>
                      <a:cubicBezTo>
                        <a:pt x="1857" y="535"/>
                        <a:pt x="1934" y="457"/>
                        <a:pt x="2025" y="393"/>
                      </a:cubicBezTo>
                      <a:cubicBezTo>
                        <a:pt x="2102" y="341"/>
                        <a:pt x="2179" y="277"/>
                        <a:pt x="2270" y="238"/>
                      </a:cubicBezTo>
                      <a:cubicBezTo>
                        <a:pt x="2347" y="200"/>
                        <a:pt x="2424" y="161"/>
                        <a:pt x="2502" y="135"/>
                      </a:cubicBezTo>
                      <a:cubicBezTo>
                        <a:pt x="2579" y="122"/>
                        <a:pt x="2644" y="109"/>
                        <a:pt x="2721" y="109"/>
                      </a:cubicBezTo>
                      <a:cubicBezTo>
                        <a:pt x="2773" y="109"/>
                        <a:pt x="2837" y="122"/>
                        <a:pt x="2889"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2" name="Google Shape;6472;p69"/>
                <p:cNvSpPr/>
                <p:nvPr/>
              </p:nvSpPr>
              <p:spPr>
                <a:xfrm>
                  <a:off x="2368126"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90" y="122"/>
                        <a:pt x="1986" y="174"/>
                        <a:pt x="1896" y="238"/>
                      </a:cubicBezTo>
                      <a:cubicBezTo>
                        <a:pt x="1806" y="303"/>
                        <a:pt x="1716" y="367"/>
                        <a:pt x="1625" y="445"/>
                      </a:cubicBezTo>
                      <a:cubicBezTo>
                        <a:pt x="1535" y="509"/>
                        <a:pt x="1445" y="586"/>
                        <a:pt x="1355" y="638"/>
                      </a:cubicBezTo>
                      <a:cubicBezTo>
                        <a:pt x="1277" y="702"/>
                        <a:pt x="1174" y="754"/>
                        <a:pt x="1084" y="806"/>
                      </a:cubicBezTo>
                      <a:cubicBezTo>
                        <a:pt x="1032" y="818"/>
                        <a:pt x="981" y="831"/>
                        <a:pt x="942" y="844"/>
                      </a:cubicBezTo>
                      <a:cubicBezTo>
                        <a:pt x="890" y="857"/>
                        <a:pt x="839" y="870"/>
                        <a:pt x="787" y="870"/>
                      </a:cubicBezTo>
                      <a:cubicBezTo>
                        <a:pt x="697" y="870"/>
                        <a:pt x="594" y="870"/>
                        <a:pt x="504" y="857"/>
                      </a:cubicBezTo>
                      <a:cubicBezTo>
                        <a:pt x="426" y="844"/>
                        <a:pt x="336" y="818"/>
                        <a:pt x="259" y="780"/>
                      </a:cubicBezTo>
                      <a:cubicBezTo>
                        <a:pt x="207" y="754"/>
                        <a:pt x="143" y="702"/>
                        <a:pt x="104" y="651"/>
                      </a:cubicBezTo>
                      <a:cubicBezTo>
                        <a:pt x="78" y="612"/>
                        <a:pt x="65" y="548"/>
                        <a:pt x="65" y="509"/>
                      </a:cubicBezTo>
                      <a:cubicBezTo>
                        <a:pt x="78" y="470"/>
                        <a:pt x="104" y="445"/>
                        <a:pt x="143" y="445"/>
                      </a:cubicBezTo>
                      <a:lnTo>
                        <a:pt x="181" y="445"/>
                      </a:lnTo>
                      <a:cubicBezTo>
                        <a:pt x="168" y="432"/>
                        <a:pt x="155" y="419"/>
                        <a:pt x="143" y="419"/>
                      </a:cubicBezTo>
                      <a:cubicBezTo>
                        <a:pt x="133"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0" y="896"/>
                        <a:pt x="1484" y="818"/>
                      </a:cubicBezTo>
                      <a:cubicBezTo>
                        <a:pt x="1587" y="754"/>
                        <a:pt x="1677" y="677"/>
                        <a:pt x="1767" y="612"/>
                      </a:cubicBezTo>
                      <a:cubicBezTo>
                        <a:pt x="1858" y="535"/>
                        <a:pt x="1935" y="457"/>
                        <a:pt x="2025" y="393"/>
                      </a:cubicBezTo>
                      <a:cubicBezTo>
                        <a:pt x="2090" y="341"/>
                        <a:pt x="2180" y="277"/>
                        <a:pt x="2257" y="238"/>
                      </a:cubicBezTo>
                      <a:cubicBezTo>
                        <a:pt x="2335" y="200"/>
                        <a:pt x="2425" y="161"/>
                        <a:pt x="2502" y="135"/>
                      </a:cubicBezTo>
                      <a:cubicBezTo>
                        <a:pt x="2567" y="122"/>
                        <a:pt x="2644" y="109"/>
                        <a:pt x="2721" y="109"/>
                      </a:cubicBezTo>
                      <a:cubicBezTo>
                        <a:pt x="2773" y="109"/>
                        <a:pt x="2838" y="122"/>
                        <a:pt x="2876" y="148"/>
                      </a:cubicBezTo>
                      <a:cubicBezTo>
                        <a:pt x="2915" y="174"/>
                        <a:pt x="2941" y="200"/>
                        <a:pt x="2954" y="225"/>
                      </a:cubicBezTo>
                      <a:cubicBezTo>
                        <a:pt x="2954" y="238"/>
                        <a:pt x="2966" y="251"/>
                        <a:pt x="2966" y="264"/>
                      </a:cubicBezTo>
                      <a:cubicBezTo>
                        <a:pt x="2966" y="251"/>
                        <a:pt x="2966" y="238"/>
                        <a:pt x="2966" y="225"/>
                      </a:cubicBezTo>
                      <a:cubicBezTo>
                        <a:pt x="2954" y="187"/>
                        <a:pt x="2941" y="148"/>
                        <a:pt x="2915" y="109"/>
                      </a:cubicBezTo>
                      <a:cubicBezTo>
                        <a:pt x="2863" y="71"/>
                        <a:pt x="2799" y="32"/>
                        <a:pt x="2734" y="19"/>
                      </a:cubicBezTo>
                      <a:cubicBezTo>
                        <a:pt x="2680" y="10"/>
                        <a:pt x="2619"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3" name="Google Shape;6473;p69"/>
                <p:cNvSpPr/>
                <p:nvPr/>
              </p:nvSpPr>
              <p:spPr>
                <a:xfrm>
                  <a:off x="2466451" y="648922"/>
                  <a:ext cx="175925" cy="63369"/>
                </a:xfrm>
                <a:custGeom>
                  <a:avLst/>
                  <a:gdLst/>
                  <a:ahLst/>
                  <a:cxnLst/>
                  <a:rect l="l" t="t" r="r" b="b"/>
                  <a:pathLst>
                    <a:path w="2954" h="1064" extrusionOk="0">
                      <a:moveTo>
                        <a:pt x="2553" y="1"/>
                      </a:moveTo>
                      <a:cubicBezTo>
                        <a:pt x="2528" y="1"/>
                        <a:pt x="2502" y="2"/>
                        <a:pt x="2476" y="6"/>
                      </a:cubicBezTo>
                      <a:cubicBezTo>
                        <a:pt x="2373"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70" y="806"/>
                      </a:cubicBezTo>
                      <a:cubicBezTo>
                        <a:pt x="1032" y="818"/>
                        <a:pt x="980" y="831"/>
                        <a:pt x="929" y="844"/>
                      </a:cubicBezTo>
                      <a:cubicBezTo>
                        <a:pt x="890" y="857"/>
                        <a:pt x="838" y="870"/>
                        <a:pt x="787" y="870"/>
                      </a:cubicBezTo>
                      <a:cubicBezTo>
                        <a:pt x="697" y="870"/>
                        <a:pt x="593" y="870"/>
                        <a:pt x="503" y="857"/>
                      </a:cubicBezTo>
                      <a:cubicBezTo>
                        <a:pt x="413" y="844"/>
                        <a:pt x="335" y="818"/>
                        <a:pt x="258" y="780"/>
                      </a:cubicBezTo>
                      <a:cubicBezTo>
                        <a:pt x="194" y="754"/>
                        <a:pt x="142" y="702"/>
                        <a:pt x="103" y="651"/>
                      </a:cubicBezTo>
                      <a:cubicBezTo>
                        <a:pt x="65" y="612"/>
                        <a:pt x="52" y="548"/>
                        <a:pt x="65" y="509"/>
                      </a:cubicBezTo>
                      <a:cubicBezTo>
                        <a:pt x="78" y="470"/>
                        <a:pt x="103" y="445"/>
                        <a:pt x="142" y="445"/>
                      </a:cubicBezTo>
                      <a:lnTo>
                        <a:pt x="181"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4"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40" y="148"/>
                        <a:pt x="2902" y="109"/>
                      </a:cubicBezTo>
                      <a:cubicBezTo>
                        <a:pt x="2850"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4" name="Google Shape;6474;p69"/>
                <p:cNvSpPr/>
                <p:nvPr/>
              </p:nvSpPr>
              <p:spPr>
                <a:xfrm>
                  <a:off x="2563943"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6" y="445"/>
                      </a:cubicBezTo>
                      <a:cubicBezTo>
                        <a:pt x="1548" y="509"/>
                        <a:pt x="1458" y="586"/>
                        <a:pt x="1368" y="638"/>
                      </a:cubicBezTo>
                      <a:cubicBezTo>
                        <a:pt x="1277" y="702"/>
                        <a:pt x="1187" y="754"/>
                        <a:pt x="1084" y="806"/>
                      </a:cubicBezTo>
                      <a:cubicBezTo>
                        <a:pt x="1032" y="818"/>
                        <a:pt x="994" y="831"/>
                        <a:pt x="942" y="844"/>
                      </a:cubicBezTo>
                      <a:cubicBezTo>
                        <a:pt x="891" y="857"/>
                        <a:pt x="852" y="870"/>
                        <a:pt x="800" y="870"/>
                      </a:cubicBezTo>
                      <a:cubicBezTo>
                        <a:pt x="697" y="870"/>
                        <a:pt x="607" y="870"/>
                        <a:pt x="517" y="857"/>
                      </a:cubicBezTo>
                      <a:cubicBezTo>
                        <a:pt x="426" y="844"/>
                        <a:pt x="349" y="818"/>
                        <a:pt x="272" y="780"/>
                      </a:cubicBezTo>
                      <a:cubicBezTo>
                        <a:pt x="207" y="754"/>
                        <a:pt x="156" y="702"/>
                        <a:pt x="104" y="651"/>
                      </a:cubicBezTo>
                      <a:cubicBezTo>
                        <a:pt x="78" y="612"/>
                        <a:pt x="65" y="548"/>
                        <a:pt x="78" y="509"/>
                      </a:cubicBezTo>
                      <a:cubicBezTo>
                        <a:pt x="78" y="470"/>
                        <a:pt x="117" y="445"/>
                        <a:pt x="143" y="445"/>
                      </a:cubicBezTo>
                      <a:lnTo>
                        <a:pt x="181" y="445"/>
                      </a:lnTo>
                      <a:cubicBezTo>
                        <a:pt x="181" y="432"/>
                        <a:pt x="168" y="419"/>
                        <a:pt x="156" y="419"/>
                      </a:cubicBezTo>
                      <a:cubicBezTo>
                        <a:pt x="143"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7" y="818"/>
                      </a:cubicBezTo>
                      <a:cubicBezTo>
                        <a:pt x="1587" y="754"/>
                        <a:pt x="1677" y="677"/>
                        <a:pt x="1767"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3" y="71"/>
                        <a:pt x="2799" y="32"/>
                        <a:pt x="2734"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5" name="Google Shape;6475;p69"/>
                <p:cNvSpPr/>
                <p:nvPr/>
              </p:nvSpPr>
              <p:spPr>
                <a:xfrm>
                  <a:off x="2662268" y="648922"/>
                  <a:ext cx="176700" cy="63369"/>
                </a:xfrm>
                <a:custGeom>
                  <a:avLst/>
                  <a:gdLst/>
                  <a:ahLst/>
                  <a:cxnLst/>
                  <a:rect l="l" t="t" r="r" b="b"/>
                  <a:pathLst>
                    <a:path w="2967" h="1064" extrusionOk="0">
                      <a:moveTo>
                        <a:pt x="2555" y="1"/>
                      </a:moveTo>
                      <a:cubicBezTo>
                        <a:pt x="2529" y="1"/>
                        <a:pt x="2503" y="2"/>
                        <a:pt x="2476" y="6"/>
                      </a:cubicBezTo>
                      <a:cubicBezTo>
                        <a:pt x="2386" y="19"/>
                        <a:pt x="2283" y="45"/>
                        <a:pt x="2192" y="84"/>
                      </a:cubicBezTo>
                      <a:cubicBezTo>
                        <a:pt x="2089" y="122"/>
                        <a:pt x="1986" y="174"/>
                        <a:pt x="1896" y="238"/>
                      </a:cubicBezTo>
                      <a:cubicBezTo>
                        <a:pt x="1806" y="303"/>
                        <a:pt x="1715" y="367"/>
                        <a:pt x="1625" y="445"/>
                      </a:cubicBezTo>
                      <a:cubicBezTo>
                        <a:pt x="1535" y="509"/>
                        <a:pt x="1445" y="586"/>
                        <a:pt x="1354" y="638"/>
                      </a:cubicBezTo>
                      <a:cubicBezTo>
                        <a:pt x="1277" y="702"/>
                        <a:pt x="1174" y="754"/>
                        <a:pt x="1083" y="806"/>
                      </a:cubicBezTo>
                      <a:cubicBezTo>
                        <a:pt x="1032" y="818"/>
                        <a:pt x="993" y="831"/>
                        <a:pt x="942" y="844"/>
                      </a:cubicBezTo>
                      <a:cubicBezTo>
                        <a:pt x="890" y="857"/>
                        <a:pt x="838" y="870"/>
                        <a:pt x="787" y="870"/>
                      </a:cubicBezTo>
                      <a:cubicBezTo>
                        <a:pt x="697" y="870"/>
                        <a:pt x="593" y="870"/>
                        <a:pt x="503" y="857"/>
                      </a:cubicBezTo>
                      <a:cubicBezTo>
                        <a:pt x="426" y="844"/>
                        <a:pt x="336" y="818"/>
                        <a:pt x="271" y="780"/>
                      </a:cubicBezTo>
                      <a:cubicBezTo>
                        <a:pt x="207" y="754"/>
                        <a:pt x="142" y="702"/>
                        <a:pt x="103" y="651"/>
                      </a:cubicBezTo>
                      <a:cubicBezTo>
                        <a:pt x="78" y="612"/>
                        <a:pt x="65" y="548"/>
                        <a:pt x="78" y="509"/>
                      </a:cubicBezTo>
                      <a:cubicBezTo>
                        <a:pt x="78"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6" name="Google Shape;6476;p69"/>
                <p:cNvSpPr/>
                <p:nvPr/>
              </p:nvSpPr>
              <p:spPr>
                <a:xfrm>
                  <a:off x="2760533" y="648922"/>
                  <a:ext cx="176700" cy="63369"/>
                </a:xfrm>
                <a:custGeom>
                  <a:avLst/>
                  <a:gdLst/>
                  <a:ahLst/>
                  <a:cxnLst/>
                  <a:rect l="l" t="t" r="r" b="b"/>
                  <a:pathLst>
                    <a:path w="2967" h="1064" extrusionOk="0">
                      <a:moveTo>
                        <a:pt x="2553" y="1"/>
                      </a:moveTo>
                      <a:cubicBezTo>
                        <a:pt x="2528" y="1"/>
                        <a:pt x="2503" y="2"/>
                        <a:pt x="2477" y="6"/>
                      </a:cubicBezTo>
                      <a:cubicBezTo>
                        <a:pt x="2373" y="19"/>
                        <a:pt x="2283" y="45"/>
                        <a:pt x="2193" y="84"/>
                      </a:cubicBezTo>
                      <a:cubicBezTo>
                        <a:pt x="2090" y="122"/>
                        <a:pt x="1987" y="174"/>
                        <a:pt x="1896" y="238"/>
                      </a:cubicBezTo>
                      <a:cubicBezTo>
                        <a:pt x="1806" y="303"/>
                        <a:pt x="1716" y="367"/>
                        <a:pt x="1626" y="445"/>
                      </a:cubicBezTo>
                      <a:cubicBezTo>
                        <a:pt x="1535" y="509"/>
                        <a:pt x="1445" y="586"/>
                        <a:pt x="1355" y="638"/>
                      </a:cubicBezTo>
                      <a:cubicBezTo>
                        <a:pt x="1265" y="702"/>
                        <a:pt x="1174" y="754"/>
                        <a:pt x="1084" y="806"/>
                      </a:cubicBezTo>
                      <a:cubicBezTo>
                        <a:pt x="1032" y="818"/>
                        <a:pt x="981" y="831"/>
                        <a:pt x="942" y="844"/>
                      </a:cubicBezTo>
                      <a:cubicBezTo>
                        <a:pt x="891"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65" y="1063"/>
                        <a:pt x="916" y="1051"/>
                        <a:pt x="981" y="1051"/>
                      </a:cubicBezTo>
                      <a:cubicBezTo>
                        <a:pt x="1045" y="1038"/>
                        <a:pt x="1097" y="1012"/>
                        <a:pt x="1161" y="999"/>
                      </a:cubicBezTo>
                      <a:cubicBezTo>
                        <a:pt x="1277" y="947"/>
                        <a:pt x="1381" y="896"/>
                        <a:pt x="1484" y="818"/>
                      </a:cubicBezTo>
                      <a:cubicBezTo>
                        <a:pt x="1587" y="754"/>
                        <a:pt x="1677" y="677"/>
                        <a:pt x="1767"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238"/>
                        <a:pt x="2954" y="251"/>
                        <a:pt x="2967" y="264"/>
                      </a:cubicBezTo>
                      <a:cubicBezTo>
                        <a:pt x="2967" y="251"/>
                        <a:pt x="2967" y="238"/>
                        <a:pt x="2967" y="225"/>
                      </a:cubicBezTo>
                      <a:cubicBezTo>
                        <a:pt x="2954" y="187"/>
                        <a:pt x="2941" y="148"/>
                        <a:pt x="2902" y="109"/>
                      </a:cubicBezTo>
                      <a:cubicBezTo>
                        <a:pt x="2863"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7" name="Google Shape;6477;p69"/>
                <p:cNvSpPr/>
                <p:nvPr/>
              </p:nvSpPr>
              <p:spPr>
                <a:xfrm>
                  <a:off x="2858858"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2" y="367"/>
                        <a:pt x="1625" y="445"/>
                      </a:cubicBezTo>
                      <a:cubicBezTo>
                        <a:pt x="1535" y="509"/>
                        <a:pt x="1445" y="586"/>
                        <a:pt x="1354" y="638"/>
                      </a:cubicBezTo>
                      <a:cubicBezTo>
                        <a:pt x="1264" y="702"/>
                        <a:pt x="1174" y="754"/>
                        <a:pt x="1071" y="806"/>
                      </a:cubicBezTo>
                      <a:cubicBezTo>
                        <a:pt x="1032" y="818"/>
                        <a:pt x="980" y="831"/>
                        <a:pt x="929" y="844"/>
                      </a:cubicBezTo>
                      <a:cubicBezTo>
                        <a:pt x="877" y="857"/>
                        <a:pt x="838" y="870"/>
                        <a:pt x="787" y="870"/>
                      </a:cubicBezTo>
                      <a:cubicBezTo>
                        <a:pt x="684" y="870"/>
                        <a:pt x="593" y="870"/>
                        <a:pt x="503" y="857"/>
                      </a:cubicBezTo>
                      <a:cubicBezTo>
                        <a:pt x="413" y="844"/>
                        <a:pt x="336" y="818"/>
                        <a:pt x="258" y="780"/>
                      </a:cubicBezTo>
                      <a:cubicBezTo>
                        <a:pt x="194" y="754"/>
                        <a:pt x="142" y="702"/>
                        <a:pt x="104" y="651"/>
                      </a:cubicBezTo>
                      <a:cubicBezTo>
                        <a:pt x="65" y="612"/>
                        <a:pt x="52" y="548"/>
                        <a:pt x="65" y="509"/>
                      </a:cubicBezTo>
                      <a:cubicBezTo>
                        <a:pt x="65"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0" y="535"/>
                        <a:pt x="0" y="612"/>
                        <a:pt x="26" y="677"/>
                      </a:cubicBezTo>
                      <a:cubicBezTo>
                        <a:pt x="65" y="754"/>
                        <a:pt x="116" y="818"/>
                        <a:pt x="194" y="883"/>
                      </a:cubicBezTo>
                      <a:cubicBezTo>
                        <a:pt x="271" y="935"/>
                        <a:pt x="361" y="986"/>
                        <a:pt x="465" y="1012"/>
                      </a:cubicBezTo>
                      <a:cubicBezTo>
                        <a:pt x="568" y="1038"/>
                        <a:pt x="684" y="1063"/>
                        <a:pt x="800" y="1063"/>
                      </a:cubicBezTo>
                      <a:cubicBezTo>
                        <a:pt x="851" y="1063"/>
                        <a:pt x="916" y="1051"/>
                        <a:pt x="980" y="1051"/>
                      </a:cubicBezTo>
                      <a:cubicBezTo>
                        <a:pt x="1045" y="1038"/>
                        <a:pt x="1096" y="1012"/>
                        <a:pt x="1161" y="999"/>
                      </a:cubicBezTo>
                      <a:cubicBezTo>
                        <a:pt x="1277" y="947"/>
                        <a:pt x="1380" y="896"/>
                        <a:pt x="1483" y="818"/>
                      </a:cubicBezTo>
                      <a:cubicBezTo>
                        <a:pt x="1573" y="754"/>
                        <a:pt x="1664" y="677"/>
                        <a:pt x="1754" y="612"/>
                      </a:cubicBezTo>
                      <a:cubicBezTo>
                        <a:pt x="1844" y="535"/>
                        <a:pt x="1935" y="457"/>
                        <a:pt x="2012" y="393"/>
                      </a:cubicBezTo>
                      <a:cubicBezTo>
                        <a:pt x="2089" y="341"/>
                        <a:pt x="2167" y="277"/>
                        <a:pt x="2257" y="238"/>
                      </a:cubicBezTo>
                      <a:cubicBezTo>
                        <a:pt x="2334" y="200"/>
                        <a:pt x="2412" y="161"/>
                        <a:pt x="2502" y="135"/>
                      </a:cubicBezTo>
                      <a:cubicBezTo>
                        <a:pt x="2566" y="122"/>
                        <a:pt x="2644" y="109"/>
                        <a:pt x="2708" y="109"/>
                      </a:cubicBezTo>
                      <a:cubicBezTo>
                        <a:pt x="2773" y="109"/>
                        <a:pt x="2824" y="122"/>
                        <a:pt x="2876" y="148"/>
                      </a:cubicBezTo>
                      <a:cubicBezTo>
                        <a:pt x="2902" y="174"/>
                        <a:pt x="2927" y="200"/>
                        <a:pt x="2940" y="225"/>
                      </a:cubicBezTo>
                      <a:cubicBezTo>
                        <a:pt x="2953" y="238"/>
                        <a:pt x="2953" y="251"/>
                        <a:pt x="2953" y="264"/>
                      </a:cubicBezTo>
                      <a:cubicBezTo>
                        <a:pt x="2953" y="251"/>
                        <a:pt x="2953" y="238"/>
                        <a:pt x="2953" y="225"/>
                      </a:cubicBezTo>
                      <a:cubicBezTo>
                        <a:pt x="2953" y="187"/>
                        <a:pt x="2927" y="148"/>
                        <a:pt x="2902"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8" name="Google Shape;6478;p69"/>
                <p:cNvSpPr/>
                <p:nvPr/>
              </p:nvSpPr>
              <p:spPr>
                <a:xfrm>
                  <a:off x="2956349" y="648922"/>
                  <a:ext cx="176700" cy="63369"/>
                </a:xfrm>
                <a:custGeom>
                  <a:avLst/>
                  <a:gdLst/>
                  <a:ahLst/>
                  <a:cxnLst/>
                  <a:rect l="l" t="t" r="r" b="b"/>
                  <a:pathLst>
                    <a:path w="2967" h="1064" extrusionOk="0">
                      <a:moveTo>
                        <a:pt x="2560" y="1"/>
                      </a:moveTo>
                      <a:cubicBezTo>
                        <a:pt x="2536" y="1"/>
                        <a:pt x="2512" y="2"/>
                        <a:pt x="2490" y="6"/>
                      </a:cubicBezTo>
                      <a:cubicBezTo>
                        <a:pt x="2386" y="19"/>
                        <a:pt x="2283" y="45"/>
                        <a:pt x="2193" y="84"/>
                      </a:cubicBezTo>
                      <a:cubicBezTo>
                        <a:pt x="2090" y="122"/>
                        <a:pt x="2000" y="174"/>
                        <a:pt x="1909" y="238"/>
                      </a:cubicBezTo>
                      <a:cubicBezTo>
                        <a:pt x="1819" y="303"/>
                        <a:pt x="1716" y="367"/>
                        <a:pt x="1626" y="445"/>
                      </a:cubicBezTo>
                      <a:cubicBezTo>
                        <a:pt x="1548" y="509"/>
                        <a:pt x="1458" y="586"/>
                        <a:pt x="1368" y="638"/>
                      </a:cubicBezTo>
                      <a:cubicBezTo>
                        <a:pt x="1278" y="702"/>
                        <a:pt x="1187" y="754"/>
                        <a:pt x="1084" y="806"/>
                      </a:cubicBezTo>
                      <a:cubicBezTo>
                        <a:pt x="1033" y="818"/>
                        <a:pt x="994" y="831"/>
                        <a:pt x="942" y="844"/>
                      </a:cubicBezTo>
                      <a:cubicBezTo>
                        <a:pt x="891" y="857"/>
                        <a:pt x="839" y="870"/>
                        <a:pt x="800" y="870"/>
                      </a:cubicBezTo>
                      <a:cubicBezTo>
                        <a:pt x="697" y="870"/>
                        <a:pt x="607" y="870"/>
                        <a:pt x="504" y="857"/>
                      </a:cubicBezTo>
                      <a:cubicBezTo>
                        <a:pt x="426" y="844"/>
                        <a:pt x="349" y="818"/>
                        <a:pt x="272" y="780"/>
                      </a:cubicBezTo>
                      <a:cubicBezTo>
                        <a:pt x="207" y="754"/>
                        <a:pt x="156" y="702"/>
                        <a:pt x="104" y="651"/>
                      </a:cubicBezTo>
                      <a:cubicBezTo>
                        <a:pt x="78" y="612"/>
                        <a:pt x="65" y="548"/>
                        <a:pt x="78" y="509"/>
                      </a:cubicBezTo>
                      <a:cubicBezTo>
                        <a:pt x="78" y="470"/>
                        <a:pt x="104" y="445"/>
                        <a:pt x="143" y="445"/>
                      </a:cubicBezTo>
                      <a:lnTo>
                        <a:pt x="181" y="445"/>
                      </a:lnTo>
                      <a:cubicBezTo>
                        <a:pt x="169" y="432"/>
                        <a:pt x="169" y="419"/>
                        <a:pt x="156" y="419"/>
                      </a:cubicBezTo>
                      <a:cubicBezTo>
                        <a:pt x="144" y="416"/>
                        <a:pt x="131" y="414"/>
                        <a:pt x="120" y="414"/>
                      </a:cubicBezTo>
                      <a:cubicBezTo>
                        <a:pt x="82" y="414"/>
                        <a:pt x="49" y="431"/>
                        <a:pt x="40" y="470"/>
                      </a:cubicBezTo>
                      <a:cubicBezTo>
                        <a:pt x="1" y="535"/>
                        <a:pt x="1" y="612"/>
                        <a:pt x="40" y="677"/>
                      </a:cubicBezTo>
                      <a:cubicBezTo>
                        <a:pt x="78" y="754"/>
                        <a:pt x="130" y="818"/>
                        <a:pt x="194" y="883"/>
                      </a:cubicBezTo>
                      <a:cubicBezTo>
                        <a:pt x="285" y="935"/>
                        <a:pt x="375" y="986"/>
                        <a:pt x="478" y="1012"/>
                      </a:cubicBezTo>
                      <a:cubicBezTo>
                        <a:pt x="581" y="1038"/>
                        <a:pt x="697" y="1063"/>
                        <a:pt x="813" y="1063"/>
                      </a:cubicBezTo>
                      <a:cubicBezTo>
                        <a:pt x="865" y="1063"/>
                        <a:pt x="929" y="1051"/>
                        <a:pt x="994" y="1051"/>
                      </a:cubicBezTo>
                      <a:cubicBezTo>
                        <a:pt x="1045" y="1038"/>
                        <a:pt x="1110" y="1012"/>
                        <a:pt x="1174" y="999"/>
                      </a:cubicBezTo>
                      <a:cubicBezTo>
                        <a:pt x="1278" y="947"/>
                        <a:pt x="1394" y="896"/>
                        <a:pt x="1497" y="818"/>
                      </a:cubicBezTo>
                      <a:cubicBezTo>
                        <a:pt x="1587" y="754"/>
                        <a:pt x="1677" y="677"/>
                        <a:pt x="1768" y="612"/>
                      </a:cubicBezTo>
                      <a:cubicBezTo>
                        <a:pt x="1858" y="535"/>
                        <a:pt x="1935" y="457"/>
                        <a:pt x="2025" y="393"/>
                      </a:cubicBezTo>
                      <a:cubicBezTo>
                        <a:pt x="2103" y="341"/>
                        <a:pt x="2180" y="277"/>
                        <a:pt x="2270" y="238"/>
                      </a:cubicBezTo>
                      <a:cubicBezTo>
                        <a:pt x="2348" y="200"/>
                        <a:pt x="2425" y="161"/>
                        <a:pt x="2502" y="135"/>
                      </a:cubicBezTo>
                      <a:cubicBezTo>
                        <a:pt x="2580" y="122"/>
                        <a:pt x="2644" y="109"/>
                        <a:pt x="2722" y="109"/>
                      </a:cubicBezTo>
                      <a:cubicBezTo>
                        <a:pt x="2773" y="109"/>
                        <a:pt x="2838" y="122"/>
                        <a:pt x="2889" y="148"/>
                      </a:cubicBezTo>
                      <a:cubicBezTo>
                        <a:pt x="2915" y="174"/>
                        <a:pt x="2941" y="200"/>
                        <a:pt x="2954" y="225"/>
                      </a:cubicBezTo>
                      <a:cubicBezTo>
                        <a:pt x="2967" y="238"/>
                        <a:pt x="2967" y="251"/>
                        <a:pt x="2967" y="264"/>
                      </a:cubicBezTo>
                      <a:cubicBezTo>
                        <a:pt x="2967" y="251"/>
                        <a:pt x="2967" y="238"/>
                        <a:pt x="2967" y="225"/>
                      </a:cubicBezTo>
                      <a:cubicBezTo>
                        <a:pt x="2967" y="187"/>
                        <a:pt x="2941" y="148"/>
                        <a:pt x="2915" y="109"/>
                      </a:cubicBezTo>
                      <a:cubicBezTo>
                        <a:pt x="2864" y="71"/>
                        <a:pt x="2799" y="32"/>
                        <a:pt x="2735" y="19"/>
                      </a:cubicBezTo>
                      <a:cubicBezTo>
                        <a:pt x="2680" y="10"/>
                        <a:pt x="2619"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9" name="Google Shape;6479;p69"/>
                <p:cNvSpPr/>
                <p:nvPr/>
              </p:nvSpPr>
              <p:spPr>
                <a:xfrm>
                  <a:off x="3054674" y="648922"/>
                  <a:ext cx="176700" cy="63369"/>
                </a:xfrm>
                <a:custGeom>
                  <a:avLst/>
                  <a:gdLst/>
                  <a:ahLst/>
                  <a:cxnLst/>
                  <a:rect l="l" t="t" r="r" b="b"/>
                  <a:pathLst>
                    <a:path w="2967" h="1064" extrusionOk="0">
                      <a:moveTo>
                        <a:pt x="2555" y="1"/>
                      </a:moveTo>
                      <a:cubicBezTo>
                        <a:pt x="2529" y="1"/>
                        <a:pt x="2503" y="2"/>
                        <a:pt x="2476" y="6"/>
                      </a:cubicBezTo>
                      <a:cubicBezTo>
                        <a:pt x="2386" y="19"/>
                        <a:pt x="2283" y="45"/>
                        <a:pt x="2193" y="84"/>
                      </a:cubicBezTo>
                      <a:cubicBezTo>
                        <a:pt x="2089" y="122"/>
                        <a:pt x="1986" y="174"/>
                        <a:pt x="1896" y="238"/>
                      </a:cubicBezTo>
                      <a:cubicBezTo>
                        <a:pt x="1806" y="303"/>
                        <a:pt x="1715" y="367"/>
                        <a:pt x="1625" y="445"/>
                      </a:cubicBezTo>
                      <a:cubicBezTo>
                        <a:pt x="1535" y="509"/>
                        <a:pt x="1445" y="586"/>
                        <a:pt x="1354" y="638"/>
                      </a:cubicBezTo>
                      <a:cubicBezTo>
                        <a:pt x="1277" y="702"/>
                        <a:pt x="1174" y="754"/>
                        <a:pt x="1084" y="806"/>
                      </a:cubicBezTo>
                      <a:cubicBezTo>
                        <a:pt x="1032" y="818"/>
                        <a:pt x="980" y="831"/>
                        <a:pt x="942" y="844"/>
                      </a:cubicBezTo>
                      <a:cubicBezTo>
                        <a:pt x="890" y="857"/>
                        <a:pt x="839" y="870"/>
                        <a:pt x="787" y="870"/>
                      </a:cubicBezTo>
                      <a:cubicBezTo>
                        <a:pt x="697" y="870"/>
                        <a:pt x="594" y="870"/>
                        <a:pt x="503" y="857"/>
                      </a:cubicBezTo>
                      <a:cubicBezTo>
                        <a:pt x="426" y="844"/>
                        <a:pt x="336" y="818"/>
                        <a:pt x="271" y="780"/>
                      </a:cubicBezTo>
                      <a:cubicBezTo>
                        <a:pt x="207" y="754"/>
                        <a:pt x="142" y="702"/>
                        <a:pt x="104" y="651"/>
                      </a:cubicBezTo>
                      <a:cubicBezTo>
                        <a:pt x="65" y="612"/>
                        <a:pt x="52" y="548"/>
                        <a:pt x="78" y="509"/>
                      </a:cubicBezTo>
                      <a:cubicBezTo>
                        <a:pt x="78" y="470"/>
                        <a:pt x="104"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29" y="818"/>
                        <a:pt x="194" y="883"/>
                      </a:cubicBezTo>
                      <a:cubicBezTo>
                        <a:pt x="271" y="935"/>
                        <a:pt x="374" y="986"/>
                        <a:pt x="465" y="1012"/>
                      </a:cubicBezTo>
                      <a:cubicBezTo>
                        <a:pt x="581" y="1038"/>
                        <a:pt x="684" y="1063"/>
                        <a:pt x="800" y="1063"/>
                      </a:cubicBezTo>
                      <a:cubicBezTo>
                        <a:pt x="864" y="1063"/>
                        <a:pt x="929" y="1051"/>
                        <a:pt x="980" y="1051"/>
                      </a:cubicBezTo>
                      <a:cubicBezTo>
                        <a:pt x="1045" y="1038"/>
                        <a:pt x="1109" y="1012"/>
                        <a:pt x="1161" y="999"/>
                      </a:cubicBezTo>
                      <a:cubicBezTo>
                        <a:pt x="1277" y="947"/>
                        <a:pt x="1380" y="896"/>
                        <a:pt x="1483" y="818"/>
                      </a:cubicBezTo>
                      <a:cubicBezTo>
                        <a:pt x="1586" y="754"/>
                        <a:pt x="1677" y="677"/>
                        <a:pt x="1767" y="612"/>
                      </a:cubicBezTo>
                      <a:cubicBezTo>
                        <a:pt x="1857" y="535"/>
                        <a:pt x="1935" y="457"/>
                        <a:pt x="2025" y="393"/>
                      </a:cubicBezTo>
                      <a:cubicBezTo>
                        <a:pt x="2089" y="341"/>
                        <a:pt x="2180" y="277"/>
                        <a:pt x="2257" y="238"/>
                      </a:cubicBezTo>
                      <a:cubicBezTo>
                        <a:pt x="2334" y="200"/>
                        <a:pt x="2425" y="161"/>
                        <a:pt x="2502" y="135"/>
                      </a:cubicBezTo>
                      <a:cubicBezTo>
                        <a:pt x="2566" y="122"/>
                        <a:pt x="2644" y="109"/>
                        <a:pt x="2721" y="109"/>
                      </a:cubicBezTo>
                      <a:cubicBezTo>
                        <a:pt x="2773" y="109"/>
                        <a:pt x="2837" y="122"/>
                        <a:pt x="2876" y="148"/>
                      </a:cubicBezTo>
                      <a:cubicBezTo>
                        <a:pt x="2915" y="174"/>
                        <a:pt x="2940" y="200"/>
                        <a:pt x="2953" y="225"/>
                      </a:cubicBezTo>
                      <a:cubicBezTo>
                        <a:pt x="2953" y="238"/>
                        <a:pt x="2966" y="251"/>
                        <a:pt x="2966" y="264"/>
                      </a:cubicBezTo>
                      <a:cubicBezTo>
                        <a:pt x="2966" y="251"/>
                        <a:pt x="2966" y="238"/>
                        <a:pt x="2966" y="225"/>
                      </a:cubicBezTo>
                      <a:cubicBezTo>
                        <a:pt x="2953" y="187"/>
                        <a:pt x="2940" y="148"/>
                        <a:pt x="2915" y="109"/>
                      </a:cubicBezTo>
                      <a:cubicBezTo>
                        <a:pt x="2863" y="71"/>
                        <a:pt x="2799"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0" name="Google Shape;6480;p69"/>
                <p:cNvSpPr/>
                <p:nvPr/>
              </p:nvSpPr>
              <p:spPr>
                <a:xfrm>
                  <a:off x="3152940" y="648922"/>
                  <a:ext cx="176700" cy="63369"/>
                </a:xfrm>
                <a:custGeom>
                  <a:avLst/>
                  <a:gdLst/>
                  <a:ahLst/>
                  <a:cxnLst/>
                  <a:rect l="l" t="t" r="r" b="b"/>
                  <a:pathLst>
                    <a:path w="2967" h="1064" extrusionOk="0">
                      <a:moveTo>
                        <a:pt x="2954" y="225"/>
                      </a:moveTo>
                      <a:cubicBezTo>
                        <a:pt x="2954" y="238"/>
                        <a:pt x="2954" y="251"/>
                        <a:pt x="2954" y="264"/>
                      </a:cubicBezTo>
                      <a:cubicBezTo>
                        <a:pt x="2967" y="251"/>
                        <a:pt x="2967" y="238"/>
                        <a:pt x="2954" y="225"/>
                      </a:cubicBezTo>
                      <a:close/>
                      <a:moveTo>
                        <a:pt x="2553" y="1"/>
                      </a:moveTo>
                      <a:cubicBezTo>
                        <a:pt x="2528" y="1"/>
                        <a:pt x="2503" y="2"/>
                        <a:pt x="2477" y="6"/>
                      </a:cubicBezTo>
                      <a:cubicBezTo>
                        <a:pt x="2374" y="19"/>
                        <a:pt x="2283" y="45"/>
                        <a:pt x="2180" y="84"/>
                      </a:cubicBezTo>
                      <a:cubicBezTo>
                        <a:pt x="2077" y="122"/>
                        <a:pt x="1987" y="174"/>
                        <a:pt x="1896" y="238"/>
                      </a:cubicBezTo>
                      <a:cubicBezTo>
                        <a:pt x="1806" y="303"/>
                        <a:pt x="1716" y="367"/>
                        <a:pt x="1626" y="445"/>
                      </a:cubicBezTo>
                      <a:cubicBezTo>
                        <a:pt x="1535" y="509"/>
                        <a:pt x="1445" y="586"/>
                        <a:pt x="1355" y="638"/>
                      </a:cubicBezTo>
                      <a:cubicBezTo>
                        <a:pt x="1265" y="702"/>
                        <a:pt x="1174" y="754"/>
                        <a:pt x="1071" y="806"/>
                      </a:cubicBezTo>
                      <a:cubicBezTo>
                        <a:pt x="1033" y="818"/>
                        <a:pt x="981" y="831"/>
                        <a:pt x="929" y="844"/>
                      </a:cubicBezTo>
                      <a:cubicBezTo>
                        <a:pt x="891" y="857"/>
                        <a:pt x="839" y="870"/>
                        <a:pt x="788" y="870"/>
                      </a:cubicBezTo>
                      <a:cubicBezTo>
                        <a:pt x="697" y="870"/>
                        <a:pt x="594" y="870"/>
                        <a:pt x="504" y="857"/>
                      </a:cubicBezTo>
                      <a:cubicBezTo>
                        <a:pt x="414" y="844"/>
                        <a:pt x="336" y="818"/>
                        <a:pt x="259" y="780"/>
                      </a:cubicBezTo>
                      <a:cubicBezTo>
                        <a:pt x="194" y="754"/>
                        <a:pt x="143" y="702"/>
                        <a:pt x="104" y="651"/>
                      </a:cubicBezTo>
                      <a:cubicBezTo>
                        <a:pt x="65" y="612"/>
                        <a:pt x="53" y="548"/>
                        <a:pt x="65" y="509"/>
                      </a:cubicBezTo>
                      <a:cubicBezTo>
                        <a:pt x="78" y="470"/>
                        <a:pt x="104" y="445"/>
                        <a:pt x="143" y="445"/>
                      </a:cubicBezTo>
                      <a:lnTo>
                        <a:pt x="181" y="445"/>
                      </a:lnTo>
                      <a:cubicBezTo>
                        <a:pt x="169" y="432"/>
                        <a:pt x="156" y="419"/>
                        <a:pt x="143" y="419"/>
                      </a:cubicBezTo>
                      <a:cubicBezTo>
                        <a:pt x="131" y="416"/>
                        <a:pt x="119" y="414"/>
                        <a:pt x="108" y="414"/>
                      </a:cubicBezTo>
                      <a:cubicBezTo>
                        <a:pt x="74" y="414"/>
                        <a:pt x="46" y="431"/>
                        <a:pt x="27" y="470"/>
                      </a:cubicBezTo>
                      <a:cubicBezTo>
                        <a:pt x="1" y="535"/>
                        <a:pt x="1" y="612"/>
                        <a:pt x="27" y="677"/>
                      </a:cubicBezTo>
                      <a:cubicBezTo>
                        <a:pt x="65" y="754"/>
                        <a:pt x="117" y="818"/>
                        <a:pt x="194" y="883"/>
                      </a:cubicBezTo>
                      <a:cubicBezTo>
                        <a:pt x="272" y="935"/>
                        <a:pt x="362" y="986"/>
                        <a:pt x="465" y="1012"/>
                      </a:cubicBezTo>
                      <a:cubicBezTo>
                        <a:pt x="568" y="1038"/>
                        <a:pt x="684" y="1063"/>
                        <a:pt x="800" y="1063"/>
                      </a:cubicBezTo>
                      <a:cubicBezTo>
                        <a:pt x="852" y="1063"/>
                        <a:pt x="916" y="1051"/>
                        <a:pt x="981" y="1051"/>
                      </a:cubicBezTo>
                      <a:cubicBezTo>
                        <a:pt x="1045" y="1038"/>
                        <a:pt x="1097" y="1012"/>
                        <a:pt x="1161" y="999"/>
                      </a:cubicBezTo>
                      <a:cubicBezTo>
                        <a:pt x="1278" y="947"/>
                        <a:pt x="1381" y="896"/>
                        <a:pt x="1484" y="818"/>
                      </a:cubicBezTo>
                      <a:cubicBezTo>
                        <a:pt x="1587" y="754"/>
                        <a:pt x="1664" y="677"/>
                        <a:pt x="1755" y="612"/>
                      </a:cubicBezTo>
                      <a:cubicBezTo>
                        <a:pt x="1858" y="535"/>
                        <a:pt x="1935" y="457"/>
                        <a:pt x="2013" y="393"/>
                      </a:cubicBezTo>
                      <a:cubicBezTo>
                        <a:pt x="2090" y="341"/>
                        <a:pt x="2167" y="277"/>
                        <a:pt x="2258" y="238"/>
                      </a:cubicBezTo>
                      <a:cubicBezTo>
                        <a:pt x="2335" y="200"/>
                        <a:pt x="2412" y="161"/>
                        <a:pt x="2503" y="135"/>
                      </a:cubicBezTo>
                      <a:cubicBezTo>
                        <a:pt x="2567" y="122"/>
                        <a:pt x="2644" y="109"/>
                        <a:pt x="2709" y="109"/>
                      </a:cubicBezTo>
                      <a:cubicBezTo>
                        <a:pt x="2773" y="109"/>
                        <a:pt x="2825" y="122"/>
                        <a:pt x="2876" y="148"/>
                      </a:cubicBezTo>
                      <a:cubicBezTo>
                        <a:pt x="2902" y="174"/>
                        <a:pt x="2928" y="200"/>
                        <a:pt x="2954" y="225"/>
                      </a:cubicBezTo>
                      <a:cubicBezTo>
                        <a:pt x="2954" y="187"/>
                        <a:pt x="2941" y="148"/>
                        <a:pt x="2902" y="109"/>
                      </a:cubicBezTo>
                      <a:cubicBezTo>
                        <a:pt x="2851" y="71"/>
                        <a:pt x="2799" y="32"/>
                        <a:pt x="2735"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1" name="Google Shape;6481;p69"/>
                <p:cNvSpPr/>
                <p:nvPr/>
              </p:nvSpPr>
              <p:spPr>
                <a:xfrm>
                  <a:off x="3251265" y="648922"/>
                  <a:ext cx="175925" cy="63369"/>
                </a:xfrm>
                <a:custGeom>
                  <a:avLst/>
                  <a:gdLst/>
                  <a:ahLst/>
                  <a:cxnLst/>
                  <a:rect l="l" t="t" r="r" b="b"/>
                  <a:pathLst>
                    <a:path w="2954" h="1064" extrusionOk="0">
                      <a:moveTo>
                        <a:pt x="2547" y="1"/>
                      </a:moveTo>
                      <a:cubicBezTo>
                        <a:pt x="2523" y="1"/>
                        <a:pt x="2499" y="2"/>
                        <a:pt x="2476" y="6"/>
                      </a:cubicBezTo>
                      <a:cubicBezTo>
                        <a:pt x="2373" y="19"/>
                        <a:pt x="2270" y="45"/>
                        <a:pt x="2180" y="84"/>
                      </a:cubicBezTo>
                      <a:cubicBezTo>
                        <a:pt x="2076" y="122"/>
                        <a:pt x="1986" y="174"/>
                        <a:pt x="1896" y="238"/>
                      </a:cubicBezTo>
                      <a:cubicBezTo>
                        <a:pt x="1806" y="303"/>
                        <a:pt x="1703" y="367"/>
                        <a:pt x="1612" y="445"/>
                      </a:cubicBezTo>
                      <a:cubicBezTo>
                        <a:pt x="1535" y="509"/>
                        <a:pt x="1445" y="586"/>
                        <a:pt x="1354" y="638"/>
                      </a:cubicBezTo>
                      <a:cubicBezTo>
                        <a:pt x="1264" y="702"/>
                        <a:pt x="1174" y="754"/>
                        <a:pt x="1071" y="806"/>
                      </a:cubicBezTo>
                      <a:cubicBezTo>
                        <a:pt x="1019" y="818"/>
                        <a:pt x="980" y="831"/>
                        <a:pt x="929" y="844"/>
                      </a:cubicBezTo>
                      <a:cubicBezTo>
                        <a:pt x="877" y="857"/>
                        <a:pt x="826" y="870"/>
                        <a:pt x="787" y="870"/>
                      </a:cubicBezTo>
                      <a:cubicBezTo>
                        <a:pt x="684" y="870"/>
                        <a:pt x="594" y="870"/>
                        <a:pt x="503" y="857"/>
                      </a:cubicBezTo>
                      <a:cubicBezTo>
                        <a:pt x="413" y="844"/>
                        <a:pt x="336" y="818"/>
                        <a:pt x="258" y="780"/>
                      </a:cubicBezTo>
                      <a:cubicBezTo>
                        <a:pt x="194" y="754"/>
                        <a:pt x="142" y="702"/>
                        <a:pt x="91" y="651"/>
                      </a:cubicBezTo>
                      <a:cubicBezTo>
                        <a:pt x="65" y="612"/>
                        <a:pt x="52" y="548"/>
                        <a:pt x="65" y="509"/>
                      </a:cubicBezTo>
                      <a:cubicBezTo>
                        <a:pt x="65" y="470"/>
                        <a:pt x="104" y="445"/>
                        <a:pt x="129" y="445"/>
                      </a:cubicBezTo>
                      <a:lnTo>
                        <a:pt x="168" y="445"/>
                      </a:lnTo>
                      <a:cubicBezTo>
                        <a:pt x="168" y="432"/>
                        <a:pt x="155" y="419"/>
                        <a:pt x="142" y="419"/>
                      </a:cubicBezTo>
                      <a:cubicBezTo>
                        <a:pt x="130" y="416"/>
                        <a:pt x="118" y="414"/>
                        <a:pt x="106" y="414"/>
                      </a:cubicBezTo>
                      <a:cubicBezTo>
                        <a:pt x="69" y="414"/>
                        <a:pt x="36" y="431"/>
                        <a:pt x="26" y="470"/>
                      </a:cubicBezTo>
                      <a:cubicBezTo>
                        <a:pt x="0" y="535"/>
                        <a:pt x="0"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0" y="1051"/>
                      </a:cubicBezTo>
                      <a:cubicBezTo>
                        <a:pt x="1032" y="1038"/>
                        <a:pt x="1097" y="1012"/>
                        <a:pt x="1161" y="999"/>
                      </a:cubicBezTo>
                      <a:cubicBezTo>
                        <a:pt x="1264" y="947"/>
                        <a:pt x="1380" y="896"/>
                        <a:pt x="1483" y="818"/>
                      </a:cubicBezTo>
                      <a:cubicBezTo>
                        <a:pt x="1574" y="754"/>
                        <a:pt x="1664" y="677"/>
                        <a:pt x="1754" y="612"/>
                      </a:cubicBezTo>
                      <a:cubicBezTo>
                        <a:pt x="1844" y="535"/>
                        <a:pt x="1922" y="457"/>
                        <a:pt x="2012" y="393"/>
                      </a:cubicBezTo>
                      <a:cubicBezTo>
                        <a:pt x="2089" y="341"/>
                        <a:pt x="2167" y="277"/>
                        <a:pt x="2257" y="238"/>
                      </a:cubicBezTo>
                      <a:cubicBezTo>
                        <a:pt x="2334" y="200"/>
                        <a:pt x="2412" y="161"/>
                        <a:pt x="2489" y="135"/>
                      </a:cubicBezTo>
                      <a:cubicBezTo>
                        <a:pt x="2566" y="122"/>
                        <a:pt x="2631" y="109"/>
                        <a:pt x="2708" y="109"/>
                      </a:cubicBezTo>
                      <a:cubicBezTo>
                        <a:pt x="2760" y="109"/>
                        <a:pt x="2824" y="122"/>
                        <a:pt x="2876" y="148"/>
                      </a:cubicBezTo>
                      <a:cubicBezTo>
                        <a:pt x="2902" y="174"/>
                        <a:pt x="2928" y="200"/>
                        <a:pt x="2940" y="225"/>
                      </a:cubicBezTo>
                      <a:cubicBezTo>
                        <a:pt x="2953" y="238"/>
                        <a:pt x="2953" y="251"/>
                        <a:pt x="2953" y="264"/>
                      </a:cubicBezTo>
                      <a:cubicBezTo>
                        <a:pt x="2953" y="251"/>
                        <a:pt x="2953" y="238"/>
                        <a:pt x="2953" y="225"/>
                      </a:cubicBezTo>
                      <a:cubicBezTo>
                        <a:pt x="2953" y="187"/>
                        <a:pt x="2928" y="148"/>
                        <a:pt x="2902" y="109"/>
                      </a:cubicBezTo>
                      <a:cubicBezTo>
                        <a:pt x="2850" y="71"/>
                        <a:pt x="2786" y="32"/>
                        <a:pt x="2721" y="19"/>
                      </a:cubicBezTo>
                      <a:cubicBezTo>
                        <a:pt x="2667" y="10"/>
                        <a:pt x="2605"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2" name="Google Shape;6482;p69"/>
                <p:cNvSpPr/>
                <p:nvPr/>
              </p:nvSpPr>
              <p:spPr>
                <a:xfrm>
                  <a:off x="3348815" y="648922"/>
                  <a:ext cx="176640" cy="63369"/>
                </a:xfrm>
                <a:custGeom>
                  <a:avLst/>
                  <a:gdLst/>
                  <a:ahLst/>
                  <a:cxnLst/>
                  <a:rect l="l" t="t" r="r" b="b"/>
                  <a:pathLst>
                    <a:path w="2966" h="1064" extrusionOk="0">
                      <a:moveTo>
                        <a:pt x="2559" y="1"/>
                      </a:moveTo>
                      <a:cubicBezTo>
                        <a:pt x="2535" y="1"/>
                        <a:pt x="2511" y="2"/>
                        <a:pt x="2489" y="6"/>
                      </a:cubicBezTo>
                      <a:cubicBezTo>
                        <a:pt x="2386" y="19"/>
                        <a:pt x="2282" y="45"/>
                        <a:pt x="2192" y="84"/>
                      </a:cubicBezTo>
                      <a:cubicBezTo>
                        <a:pt x="2089" y="122"/>
                        <a:pt x="1999" y="174"/>
                        <a:pt x="1908" y="238"/>
                      </a:cubicBezTo>
                      <a:cubicBezTo>
                        <a:pt x="1805" y="303"/>
                        <a:pt x="1715" y="367"/>
                        <a:pt x="1625" y="445"/>
                      </a:cubicBezTo>
                      <a:cubicBezTo>
                        <a:pt x="1535" y="509"/>
                        <a:pt x="1457" y="586"/>
                        <a:pt x="1354" y="638"/>
                      </a:cubicBezTo>
                      <a:cubicBezTo>
                        <a:pt x="1277" y="702"/>
                        <a:pt x="1186" y="754"/>
                        <a:pt x="1083" y="806"/>
                      </a:cubicBezTo>
                      <a:cubicBezTo>
                        <a:pt x="1032" y="818"/>
                        <a:pt x="993" y="831"/>
                        <a:pt x="941" y="844"/>
                      </a:cubicBezTo>
                      <a:cubicBezTo>
                        <a:pt x="890" y="857"/>
                        <a:pt x="838" y="870"/>
                        <a:pt x="800" y="870"/>
                      </a:cubicBezTo>
                      <a:cubicBezTo>
                        <a:pt x="696" y="870"/>
                        <a:pt x="606"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55" y="419"/>
                      </a:cubicBezTo>
                      <a:cubicBezTo>
                        <a:pt x="143" y="416"/>
                        <a:pt x="130" y="414"/>
                        <a:pt x="119" y="414"/>
                      </a:cubicBezTo>
                      <a:cubicBezTo>
                        <a:pt x="81" y="414"/>
                        <a:pt x="49" y="431"/>
                        <a:pt x="39" y="470"/>
                      </a:cubicBezTo>
                      <a:cubicBezTo>
                        <a:pt x="0" y="535"/>
                        <a:pt x="0" y="612"/>
                        <a:pt x="39" y="677"/>
                      </a:cubicBezTo>
                      <a:cubicBezTo>
                        <a:pt x="65" y="754"/>
                        <a:pt x="129" y="818"/>
                        <a:pt x="193" y="883"/>
                      </a:cubicBezTo>
                      <a:cubicBezTo>
                        <a:pt x="284" y="935"/>
                        <a:pt x="374" y="986"/>
                        <a:pt x="477" y="1012"/>
                      </a:cubicBezTo>
                      <a:cubicBezTo>
                        <a:pt x="580" y="1038"/>
                        <a:pt x="696" y="1063"/>
                        <a:pt x="800" y="1063"/>
                      </a:cubicBezTo>
                      <a:cubicBezTo>
                        <a:pt x="864" y="1063"/>
                        <a:pt x="928" y="1051"/>
                        <a:pt x="980" y="1051"/>
                      </a:cubicBezTo>
                      <a:cubicBezTo>
                        <a:pt x="1045" y="1038"/>
                        <a:pt x="1109" y="1012"/>
                        <a:pt x="1161" y="999"/>
                      </a:cubicBezTo>
                      <a:cubicBezTo>
                        <a:pt x="1277" y="947"/>
                        <a:pt x="1393" y="896"/>
                        <a:pt x="1483" y="818"/>
                      </a:cubicBezTo>
                      <a:cubicBezTo>
                        <a:pt x="1586" y="754"/>
                        <a:pt x="1676" y="677"/>
                        <a:pt x="1767" y="612"/>
                      </a:cubicBezTo>
                      <a:cubicBezTo>
                        <a:pt x="1857" y="535"/>
                        <a:pt x="1934" y="457"/>
                        <a:pt x="2025" y="393"/>
                      </a:cubicBezTo>
                      <a:cubicBezTo>
                        <a:pt x="2102" y="341"/>
                        <a:pt x="2179" y="277"/>
                        <a:pt x="2270" y="238"/>
                      </a:cubicBezTo>
                      <a:cubicBezTo>
                        <a:pt x="2334" y="200"/>
                        <a:pt x="2424" y="161"/>
                        <a:pt x="2502" y="135"/>
                      </a:cubicBezTo>
                      <a:cubicBezTo>
                        <a:pt x="2579" y="122"/>
                        <a:pt x="2643" y="109"/>
                        <a:pt x="2721" y="109"/>
                      </a:cubicBezTo>
                      <a:cubicBezTo>
                        <a:pt x="2772" y="109"/>
                        <a:pt x="2837" y="122"/>
                        <a:pt x="2888" y="148"/>
                      </a:cubicBezTo>
                      <a:cubicBezTo>
                        <a:pt x="2914" y="174"/>
                        <a:pt x="2940" y="200"/>
                        <a:pt x="2953" y="225"/>
                      </a:cubicBezTo>
                      <a:cubicBezTo>
                        <a:pt x="2953" y="238"/>
                        <a:pt x="2966" y="251"/>
                        <a:pt x="2966" y="264"/>
                      </a:cubicBezTo>
                      <a:cubicBezTo>
                        <a:pt x="2966" y="251"/>
                        <a:pt x="2966" y="238"/>
                        <a:pt x="2966" y="225"/>
                      </a:cubicBezTo>
                      <a:cubicBezTo>
                        <a:pt x="2966" y="187"/>
                        <a:pt x="2940" y="148"/>
                        <a:pt x="2914" y="109"/>
                      </a:cubicBezTo>
                      <a:cubicBezTo>
                        <a:pt x="2863" y="71"/>
                        <a:pt x="2798" y="32"/>
                        <a:pt x="2734" y="19"/>
                      </a:cubicBezTo>
                      <a:cubicBezTo>
                        <a:pt x="2679" y="10"/>
                        <a:pt x="2618" y="1"/>
                        <a:pt x="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3" name="Google Shape;6483;p69"/>
                <p:cNvSpPr/>
                <p:nvPr/>
              </p:nvSpPr>
              <p:spPr>
                <a:xfrm>
                  <a:off x="3447081" y="648922"/>
                  <a:ext cx="176700" cy="63369"/>
                </a:xfrm>
                <a:custGeom>
                  <a:avLst/>
                  <a:gdLst/>
                  <a:ahLst/>
                  <a:cxnLst/>
                  <a:rect l="l" t="t" r="r" b="b"/>
                  <a:pathLst>
                    <a:path w="2967" h="1064" extrusionOk="0">
                      <a:moveTo>
                        <a:pt x="2553" y="1"/>
                      </a:moveTo>
                      <a:cubicBezTo>
                        <a:pt x="2528" y="1"/>
                        <a:pt x="2503" y="2"/>
                        <a:pt x="2476" y="6"/>
                      </a:cubicBezTo>
                      <a:cubicBezTo>
                        <a:pt x="2373" y="19"/>
                        <a:pt x="2283" y="45"/>
                        <a:pt x="2193" y="84"/>
                      </a:cubicBezTo>
                      <a:cubicBezTo>
                        <a:pt x="2089" y="122"/>
                        <a:pt x="1986" y="174"/>
                        <a:pt x="1896" y="238"/>
                      </a:cubicBezTo>
                      <a:cubicBezTo>
                        <a:pt x="1806" y="303"/>
                        <a:pt x="1716" y="367"/>
                        <a:pt x="1625" y="445"/>
                      </a:cubicBezTo>
                      <a:cubicBezTo>
                        <a:pt x="1535" y="509"/>
                        <a:pt x="1445" y="586"/>
                        <a:pt x="1355" y="638"/>
                      </a:cubicBezTo>
                      <a:cubicBezTo>
                        <a:pt x="1264" y="702"/>
                        <a:pt x="1174" y="754"/>
                        <a:pt x="1084" y="806"/>
                      </a:cubicBezTo>
                      <a:cubicBezTo>
                        <a:pt x="1032" y="818"/>
                        <a:pt x="981" y="831"/>
                        <a:pt x="929" y="844"/>
                      </a:cubicBezTo>
                      <a:cubicBezTo>
                        <a:pt x="890" y="857"/>
                        <a:pt x="839" y="870"/>
                        <a:pt x="787" y="870"/>
                      </a:cubicBezTo>
                      <a:cubicBezTo>
                        <a:pt x="697" y="870"/>
                        <a:pt x="594" y="870"/>
                        <a:pt x="503" y="857"/>
                      </a:cubicBezTo>
                      <a:cubicBezTo>
                        <a:pt x="413" y="844"/>
                        <a:pt x="336" y="818"/>
                        <a:pt x="258" y="780"/>
                      </a:cubicBezTo>
                      <a:cubicBezTo>
                        <a:pt x="194" y="754"/>
                        <a:pt x="142" y="702"/>
                        <a:pt x="104" y="651"/>
                      </a:cubicBezTo>
                      <a:cubicBezTo>
                        <a:pt x="65" y="612"/>
                        <a:pt x="52" y="548"/>
                        <a:pt x="65" y="509"/>
                      </a:cubicBezTo>
                      <a:cubicBezTo>
                        <a:pt x="78" y="470"/>
                        <a:pt x="104" y="445"/>
                        <a:pt x="142" y="445"/>
                      </a:cubicBezTo>
                      <a:lnTo>
                        <a:pt x="181" y="445"/>
                      </a:lnTo>
                      <a:cubicBezTo>
                        <a:pt x="168" y="432"/>
                        <a:pt x="155" y="419"/>
                        <a:pt x="142"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3" y="818"/>
                      </a:cubicBezTo>
                      <a:cubicBezTo>
                        <a:pt x="1587" y="754"/>
                        <a:pt x="1677" y="677"/>
                        <a:pt x="1767" y="612"/>
                      </a:cubicBezTo>
                      <a:cubicBezTo>
                        <a:pt x="1857" y="535"/>
                        <a:pt x="1935" y="457"/>
                        <a:pt x="2012" y="393"/>
                      </a:cubicBezTo>
                      <a:cubicBezTo>
                        <a:pt x="2089" y="341"/>
                        <a:pt x="2167" y="277"/>
                        <a:pt x="2257" y="238"/>
                      </a:cubicBezTo>
                      <a:cubicBezTo>
                        <a:pt x="2334" y="200"/>
                        <a:pt x="2412" y="161"/>
                        <a:pt x="2502" y="135"/>
                      </a:cubicBezTo>
                      <a:cubicBezTo>
                        <a:pt x="2567" y="122"/>
                        <a:pt x="2644" y="109"/>
                        <a:pt x="2708" y="109"/>
                      </a:cubicBezTo>
                      <a:cubicBezTo>
                        <a:pt x="2773" y="109"/>
                        <a:pt x="2824" y="122"/>
                        <a:pt x="2876" y="148"/>
                      </a:cubicBezTo>
                      <a:cubicBezTo>
                        <a:pt x="2902" y="174"/>
                        <a:pt x="2928" y="200"/>
                        <a:pt x="2953" y="225"/>
                      </a:cubicBezTo>
                      <a:cubicBezTo>
                        <a:pt x="2953" y="238"/>
                        <a:pt x="2953" y="251"/>
                        <a:pt x="2966" y="264"/>
                      </a:cubicBezTo>
                      <a:cubicBezTo>
                        <a:pt x="2966" y="251"/>
                        <a:pt x="2966" y="238"/>
                        <a:pt x="2966" y="225"/>
                      </a:cubicBezTo>
                      <a:cubicBezTo>
                        <a:pt x="2953" y="187"/>
                        <a:pt x="2941" y="148"/>
                        <a:pt x="2902" y="109"/>
                      </a:cubicBezTo>
                      <a:cubicBezTo>
                        <a:pt x="2863" y="71"/>
                        <a:pt x="2799"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4" name="Google Shape;6484;p69"/>
                <p:cNvSpPr/>
                <p:nvPr/>
              </p:nvSpPr>
              <p:spPr>
                <a:xfrm>
                  <a:off x="3545406" y="648922"/>
                  <a:ext cx="176640" cy="63369"/>
                </a:xfrm>
                <a:custGeom>
                  <a:avLst/>
                  <a:gdLst/>
                  <a:ahLst/>
                  <a:cxnLst/>
                  <a:rect l="l" t="t" r="r" b="b"/>
                  <a:pathLst>
                    <a:path w="2966" h="1064" extrusionOk="0">
                      <a:moveTo>
                        <a:pt x="2555" y="1"/>
                      </a:moveTo>
                      <a:cubicBezTo>
                        <a:pt x="2529" y="1"/>
                        <a:pt x="2502" y="2"/>
                        <a:pt x="2476" y="6"/>
                      </a:cubicBezTo>
                      <a:cubicBezTo>
                        <a:pt x="2386" y="19"/>
                        <a:pt x="2282" y="45"/>
                        <a:pt x="2192" y="84"/>
                      </a:cubicBezTo>
                      <a:cubicBezTo>
                        <a:pt x="2089" y="122"/>
                        <a:pt x="1986" y="174"/>
                        <a:pt x="1896" y="238"/>
                      </a:cubicBezTo>
                      <a:cubicBezTo>
                        <a:pt x="1805" y="303"/>
                        <a:pt x="1715" y="367"/>
                        <a:pt x="1625" y="445"/>
                      </a:cubicBezTo>
                      <a:cubicBezTo>
                        <a:pt x="1535" y="509"/>
                        <a:pt x="1444" y="586"/>
                        <a:pt x="1354" y="638"/>
                      </a:cubicBezTo>
                      <a:cubicBezTo>
                        <a:pt x="1277" y="702"/>
                        <a:pt x="1173" y="754"/>
                        <a:pt x="1083" y="806"/>
                      </a:cubicBezTo>
                      <a:cubicBezTo>
                        <a:pt x="1032" y="818"/>
                        <a:pt x="980" y="831"/>
                        <a:pt x="941" y="844"/>
                      </a:cubicBezTo>
                      <a:cubicBezTo>
                        <a:pt x="890" y="857"/>
                        <a:pt x="838" y="870"/>
                        <a:pt x="787" y="870"/>
                      </a:cubicBezTo>
                      <a:cubicBezTo>
                        <a:pt x="696" y="870"/>
                        <a:pt x="593" y="870"/>
                        <a:pt x="503" y="857"/>
                      </a:cubicBezTo>
                      <a:cubicBezTo>
                        <a:pt x="426" y="844"/>
                        <a:pt x="335" y="818"/>
                        <a:pt x="271" y="780"/>
                      </a:cubicBezTo>
                      <a:cubicBezTo>
                        <a:pt x="206" y="754"/>
                        <a:pt x="142" y="702"/>
                        <a:pt x="103" y="651"/>
                      </a:cubicBezTo>
                      <a:cubicBezTo>
                        <a:pt x="77" y="612"/>
                        <a:pt x="65" y="548"/>
                        <a:pt x="77" y="509"/>
                      </a:cubicBezTo>
                      <a:cubicBezTo>
                        <a:pt x="77" y="470"/>
                        <a:pt x="103" y="445"/>
                        <a:pt x="142" y="445"/>
                      </a:cubicBezTo>
                      <a:lnTo>
                        <a:pt x="181" y="445"/>
                      </a:lnTo>
                      <a:cubicBezTo>
                        <a:pt x="168" y="432"/>
                        <a:pt x="155" y="419"/>
                        <a:pt x="142" y="419"/>
                      </a:cubicBezTo>
                      <a:cubicBezTo>
                        <a:pt x="133" y="416"/>
                        <a:pt x="123" y="414"/>
                        <a:pt x="113" y="414"/>
                      </a:cubicBezTo>
                      <a:cubicBezTo>
                        <a:pt x="81" y="414"/>
                        <a:pt x="49" y="431"/>
                        <a:pt x="39" y="470"/>
                      </a:cubicBezTo>
                      <a:cubicBezTo>
                        <a:pt x="0" y="535"/>
                        <a:pt x="0" y="612"/>
                        <a:pt x="39" y="677"/>
                      </a:cubicBezTo>
                      <a:cubicBezTo>
                        <a:pt x="65" y="754"/>
                        <a:pt x="116" y="818"/>
                        <a:pt x="193" y="883"/>
                      </a:cubicBezTo>
                      <a:cubicBezTo>
                        <a:pt x="271" y="935"/>
                        <a:pt x="374" y="986"/>
                        <a:pt x="464" y="1012"/>
                      </a:cubicBezTo>
                      <a:cubicBezTo>
                        <a:pt x="580" y="1038"/>
                        <a:pt x="683" y="1063"/>
                        <a:pt x="800" y="1063"/>
                      </a:cubicBezTo>
                      <a:cubicBezTo>
                        <a:pt x="864" y="1063"/>
                        <a:pt x="928" y="1051"/>
                        <a:pt x="980" y="1051"/>
                      </a:cubicBezTo>
                      <a:cubicBezTo>
                        <a:pt x="1045" y="1038"/>
                        <a:pt x="1109"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24" y="161"/>
                        <a:pt x="2502" y="135"/>
                      </a:cubicBezTo>
                      <a:cubicBezTo>
                        <a:pt x="2566" y="122"/>
                        <a:pt x="2643" y="109"/>
                        <a:pt x="2721" y="109"/>
                      </a:cubicBezTo>
                      <a:cubicBezTo>
                        <a:pt x="2772" y="109"/>
                        <a:pt x="2824" y="122"/>
                        <a:pt x="2876" y="148"/>
                      </a:cubicBezTo>
                      <a:cubicBezTo>
                        <a:pt x="2914" y="174"/>
                        <a:pt x="2940" y="200"/>
                        <a:pt x="2953" y="225"/>
                      </a:cubicBezTo>
                      <a:cubicBezTo>
                        <a:pt x="2953" y="238"/>
                        <a:pt x="2966" y="251"/>
                        <a:pt x="2966" y="264"/>
                      </a:cubicBezTo>
                      <a:cubicBezTo>
                        <a:pt x="2966" y="251"/>
                        <a:pt x="2966" y="238"/>
                        <a:pt x="2966" y="225"/>
                      </a:cubicBezTo>
                      <a:cubicBezTo>
                        <a:pt x="2953" y="187"/>
                        <a:pt x="2940" y="148"/>
                        <a:pt x="2914" y="109"/>
                      </a:cubicBezTo>
                      <a:cubicBezTo>
                        <a:pt x="2863" y="71"/>
                        <a:pt x="2798" y="32"/>
                        <a:pt x="2734" y="19"/>
                      </a:cubicBezTo>
                      <a:cubicBezTo>
                        <a:pt x="2679" y="10"/>
                        <a:pt x="2618" y="1"/>
                        <a:pt x="2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5" name="Google Shape;6485;p69"/>
                <p:cNvSpPr/>
                <p:nvPr/>
              </p:nvSpPr>
              <p:spPr>
                <a:xfrm>
                  <a:off x="3642897" y="648922"/>
                  <a:ext cx="176700" cy="63369"/>
                </a:xfrm>
                <a:custGeom>
                  <a:avLst/>
                  <a:gdLst/>
                  <a:ahLst/>
                  <a:cxnLst/>
                  <a:rect l="l" t="t" r="r" b="b"/>
                  <a:pathLst>
                    <a:path w="2967" h="1064" extrusionOk="0">
                      <a:moveTo>
                        <a:pt x="2560" y="1"/>
                      </a:moveTo>
                      <a:cubicBezTo>
                        <a:pt x="2536" y="1"/>
                        <a:pt x="2512" y="2"/>
                        <a:pt x="2489" y="6"/>
                      </a:cubicBezTo>
                      <a:cubicBezTo>
                        <a:pt x="2386" y="19"/>
                        <a:pt x="2283" y="45"/>
                        <a:pt x="2193" y="84"/>
                      </a:cubicBezTo>
                      <a:cubicBezTo>
                        <a:pt x="2090" y="122"/>
                        <a:pt x="1999" y="174"/>
                        <a:pt x="1909" y="238"/>
                      </a:cubicBezTo>
                      <a:cubicBezTo>
                        <a:pt x="1819" y="303"/>
                        <a:pt x="1716" y="367"/>
                        <a:pt x="1625" y="445"/>
                      </a:cubicBezTo>
                      <a:cubicBezTo>
                        <a:pt x="1548" y="509"/>
                        <a:pt x="1458" y="586"/>
                        <a:pt x="1368" y="638"/>
                      </a:cubicBezTo>
                      <a:cubicBezTo>
                        <a:pt x="1277" y="702"/>
                        <a:pt x="1187" y="754"/>
                        <a:pt x="1084" y="806"/>
                      </a:cubicBezTo>
                      <a:cubicBezTo>
                        <a:pt x="1032" y="818"/>
                        <a:pt x="994" y="831"/>
                        <a:pt x="942" y="844"/>
                      </a:cubicBezTo>
                      <a:cubicBezTo>
                        <a:pt x="890" y="857"/>
                        <a:pt x="839" y="870"/>
                        <a:pt x="800" y="870"/>
                      </a:cubicBezTo>
                      <a:cubicBezTo>
                        <a:pt x="697" y="870"/>
                        <a:pt x="607" y="870"/>
                        <a:pt x="504" y="857"/>
                      </a:cubicBezTo>
                      <a:cubicBezTo>
                        <a:pt x="426" y="844"/>
                        <a:pt x="349" y="818"/>
                        <a:pt x="271" y="780"/>
                      </a:cubicBezTo>
                      <a:cubicBezTo>
                        <a:pt x="207" y="754"/>
                        <a:pt x="155" y="702"/>
                        <a:pt x="104" y="651"/>
                      </a:cubicBezTo>
                      <a:cubicBezTo>
                        <a:pt x="78" y="612"/>
                        <a:pt x="65" y="548"/>
                        <a:pt x="78" y="509"/>
                      </a:cubicBezTo>
                      <a:cubicBezTo>
                        <a:pt x="78" y="470"/>
                        <a:pt x="104" y="445"/>
                        <a:pt x="143" y="445"/>
                      </a:cubicBezTo>
                      <a:lnTo>
                        <a:pt x="181" y="445"/>
                      </a:lnTo>
                      <a:cubicBezTo>
                        <a:pt x="168" y="432"/>
                        <a:pt x="168" y="419"/>
                        <a:pt x="155" y="419"/>
                      </a:cubicBezTo>
                      <a:cubicBezTo>
                        <a:pt x="143" y="416"/>
                        <a:pt x="131" y="414"/>
                        <a:pt x="119" y="414"/>
                      </a:cubicBezTo>
                      <a:cubicBezTo>
                        <a:pt x="82" y="414"/>
                        <a:pt x="49" y="431"/>
                        <a:pt x="39" y="470"/>
                      </a:cubicBezTo>
                      <a:cubicBezTo>
                        <a:pt x="1" y="535"/>
                        <a:pt x="1" y="612"/>
                        <a:pt x="39" y="677"/>
                      </a:cubicBezTo>
                      <a:cubicBezTo>
                        <a:pt x="65" y="754"/>
                        <a:pt x="130" y="818"/>
                        <a:pt x="194" y="883"/>
                      </a:cubicBezTo>
                      <a:cubicBezTo>
                        <a:pt x="284" y="935"/>
                        <a:pt x="375" y="986"/>
                        <a:pt x="478" y="1012"/>
                      </a:cubicBezTo>
                      <a:cubicBezTo>
                        <a:pt x="581" y="1038"/>
                        <a:pt x="697" y="1063"/>
                        <a:pt x="813" y="1063"/>
                      </a:cubicBezTo>
                      <a:cubicBezTo>
                        <a:pt x="865" y="1063"/>
                        <a:pt x="929" y="1051"/>
                        <a:pt x="994" y="1051"/>
                      </a:cubicBezTo>
                      <a:cubicBezTo>
                        <a:pt x="1045" y="1038"/>
                        <a:pt x="1110" y="1012"/>
                        <a:pt x="1174" y="999"/>
                      </a:cubicBezTo>
                      <a:cubicBezTo>
                        <a:pt x="1277" y="947"/>
                        <a:pt x="1393" y="896"/>
                        <a:pt x="1496" y="818"/>
                      </a:cubicBezTo>
                      <a:cubicBezTo>
                        <a:pt x="1587" y="754"/>
                        <a:pt x="1677" y="677"/>
                        <a:pt x="1767" y="612"/>
                      </a:cubicBezTo>
                      <a:cubicBezTo>
                        <a:pt x="1858" y="535"/>
                        <a:pt x="1935" y="457"/>
                        <a:pt x="2025" y="393"/>
                      </a:cubicBezTo>
                      <a:cubicBezTo>
                        <a:pt x="2102" y="341"/>
                        <a:pt x="2180" y="277"/>
                        <a:pt x="2270" y="238"/>
                      </a:cubicBezTo>
                      <a:cubicBezTo>
                        <a:pt x="2347" y="200"/>
                        <a:pt x="2425" y="161"/>
                        <a:pt x="2502" y="135"/>
                      </a:cubicBezTo>
                      <a:cubicBezTo>
                        <a:pt x="2580" y="122"/>
                        <a:pt x="2644" y="109"/>
                        <a:pt x="2721" y="109"/>
                      </a:cubicBezTo>
                      <a:cubicBezTo>
                        <a:pt x="2773" y="109"/>
                        <a:pt x="2837" y="122"/>
                        <a:pt x="2889" y="148"/>
                      </a:cubicBezTo>
                      <a:cubicBezTo>
                        <a:pt x="2915" y="174"/>
                        <a:pt x="2941" y="200"/>
                        <a:pt x="2954" y="225"/>
                      </a:cubicBezTo>
                      <a:cubicBezTo>
                        <a:pt x="2966" y="238"/>
                        <a:pt x="2966" y="251"/>
                        <a:pt x="2966" y="264"/>
                      </a:cubicBezTo>
                      <a:cubicBezTo>
                        <a:pt x="2966" y="251"/>
                        <a:pt x="2966" y="238"/>
                        <a:pt x="2966" y="225"/>
                      </a:cubicBezTo>
                      <a:cubicBezTo>
                        <a:pt x="2966" y="187"/>
                        <a:pt x="2941" y="148"/>
                        <a:pt x="2915" y="109"/>
                      </a:cubicBezTo>
                      <a:cubicBezTo>
                        <a:pt x="2863" y="71"/>
                        <a:pt x="2799" y="32"/>
                        <a:pt x="2734" y="19"/>
                      </a:cubicBezTo>
                      <a:cubicBezTo>
                        <a:pt x="2680" y="10"/>
                        <a:pt x="2618" y="1"/>
                        <a:pt x="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6" name="Google Shape;6486;p69"/>
                <p:cNvSpPr/>
                <p:nvPr/>
              </p:nvSpPr>
              <p:spPr>
                <a:xfrm>
                  <a:off x="3741222" y="648922"/>
                  <a:ext cx="176640" cy="63369"/>
                </a:xfrm>
                <a:custGeom>
                  <a:avLst/>
                  <a:gdLst/>
                  <a:ahLst/>
                  <a:cxnLst/>
                  <a:rect l="l" t="t" r="r" b="b"/>
                  <a:pathLst>
                    <a:path w="2966" h="1064" extrusionOk="0">
                      <a:moveTo>
                        <a:pt x="2553" y="1"/>
                      </a:moveTo>
                      <a:cubicBezTo>
                        <a:pt x="2528" y="1"/>
                        <a:pt x="2502" y="2"/>
                        <a:pt x="2476" y="6"/>
                      </a:cubicBezTo>
                      <a:cubicBezTo>
                        <a:pt x="2386" y="19"/>
                        <a:pt x="2283" y="45"/>
                        <a:pt x="2192" y="84"/>
                      </a:cubicBezTo>
                      <a:cubicBezTo>
                        <a:pt x="2089" y="122"/>
                        <a:pt x="1986" y="174"/>
                        <a:pt x="1896" y="238"/>
                      </a:cubicBezTo>
                      <a:cubicBezTo>
                        <a:pt x="1805" y="303"/>
                        <a:pt x="1715" y="367"/>
                        <a:pt x="1625" y="445"/>
                      </a:cubicBezTo>
                      <a:cubicBezTo>
                        <a:pt x="1535" y="509"/>
                        <a:pt x="1444" y="586"/>
                        <a:pt x="1354" y="638"/>
                      </a:cubicBezTo>
                      <a:cubicBezTo>
                        <a:pt x="1264" y="702"/>
                        <a:pt x="1174" y="754"/>
                        <a:pt x="1083" y="806"/>
                      </a:cubicBezTo>
                      <a:cubicBezTo>
                        <a:pt x="1032" y="818"/>
                        <a:pt x="980" y="831"/>
                        <a:pt x="941" y="844"/>
                      </a:cubicBezTo>
                      <a:cubicBezTo>
                        <a:pt x="890" y="857"/>
                        <a:pt x="838" y="870"/>
                        <a:pt x="787" y="870"/>
                      </a:cubicBezTo>
                      <a:cubicBezTo>
                        <a:pt x="696" y="870"/>
                        <a:pt x="593" y="870"/>
                        <a:pt x="503" y="857"/>
                      </a:cubicBezTo>
                      <a:cubicBezTo>
                        <a:pt x="426" y="844"/>
                        <a:pt x="335" y="818"/>
                        <a:pt x="258" y="780"/>
                      </a:cubicBezTo>
                      <a:cubicBezTo>
                        <a:pt x="194" y="754"/>
                        <a:pt x="142" y="702"/>
                        <a:pt x="103" y="651"/>
                      </a:cubicBezTo>
                      <a:cubicBezTo>
                        <a:pt x="65" y="612"/>
                        <a:pt x="65" y="548"/>
                        <a:pt x="65" y="509"/>
                      </a:cubicBezTo>
                      <a:cubicBezTo>
                        <a:pt x="78" y="470"/>
                        <a:pt x="103" y="445"/>
                        <a:pt x="142" y="445"/>
                      </a:cubicBezTo>
                      <a:lnTo>
                        <a:pt x="181" y="445"/>
                      </a:lnTo>
                      <a:cubicBezTo>
                        <a:pt x="168" y="432"/>
                        <a:pt x="155" y="419"/>
                        <a:pt x="142" y="419"/>
                      </a:cubicBezTo>
                      <a:cubicBezTo>
                        <a:pt x="133" y="416"/>
                        <a:pt x="123" y="414"/>
                        <a:pt x="113" y="414"/>
                      </a:cubicBezTo>
                      <a:cubicBezTo>
                        <a:pt x="80" y="414"/>
                        <a:pt x="46" y="431"/>
                        <a:pt x="26" y="470"/>
                      </a:cubicBezTo>
                      <a:cubicBezTo>
                        <a:pt x="0" y="535"/>
                        <a:pt x="0" y="612"/>
                        <a:pt x="26" y="677"/>
                      </a:cubicBezTo>
                      <a:cubicBezTo>
                        <a:pt x="65" y="754"/>
                        <a:pt x="116" y="818"/>
                        <a:pt x="194" y="883"/>
                      </a:cubicBezTo>
                      <a:cubicBezTo>
                        <a:pt x="271" y="935"/>
                        <a:pt x="361" y="986"/>
                        <a:pt x="464" y="1012"/>
                      </a:cubicBezTo>
                      <a:cubicBezTo>
                        <a:pt x="580" y="1038"/>
                        <a:pt x="684" y="1063"/>
                        <a:pt x="800" y="1063"/>
                      </a:cubicBezTo>
                      <a:cubicBezTo>
                        <a:pt x="864" y="1063"/>
                        <a:pt x="916" y="1051"/>
                        <a:pt x="980" y="1051"/>
                      </a:cubicBezTo>
                      <a:cubicBezTo>
                        <a:pt x="1045" y="1038"/>
                        <a:pt x="1096" y="1012"/>
                        <a:pt x="1161" y="999"/>
                      </a:cubicBezTo>
                      <a:cubicBezTo>
                        <a:pt x="1277" y="947"/>
                        <a:pt x="1380" y="896"/>
                        <a:pt x="1483" y="818"/>
                      </a:cubicBezTo>
                      <a:cubicBezTo>
                        <a:pt x="1586" y="754"/>
                        <a:pt x="1676" y="677"/>
                        <a:pt x="1767" y="612"/>
                      </a:cubicBezTo>
                      <a:cubicBezTo>
                        <a:pt x="1857" y="535"/>
                        <a:pt x="1934" y="457"/>
                        <a:pt x="2012" y="393"/>
                      </a:cubicBezTo>
                      <a:cubicBezTo>
                        <a:pt x="2089" y="341"/>
                        <a:pt x="2179" y="277"/>
                        <a:pt x="2257" y="238"/>
                      </a:cubicBezTo>
                      <a:cubicBezTo>
                        <a:pt x="2334" y="200"/>
                        <a:pt x="2411" y="161"/>
                        <a:pt x="2502" y="135"/>
                      </a:cubicBezTo>
                      <a:cubicBezTo>
                        <a:pt x="2566" y="122"/>
                        <a:pt x="2644" y="109"/>
                        <a:pt x="2721" y="109"/>
                      </a:cubicBezTo>
                      <a:cubicBezTo>
                        <a:pt x="2773" y="109"/>
                        <a:pt x="2824" y="122"/>
                        <a:pt x="2876" y="148"/>
                      </a:cubicBezTo>
                      <a:cubicBezTo>
                        <a:pt x="2901" y="174"/>
                        <a:pt x="2927" y="200"/>
                        <a:pt x="2953" y="225"/>
                      </a:cubicBezTo>
                      <a:cubicBezTo>
                        <a:pt x="2953" y="238"/>
                        <a:pt x="2953" y="251"/>
                        <a:pt x="2966" y="264"/>
                      </a:cubicBezTo>
                      <a:cubicBezTo>
                        <a:pt x="2966" y="251"/>
                        <a:pt x="2966" y="238"/>
                        <a:pt x="2966" y="225"/>
                      </a:cubicBezTo>
                      <a:cubicBezTo>
                        <a:pt x="2953" y="187"/>
                        <a:pt x="2940" y="148"/>
                        <a:pt x="2914" y="109"/>
                      </a:cubicBezTo>
                      <a:cubicBezTo>
                        <a:pt x="2863" y="71"/>
                        <a:pt x="2798" y="32"/>
                        <a:pt x="2734" y="19"/>
                      </a:cubicBezTo>
                      <a:cubicBezTo>
                        <a:pt x="2670"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7" name="Google Shape;6487;p69"/>
                <p:cNvSpPr/>
                <p:nvPr/>
              </p:nvSpPr>
              <p:spPr>
                <a:xfrm>
                  <a:off x="3839488" y="648922"/>
                  <a:ext cx="176700" cy="63369"/>
                </a:xfrm>
                <a:custGeom>
                  <a:avLst/>
                  <a:gdLst/>
                  <a:ahLst/>
                  <a:cxnLst/>
                  <a:rect l="l" t="t" r="r" b="b"/>
                  <a:pathLst>
                    <a:path w="2967" h="1064" extrusionOk="0">
                      <a:moveTo>
                        <a:pt x="2954" y="225"/>
                      </a:moveTo>
                      <a:cubicBezTo>
                        <a:pt x="2954" y="238"/>
                        <a:pt x="2954" y="251"/>
                        <a:pt x="2954" y="264"/>
                      </a:cubicBezTo>
                      <a:cubicBezTo>
                        <a:pt x="2966" y="251"/>
                        <a:pt x="2966" y="238"/>
                        <a:pt x="2954" y="225"/>
                      </a:cubicBezTo>
                      <a:close/>
                      <a:moveTo>
                        <a:pt x="2553" y="1"/>
                      </a:moveTo>
                      <a:cubicBezTo>
                        <a:pt x="2528" y="1"/>
                        <a:pt x="2503" y="2"/>
                        <a:pt x="2476" y="6"/>
                      </a:cubicBezTo>
                      <a:cubicBezTo>
                        <a:pt x="2373" y="19"/>
                        <a:pt x="2283" y="45"/>
                        <a:pt x="2180" y="84"/>
                      </a:cubicBezTo>
                      <a:cubicBezTo>
                        <a:pt x="2077" y="122"/>
                        <a:pt x="1986" y="174"/>
                        <a:pt x="1896" y="238"/>
                      </a:cubicBezTo>
                      <a:cubicBezTo>
                        <a:pt x="1806" y="303"/>
                        <a:pt x="1716" y="367"/>
                        <a:pt x="1625" y="445"/>
                      </a:cubicBezTo>
                      <a:cubicBezTo>
                        <a:pt x="1535" y="509"/>
                        <a:pt x="1445" y="586"/>
                        <a:pt x="1355" y="638"/>
                      </a:cubicBezTo>
                      <a:cubicBezTo>
                        <a:pt x="1264" y="702"/>
                        <a:pt x="1174" y="754"/>
                        <a:pt x="1071" y="806"/>
                      </a:cubicBezTo>
                      <a:cubicBezTo>
                        <a:pt x="1032" y="818"/>
                        <a:pt x="981" y="831"/>
                        <a:pt x="929" y="844"/>
                      </a:cubicBezTo>
                      <a:cubicBezTo>
                        <a:pt x="890" y="857"/>
                        <a:pt x="839" y="870"/>
                        <a:pt x="787" y="870"/>
                      </a:cubicBezTo>
                      <a:cubicBezTo>
                        <a:pt x="697" y="870"/>
                        <a:pt x="594" y="870"/>
                        <a:pt x="504" y="857"/>
                      </a:cubicBezTo>
                      <a:cubicBezTo>
                        <a:pt x="413" y="844"/>
                        <a:pt x="336" y="818"/>
                        <a:pt x="259" y="780"/>
                      </a:cubicBezTo>
                      <a:cubicBezTo>
                        <a:pt x="194" y="754"/>
                        <a:pt x="143" y="702"/>
                        <a:pt x="104" y="651"/>
                      </a:cubicBezTo>
                      <a:cubicBezTo>
                        <a:pt x="65" y="612"/>
                        <a:pt x="52" y="548"/>
                        <a:pt x="65" y="509"/>
                      </a:cubicBezTo>
                      <a:cubicBezTo>
                        <a:pt x="78" y="470"/>
                        <a:pt x="104" y="445"/>
                        <a:pt x="143" y="445"/>
                      </a:cubicBezTo>
                      <a:lnTo>
                        <a:pt x="181" y="445"/>
                      </a:lnTo>
                      <a:cubicBezTo>
                        <a:pt x="168" y="432"/>
                        <a:pt x="155" y="419"/>
                        <a:pt x="143" y="419"/>
                      </a:cubicBezTo>
                      <a:cubicBezTo>
                        <a:pt x="130" y="416"/>
                        <a:pt x="119" y="414"/>
                        <a:pt x="108" y="414"/>
                      </a:cubicBezTo>
                      <a:cubicBezTo>
                        <a:pt x="73" y="414"/>
                        <a:pt x="46" y="431"/>
                        <a:pt x="26" y="470"/>
                      </a:cubicBezTo>
                      <a:cubicBezTo>
                        <a:pt x="1" y="535"/>
                        <a:pt x="1" y="612"/>
                        <a:pt x="26" y="677"/>
                      </a:cubicBezTo>
                      <a:cubicBezTo>
                        <a:pt x="65" y="754"/>
                        <a:pt x="117" y="818"/>
                        <a:pt x="194" y="883"/>
                      </a:cubicBezTo>
                      <a:cubicBezTo>
                        <a:pt x="271" y="935"/>
                        <a:pt x="362" y="986"/>
                        <a:pt x="465" y="1012"/>
                      </a:cubicBezTo>
                      <a:cubicBezTo>
                        <a:pt x="568" y="1038"/>
                        <a:pt x="684" y="1063"/>
                        <a:pt x="800" y="1063"/>
                      </a:cubicBezTo>
                      <a:cubicBezTo>
                        <a:pt x="852" y="1063"/>
                        <a:pt x="916" y="1051"/>
                        <a:pt x="981" y="1051"/>
                      </a:cubicBezTo>
                      <a:cubicBezTo>
                        <a:pt x="1045" y="1038"/>
                        <a:pt x="1097" y="1012"/>
                        <a:pt x="1161" y="999"/>
                      </a:cubicBezTo>
                      <a:cubicBezTo>
                        <a:pt x="1277" y="947"/>
                        <a:pt x="1380" y="896"/>
                        <a:pt x="1484" y="818"/>
                      </a:cubicBezTo>
                      <a:cubicBezTo>
                        <a:pt x="1587" y="754"/>
                        <a:pt x="1664" y="677"/>
                        <a:pt x="1754" y="612"/>
                      </a:cubicBezTo>
                      <a:cubicBezTo>
                        <a:pt x="1858" y="535"/>
                        <a:pt x="1935" y="457"/>
                        <a:pt x="2012" y="393"/>
                      </a:cubicBezTo>
                      <a:cubicBezTo>
                        <a:pt x="2090" y="341"/>
                        <a:pt x="2167" y="277"/>
                        <a:pt x="2257" y="238"/>
                      </a:cubicBezTo>
                      <a:cubicBezTo>
                        <a:pt x="2335" y="200"/>
                        <a:pt x="2412" y="161"/>
                        <a:pt x="2502" y="135"/>
                      </a:cubicBezTo>
                      <a:cubicBezTo>
                        <a:pt x="2567" y="122"/>
                        <a:pt x="2644" y="109"/>
                        <a:pt x="2709" y="109"/>
                      </a:cubicBezTo>
                      <a:cubicBezTo>
                        <a:pt x="2773" y="109"/>
                        <a:pt x="2825" y="122"/>
                        <a:pt x="2876" y="148"/>
                      </a:cubicBezTo>
                      <a:cubicBezTo>
                        <a:pt x="2902" y="174"/>
                        <a:pt x="2928" y="200"/>
                        <a:pt x="2954" y="225"/>
                      </a:cubicBezTo>
                      <a:cubicBezTo>
                        <a:pt x="2954" y="187"/>
                        <a:pt x="2928" y="148"/>
                        <a:pt x="2902" y="109"/>
                      </a:cubicBezTo>
                      <a:cubicBezTo>
                        <a:pt x="2850" y="71"/>
                        <a:pt x="2799" y="32"/>
                        <a:pt x="2734" y="19"/>
                      </a:cubicBezTo>
                      <a:cubicBezTo>
                        <a:pt x="2671" y="10"/>
                        <a:pt x="2613" y="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8" name="Google Shape;6488;p69"/>
                <p:cNvSpPr/>
                <p:nvPr/>
              </p:nvSpPr>
              <p:spPr>
                <a:xfrm>
                  <a:off x="3937813" y="648922"/>
                  <a:ext cx="175925" cy="63369"/>
                </a:xfrm>
                <a:custGeom>
                  <a:avLst/>
                  <a:gdLst/>
                  <a:ahLst/>
                  <a:cxnLst/>
                  <a:rect l="l" t="t" r="r" b="b"/>
                  <a:pathLst>
                    <a:path w="2954" h="1064" extrusionOk="0">
                      <a:moveTo>
                        <a:pt x="2547" y="1"/>
                      </a:moveTo>
                      <a:cubicBezTo>
                        <a:pt x="2522" y="1"/>
                        <a:pt x="2499" y="2"/>
                        <a:pt x="2476" y="6"/>
                      </a:cubicBezTo>
                      <a:cubicBezTo>
                        <a:pt x="2373" y="19"/>
                        <a:pt x="2270" y="45"/>
                        <a:pt x="2179" y="84"/>
                      </a:cubicBezTo>
                      <a:cubicBezTo>
                        <a:pt x="2076" y="122"/>
                        <a:pt x="1986" y="174"/>
                        <a:pt x="1896" y="238"/>
                      </a:cubicBezTo>
                      <a:cubicBezTo>
                        <a:pt x="1805" y="303"/>
                        <a:pt x="1702" y="367"/>
                        <a:pt x="1625" y="445"/>
                      </a:cubicBezTo>
                      <a:cubicBezTo>
                        <a:pt x="1535" y="509"/>
                        <a:pt x="1444" y="586"/>
                        <a:pt x="1354" y="638"/>
                      </a:cubicBezTo>
                      <a:cubicBezTo>
                        <a:pt x="1264" y="702"/>
                        <a:pt x="1174" y="754"/>
                        <a:pt x="1070" y="806"/>
                      </a:cubicBezTo>
                      <a:cubicBezTo>
                        <a:pt x="1032" y="818"/>
                        <a:pt x="980" y="831"/>
                        <a:pt x="929" y="844"/>
                      </a:cubicBezTo>
                      <a:cubicBezTo>
                        <a:pt x="877" y="857"/>
                        <a:pt x="838" y="870"/>
                        <a:pt x="787" y="870"/>
                      </a:cubicBezTo>
                      <a:cubicBezTo>
                        <a:pt x="684" y="870"/>
                        <a:pt x="593" y="870"/>
                        <a:pt x="490" y="857"/>
                      </a:cubicBezTo>
                      <a:cubicBezTo>
                        <a:pt x="413" y="844"/>
                        <a:pt x="335" y="818"/>
                        <a:pt x="258" y="780"/>
                      </a:cubicBezTo>
                      <a:cubicBezTo>
                        <a:pt x="194" y="754"/>
                        <a:pt x="142" y="702"/>
                        <a:pt x="90" y="651"/>
                      </a:cubicBezTo>
                      <a:cubicBezTo>
                        <a:pt x="65" y="612"/>
                        <a:pt x="52" y="548"/>
                        <a:pt x="65" y="509"/>
                      </a:cubicBezTo>
                      <a:cubicBezTo>
                        <a:pt x="65" y="470"/>
                        <a:pt x="103" y="445"/>
                        <a:pt x="129" y="445"/>
                      </a:cubicBezTo>
                      <a:lnTo>
                        <a:pt x="168" y="445"/>
                      </a:lnTo>
                      <a:cubicBezTo>
                        <a:pt x="168" y="432"/>
                        <a:pt x="155" y="419"/>
                        <a:pt x="142" y="419"/>
                      </a:cubicBezTo>
                      <a:cubicBezTo>
                        <a:pt x="130" y="416"/>
                        <a:pt x="118" y="414"/>
                        <a:pt x="108" y="414"/>
                      </a:cubicBezTo>
                      <a:cubicBezTo>
                        <a:pt x="73" y="414"/>
                        <a:pt x="46" y="431"/>
                        <a:pt x="26" y="470"/>
                      </a:cubicBezTo>
                      <a:cubicBezTo>
                        <a:pt x="0" y="535"/>
                        <a:pt x="0" y="612"/>
                        <a:pt x="26" y="677"/>
                      </a:cubicBezTo>
                      <a:cubicBezTo>
                        <a:pt x="65" y="754"/>
                        <a:pt x="116" y="818"/>
                        <a:pt x="194" y="883"/>
                      </a:cubicBezTo>
                      <a:cubicBezTo>
                        <a:pt x="271" y="935"/>
                        <a:pt x="361" y="986"/>
                        <a:pt x="464" y="1012"/>
                      </a:cubicBezTo>
                      <a:cubicBezTo>
                        <a:pt x="568" y="1038"/>
                        <a:pt x="684" y="1063"/>
                        <a:pt x="800" y="1063"/>
                      </a:cubicBezTo>
                      <a:cubicBezTo>
                        <a:pt x="851" y="1063"/>
                        <a:pt x="916" y="1051"/>
                        <a:pt x="980" y="1051"/>
                      </a:cubicBezTo>
                      <a:cubicBezTo>
                        <a:pt x="1032" y="1038"/>
                        <a:pt x="1096" y="1012"/>
                        <a:pt x="1161" y="999"/>
                      </a:cubicBezTo>
                      <a:cubicBezTo>
                        <a:pt x="1264" y="947"/>
                        <a:pt x="1380" y="896"/>
                        <a:pt x="1483" y="818"/>
                      </a:cubicBezTo>
                      <a:cubicBezTo>
                        <a:pt x="1573" y="754"/>
                        <a:pt x="1664" y="677"/>
                        <a:pt x="1754" y="612"/>
                      </a:cubicBezTo>
                      <a:cubicBezTo>
                        <a:pt x="1844" y="535"/>
                        <a:pt x="1921" y="457"/>
                        <a:pt x="2012" y="393"/>
                      </a:cubicBezTo>
                      <a:cubicBezTo>
                        <a:pt x="2089" y="341"/>
                        <a:pt x="2166" y="277"/>
                        <a:pt x="2257" y="238"/>
                      </a:cubicBezTo>
                      <a:cubicBezTo>
                        <a:pt x="2334" y="200"/>
                        <a:pt x="2411" y="161"/>
                        <a:pt x="2489" y="135"/>
                      </a:cubicBezTo>
                      <a:cubicBezTo>
                        <a:pt x="2566" y="122"/>
                        <a:pt x="2644" y="109"/>
                        <a:pt x="2708" y="109"/>
                      </a:cubicBezTo>
                      <a:cubicBezTo>
                        <a:pt x="2773" y="109"/>
                        <a:pt x="2824" y="122"/>
                        <a:pt x="2876" y="148"/>
                      </a:cubicBezTo>
                      <a:cubicBezTo>
                        <a:pt x="2901" y="174"/>
                        <a:pt x="2927" y="200"/>
                        <a:pt x="2940" y="225"/>
                      </a:cubicBezTo>
                      <a:cubicBezTo>
                        <a:pt x="2953" y="238"/>
                        <a:pt x="2953" y="251"/>
                        <a:pt x="2953" y="264"/>
                      </a:cubicBezTo>
                      <a:cubicBezTo>
                        <a:pt x="2953" y="251"/>
                        <a:pt x="2953" y="238"/>
                        <a:pt x="2953" y="225"/>
                      </a:cubicBezTo>
                      <a:cubicBezTo>
                        <a:pt x="2953" y="187"/>
                        <a:pt x="2927" y="148"/>
                        <a:pt x="2901" y="109"/>
                      </a:cubicBezTo>
                      <a:cubicBezTo>
                        <a:pt x="2850" y="71"/>
                        <a:pt x="2798" y="32"/>
                        <a:pt x="2734" y="19"/>
                      </a:cubicBezTo>
                      <a:cubicBezTo>
                        <a:pt x="2670" y="10"/>
                        <a:pt x="2606"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9" name="Google Shape;6489;p69"/>
                <p:cNvSpPr/>
                <p:nvPr/>
              </p:nvSpPr>
              <p:spPr>
                <a:xfrm>
                  <a:off x="4035304" y="648922"/>
                  <a:ext cx="176700" cy="63369"/>
                </a:xfrm>
                <a:custGeom>
                  <a:avLst/>
                  <a:gdLst/>
                  <a:ahLst/>
                  <a:cxnLst/>
                  <a:rect l="l" t="t" r="r" b="b"/>
                  <a:pathLst>
                    <a:path w="2967" h="1064" extrusionOk="0">
                      <a:moveTo>
                        <a:pt x="2556" y="1"/>
                      </a:moveTo>
                      <a:cubicBezTo>
                        <a:pt x="2529" y="1"/>
                        <a:pt x="2503" y="2"/>
                        <a:pt x="2477" y="6"/>
                      </a:cubicBezTo>
                      <a:cubicBezTo>
                        <a:pt x="2386" y="19"/>
                        <a:pt x="2283" y="45"/>
                        <a:pt x="2193" y="84"/>
                      </a:cubicBezTo>
                      <a:cubicBezTo>
                        <a:pt x="2090" y="122"/>
                        <a:pt x="1987" y="174"/>
                        <a:pt x="1896" y="238"/>
                      </a:cubicBezTo>
                      <a:cubicBezTo>
                        <a:pt x="1806" y="303"/>
                        <a:pt x="1716" y="367"/>
                        <a:pt x="1626" y="445"/>
                      </a:cubicBezTo>
                      <a:cubicBezTo>
                        <a:pt x="1535" y="509"/>
                        <a:pt x="1445" y="586"/>
                        <a:pt x="1355" y="638"/>
                      </a:cubicBezTo>
                      <a:cubicBezTo>
                        <a:pt x="1277" y="702"/>
                        <a:pt x="1174" y="754"/>
                        <a:pt x="1084" y="806"/>
                      </a:cubicBezTo>
                      <a:cubicBezTo>
                        <a:pt x="1032" y="818"/>
                        <a:pt x="981" y="831"/>
                        <a:pt x="942" y="844"/>
                      </a:cubicBezTo>
                      <a:cubicBezTo>
                        <a:pt x="891" y="857"/>
                        <a:pt x="839" y="870"/>
                        <a:pt x="787" y="870"/>
                      </a:cubicBezTo>
                      <a:cubicBezTo>
                        <a:pt x="697" y="870"/>
                        <a:pt x="594" y="870"/>
                        <a:pt x="504" y="857"/>
                      </a:cubicBezTo>
                      <a:cubicBezTo>
                        <a:pt x="426" y="844"/>
                        <a:pt x="336" y="818"/>
                        <a:pt x="272" y="780"/>
                      </a:cubicBezTo>
                      <a:cubicBezTo>
                        <a:pt x="207" y="754"/>
                        <a:pt x="143" y="702"/>
                        <a:pt x="104" y="651"/>
                      </a:cubicBezTo>
                      <a:cubicBezTo>
                        <a:pt x="78" y="612"/>
                        <a:pt x="65" y="548"/>
                        <a:pt x="78" y="509"/>
                      </a:cubicBezTo>
                      <a:cubicBezTo>
                        <a:pt x="78" y="470"/>
                        <a:pt x="104" y="445"/>
                        <a:pt x="143" y="445"/>
                      </a:cubicBezTo>
                      <a:lnTo>
                        <a:pt x="181" y="445"/>
                      </a:lnTo>
                      <a:cubicBezTo>
                        <a:pt x="168" y="432"/>
                        <a:pt x="156" y="419"/>
                        <a:pt x="143" y="419"/>
                      </a:cubicBezTo>
                      <a:cubicBezTo>
                        <a:pt x="134" y="416"/>
                        <a:pt x="124" y="414"/>
                        <a:pt x="114" y="414"/>
                      </a:cubicBezTo>
                      <a:cubicBezTo>
                        <a:pt x="82" y="414"/>
                        <a:pt x="49" y="431"/>
                        <a:pt x="39" y="470"/>
                      </a:cubicBezTo>
                      <a:cubicBezTo>
                        <a:pt x="1" y="535"/>
                        <a:pt x="1" y="612"/>
                        <a:pt x="39" y="677"/>
                      </a:cubicBezTo>
                      <a:cubicBezTo>
                        <a:pt x="65" y="754"/>
                        <a:pt x="130" y="818"/>
                        <a:pt x="194" y="883"/>
                      </a:cubicBezTo>
                      <a:cubicBezTo>
                        <a:pt x="272" y="935"/>
                        <a:pt x="375" y="986"/>
                        <a:pt x="465" y="1012"/>
                      </a:cubicBezTo>
                      <a:cubicBezTo>
                        <a:pt x="581" y="1038"/>
                        <a:pt x="684" y="1063"/>
                        <a:pt x="800" y="1063"/>
                      </a:cubicBezTo>
                      <a:cubicBezTo>
                        <a:pt x="865" y="1063"/>
                        <a:pt x="929" y="1051"/>
                        <a:pt x="981" y="1051"/>
                      </a:cubicBezTo>
                      <a:cubicBezTo>
                        <a:pt x="1045" y="1038"/>
                        <a:pt x="1110" y="1012"/>
                        <a:pt x="1161" y="999"/>
                      </a:cubicBezTo>
                      <a:cubicBezTo>
                        <a:pt x="1277" y="947"/>
                        <a:pt x="1381" y="896"/>
                        <a:pt x="1484" y="818"/>
                      </a:cubicBezTo>
                      <a:cubicBezTo>
                        <a:pt x="1587" y="754"/>
                        <a:pt x="1677" y="677"/>
                        <a:pt x="1767" y="612"/>
                      </a:cubicBezTo>
                      <a:cubicBezTo>
                        <a:pt x="1858" y="535"/>
                        <a:pt x="1935" y="457"/>
                        <a:pt x="2012" y="393"/>
                      </a:cubicBezTo>
                      <a:cubicBezTo>
                        <a:pt x="2090" y="341"/>
                        <a:pt x="2180" y="277"/>
                        <a:pt x="2257" y="238"/>
                      </a:cubicBezTo>
                      <a:cubicBezTo>
                        <a:pt x="2335" y="200"/>
                        <a:pt x="2425" y="161"/>
                        <a:pt x="2502" y="135"/>
                      </a:cubicBezTo>
                      <a:cubicBezTo>
                        <a:pt x="2567" y="122"/>
                        <a:pt x="2644" y="109"/>
                        <a:pt x="2722" y="109"/>
                      </a:cubicBezTo>
                      <a:cubicBezTo>
                        <a:pt x="2773" y="109"/>
                        <a:pt x="2825" y="122"/>
                        <a:pt x="2876" y="148"/>
                      </a:cubicBezTo>
                      <a:cubicBezTo>
                        <a:pt x="2915" y="174"/>
                        <a:pt x="2941" y="200"/>
                        <a:pt x="2954" y="225"/>
                      </a:cubicBezTo>
                      <a:cubicBezTo>
                        <a:pt x="2954" y="238"/>
                        <a:pt x="2967" y="251"/>
                        <a:pt x="2967" y="264"/>
                      </a:cubicBezTo>
                      <a:cubicBezTo>
                        <a:pt x="2967" y="251"/>
                        <a:pt x="2967" y="238"/>
                        <a:pt x="2967" y="225"/>
                      </a:cubicBezTo>
                      <a:cubicBezTo>
                        <a:pt x="2954" y="187"/>
                        <a:pt x="2941" y="148"/>
                        <a:pt x="2915" y="109"/>
                      </a:cubicBezTo>
                      <a:cubicBezTo>
                        <a:pt x="2863" y="71"/>
                        <a:pt x="2799" y="32"/>
                        <a:pt x="2734" y="19"/>
                      </a:cubicBezTo>
                      <a:cubicBezTo>
                        <a:pt x="2680" y="10"/>
                        <a:pt x="2619" y="1"/>
                        <a:pt x="2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490" name="Google Shape;6490;p69"/>
            <p:cNvGrpSpPr/>
            <p:nvPr/>
          </p:nvGrpSpPr>
          <p:grpSpPr>
            <a:xfrm flipH="1">
              <a:off x="8142235" y="1066879"/>
              <a:ext cx="188096" cy="184719"/>
              <a:chOff x="1975445" y="1742475"/>
              <a:chExt cx="260628" cy="255950"/>
            </a:xfrm>
          </p:grpSpPr>
          <p:sp>
            <p:nvSpPr>
              <p:cNvPr id="6491" name="Google Shape;6491;p69"/>
              <p:cNvSpPr/>
              <p:nvPr/>
            </p:nvSpPr>
            <p:spPr>
              <a:xfrm>
                <a:off x="1975445" y="1742475"/>
                <a:ext cx="260628" cy="140568"/>
              </a:xfrm>
              <a:custGeom>
                <a:avLst/>
                <a:gdLst/>
                <a:ahLst/>
                <a:cxnLst/>
                <a:rect l="l" t="t" r="r" b="b"/>
                <a:pathLst>
                  <a:path w="2618" h="1412" extrusionOk="0">
                    <a:moveTo>
                      <a:pt x="139" y="1386"/>
                    </a:moveTo>
                    <a:cubicBezTo>
                      <a:pt x="5" y="1389"/>
                      <a:pt x="0" y="1188"/>
                      <a:pt x="134" y="1185"/>
                    </a:cubicBezTo>
                    <a:cubicBezTo>
                      <a:pt x="445" y="1176"/>
                      <a:pt x="685" y="940"/>
                      <a:pt x="944" y="684"/>
                    </a:cubicBezTo>
                    <a:cubicBezTo>
                      <a:pt x="1143" y="488"/>
                      <a:pt x="1353" y="284"/>
                      <a:pt x="1621" y="141"/>
                    </a:cubicBezTo>
                    <a:cubicBezTo>
                      <a:pt x="1887" y="1"/>
                      <a:pt x="2148" y="59"/>
                      <a:pt x="2333" y="212"/>
                    </a:cubicBezTo>
                    <a:cubicBezTo>
                      <a:pt x="2403" y="270"/>
                      <a:pt x="2463" y="340"/>
                      <a:pt x="2508" y="419"/>
                    </a:cubicBezTo>
                    <a:cubicBezTo>
                      <a:pt x="2553" y="500"/>
                      <a:pt x="2582" y="586"/>
                      <a:pt x="2592" y="677"/>
                    </a:cubicBezTo>
                    <a:cubicBezTo>
                      <a:pt x="2618" y="897"/>
                      <a:pt x="2530" y="1125"/>
                      <a:pt x="2275" y="1267"/>
                    </a:cubicBezTo>
                    <a:cubicBezTo>
                      <a:pt x="2019" y="1412"/>
                      <a:pt x="1815" y="1391"/>
                      <a:pt x="1677" y="1291"/>
                    </a:cubicBezTo>
                    <a:cubicBezTo>
                      <a:pt x="1621" y="1252"/>
                      <a:pt x="1574" y="1199"/>
                      <a:pt x="1542" y="1139"/>
                    </a:cubicBezTo>
                    <a:cubicBezTo>
                      <a:pt x="1511" y="1079"/>
                      <a:pt x="1490" y="1015"/>
                      <a:pt x="1482" y="950"/>
                    </a:cubicBezTo>
                    <a:cubicBezTo>
                      <a:pt x="1459" y="768"/>
                      <a:pt x="1524" y="577"/>
                      <a:pt x="1686" y="488"/>
                    </a:cubicBezTo>
                    <a:cubicBezTo>
                      <a:pt x="1845" y="397"/>
                      <a:pt x="1979" y="416"/>
                      <a:pt x="2072" y="481"/>
                    </a:cubicBezTo>
                    <a:cubicBezTo>
                      <a:pt x="2110" y="507"/>
                      <a:pt x="2141" y="541"/>
                      <a:pt x="2163" y="581"/>
                    </a:cubicBezTo>
                    <a:cubicBezTo>
                      <a:pt x="2184" y="620"/>
                      <a:pt x="2197" y="663"/>
                      <a:pt x="2201" y="708"/>
                    </a:cubicBezTo>
                    <a:cubicBezTo>
                      <a:pt x="2211" y="828"/>
                      <a:pt x="2146" y="945"/>
                      <a:pt x="2038" y="998"/>
                    </a:cubicBezTo>
                    <a:cubicBezTo>
                      <a:pt x="1919" y="1061"/>
                      <a:pt x="1825" y="885"/>
                      <a:pt x="1943" y="821"/>
                    </a:cubicBezTo>
                    <a:cubicBezTo>
                      <a:pt x="1981" y="804"/>
                      <a:pt x="2003" y="764"/>
                      <a:pt x="2002" y="723"/>
                    </a:cubicBezTo>
                    <a:cubicBezTo>
                      <a:pt x="2000" y="708"/>
                      <a:pt x="1995" y="692"/>
                      <a:pt x="1988" y="679"/>
                    </a:cubicBezTo>
                    <a:cubicBezTo>
                      <a:pt x="1979" y="665"/>
                      <a:pt x="1969" y="655"/>
                      <a:pt x="1957" y="644"/>
                    </a:cubicBezTo>
                    <a:cubicBezTo>
                      <a:pt x="1921" y="620"/>
                      <a:pt x="1863" y="617"/>
                      <a:pt x="1782" y="663"/>
                    </a:cubicBezTo>
                    <a:cubicBezTo>
                      <a:pt x="1700" y="710"/>
                      <a:pt x="1665" y="818"/>
                      <a:pt x="1679" y="924"/>
                    </a:cubicBezTo>
                    <a:cubicBezTo>
                      <a:pt x="1684" y="965"/>
                      <a:pt x="1696" y="1005"/>
                      <a:pt x="1717" y="1043"/>
                    </a:cubicBezTo>
                    <a:cubicBezTo>
                      <a:pt x="1734" y="1077"/>
                      <a:pt x="1760" y="1106"/>
                      <a:pt x="1791" y="1128"/>
                    </a:cubicBezTo>
                    <a:cubicBezTo>
                      <a:pt x="1871" y="1185"/>
                      <a:pt x="1998" y="1194"/>
                      <a:pt x="2175" y="1092"/>
                    </a:cubicBezTo>
                    <a:cubicBezTo>
                      <a:pt x="2352" y="991"/>
                      <a:pt x="2408" y="843"/>
                      <a:pt x="2393" y="699"/>
                    </a:cubicBezTo>
                    <a:cubicBezTo>
                      <a:pt x="2384" y="636"/>
                      <a:pt x="2364" y="574"/>
                      <a:pt x="2333" y="517"/>
                    </a:cubicBezTo>
                    <a:cubicBezTo>
                      <a:pt x="2300" y="459"/>
                      <a:pt x="2256" y="407"/>
                      <a:pt x="2206" y="366"/>
                    </a:cubicBezTo>
                    <a:cubicBezTo>
                      <a:pt x="2067" y="248"/>
                      <a:pt x="1869" y="229"/>
                      <a:pt x="1712" y="318"/>
                    </a:cubicBezTo>
                    <a:cubicBezTo>
                      <a:pt x="1470" y="447"/>
                      <a:pt x="1272" y="641"/>
                      <a:pt x="1085" y="826"/>
                    </a:cubicBezTo>
                    <a:cubicBezTo>
                      <a:pt x="797" y="1111"/>
                      <a:pt x="529" y="1374"/>
                      <a:pt x="139" y="138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2" name="Google Shape;6492;p69"/>
              <p:cNvSpPr/>
              <p:nvPr/>
            </p:nvSpPr>
            <p:spPr>
              <a:xfrm>
                <a:off x="1975445" y="1857857"/>
                <a:ext cx="260628" cy="140568"/>
              </a:xfrm>
              <a:custGeom>
                <a:avLst/>
                <a:gdLst/>
                <a:ahLst/>
                <a:cxnLst/>
                <a:rect l="l" t="t" r="r" b="b"/>
                <a:pathLst>
                  <a:path w="2618" h="1412" extrusionOk="0">
                    <a:moveTo>
                      <a:pt x="134" y="227"/>
                    </a:moveTo>
                    <a:cubicBezTo>
                      <a:pt x="0" y="222"/>
                      <a:pt x="5" y="23"/>
                      <a:pt x="139" y="26"/>
                    </a:cubicBezTo>
                    <a:cubicBezTo>
                      <a:pt x="529" y="38"/>
                      <a:pt x="797" y="301"/>
                      <a:pt x="1085" y="586"/>
                    </a:cubicBezTo>
                    <a:cubicBezTo>
                      <a:pt x="1274" y="771"/>
                      <a:pt x="1471" y="965"/>
                      <a:pt x="1713" y="1092"/>
                    </a:cubicBezTo>
                    <a:cubicBezTo>
                      <a:pt x="1871" y="1181"/>
                      <a:pt x="2069" y="1162"/>
                      <a:pt x="2206" y="1046"/>
                    </a:cubicBezTo>
                    <a:cubicBezTo>
                      <a:pt x="2257" y="1003"/>
                      <a:pt x="2300" y="951"/>
                      <a:pt x="2333" y="895"/>
                    </a:cubicBezTo>
                    <a:cubicBezTo>
                      <a:pt x="2366" y="838"/>
                      <a:pt x="2386" y="776"/>
                      <a:pt x="2393" y="713"/>
                    </a:cubicBezTo>
                    <a:cubicBezTo>
                      <a:pt x="2410" y="567"/>
                      <a:pt x="2350" y="417"/>
                      <a:pt x="2177" y="320"/>
                    </a:cubicBezTo>
                    <a:cubicBezTo>
                      <a:pt x="2002" y="222"/>
                      <a:pt x="1873" y="227"/>
                      <a:pt x="1792" y="283"/>
                    </a:cubicBezTo>
                    <a:cubicBezTo>
                      <a:pt x="1761" y="306"/>
                      <a:pt x="1736" y="335"/>
                      <a:pt x="1717" y="369"/>
                    </a:cubicBezTo>
                    <a:cubicBezTo>
                      <a:pt x="1698" y="405"/>
                      <a:pt x="1686" y="447"/>
                      <a:pt x="1679" y="488"/>
                    </a:cubicBezTo>
                    <a:lnTo>
                      <a:pt x="1679" y="488"/>
                    </a:lnTo>
                    <a:cubicBezTo>
                      <a:pt x="1667" y="592"/>
                      <a:pt x="1700" y="702"/>
                      <a:pt x="1784" y="749"/>
                    </a:cubicBezTo>
                    <a:cubicBezTo>
                      <a:pt x="1863" y="793"/>
                      <a:pt x="1923" y="792"/>
                      <a:pt x="1959" y="766"/>
                    </a:cubicBezTo>
                    <a:cubicBezTo>
                      <a:pt x="1971" y="757"/>
                      <a:pt x="1981" y="745"/>
                      <a:pt x="1988" y="733"/>
                    </a:cubicBezTo>
                    <a:cubicBezTo>
                      <a:pt x="1996" y="719"/>
                      <a:pt x="2002" y="704"/>
                      <a:pt x="2002" y="689"/>
                    </a:cubicBezTo>
                    <a:cubicBezTo>
                      <a:pt x="2005" y="646"/>
                      <a:pt x="1983" y="608"/>
                      <a:pt x="1945" y="589"/>
                    </a:cubicBezTo>
                    <a:cubicBezTo>
                      <a:pt x="1827" y="527"/>
                      <a:pt x="1921" y="350"/>
                      <a:pt x="2039" y="412"/>
                    </a:cubicBezTo>
                    <a:cubicBezTo>
                      <a:pt x="2148" y="467"/>
                      <a:pt x="2213" y="582"/>
                      <a:pt x="2202" y="704"/>
                    </a:cubicBezTo>
                    <a:cubicBezTo>
                      <a:pt x="2197" y="747"/>
                      <a:pt x="2185" y="792"/>
                      <a:pt x="2163" y="829"/>
                    </a:cubicBezTo>
                    <a:cubicBezTo>
                      <a:pt x="2141" y="871"/>
                      <a:pt x="2110" y="905"/>
                      <a:pt x="2074" y="931"/>
                    </a:cubicBezTo>
                    <a:cubicBezTo>
                      <a:pt x="1979" y="996"/>
                      <a:pt x="1844" y="1013"/>
                      <a:pt x="1686" y="924"/>
                    </a:cubicBezTo>
                    <a:cubicBezTo>
                      <a:pt x="1528" y="834"/>
                      <a:pt x="1459" y="642"/>
                      <a:pt x="1482" y="462"/>
                    </a:cubicBezTo>
                    <a:cubicBezTo>
                      <a:pt x="1490" y="395"/>
                      <a:pt x="1511" y="332"/>
                      <a:pt x="1542" y="273"/>
                    </a:cubicBezTo>
                    <a:cubicBezTo>
                      <a:pt x="1574" y="211"/>
                      <a:pt x="1621" y="160"/>
                      <a:pt x="1677" y="119"/>
                    </a:cubicBezTo>
                    <a:cubicBezTo>
                      <a:pt x="1815" y="21"/>
                      <a:pt x="2017" y="0"/>
                      <a:pt x="2275" y="144"/>
                    </a:cubicBezTo>
                    <a:cubicBezTo>
                      <a:pt x="2530" y="289"/>
                      <a:pt x="2618" y="513"/>
                      <a:pt x="2592" y="733"/>
                    </a:cubicBezTo>
                    <a:cubicBezTo>
                      <a:pt x="2582" y="824"/>
                      <a:pt x="2553" y="912"/>
                      <a:pt x="2508" y="991"/>
                    </a:cubicBezTo>
                    <a:cubicBezTo>
                      <a:pt x="2463" y="1071"/>
                      <a:pt x="2403" y="1142"/>
                      <a:pt x="2333" y="1200"/>
                    </a:cubicBezTo>
                    <a:cubicBezTo>
                      <a:pt x="2148" y="1351"/>
                      <a:pt x="1888" y="1411"/>
                      <a:pt x="1621" y="1269"/>
                    </a:cubicBezTo>
                    <a:cubicBezTo>
                      <a:pt x="1351" y="1128"/>
                      <a:pt x="1143" y="922"/>
                      <a:pt x="946" y="728"/>
                    </a:cubicBezTo>
                    <a:cubicBezTo>
                      <a:pt x="685" y="472"/>
                      <a:pt x="445" y="235"/>
                      <a:pt x="134" y="2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493" name="Google Shape;6493;p69"/>
          <p:cNvSpPr txBox="1">
            <a:spLocks noGrp="1"/>
          </p:cNvSpPr>
          <p:nvPr>
            <p:ph type="title" idx="13"/>
          </p:nvPr>
        </p:nvSpPr>
        <p:spPr>
          <a:xfrm flipH="1">
            <a:off x="2805575" y="3110100"/>
            <a:ext cx="929100" cy="545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6495" name="Google Shape;6495;p69"/>
          <p:cNvSpPr txBox="1">
            <a:spLocks noGrp="1"/>
          </p:cNvSpPr>
          <p:nvPr>
            <p:ph type="subTitle" idx="15"/>
          </p:nvPr>
        </p:nvSpPr>
        <p:spPr>
          <a:xfrm>
            <a:off x="2053775" y="3800620"/>
            <a:ext cx="2432700" cy="338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KEPEMIMPINAN KOLEKTIF</a:t>
            </a:r>
            <a:endParaRPr dirty="0"/>
          </a:p>
        </p:txBody>
      </p:sp>
      <p:sp>
        <p:nvSpPr>
          <p:cNvPr id="6496" name="Google Shape;6496;p69"/>
          <p:cNvSpPr txBox="1">
            <a:spLocks noGrp="1"/>
          </p:cNvSpPr>
          <p:nvPr>
            <p:ph type="title" idx="16"/>
          </p:nvPr>
        </p:nvSpPr>
        <p:spPr>
          <a:xfrm flipH="1">
            <a:off x="5409325" y="3110100"/>
            <a:ext cx="929100" cy="545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6498" name="Google Shape;6498;p69"/>
          <p:cNvSpPr txBox="1">
            <a:spLocks noGrp="1"/>
          </p:cNvSpPr>
          <p:nvPr>
            <p:ph type="subTitle" idx="18"/>
          </p:nvPr>
        </p:nvSpPr>
        <p:spPr>
          <a:xfrm>
            <a:off x="4643750" y="3677936"/>
            <a:ext cx="2887177" cy="338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GOTONG ROYONG</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1495A8-3F78-637C-76F9-618C1B0AEDB0}"/>
              </a:ext>
            </a:extLst>
          </p:cNvPr>
          <p:cNvSpPr>
            <a:spLocks noGrp="1"/>
          </p:cNvSpPr>
          <p:nvPr>
            <p:ph type="body" idx="1"/>
          </p:nvPr>
        </p:nvSpPr>
        <p:spPr>
          <a:xfrm>
            <a:off x="714175" y="1480649"/>
            <a:ext cx="7715700" cy="3267000"/>
          </a:xfrm>
        </p:spPr>
        <p:txBody>
          <a:bodyPr/>
          <a:lstStyle/>
          <a:p>
            <a:pPr marL="342900" lvl="0" indent="-342900" algn="just">
              <a:lnSpc>
                <a:spcPct val="150000"/>
              </a:lnSpc>
              <a:buFont typeface="+mj-lt"/>
              <a:buAutoNum type="arabicParenR"/>
            </a:pPr>
            <a:r>
              <a:rPr lang="ms-MY" sz="2400" b="1" dirty="0">
                <a:effectLst/>
                <a:latin typeface="Times New Roman" panose="02020603050405020304" pitchFamily="18" charset="0"/>
                <a:ea typeface="Times New Roman" panose="02020603050405020304" pitchFamily="18" charset="0"/>
              </a:rPr>
              <a:t>Partisipasi dalam pemilihan umum</a:t>
            </a:r>
            <a:endParaRPr lang="id-ID" sz="2400" b="1"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mj-lt"/>
              <a:buAutoNum type="arabicParenR"/>
            </a:pPr>
            <a:r>
              <a:rPr lang="ms-MY" sz="2400" b="1" dirty="0">
                <a:effectLst/>
                <a:latin typeface="Times New Roman" panose="02020603050405020304" pitchFamily="18" charset="0"/>
                <a:ea typeface="Times New Roman" panose="02020603050405020304" pitchFamily="18" charset="0"/>
              </a:rPr>
              <a:t>Demonstrasi atau aksi protes</a:t>
            </a:r>
            <a:endParaRPr lang="id-ID" sz="2400" b="1"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mj-lt"/>
              <a:buAutoNum type="arabicParenR"/>
            </a:pPr>
            <a:r>
              <a:rPr lang="ms-MY" sz="2400" b="1" dirty="0">
                <a:effectLst/>
                <a:latin typeface="Times New Roman" panose="02020603050405020304" pitchFamily="18" charset="0"/>
                <a:ea typeface="Times New Roman" panose="02020603050405020304" pitchFamily="18" charset="0"/>
              </a:rPr>
              <a:t>Lobbying atau pengaruh politik</a:t>
            </a:r>
            <a:endParaRPr lang="id-ID" sz="2400" b="1"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mj-lt"/>
              <a:buAutoNum type="arabicParenR"/>
            </a:pPr>
            <a:r>
              <a:rPr lang="ms-MY" sz="2400" b="1" dirty="0">
                <a:effectLst/>
                <a:latin typeface="Times New Roman" panose="02020603050405020304" pitchFamily="18" charset="0"/>
                <a:ea typeface="Times New Roman" panose="02020603050405020304" pitchFamily="18" charset="0"/>
              </a:rPr>
              <a:t>Pemantauan politik</a:t>
            </a:r>
            <a:endParaRPr lang="id-ID" sz="2400" b="1"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mj-lt"/>
              <a:buAutoNum type="arabicParenR"/>
            </a:pPr>
            <a:r>
              <a:rPr lang="ms-MY" sz="2400" b="1" dirty="0">
                <a:effectLst/>
                <a:latin typeface="Times New Roman" panose="02020603050405020304" pitchFamily="18" charset="0"/>
                <a:ea typeface="Times New Roman" panose="02020603050405020304" pitchFamily="18" charset="0"/>
              </a:rPr>
              <a:t>Aktivisme sosial</a:t>
            </a:r>
            <a:endParaRPr lang="id-ID" sz="2400" b="1"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mj-lt"/>
              <a:buAutoNum type="arabicParenR"/>
            </a:pPr>
            <a:r>
              <a:rPr lang="ms-MY" sz="2400" b="1" dirty="0">
                <a:effectLst/>
                <a:latin typeface="Times New Roman" panose="02020603050405020304" pitchFamily="18" charset="0"/>
                <a:ea typeface="Times New Roman" panose="02020603050405020304" pitchFamily="18" charset="0"/>
              </a:rPr>
              <a:t>Partisipasi dalam kampanye politik</a:t>
            </a:r>
            <a:endParaRPr lang="id-ID" sz="2400" b="1"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mj-lt"/>
              <a:buAutoNum type="arabicParenR"/>
            </a:pPr>
            <a:r>
              <a:rPr lang="ms-MY" sz="2400" b="1" dirty="0">
                <a:effectLst/>
                <a:latin typeface="Times New Roman" panose="02020603050405020304" pitchFamily="18" charset="0"/>
                <a:ea typeface="Times New Roman" panose="02020603050405020304" pitchFamily="18" charset="0"/>
              </a:rPr>
              <a:t>Partisipasi dalam kelompok kepentingan</a:t>
            </a:r>
            <a:endParaRPr lang="id-ID" sz="2400" b="1" dirty="0">
              <a:effectLst/>
              <a:latin typeface="Times New Roman" panose="02020603050405020304" pitchFamily="18" charset="0"/>
              <a:ea typeface="Times New Roman" panose="02020603050405020304" pitchFamily="18" charset="0"/>
            </a:endParaRPr>
          </a:p>
          <a:p>
            <a:pPr marL="139700" indent="0">
              <a:buNone/>
            </a:pPr>
            <a:endParaRPr lang="id-ID" dirty="0"/>
          </a:p>
        </p:txBody>
      </p:sp>
      <p:sp>
        <p:nvSpPr>
          <p:cNvPr id="3" name="Title 2">
            <a:extLst>
              <a:ext uri="{FF2B5EF4-FFF2-40B4-BE49-F238E27FC236}">
                <a16:creationId xmlns:a16="http://schemas.microsoft.com/office/drawing/2014/main" id="{DA860A12-8696-7502-335B-B8B7B318C43D}"/>
              </a:ext>
            </a:extLst>
          </p:cNvPr>
          <p:cNvSpPr>
            <a:spLocks noGrp="1"/>
          </p:cNvSpPr>
          <p:nvPr>
            <p:ph type="title"/>
          </p:nvPr>
        </p:nvSpPr>
        <p:spPr/>
        <p:txBody>
          <a:bodyPr/>
          <a:lstStyle/>
          <a:p>
            <a:r>
              <a:rPr lang="en-US" dirty="0"/>
              <a:t>CONTOH PERILAKU POLITIK</a:t>
            </a:r>
            <a:endParaRPr lang="id-ID" dirty="0"/>
          </a:p>
        </p:txBody>
      </p:sp>
    </p:spTree>
    <p:extLst>
      <p:ext uri="{BB962C8B-B14F-4D97-AF65-F5344CB8AC3E}">
        <p14:creationId xmlns:p14="http://schemas.microsoft.com/office/powerpoint/2010/main" val="1777288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559"/>
        <p:cNvGrpSpPr/>
        <p:nvPr/>
      </p:nvGrpSpPr>
      <p:grpSpPr>
        <a:xfrm>
          <a:off x="0" y="0"/>
          <a:ext cx="0" cy="0"/>
          <a:chOff x="0" y="0"/>
          <a:chExt cx="0" cy="0"/>
        </a:xfrm>
      </p:grpSpPr>
      <p:pic>
        <p:nvPicPr>
          <p:cNvPr id="6560" name="Google Shape;6560;p73"/>
          <p:cNvPicPr preferRelativeResize="0"/>
          <p:nvPr/>
        </p:nvPicPr>
        <p:blipFill rotWithShape="1">
          <a:blip r:embed="rId3">
            <a:alphaModFix amt="32000"/>
          </a:blip>
          <a:srcRect l="7398"/>
          <a:stretch/>
        </p:blipFill>
        <p:spPr>
          <a:xfrm>
            <a:off x="1116338" y="1798017"/>
            <a:ext cx="968550" cy="989289"/>
          </a:xfrm>
          <a:prstGeom prst="rect">
            <a:avLst/>
          </a:prstGeom>
          <a:noFill/>
          <a:ln>
            <a:noFill/>
          </a:ln>
        </p:spPr>
      </p:pic>
      <p:pic>
        <p:nvPicPr>
          <p:cNvPr id="6561" name="Google Shape;6561;p73"/>
          <p:cNvPicPr preferRelativeResize="0"/>
          <p:nvPr/>
        </p:nvPicPr>
        <p:blipFill rotWithShape="1">
          <a:blip r:embed="rId3">
            <a:alphaModFix amt="32000"/>
          </a:blip>
          <a:srcRect l="7398"/>
          <a:stretch/>
        </p:blipFill>
        <p:spPr>
          <a:xfrm>
            <a:off x="1103110" y="3807082"/>
            <a:ext cx="968550" cy="989289"/>
          </a:xfrm>
          <a:prstGeom prst="rect">
            <a:avLst/>
          </a:prstGeom>
          <a:noFill/>
          <a:ln>
            <a:noFill/>
          </a:ln>
        </p:spPr>
      </p:pic>
      <p:sp>
        <p:nvSpPr>
          <p:cNvPr id="6564" name="Google Shape;6564;p73"/>
          <p:cNvSpPr txBox="1">
            <a:spLocks noGrp="1"/>
          </p:cNvSpPr>
          <p:nvPr>
            <p:ph type="subTitle" idx="3"/>
          </p:nvPr>
        </p:nvSpPr>
        <p:spPr>
          <a:xfrm>
            <a:off x="4538563" y="4133828"/>
            <a:ext cx="3468600" cy="338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Menurut Para Ahli</a:t>
            </a:r>
            <a:endParaRPr dirty="0"/>
          </a:p>
        </p:txBody>
      </p:sp>
      <p:sp>
        <p:nvSpPr>
          <p:cNvPr id="6565" name="Google Shape;6565;p73"/>
          <p:cNvSpPr txBox="1">
            <a:spLocks noGrp="1"/>
          </p:cNvSpPr>
          <p:nvPr>
            <p:ph type="subTitle" idx="4"/>
          </p:nvPr>
        </p:nvSpPr>
        <p:spPr>
          <a:xfrm>
            <a:off x="4531162" y="1717275"/>
            <a:ext cx="3468600" cy="338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Secara Umum</a:t>
            </a:r>
            <a:endParaRPr dirty="0"/>
          </a:p>
        </p:txBody>
      </p:sp>
      <p:sp>
        <p:nvSpPr>
          <p:cNvPr id="6566" name="Google Shape;6566;p73"/>
          <p:cNvSpPr txBox="1">
            <a:spLocks noGrp="1"/>
          </p:cNvSpPr>
          <p:nvPr>
            <p:ph type="title"/>
          </p:nvPr>
        </p:nvSpPr>
        <p:spPr>
          <a:xfrm>
            <a:off x="714150" y="466300"/>
            <a:ext cx="7715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PENGERTIAN KEPEMIMPINAN</a:t>
            </a:r>
            <a:endParaRPr dirty="0"/>
          </a:p>
        </p:txBody>
      </p:sp>
      <p:sp>
        <p:nvSpPr>
          <p:cNvPr id="6567" name="Google Shape;6567;p73"/>
          <p:cNvSpPr/>
          <p:nvPr/>
        </p:nvSpPr>
        <p:spPr>
          <a:xfrm>
            <a:off x="4417513" y="2171638"/>
            <a:ext cx="242100" cy="242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568" name="Google Shape;6568;p73"/>
          <p:cNvCxnSpPr>
            <a:stCxn id="6560" idx="3"/>
            <a:endCxn id="6567" idx="2"/>
          </p:cNvCxnSpPr>
          <p:nvPr/>
        </p:nvCxnSpPr>
        <p:spPr>
          <a:xfrm>
            <a:off x="2084888" y="2292662"/>
            <a:ext cx="2332500" cy="0"/>
          </a:xfrm>
          <a:prstGeom prst="straightConnector1">
            <a:avLst/>
          </a:prstGeom>
          <a:noFill/>
          <a:ln w="19050" cap="rnd" cmpd="sng">
            <a:solidFill>
              <a:schemeClr val="accent2"/>
            </a:solidFill>
            <a:prstDash val="dash"/>
            <a:round/>
            <a:headEnd type="none" w="med" len="med"/>
            <a:tailEnd type="none" w="med" len="med"/>
          </a:ln>
        </p:spPr>
      </p:cxnSp>
      <p:sp>
        <p:nvSpPr>
          <p:cNvPr id="6569" name="Google Shape;6569;p73"/>
          <p:cNvSpPr/>
          <p:nvPr/>
        </p:nvSpPr>
        <p:spPr>
          <a:xfrm>
            <a:off x="4417513" y="3688550"/>
            <a:ext cx="242100" cy="242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570" name="Google Shape;6570;p73"/>
          <p:cNvCxnSpPr>
            <a:cxnSpLocks/>
            <a:stCxn id="6561" idx="3"/>
          </p:cNvCxnSpPr>
          <p:nvPr/>
        </p:nvCxnSpPr>
        <p:spPr>
          <a:xfrm>
            <a:off x="2071660" y="4301727"/>
            <a:ext cx="2459502" cy="0"/>
          </a:xfrm>
          <a:prstGeom prst="straightConnector1">
            <a:avLst/>
          </a:prstGeom>
          <a:noFill/>
          <a:ln w="19050" cap="rnd" cmpd="sng">
            <a:solidFill>
              <a:schemeClr val="accent2"/>
            </a:solidFill>
            <a:prstDash val="dash"/>
            <a:round/>
            <a:headEnd type="none" w="med" len="med"/>
            <a:tailEnd type="none" w="med" len="med"/>
          </a:ln>
        </p:spPr>
      </p:cxnSp>
      <p:sp>
        <p:nvSpPr>
          <p:cNvPr id="3" name="Subtitle 2">
            <a:extLst>
              <a:ext uri="{FF2B5EF4-FFF2-40B4-BE49-F238E27FC236}">
                <a16:creationId xmlns:a16="http://schemas.microsoft.com/office/drawing/2014/main" id="{4AEDB3EE-F6AB-1AE4-CA2E-1BD6A8B1C2E1}"/>
              </a:ext>
            </a:extLst>
          </p:cNvPr>
          <p:cNvSpPr>
            <a:spLocks noGrp="1"/>
          </p:cNvSpPr>
          <p:nvPr>
            <p:ph type="subTitle" idx="1"/>
          </p:nvPr>
        </p:nvSpPr>
        <p:spPr>
          <a:xfrm>
            <a:off x="3989240" y="2506543"/>
            <a:ext cx="4552444" cy="646200"/>
          </a:xfrm>
        </p:spPr>
        <p:txBody>
          <a:bodyPr/>
          <a:lstStyle/>
          <a:p>
            <a:pPr algn="just"/>
            <a:r>
              <a:rPr lang="ms-MY" sz="1800" b="1" dirty="0">
                <a:effectLst/>
                <a:latin typeface="Times New Roman" panose="02020603050405020304" pitchFamily="18" charset="0"/>
                <a:ea typeface="Times New Roman" panose="02020603050405020304" pitchFamily="18" charset="0"/>
              </a:rPr>
              <a:t>	Kepemimpinan adalah kemampuan seseorang untuk mempengaruhi, membimbing, dan mengarahkan orang lain atau kelompok dalam mencapai tujuan yang telah ditentukan.</a:t>
            </a:r>
            <a:endParaRPr lang="id-ID" b="1" dirty="0"/>
          </a:p>
        </p:txBody>
      </p:sp>
      <p:sp>
        <p:nvSpPr>
          <p:cNvPr id="10" name="TextBox 9">
            <a:extLst>
              <a:ext uri="{FF2B5EF4-FFF2-40B4-BE49-F238E27FC236}">
                <a16:creationId xmlns:a16="http://schemas.microsoft.com/office/drawing/2014/main" id="{C6E16CC0-364C-9E96-5393-027313EE63D5}"/>
              </a:ext>
            </a:extLst>
          </p:cNvPr>
          <p:cNvSpPr txBox="1"/>
          <p:nvPr/>
        </p:nvSpPr>
        <p:spPr>
          <a:xfrm>
            <a:off x="1284726" y="1977190"/>
            <a:ext cx="800099" cy="630942"/>
          </a:xfrm>
          <a:prstGeom prst="rect">
            <a:avLst/>
          </a:prstGeom>
          <a:noFill/>
        </p:spPr>
        <p:txBody>
          <a:bodyPr wrap="square">
            <a:spAutoFit/>
          </a:bodyPr>
          <a:lstStyle/>
          <a:p>
            <a:r>
              <a:rPr lang="en" sz="3500" dirty="0">
                <a:solidFill>
                  <a:schemeClr val="tx1"/>
                </a:solidFill>
                <a:latin typeface="Fondamento" panose="020B0604020202020204" charset="0"/>
              </a:rPr>
              <a:t>01</a:t>
            </a:r>
            <a:endParaRPr lang="id-ID" sz="3500" dirty="0">
              <a:solidFill>
                <a:schemeClr val="tx1"/>
              </a:solidFill>
              <a:latin typeface="Fondamento" panose="020B0604020202020204" charset="0"/>
            </a:endParaRPr>
          </a:p>
        </p:txBody>
      </p:sp>
      <p:sp>
        <p:nvSpPr>
          <p:cNvPr id="11" name="TextBox 10">
            <a:extLst>
              <a:ext uri="{FF2B5EF4-FFF2-40B4-BE49-F238E27FC236}">
                <a16:creationId xmlns:a16="http://schemas.microsoft.com/office/drawing/2014/main" id="{EE17952D-8CAD-F304-7047-49350C491AC4}"/>
              </a:ext>
            </a:extLst>
          </p:cNvPr>
          <p:cNvSpPr txBox="1"/>
          <p:nvPr/>
        </p:nvSpPr>
        <p:spPr>
          <a:xfrm>
            <a:off x="1200563" y="3986255"/>
            <a:ext cx="800099" cy="630942"/>
          </a:xfrm>
          <a:prstGeom prst="rect">
            <a:avLst/>
          </a:prstGeom>
          <a:noFill/>
        </p:spPr>
        <p:txBody>
          <a:bodyPr wrap="square">
            <a:spAutoFit/>
          </a:bodyPr>
          <a:lstStyle/>
          <a:p>
            <a:r>
              <a:rPr lang="en" sz="3500" dirty="0">
                <a:solidFill>
                  <a:schemeClr val="tx1"/>
                </a:solidFill>
                <a:latin typeface="Fondamento" panose="020B0604020202020204" charset="0"/>
              </a:rPr>
              <a:t>02</a:t>
            </a:r>
            <a:endParaRPr lang="id-ID" sz="3500" dirty="0">
              <a:solidFill>
                <a:schemeClr val="tx1"/>
              </a:solidFill>
              <a:latin typeface="Fondamento" panose="020B06040202020202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6BC20-1944-9A72-7972-BA121C398718}"/>
              </a:ext>
            </a:extLst>
          </p:cNvPr>
          <p:cNvSpPr>
            <a:spLocks noGrp="1"/>
          </p:cNvSpPr>
          <p:nvPr>
            <p:ph type="title"/>
          </p:nvPr>
        </p:nvSpPr>
        <p:spPr>
          <a:xfrm>
            <a:off x="1529888" y="2149200"/>
            <a:ext cx="6084000" cy="845100"/>
          </a:xfrm>
        </p:spPr>
        <p:txBody>
          <a:bodyPr/>
          <a:lstStyle/>
          <a:p>
            <a:r>
              <a:rPr lang="ms-MY" sz="2000" dirty="0">
                <a:effectLst/>
                <a:latin typeface="Times New Roman" panose="02020603050405020304" pitchFamily="18" charset="0"/>
                <a:ea typeface="Times New Roman" panose="02020603050405020304" pitchFamily="18" charset="0"/>
              </a:rPr>
              <a:t>Kepemimpinan yaitu kegiatan atau seni mempengaruhi orang lain agar mau bekerjasama yang didasarkan pada kemampuan orang tersebut untuk membimbing orang lain dalam mencapai tujuan-tujuan yang diinginkan kelompok.</a:t>
            </a:r>
            <a:br>
              <a:rPr lang="id-ID" sz="2000" dirty="0">
                <a:effectLst/>
                <a:latin typeface="Times New Roman" panose="02020603050405020304" pitchFamily="18" charset="0"/>
                <a:ea typeface="Times New Roman" panose="02020603050405020304" pitchFamily="18" charset="0"/>
              </a:rPr>
            </a:br>
            <a:endParaRPr lang="id-ID" sz="2000" dirty="0"/>
          </a:p>
        </p:txBody>
      </p:sp>
      <p:sp>
        <p:nvSpPr>
          <p:cNvPr id="3" name="Subtitle 2">
            <a:extLst>
              <a:ext uri="{FF2B5EF4-FFF2-40B4-BE49-F238E27FC236}">
                <a16:creationId xmlns:a16="http://schemas.microsoft.com/office/drawing/2014/main" id="{107282D3-838D-EABE-73B0-D799E060B923}"/>
              </a:ext>
            </a:extLst>
          </p:cNvPr>
          <p:cNvSpPr>
            <a:spLocks noGrp="1"/>
          </p:cNvSpPr>
          <p:nvPr>
            <p:ph type="subTitle" idx="1"/>
          </p:nvPr>
        </p:nvSpPr>
        <p:spPr>
          <a:xfrm>
            <a:off x="1712363" y="2994300"/>
            <a:ext cx="5719050" cy="749100"/>
          </a:xfrm>
        </p:spPr>
        <p:txBody>
          <a:bodyPr/>
          <a:lstStyle/>
          <a:p>
            <a:r>
              <a:rPr lang="en-US" dirty="0"/>
              <a:t>- </a:t>
            </a:r>
            <a:r>
              <a:rPr lang="ms-MY" sz="1800" dirty="0">
                <a:effectLst/>
                <a:latin typeface="Times New Roman" panose="02020603050405020304" pitchFamily="18" charset="0"/>
                <a:ea typeface="Times New Roman" panose="02020603050405020304" pitchFamily="18" charset="0"/>
              </a:rPr>
              <a:t>Tead; Terry; Hoyt</a:t>
            </a:r>
            <a:r>
              <a:rPr lang="en-US" dirty="0"/>
              <a:t> -</a:t>
            </a:r>
            <a:endParaRPr lang="id-ID" dirty="0"/>
          </a:p>
        </p:txBody>
      </p:sp>
    </p:spTree>
    <p:extLst>
      <p:ext uri="{BB962C8B-B14F-4D97-AF65-F5344CB8AC3E}">
        <p14:creationId xmlns:p14="http://schemas.microsoft.com/office/powerpoint/2010/main" val="2478994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9F9CC-7574-6E6A-D6B1-5FB702FD5759}"/>
              </a:ext>
            </a:extLst>
          </p:cNvPr>
          <p:cNvSpPr>
            <a:spLocks noGrp="1"/>
          </p:cNvSpPr>
          <p:nvPr>
            <p:ph type="title"/>
          </p:nvPr>
        </p:nvSpPr>
        <p:spPr/>
        <p:txBody>
          <a:bodyPr/>
          <a:lstStyle/>
          <a:p>
            <a:r>
              <a:rPr lang="en-US" dirty="0"/>
              <a:t>ASPEK – ASPEK KEPEMIMPINAN</a:t>
            </a:r>
            <a:endParaRPr lang="id-ID" dirty="0"/>
          </a:p>
        </p:txBody>
      </p:sp>
      <p:sp>
        <p:nvSpPr>
          <p:cNvPr id="3" name="Subtitle 2">
            <a:extLst>
              <a:ext uri="{FF2B5EF4-FFF2-40B4-BE49-F238E27FC236}">
                <a16:creationId xmlns:a16="http://schemas.microsoft.com/office/drawing/2014/main" id="{24DACA07-AAAF-E7EF-71EC-36D23AB8E082}"/>
              </a:ext>
            </a:extLst>
          </p:cNvPr>
          <p:cNvSpPr>
            <a:spLocks noGrp="1"/>
          </p:cNvSpPr>
          <p:nvPr>
            <p:ph type="subTitle" idx="1"/>
          </p:nvPr>
        </p:nvSpPr>
        <p:spPr>
          <a:xfrm>
            <a:off x="810882" y="1406106"/>
            <a:ext cx="3991706" cy="2836374"/>
          </a:xfrm>
        </p:spPr>
        <p:txBody>
          <a:bodyPr/>
          <a:lstStyle/>
          <a:p>
            <a:pPr marL="342900" lvl="0" indent="-342900" algn="just">
              <a:lnSpc>
                <a:spcPct val="150000"/>
              </a:lnSpc>
              <a:buFont typeface="+mj-lt"/>
              <a:buAutoNum type="arabicPeriod"/>
              <a:tabLst>
                <a:tab pos="423545" algn="l"/>
              </a:tabLst>
            </a:pPr>
            <a:r>
              <a:rPr lang="ms-MY" sz="2400" b="1" dirty="0">
                <a:effectLst/>
                <a:latin typeface="Times New Roman" panose="02020603050405020304" pitchFamily="18" charset="0"/>
                <a:ea typeface="Times New Roman" panose="02020603050405020304" pitchFamily="18" charset="0"/>
              </a:rPr>
              <a:t>Visi dan strategi</a:t>
            </a:r>
          </a:p>
          <a:p>
            <a:pPr marL="342900" lvl="0" indent="-342900" algn="just">
              <a:lnSpc>
                <a:spcPct val="150000"/>
              </a:lnSpc>
              <a:buFont typeface="+mj-lt"/>
              <a:buAutoNum type="arabicPeriod"/>
              <a:tabLst>
                <a:tab pos="423545" algn="l"/>
              </a:tabLst>
            </a:pPr>
            <a:r>
              <a:rPr lang="ms-MY" sz="2400" b="1" dirty="0">
                <a:effectLst/>
                <a:latin typeface="Times New Roman" panose="02020603050405020304" pitchFamily="18" charset="0"/>
                <a:ea typeface="Times New Roman" panose="02020603050405020304" pitchFamily="18" charset="0"/>
              </a:rPr>
              <a:t>Komunikasi</a:t>
            </a:r>
          </a:p>
          <a:p>
            <a:pPr marL="342900" lvl="0" indent="-342900" algn="just">
              <a:lnSpc>
                <a:spcPct val="150000"/>
              </a:lnSpc>
              <a:buFont typeface="+mj-lt"/>
              <a:buAutoNum type="arabicPeriod"/>
              <a:tabLst>
                <a:tab pos="423545" algn="l"/>
              </a:tabLst>
            </a:pPr>
            <a:r>
              <a:rPr lang="ms-MY" sz="2400" b="1" dirty="0">
                <a:effectLst/>
                <a:latin typeface="Times New Roman" panose="02020603050405020304" pitchFamily="18" charset="0"/>
                <a:ea typeface="Times New Roman" panose="02020603050405020304" pitchFamily="18" charset="0"/>
              </a:rPr>
              <a:t>Motivasi</a:t>
            </a:r>
          </a:p>
          <a:p>
            <a:pPr marL="342900" lvl="0" indent="-342900" algn="just">
              <a:lnSpc>
                <a:spcPct val="150000"/>
              </a:lnSpc>
              <a:buFont typeface="+mj-lt"/>
              <a:buAutoNum type="arabicPeriod"/>
              <a:tabLst>
                <a:tab pos="423545" algn="l"/>
              </a:tabLst>
            </a:pPr>
            <a:r>
              <a:rPr lang="ms-MY" sz="2400" b="1" dirty="0">
                <a:effectLst/>
                <a:latin typeface="Times New Roman" panose="02020603050405020304" pitchFamily="18" charset="0"/>
                <a:ea typeface="Times New Roman" panose="02020603050405020304" pitchFamily="18" charset="0"/>
              </a:rPr>
              <a:t>Delegasi</a:t>
            </a:r>
          </a:p>
          <a:p>
            <a:pPr marL="342900" lvl="0" indent="-342900" algn="just">
              <a:lnSpc>
                <a:spcPct val="150000"/>
              </a:lnSpc>
              <a:buFont typeface="+mj-lt"/>
              <a:buAutoNum type="arabicPeriod"/>
              <a:tabLst>
                <a:tab pos="423545" algn="l"/>
              </a:tabLst>
            </a:pPr>
            <a:r>
              <a:rPr lang="ms-MY" sz="2400" b="1" dirty="0">
                <a:effectLst/>
                <a:latin typeface="Times New Roman" panose="02020603050405020304" pitchFamily="18" charset="0"/>
                <a:ea typeface="Times New Roman" panose="02020603050405020304" pitchFamily="18" charset="0"/>
              </a:rPr>
              <a:t>Pengambilan keputusan</a:t>
            </a:r>
            <a:endParaRPr lang="id-ID" b="1" dirty="0"/>
          </a:p>
        </p:txBody>
      </p:sp>
      <p:sp>
        <p:nvSpPr>
          <p:cNvPr id="5" name="Subtitle 4">
            <a:extLst>
              <a:ext uri="{FF2B5EF4-FFF2-40B4-BE49-F238E27FC236}">
                <a16:creationId xmlns:a16="http://schemas.microsoft.com/office/drawing/2014/main" id="{46906BDB-6F74-DA3B-9C71-02331D9CD58D}"/>
              </a:ext>
            </a:extLst>
          </p:cNvPr>
          <p:cNvSpPr>
            <a:spLocks noGrp="1"/>
          </p:cNvSpPr>
          <p:nvPr>
            <p:ph type="subTitle" idx="3"/>
          </p:nvPr>
        </p:nvSpPr>
        <p:spPr>
          <a:xfrm>
            <a:off x="4919475" y="1406106"/>
            <a:ext cx="3922600" cy="2836374"/>
          </a:xfrm>
        </p:spPr>
        <p:txBody>
          <a:bodyPr/>
          <a:lstStyle/>
          <a:p>
            <a:pPr marL="342900" lvl="0" indent="-342900" algn="just">
              <a:lnSpc>
                <a:spcPct val="150000"/>
              </a:lnSpc>
              <a:buFont typeface="+mj-lt"/>
              <a:buAutoNum type="arabicPeriod" startAt="6"/>
              <a:tabLst>
                <a:tab pos="423545" algn="l"/>
              </a:tabLst>
            </a:pPr>
            <a:r>
              <a:rPr lang="ms-MY" sz="2400" b="1" dirty="0">
                <a:effectLst/>
                <a:latin typeface="Times New Roman" panose="02020603050405020304" pitchFamily="18" charset="0"/>
                <a:ea typeface="Times New Roman" panose="02020603050405020304" pitchFamily="18" charset="0"/>
              </a:rPr>
              <a:t>Etika dan integritas</a:t>
            </a:r>
          </a:p>
          <a:p>
            <a:pPr marL="342900" lvl="0" indent="-342900" algn="just">
              <a:lnSpc>
                <a:spcPct val="150000"/>
              </a:lnSpc>
              <a:buFont typeface="+mj-lt"/>
              <a:buAutoNum type="arabicPeriod" startAt="6"/>
              <a:tabLst>
                <a:tab pos="423545" algn="l"/>
              </a:tabLst>
            </a:pPr>
            <a:r>
              <a:rPr lang="ms-MY" sz="2400" b="1" dirty="0">
                <a:effectLst/>
                <a:latin typeface="Times New Roman" panose="02020603050405020304" pitchFamily="18" charset="0"/>
                <a:ea typeface="Times New Roman" panose="02020603050405020304" pitchFamily="18" charset="0"/>
              </a:rPr>
              <a:t>Inovasi</a:t>
            </a:r>
          </a:p>
          <a:p>
            <a:pPr marL="342900" lvl="0" indent="-342900" algn="just">
              <a:lnSpc>
                <a:spcPct val="150000"/>
              </a:lnSpc>
              <a:buFont typeface="+mj-lt"/>
              <a:buAutoNum type="arabicPeriod" startAt="6"/>
              <a:tabLst>
                <a:tab pos="423545" algn="l"/>
              </a:tabLst>
            </a:pPr>
            <a:r>
              <a:rPr lang="ms-MY" sz="2400" b="1" dirty="0">
                <a:effectLst/>
                <a:latin typeface="Times New Roman" panose="02020603050405020304" pitchFamily="18" charset="0"/>
                <a:ea typeface="Times New Roman" panose="02020603050405020304" pitchFamily="18" charset="0"/>
              </a:rPr>
              <a:t>Pemecahan masalah</a:t>
            </a:r>
          </a:p>
          <a:p>
            <a:pPr marL="342900" lvl="0" indent="-342900" algn="just">
              <a:lnSpc>
                <a:spcPct val="150000"/>
              </a:lnSpc>
              <a:buFont typeface="+mj-lt"/>
              <a:buAutoNum type="arabicPeriod" startAt="6"/>
              <a:tabLst>
                <a:tab pos="423545" algn="l"/>
              </a:tabLst>
            </a:pPr>
            <a:r>
              <a:rPr lang="ms-MY" sz="2400" b="1" dirty="0">
                <a:effectLst/>
                <a:latin typeface="Times New Roman" panose="02020603050405020304" pitchFamily="18" charset="0"/>
                <a:ea typeface="Times New Roman" panose="02020603050405020304" pitchFamily="18" charset="0"/>
              </a:rPr>
              <a:t>Orientasi pada hasil</a:t>
            </a:r>
            <a:endParaRPr lang="en-US" sz="2400" b="1" dirty="0">
              <a:latin typeface="Times New Roman" panose="02020603050405020304" pitchFamily="18" charset="0"/>
              <a:ea typeface="Times New Roman" panose="02020603050405020304" pitchFamily="18" charset="0"/>
            </a:endParaRPr>
          </a:p>
          <a:p>
            <a:pPr marL="342900" lvl="0" indent="-342900" algn="just">
              <a:lnSpc>
                <a:spcPct val="150000"/>
              </a:lnSpc>
              <a:buFont typeface="+mj-lt"/>
              <a:buAutoNum type="arabicPeriod" startAt="6"/>
              <a:tabLst>
                <a:tab pos="423545" algn="l"/>
              </a:tabLst>
            </a:pPr>
            <a:r>
              <a:rPr lang="ms-MY" sz="2400" b="1" dirty="0">
                <a:effectLst/>
                <a:latin typeface="Times New Roman" panose="02020603050405020304" pitchFamily="18" charset="0"/>
                <a:ea typeface="Times New Roman" panose="02020603050405020304" pitchFamily="18" charset="0"/>
              </a:rPr>
              <a:t>Kolaborasi</a:t>
            </a:r>
            <a:endParaRPr lang="id-ID" b="1" dirty="0"/>
          </a:p>
        </p:txBody>
      </p:sp>
    </p:spTree>
    <p:extLst>
      <p:ext uri="{BB962C8B-B14F-4D97-AF65-F5344CB8AC3E}">
        <p14:creationId xmlns:p14="http://schemas.microsoft.com/office/powerpoint/2010/main" val="10245539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659"/>
        <p:cNvGrpSpPr/>
        <p:nvPr/>
      </p:nvGrpSpPr>
      <p:grpSpPr>
        <a:xfrm>
          <a:off x="0" y="0"/>
          <a:ext cx="0" cy="0"/>
          <a:chOff x="0" y="0"/>
          <a:chExt cx="0" cy="0"/>
        </a:xfrm>
      </p:grpSpPr>
      <p:pic>
        <p:nvPicPr>
          <p:cNvPr id="6660" name="Google Shape;6660;p77"/>
          <p:cNvPicPr preferRelativeResize="0"/>
          <p:nvPr/>
        </p:nvPicPr>
        <p:blipFill rotWithShape="1">
          <a:blip r:embed="rId3">
            <a:alphaModFix amt="32000"/>
          </a:blip>
          <a:srcRect l="7398"/>
          <a:stretch/>
        </p:blipFill>
        <p:spPr>
          <a:xfrm>
            <a:off x="-312055" y="4032509"/>
            <a:ext cx="886548" cy="905552"/>
          </a:xfrm>
          <a:prstGeom prst="rect">
            <a:avLst/>
          </a:prstGeom>
          <a:noFill/>
          <a:ln>
            <a:noFill/>
          </a:ln>
        </p:spPr>
      </p:pic>
      <p:pic>
        <p:nvPicPr>
          <p:cNvPr id="6661" name="Google Shape;6661;p77"/>
          <p:cNvPicPr preferRelativeResize="0"/>
          <p:nvPr/>
        </p:nvPicPr>
        <p:blipFill rotWithShape="1">
          <a:blip r:embed="rId3">
            <a:alphaModFix amt="32000"/>
          </a:blip>
          <a:srcRect l="7398"/>
          <a:stretch/>
        </p:blipFill>
        <p:spPr>
          <a:xfrm>
            <a:off x="-312055" y="4429886"/>
            <a:ext cx="886548" cy="905552"/>
          </a:xfrm>
          <a:prstGeom prst="rect">
            <a:avLst/>
          </a:prstGeom>
          <a:noFill/>
          <a:ln>
            <a:noFill/>
          </a:ln>
        </p:spPr>
      </p:pic>
      <p:pic>
        <p:nvPicPr>
          <p:cNvPr id="6662" name="Google Shape;6662;p77"/>
          <p:cNvPicPr preferRelativeResize="0"/>
          <p:nvPr/>
        </p:nvPicPr>
        <p:blipFill rotWithShape="1">
          <a:blip r:embed="rId3">
            <a:alphaModFix amt="32000"/>
          </a:blip>
          <a:srcRect l="7398"/>
          <a:stretch/>
        </p:blipFill>
        <p:spPr>
          <a:xfrm>
            <a:off x="-37146" y="3615712"/>
            <a:ext cx="886548" cy="905552"/>
          </a:xfrm>
          <a:prstGeom prst="rect">
            <a:avLst/>
          </a:prstGeom>
          <a:noFill/>
          <a:ln>
            <a:noFill/>
          </a:ln>
        </p:spPr>
      </p:pic>
      <p:pic>
        <p:nvPicPr>
          <p:cNvPr id="6663" name="Google Shape;6663;p77"/>
          <p:cNvPicPr preferRelativeResize="0"/>
          <p:nvPr/>
        </p:nvPicPr>
        <p:blipFill rotWithShape="1">
          <a:blip r:embed="rId3">
            <a:alphaModFix amt="32000"/>
          </a:blip>
          <a:srcRect l="7398"/>
          <a:stretch/>
        </p:blipFill>
        <p:spPr>
          <a:xfrm>
            <a:off x="308434" y="4521264"/>
            <a:ext cx="886548" cy="905552"/>
          </a:xfrm>
          <a:prstGeom prst="rect">
            <a:avLst/>
          </a:prstGeom>
          <a:noFill/>
          <a:ln>
            <a:noFill/>
          </a:ln>
        </p:spPr>
      </p:pic>
      <p:pic>
        <p:nvPicPr>
          <p:cNvPr id="6664" name="Google Shape;6664;p77"/>
          <p:cNvPicPr preferRelativeResize="0"/>
          <p:nvPr/>
        </p:nvPicPr>
        <p:blipFill rotWithShape="1">
          <a:blip r:embed="rId3">
            <a:alphaModFix amt="32000"/>
          </a:blip>
          <a:srcRect l="7398"/>
          <a:stretch/>
        </p:blipFill>
        <p:spPr>
          <a:xfrm>
            <a:off x="364806" y="3905153"/>
            <a:ext cx="886548" cy="905552"/>
          </a:xfrm>
          <a:prstGeom prst="rect">
            <a:avLst/>
          </a:prstGeom>
          <a:noFill/>
          <a:ln>
            <a:noFill/>
          </a:ln>
        </p:spPr>
      </p:pic>
      <p:sp>
        <p:nvSpPr>
          <p:cNvPr id="6665" name="Google Shape;6665;p77"/>
          <p:cNvSpPr txBox="1">
            <a:spLocks noGrp="1"/>
          </p:cNvSpPr>
          <p:nvPr>
            <p:ph type="title"/>
          </p:nvPr>
        </p:nvSpPr>
        <p:spPr>
          <a:xfrm>
            <a:off x="714175" y="466344"/>
            <a:ext cx="7715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TEORI KEPEMIMPINAN</a:t>
            </a:r>
            <a:endParaRPr dirty="0"/>
          </a:p>
        </p:txBody>
      </p:sp>
      <p:sp>
        <p:nvSpPr>
          <p:cNvPr id="6667" name="Google Shape;6667;p77"/>
          <p:cNvSpPr txBox="1">
            <a:spLocks noGrp="1"/>
          </p:cNvSpPr>
          <p:nvPr>
            <p:ph type="subTitle" idx="4"/>
          </p:nvPr>
        </p:nvSpPr>
        <p:spPr>
          <a:xfrm>
            <a:off x="1307726" y="4048741"/>
            <a:ext cx="2894614"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Teori Transfirmasional</a:t>
            </a:r>
            <a:endParaRPr dirty="0"/>
          </a:p>
        </p:txBody>
      </p:sp>
      <p:sp>
        <p:nvSpPr>
          <p:cNvPr id="6670" name="Google Shape;6670;p77"/>
          <p:cNvSpPr txBox="1">
            <a:spLocks noGrp="1"/>
          </p:cNvSpPr>
          <p:nvPr>
            <p:ph type="subTitle" idx="2"/>
          </p:nvPr>
        </p:nvSpPr>
        <p:spPr>
          <a:xfrm>
            <a:off x="5988350" y="1544159"/>
            <a:ext cx="2096100" cy="326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Teori Transaksional</a:t>
            </a:r>
            <a:endParaRPr dirty="0"/>
          </a:p>
        </p:txBody>
      </p:sp>
      <p:sp>
        <p:nvSpPr>
          <p:cNvPr id="6671" name="Google Shape;6671;p77"/>
          <p:cNvSpPr txBox="1">
            <a:spLocks noGrp="1"/>
          </p:cNvSpPr>
          <p:nvPr>
            <p:ph type="subTitle" idx="6"/>
          </p:nvPr>
        </p:nvSpPr>
        <p:spPr>
          <a:xfrm>
            <a:off x="1713460" y="3292496"/>
            <a:ext cx="2485450" cy="398541"/>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Teori Kontigensi</a:t>
            </a:r>
            <a:endParaRPr dirty="0"/>
          </a:p>
        </p:txBody>
      </p:sp>
      <p:sp>
        <p:nvSpPr>
          <p:cNvPr id="6673" name="Google Shape;6673;p77"/>
          <p:cNvSpPr txBox="1">
            <a:spLocks noGrp="1"/>
          </p:cNvSpPr>
          <p:nvPr>
            <p:ph type="subTitle" idx="8"/>
          </p:nvPr>
        </p:nvSpPr>
        <p:spPr>
          <a:xfrm>
            <a:off x="5877675" y="2554387"/>
            <a:ext cx="2317450" cy="3985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Teori Kepemumpinan Pelayan</a:t>
            </a:r>
            <a:endParaRPr dirty="0"/>
          </a:p>
        </p:txBody>
      </p:sp>
      <p:sp>
        <p:nvSpPr>
          <p:cNvPr id="6675" name="Google Shape;6675;p77"/>
          <p:cNvSpPr txBox="1">
            <a:spLocks noGrp="1"/>
          </p:cNvSpPr>
          <p:nvPr>
            <p:ph type="subTitle" idx="13"/>
          </p:nvPr>
        </p:nvSpPr>
        <p:spPr>
          <a:xfrm>
            <a:off x="1821410" y="2479334"/>
            <a:ext cx="2269550" cy="326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Teori Gaya Kepemimpinan</a:t>
            </a:r>
            <a:endParaRPr dirty="0"/>
          </a:p>
        </p:txBody>
      </p:sp>
      <p:sp>
        <p:nvSpPr>
          <p:cNvPr id="6712" name="Google Shape;6712;p77"/>
          <p:cNvSpPr/>
          <p:nvPr/>
        </p:nvSpPr>
        <p:spPr>
          <a:xfrm rot="8870299">
            <a:off x="8886532" y="-12332"/>
            <a:ext cx="20409" cy="19289"/>
          </a:xfrm>
          <a:custGeom>
            <a:avLst/>
            <a:gdLst/>
            <a:ahLst/>
            <a:cxnLst/>
            <a:rect l="l" t="t" r="r" b="b"/>
            <a:pathLst>
              <a:path w="164" h="155" extrusionOk="0">
                <a:moveTo>
                  <a:pt x="136" y="134"/>
                </a:moveTo>
                <a:cubicBezTo>
                  <a:pt x="158" y="120"/>
                  <a:pt x="155" y="60"/>
                  <a:pt x="163" y="21"/>
                </a:cubicBezTo>
                <a:lnTo>
                  <a:pt x="108" y="0"/>
                </a:lnTo>
                <a:lnTo>
                  <a:pt x="0" y="144"/>
                </a:lnTo>
                <a:cubicBezTo>
                  <a:pt x="47" y="143"/>
                  <a:pt x="100" y="155"/>
                  <a:pt x="136" y="134"/>
                </a:cubicBezTo>
                <a:close/>
              </a:path>
            </a:pathLst>
          </a:custGeom>
          <a:solidFill>
            <a:schemeClr val="dk2">
              <a:alpha val="245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6675;p77">
            <a:extLst>
              <a:ext uri="{FF2B5EF4-FFF2-40B4-BE49-F238E27FC236}">
                <a16:creationId xmlns:a16="http://schemas.microsoft.com/office/drawing/2014/main" id="{0E4E58ED-53C2-6425-E75D-2D4A257C3757}"/>
              </a:ext>
            </a:extLst>
          </p:cNvPr>
          <p:cNvSpPr txBox="1">
            <a:spLocks/>
          </p:cNvSpPr>
          <p:nvPr/>
        </p:nvSpPr>
        <p:spPr>
          <a:xfrm>
            <a:off x="1994860" y="1544159"/>
            <a:ext cx="2096100" cy="3264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000"/>
              <a:buFont typeface="Commissioner"/>
              <a:buNone/>
              <a:defRPr sz="2500" b="1" i="0" u="none" strike="noStrike" cap="none">
                <a:solidFill>
                  <a:schemeClr val="dk2"/>
                </a:solidFill>
                <a:latin typeface="Fondamento"/>
                <a:ea typeface="Fondamento"/>
                <a:cs typeface="Fondamento"/>
                <a:sym typeface="Fondamento"/>
              </a:defRPr>
            </a:lvl1pPr>
            <a:lvl2pPr marL="914400" marR="0" lvl="1" indent="-317500" algn="l" rtl="0">
              <a:lnSpc>
                <a:spcPct val="100000"/>
              </a:lnSpc>
              <a:spcBef>
                <a:spcPts val="0"/>
              </a:spcBef>
              <a:spcAft>
                <a:spcPts val="0"/>
              </a:spcAft>
              <a:buClr>
                <a:schemeClr val="dk1"/>
              </a:buClr>
              <a:buSzPts val="2000"/>
              <a:buFont typeface="Commissioner"/>
              <a:buNone/>
              <a:defRPr sz="2000" b="0" i="0" u="none" strike="noStrike" cap="none">
                <a:solidFill>
                  <a:schemeClr val="dk1"/>
                </a:solidFill>
                <a:latin typeface="Commissioner"/>
                <a:ea typeface="Commissioner"/>
                <a:cs typeface="Commissioner"/>
                <a:sym typeface="Commissioner"/>
              </a:defRPr>
            </a:lvl2pPr>
            <a:lvl3pPr marL="1371600" marR="0" lvl="2" indent="-317500" algn="l" rtl="0">
              <a:lnSpc>
                <a:spcPct val="100000"/>
              </a:lnSpc>
              <a:spcBef>
                <a:spcPts val="0"/>
              </a:spcBef>
              <a:spcAft>
                <a:spcPts val="0"/>
              </a:spcAft>
              <a:buClr>
                <a:schemeClr val="dk1"/>
              </a:buClr>
              <a:buSzPts val="2000"/>
              <a:buFont typeface="Commissioner"/>
              <a:buNone/>
              <a:defRPr sz="2000" b="0" i="0" u="none" strike="noStrike" cap="none">
                <a:solidFill>
                  <a:schemeClr val="dk1"/>
                </a:solidFill>
                <a:latin typeface="Commissioner"/>
                <a:ea typeface="Commissioner"/>
                <a:cs typeface="Commissioner"/>
                <a:sym typeface="Commissioner"/>
              </a:defRPr>
            </a:lvl3pPr>
            <a:lvl4pPr marL="1828800" marR="0" lvl="3" indent="-317500" algn="l" rtl="0">
              <a:lnSpc>
                <a:spcPct val="100000"/>
              </a:lnSpc>
              <a:spcBef>
                <a:spcPts val="0"/>
              </a:spcBef>
              <a:spcAft>
                <a:spcPts val="0"/>
              </a:spcAft>
              <a:buClr>
                <a:schemeClr val="dk1"/>
              </a:buClr>
              <a:buSzPts val="2000"/>
              <a:buFont typeface="Commissioner"/>
              <a:buNone/>
              <a:defRPr sz="2000" b="0" i="0" u="none" strike="noStrike" cap="none">
                <a:solidFill>
                  <a:schemeClr val="dk1"/>
                </a:solidFill>
                <a:latin typeface="Commissioner"/>
                <a:ea typeface="Commissioner"/>
                <a:cs typeface="Commissioner"/>
                <a:sym typeface="Commissioner"/>
              </a:defRPr>
            </a:lvl4pPr>
            <a:lvl5pPr marL="2286000" marR="0" lvl="4" indent="-317500" algn="l" rtl="0">
              <a:lnSpc>
                <a:spcPct val="100000"/>
              </a:lnSpc>
              <a:spcBef>
                <a:spcPts val="0"/>
              </a:spcBef>
              <a:spcAft>
                <a:spcPts val="0"/>
              </a:spcAft>
              <a:buClr>
                <a:schemeClr val="dk1"/>
              </a:buClr>
              <a:buSzPts val="2000"/>
              <a:buFont typeface="Commissioner"/>
              <a:buNone/>
              <a:defRPr sz="2000" b="0" i="0" u="none" strike="noStrike" cap="none">
                <a:solidFill>
                  <a:schemeClr val="dk1"/>
                </a:solidFill>
                <a:latin typeface="Commissioner"/>
                <a:ea typeface="Commissioner"/>
                <a:cs typeface="Commissioner"/>
                <a:sym typeface="Commissioner"/>
              </a:defRPr>
            </a:lvl5pPr>
            <a:lvl6pPr marL="2743200" marR="0" lvl="5" indent="-317500" algn="l" rtl="0">
              <a:lnSpc>
                <a:spcPct val="100000"/>
              </a:lnSpc>
              <a:spcBef>
                <a:spcPts val="0"/>
              </a:spcBef>
              <a:spcAft>
                <a:spcPts val="0"/>
              </a:spcAft>
              <a:buClr>
                <a:schemeClr val="dk1"/>
              </a:buClr>
              <a:buSzPts val="2000"/>
              <a:buFont typeface="Commissioner"/>
              <a:buNone/>
              <a:defRPr sz="2000" b="0" i="0" u="none" strike="noStrike" cap="none">
                <a:solidFill>
                  <a:schemeClr val="dk1"/>
                </a:solidFill>
                <a:latin typeface="Commissioner"/>
                <a:ea typeface="Commissioner"/>
                <a:cs typeface="Commissioner"/>
                <a:sym typeface="Commissioner"/>
              </a:defRPr>
            </a:lvl6pPr>
            <a:lvl7pPr marL="3200400" marR="0" lvl="6" indent="-317500" algn="l" rtl="0">
              <a:lnSpc>
                <a:spcPct val="100000"/>
              </a:lnSpc>
              <a:spcBef>
                <a:spcPts val="0"/>
              </a:spcBef>
              <a:spcAft>
                <a:spcPts val="0"/>
              </a:spcAft>
              <a:buClr>
                <a:schemeClr val="dk1"/>
              </a:buClr>
              <a:buSzPts val="2000"/>
              <a:buFont typeface="Commissioner"/>
              <a:buNone/>
              <a:defRPr sz="2000" b="0" i="0" u="none" strike="noStrike" cap="none">
                <a:solidFill>
                  <a:schemeClr val="dk1"/>
                </a:solidFill>
                <a:latin typeface="Commissioner"/>
                <a:ea typeface="Commissioner"/>
                <a:cs typeface="Commissioner"/>
                <a:sym typeface="Commissioner"/>
              </a:defRPr>
            </a:lvl7pPr>
            <a:lvl8pPr marL="3657600" marR="0" lvl="7" indent="-317500" algn="l" rtl="0">
              <a:lnSpc>
                <a:spcPct val="100000"/>
              </a:lnSpc>
              <a:spcBef>
                <a:spcPts val="0"/>
              </a:spcBef>
              <a:spcAft>
                <a:spcPts val="0"/>
              </a:spcAft>
              <a:buClr>
                <a:schemeClr val="dk1"/>
              </a:buClr>
              <a:buSzPts val="2000"/>
              <a:buFont typeface="Commissioner"/>
              <a:buNone/>
              <a:defRPr sz="2000" b="0" i="0" u="none" strike="noStrike" cap="none">
                <a:solidFill>
                  <a:schemeClr val="dk1"/>
                </a:solidFill>
                <a:latin typeface="Commissioner"/>
                <a:ea typeface="Commissioner"/>
                <a:cs typeface="Commissioner"/>
                <a:sym typeface="Commissioner"/>
              </a:defRPr>
            </a:lvl8pPr>
            <a:lvl9pPr marL="4114800" marR="0" lvl="8" indent="-317500" algn="l" rtl="0">
              <a:lnSpc>
                <a:spcPct val="100000"/>
              </a:lnSpc>
              <a:spcBef>
                <a:spcPts val="0"/>
              </a:spcBef>
              <a:spcAft>
                <a:spcPts val="0"/>
              </a:spcAft>
              <a:buClr>
                <a:schemeClr val="dk1"/>
              </a:buClr>
              <a:buSzPts val="2000"/>
              <a:buFont typeface="Commissioner"/>
              <a:buNone/>
              <a:defRPr sz="2000" b="0" i="0" u="none" strike="noStrike" cap="none">
                <a:solidFill>
                  <a:schemeClr val="dk1"/>
                </a:solidFill>
                <a:latin typeface="Commissioner"/>
                <a:ea typeface="Commissioner"/>
                <a:cs typeface="Commissioner"/>
                <a:sym typeface="Commissioner"/>
              </a:defRPr>
            </a:lvl9pPr>
          </a:lstStyle>
          <a:p>
            <a:pPr marL="0" indent="0"/>
            <a:r>
              <a:rPr lang="en-US" dirty="0" err="1"/>
              <a:t>Teori</a:t>
            </a:r>
            <a:r>
              <a:rPr lang="en-US" dirty="0"/>
              <a:t> Trait</a:t>
            </a:r>
            <a:endParaRPr lang="id-ID" dirty="0"/>
          </a:p>
        </p:txBody>
      </p:sp>
      <p:sp>
        <p:nvSpPr>
          <p:cNvPr id="19" name="Google Shape;6673;p77">
            <a:extLst>
              <a:ext uri="{FF2B5EF4-FFF2-40B4-BE49-F238E27FC236}">
                <a16:creationId xmlns:a16="http://schemas.microsoft.com/office/drawing/2014/main" id="{2C04C5E2-87EA-8AA9-55A7-FF6A55067727}"/>
              </a:ext>
            </a:extLst>
          </p:cNvPr>
          <p:cNvSpPr txBox="1">
            <a:spLocks/>
          </p:cNvSpPr>
          <p:nvPr/>
        </p:nvSpPr>
        <p:spPr>
          <a:xfrm>
            <a:off x="5877675" y="3833238"/>
            <a:ext cx="2317450" cy="39854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000"/>
              <a:buFont typeface="Commissioner"/>
              <a:buNone/>
              <a:defRPr sz="2500" b="1" i="0" u="none" strike="noStrike" cap="none">
                <a:solidFill>
                  <a:schemeClr val="dk2"/>
                </a:solidFill>
                <a:latin typeface="Fondamento"/>
                <a:ea typeface="Fondamento"/>
                <a:cs typeface="Fondamento"/>
                <a:sym typeface="Fondamento"/>
              </a:defRPr>
            </a:lvl1pPr>
            <a:lvl2pPr marL="914400" marR="0" lvl="1" indent="-317500" algn="l" rtl="0">
              <a:lnSpc>
                <a:spcPct val="100000"/>
              </a:lnSpc>
              <a:spcBef>
                <a:spcPts val="0"/>
              </a:spcBef>
              <a:spcAft>
                <a:spcPts val="0"/>
              </a:spcAft>
              <a:buClr>
                <a:schemeClr val="dk1"/>
              </a:buClr>
              <a:buSzPts val="2000"/>
              <a:buFont typeface="Commissioner"/>
              <a:buNone/>
              <a:defRPr sz="2000" b="0" i="0" u="none" strike="noStrike" cap="none">
                <a:solidFill>
                  <a:schemeClr val="dk1"/>
                </a:solidFill>
                <a:latin typeface="Commissioner"/>
                <a:ea typeface="Commissioner"/>
                <a:cs typeface="Commissioner"/>
                <a:sym typeface="Commissioner"/>
              </a:defRPr>
            </a:lvl2pPr>
            <a:lvl3pPr marL="1371600" marR="0" lvl="2" indent="-317500" algn="l" rtl="0">
              <a:lnSpc>
                <a:spcPct val="100000"/>
              </a:lnSpc>
              <a:spcBef>
                <a:spcPts val="0"/>
              </a:spcBef>
              <a:spcAft>
                <a:spcPts val="0"/>
              </a:spcAft>
              <a:buClr>
                <a:schemeClr val="dk1"/>
              </a:buClr>
              <a:buSzPts val="2000"/>
              <a:buFont typeface="Commissioner"/>
              <a:buNone/>
              <a:defRPr sz="2000" b="0" i="0" u="none" strike="noStrike" cap="none">
                <a:solidFill>
                  <a:schemeClr val="dk1"/>
                </a:solidFill>
                <a:latin typeface="Commissioner"/>
                <a:ea typeface="Commissioner"/>
                <a:cs typeface="Commissioner"/>
                <a:sym typeface="Commissioner"/>
              </a:defRPr>
            </a:lvl3pPr>
            <a:lvl4pPr marL="1828800" marR="0" lvl="3" indent="-317500" algn="l" rtl="0">
              <a:lnSpc>
                <a:spcPct val="100000"/>
              </a:lnSpc>
              <a:spcBef>
                <a:spcPts val="0"/>
              </a:spcBef>
              <a:spcAft>
                <a:spcPts val="0"/>
              </a:spcAft>
              <a:buClr>
                <a:schemeClr val="dk1"/>
              </a:buClr>
              <a:buSzPts val="2000"/>
              <a:buFont typeface="Commissioner"/>
              <a:buNone/>
              <a:defRPr sz="2000" b="0" i="0" u="none" strike="noStrike" cap="none">
                <a:solidFill>
                  <a:schemeClr val="dk1"/>
                </a:solidFill>
                <a:latin typeface="Commissioner"/>
                <a:ea typeface="Commissioner"/>
                <a:cs typeface="Commissioner"/>
                <a:sym typeface="Commissioner"/>
              </a:defRPr>
            </a:lvl4pPr>
            <a:lvl5pPr marL="2286000" marR="0" lvl="4" indent="-317500" algn="l" rtl="0">
              <a:lnSpc>
                <a:spcPct val="100000"/>
              </a:lnSpc>
              <a:spcBef>
                <a:spcPts val="0"/>
              </a:spcBef>
              <a:spcAft>
                <a:spcPts val="0"/>
              </a:spcAft>
              <a:buClr>
                <a:schemeClr val="dk1"/>
              </a:buClr>
              <a:buSzPts val="2000"/>
              <a:buFont typeface="Commissioner"/>
              <a:buNone/>
              <a:defRPr sz="2000" b="0" i="0" u="none" strike="noStrike" cap="none">
                <a:solidFill>
                  <a:schemeClr val="dk1"/>
                </a:solidFill>
                <a:latin typeface="Commissioner"/>
                <a:ea typeface="Commissioner"/>
                <a:cs typeface="Commissioner"/>
                <a:sym typeface="Commissioner"/>
              </a:defRPr>
            </a:lvl5pPr>
            <a:lvl6pPr marL="2743200" marR="0" lvl="5" indent="-317500" algn="l" rtl="0">
              <a:lnSpc>
                <a:spcPct val="100000"/>
              </a:lnSpc>
              <a:spcBef>
                <a:spcPts val="0"/>
              </a:spcBef>
              <a:spcAft>
                <a:spcPts val="0"/>
              </a:spcAft>
              <a:buClr>
                <a:schemeClr val="dk1"/>
              </a:buClr>
              <a:buSzPts val="2000"/>
              <a:buFont typeface="Commissioner"/>
              <a:buNone/>
              <a:defRPr sz="2000" b="0" i="0" u="none" strike="noStrike" cap="none">
                <a:solidFill>
                  <a:schemeClr val="dk1"/>
                </a:solidFill>
                <a:latin typeface="Commissioner"/>
                <a:ea typeface="Commissioner"/>
                <a:cs typeface="Commissioner"/>
                <a:sym typeface="Commissioner"/>
              </a:defRPr>
            </a:lvl6pPr>
            <a:lvl7pPr marL="3200400" marR="0" lvl="6" indent="-317500" algn="l" rtl="0">
              <a:lnSpc>
                <a:spcPct val="100000"/>
              </a:lnSpc>
              <a:spcBef>
                <a:spcPts val="0"/>
              </a:spcBef>
              <a:spcAft>
                <a:spcPts val="0"/>
              </a:spcAft>
              <a:buClr>
                <a:schemeClr val="dk1"/>
              </a:buClr>
              <a:buSzPts val="2000"/>
              <a:buFont typeface="Commissioner"/>
              <a:buNone/>
              <a:defRPr sz="2000" b="0" i="0" u="none" strike="noStrike" cap="none">
                <a:solidFill>
                  <a:schemeClr val="dk1"/>
                </a:solidFill>
                <a:latin typeface="Commissioner"/>
                <a:ea typeface="Commissioner"/>
                <a:cs typeface="Commissioner"/>
                <a:sym typeface="Commissioner"/>
              </a:defRPr>
            </a:lvl7pPr>
            <a:lvl8pPr marL="3657600" marR="0" lvl="7" indent="-317500" algn="l" rtl="0">
              <a:lnSpc>
                <a:spcPct val="100000"/>
              </a:lnSpc>
              <a:spcBef>
                <a:spcPts val="0"/>
              </a:spcBef>
              <a:spcAft>
                <a:spcPts val="0"/>
              </a:spcAft>
              <a:buClr>
                <a:schemeClr val="dk1"/>
              </a:buClr>
              <a:buSzPts val="2000"/>
              <a:buFont typeface="Commissioner"/>
              <a:buNone/>
              <a:defRPr sz="2000" b="0" i="0" u="none" strike="noStrike" cap="none">
                <a:solidFill>
                  <a:schemeClr val="dk1"/>
                </a:solidFill>
                <a:latin typeface="Commissioner"/>
                <a:ea typeface="Commissioner"/>
                <a:cs typeface="Commissioner"/>
                <a:sym typeface="Commissioner"/>
              </a:defRPr>
            </a:lvl8pPr>
            <a:lvl9pPr marL="4114800" marR="0" lvl="8" indent="-317500" algn="l" rtl="0">
              <a:lnSpc>
                <a:spcPct val="100000"/>
              </a:lnSpc>
              <a:spcBef>
                <a:spcPts val="0"/>
              </a:spcBef>
              <a:spcAft>
                <a:spcPts val="0"/>
              </a:spcAft>
              <a:buClr>
                <a:schemeClr val="dk1"/>
              </a:buClr>
              <a:buSzPts val="2000"/>
              <a:buFont typeface="Commissioner"/>
              <a:buNone/>
              <a:defRPr sz="2000" b="0" i="0" u="none" strike="noStrike" cap="none">
                <a:solidFill>
                  <a:schemeClr val="dk1"/>
                </a:solidFill>
                <a:latin typeface="Commissioner"/>
                <a:ea typeface="Commissioner"/>
                <a:cs typeface="Commissioner"/>
                <a:sym typeface="Commissioner"/>
              </a:defRPr>
            </a:lvl9pPr>
          </a:lstStyle>
          <a:p>
            <a:pPr marL="0" indent="0" algn="ctr"/>
            <a:r>
              <a:rPr lang="id-ID" dirty="0"/>
              <a:t>Teori </a:t>
            </a:r>
            <a:r>
              <a:rPr lang="id-ID" dirty="0" err="1"/>
              <a:t>Kepemumpinan</a:t>
            </a:r>
            <a:r>
              <a:rPr lang="id-ID" dirty="0"/>
              <a:t> </a:t>
            </a:r>
            <a:r>
              <a:rPr lang="en-US" dirty="0" err="1"/>
              <a:t>Situasional</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725"/>
        <p:cNvGrpSpPr/>
        <p:nvPr/>
      </p:nvGrpSpPr>
      <p:grpSpPr>
        <a:xfrm>
          <a:off x="0" y="0"/>
          <a:ext cx="0" cy="0"/>
          <a:chOff x="0" y="0"/>
          <a:chExt cx="0" cy="0"/>
        </a:xfrm>
      </p:grpSpPr>
      <p:sp>
        <p:nvSpPr>
          <p:cNvPr id="6726" name="Google Shape;6726;p79"/>
          <p:cNvSpPr txBox="1">
            <a:spLocks noGrp="1"/>
          </p:cNvSpPr>
          <p:nvPr>
            <p:ph type="title"/>
          </p:nvPr>
        </p:nvSpPr>
        <p:spPr>
          <a:xfrm>
            <a:off x="714175" y="466344"/>
            <a:ext cx="7715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TUJUAN KEPEMIMPINAN</a:t>
            </a:r>
            <a:endParaRPr dirty="0"/>
          </a:p>
        </p:txBody>
      </p:sp>
      <p:sp>
        <p:nvSpPr>
          <p:cNvPr id="6728" name="Google Shape;6728;p79"/>
          <p:cNvSpPr txBox="1"/>
          <p:nvPr/>
        </p:nvSpPr>
        <p:spPr>
          <a:xfrm>
            <a:off x="714175" y="2173857"/>
            <a:ext cx="3857825" cy="1977768"/>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ms-MY" sz="1800" b="1" dirty="0">
                <a:solidFill>
                  <a:schemeClr val="tx1"/>
                </a:solidFill>
                <a:effectLst/>
                <a:latin typeface="Commissioner" panose="020B0604020202020204" charset="0"/>
                <a:ea typeface="Times New Roman" panose="02020603050405020304" pitchFamily="18" charset="0"/>
              </a:rPr>
              <a:t>Tujuan dari kepemimpinan adalah untuk memimpin dan mengarahkan suatu kelompok atau organisasi daalam mencapai tujuan dan visi yang telah ditetapkan. </a:t>
            </a:r>
            <a:endParaRPr lang="en-US" b="1" dirty="0">
              <a:solidFill>
                <a:schemeClr val="tx1"/>
              </a:solidFill>
              <a:latin typeface="Commissioner" panose="020B0604020202020204" charset="0"/>
              <a:ea typeface="Commissioner"/>
              <a:cs typeface="Commissioner"/>
              <a:sym typeface="Commissioner"/>
            </a:endParaRPr>
          </a:p>
        </p:txBody>
      </p:sp>
      <p:sp>
        <p:nvSpPr>
          <p:cNvPr id="6738" name="Google Shape;6738;p79"/>
          <p:cNvSpPr/>
          <p:nvPr/>
        </p:nvSpPr>
        <p:spPr>
          <a:xfrm>
            <a:off x="821125" y="881592"/>
            <a:ext cx="28385" cy="14055"/>
          </a:xfrm>
          <a:custGeom>
            <a:avLst/>
            <a:gdLst/>
            <a:ahLst/>
            <a:cxnLst/>
            <a:rect l="l" t="t" r="r" b="b"/>
            <a:pathLst>
              <a:path w="206" h="102" extrusionOk="0">
                <a:moveTo>
                  <a:pt x="1" y="11"/>
                </a:moveTo>
                <a:cubicBezTo>
                  <a:pt x="93" y="102"/>
                  <a:pt x="133" y="100"/>
                  <a:pt x="205" y="1"/>
                </a:cubicBezTo>
                <a:lnTo>
                  <a:pt x="205" y="1"/>
                </a:lnTo>
                <a:close/>
              </a:path>
            </a:pathLst>
          </a:custGeom>
          <a:solidFill>
            <a:schemeClr val="dk2">
              <a:alpha val="245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6728;p79">
            <a:extLst>
              <a:ext uri="{FF2B5EF4-FFF2-40B4-BE49-F238E27FC236}">
                <a16:creationId xmlns:a16="http://schemas.microsoft.com/office/drawing/2014/main" id="{10EE109C-129A-B954-D7BB-0C414E86B9FB}"/>
              </a:ext>
            </a:extLst>
          </p:cNvPr>
          <p:cNvSpPr txBox="1"/>
          <p:nvPr/>
        </p:nvSpPr>
        <p:spPr>
          <a:xfrm>
            <a:off x="4932492" y="2173857"/>
            <a:ext cx="3655569" cy="1977768"/>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ms-MY" sz="1800" b="1" dirty="0">
                <a:solidFill>
                  <a:schemeClr val="tx1"/>
                </a:solidFill>
                <a:effectLst/>
                <a:latin typeface="Commissioner" panose="020B0604020202020204" charset="0"/>
                <a:ea typeface="Times New Roman" panose="02020603050405020304" pitchFamily="18" charset="0"/>
              </a:rPr>
              <a:t>Tujuan lain dari kepemimpinan adalah untuk menciptakan lingkungan yang produktif dan harmonis di antara anggota kelompok. </a:t>
            </a:r>
            <a:endParaRPr lang="en-US" b="1" dirty="0">
              <a:solidFill>
                <a:schemeClr val="tx1"/>
              </a:solidFill>
              <a:latin typeface="Commissioner" panose="020B0604020202020204" charset="0"/>
              <a:ea typeface="Commissioner"/>
              <a:cs typeface="Commissioner"/>
              <a:sym typeface="Commissioner"/>
            </a:endParaRPr>
          </a:p>
        </p:txBody>
      </p:sp>
    </p:spTree>
    <p:extLst>
      <p:ext uri="{BB962C8B-B14F-4D97-AF65-F5344CB8AC3E}">
        <p14:creationId xmlns:p14="http://schemas.microsoft.com/office/powerpoint/2010/main" val="40321244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385"/>
        <p:cNvGrpSpPr/>
        <p:nvPr/>
      </p:nvGrpSpPr>
      <p:grpSpPr>
        <a:xfrm>
          <a:off x="0" y="0"/>
          <a:ext cx="0" cy="0"/>
          <a:chOff x="0" y="0"/>
          <a:chExt cx="0" cy="0"/>
        </a:xfrm>
      </p:grpSpPr>
      <p:pic>
        <p:nvPicPr>
          <p:cNvPr id="6386" name="Google Shape;6386;p68"/>
          <p:cNvPicPr preferRelativeResize="0"/>
          <p:nvPr/>
        </p:nvPicPr>
        <p:blipFill rotWithShape="1">
          <a:blip r:embed="rId3">
            <a:alphaModFix amt="32000"/>
          </a:blip>
          <a:srcRect l="7398"/>
          <a:stretch/>
        </p:blipFill>
        <p:spPr>
          <a:xfrm>
            <a:off x="4753751" y="1744250"/>
            <a:ext cx="1009751" cy="1031327"/>
          </a:xfrm>
          <a:prstGeom prst="rect">
            <a:avLst/>
          </a:prstGeom>
          <a:noFill/>
          <a:ln>
            <a:noFill/>
          </a:ln>
        </p:spPr>
      </p:pic>
      <p:pic>
        <p:nvPicPr>
          <p:cNvPr id="6387" name="Google Shape;6387;p68"/>
          <p:cNvPicPr preferRelativeResize="0"/>
          <p:nvPr/>
        </p:nvPicPr>
        <p:blipFill rotWithShape="1">
          <a:blip r:embed="rId3">
            <a:alphaModFix amt="32000"/>
          </a:blip>
          <a:srcRect l="7398"/>
          <a:stretch/>
        </p:blipFill>
        <p:spPr>
          <a:xfrm>
            <a:off x="687301" y="3401613"/>
            <a:ext cx="1009751" cy="1031327"/>
          </a:xfrm>
          <a:prstGeom prst="rect">
            <a:avLst/>
          </a:prstGeom>
          <a:noFill/>
          <a:ln>
            <a:noFill/>
          </a:ln>
        </p:spPr>
      </p:pic>
      <p:pic>
        <p:nvPicPr>
          <p:cNvPr id="6389" name="Google Shape;6389;p68"/>
          <p:cNvPicPr preferRelativeResize="0"/>
          <p:nvPr/>
        </p:nvPicPr>
        <p:blipFill rotWithShape="1">
          <a:blip r:embed="rId3">
            <a:alphaModFix amt="32000"/>
          </a:blip>
          <a:srcRect l="7398"/>
          <a:stretch/>
        </p:blipFill>
        <p:spPr>
          <a:xfrm>
            <a:off x="687301" y="1744250"/>
            <a:ext cx="1009751" cy="1031327"/>
          </a:xfrm>
          <a:prstGeom prst="rect">
            <a:avLst/>
          </a:prstGeom>
          <a:noFill/>
          <a:ln>
            <a:noFill/>
          </a:ln>
        </p:spPr>
      </p:pic>
      <p:sp>
        <p:nvSpPr>
          <p:cNvPr id="6390" name="Google Shape;6390;p68">
            <a:hlinkClick r:id="rId4" action="ppaction://hlinksldjump"/>
          </p:cNvPr>
          <p:cNvSpPr txBox="1">
            <a:spLocks noGrp="1"/>
          </p:cNvSpPr>
          <p:nvPr>
            <p:ph type="title"/>
          </p:nvPr>
        </p:nvSpPr>
        <p:spPr>
          <a:xfrm flipH="1">
            <a:off x="727625" y="1899179"/>
            <a:ext cx="929100" cy="72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6392" name="Google Shape;6392;p68">
            <a:hlinkClick r:id="rId4" action="ppaction://hlinksldjump"/>
          </p:cNvPr>
          <p:cNvSpPr txBox="1">
            <a:spLocks noGrp="1"/>
          </p:cNvSpPr>
          <p:nvPr>
            <p:ph type="subTitle" idx="2"/>
          </p:nvPr>
        </p:nvSpPr>
        <p:spPr>
          <a:xfrm>
            <a:off x="1762400" y="2264375"/>
            <a:ext cx="2362500" cy="338400"/>
          </a:xfrm>
          <a:prstGeom prst="rect">
            <a:avLst/>
          </a:prstGeom>
        </p:spPr>
        <p:txBody>
          <a:bodyPr spcFirstLastPara="1" wrap="square" lIns="91425" tIns="91425" rIns="91425" bIns="91425" anchor="ctr" anchorCtr="0">
            <a:noAutofit/>
          </a:bodyPr>
          <a:lstStyle/>
          <a:p>
            <a:pPr marL="0" indent="0" algn="ctr"/>
            <a:r>
              <a:rPr lang="ms-MY" sz="2400" dirty="0">
                <a:effectLst/>
                <a:latin typeface="Times New Roman" panose="02020603050405020304" pitchFamily="18" charset="0"/>
                <a:ea typeface="Times New Roman" panose="02020603050405020304" pitchFamily="18" charset="0"/>
              </a:rPr>
              <a:t>Menciptakan Iklim sosial yang baik</a:t>
            </a:r>
            <a:endParaRPr lang="id-ID" sz="2400" dirty="0">
              <a:effectLst/>
              <a:latin typeface="Times New Roman" panose="02020603050405020304" pitchFamily="18" charset="0"/>
              <a:ea typeface="Times New Roman" panose="02020603050405020304" pitchFamily="18" charset="0"/>
            </a:endParaRPr>
          </a:p>
          <a:p>
            <a:pPr marL="0" lvl="0" indent="0" algn="l" rtl="0">
              <a:spcBef>
                <a:spcPts val="0"/>
              </a:spcBef>
              <a:spcAft>
                <a:spcPts val="0"/>
              </a:spcAft>
              <a:buNone/>
            </a:pPr>
            <a:endParaRPr dirty="0"/>
          </a:p>
        </p:txBody>
      </p:sp>
      <p:sp>
        <p:nvSpPr>
          <p:cNvPr id="6393" name="Google Shape;6393;p68">
            <a:hlinkClick r:id="" action="ppaction://noaction"/>
          </p:cNvPr>
          <p:cNvSpPr txBox="1">
            <a:spLocks noGrp="1"/>
          </p:cNvSpPr>
          <p:nvPr>
            <p:ph type="title" idx="3"/>
          </p:nvPr>
        </p:nvSpPr>
        <p:spPr>
          <a:xfrm flipH="1">
            <a:off x="4794073" y="1899179"/>
            <a:ext cx="929100" cy="72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6395" name="Google Shape;6395;p68">
            <a:hlinkClick r:id="" action="ppaction://noaction"/>
          </p:cNvPr>
          <p:cNvSpPr txBox="1">
            <a:spLocks noGrp="1"/>
          </p:cNvSpPr>
          <p:nvPr>
            <p:ph type="subTitle" idx="5"/>
          </p:nvPr>
        </p:nvSpPr>
        <p:spPr>
          <a:xfrm>
            <a:off x="5763495" y="2233350"/>
            <a:ext cx="2247000" cy="338400"/>
          </a:xfrm>
          <a:prstGeom prst="rect">
            <a:avLst/>
          </a:prstGeom>
        </p:spPr>
        <p:txBody>
          <a:bodyPr spcFirstLastPara="1" wrap="square" lIns="91425" tIns="91425" rIns="91425" bIns="91425" anchor="ctr" anchorCtr="0">
            <a:noAutofit/>
          </a:bodyPr>
          <a:lstStyle/>
          <a:p>
            <a:pPr marL="0" indent="0" algn="ctr"/>
            <a:r>
              <a:rPr lang="ms-MY" sz="2400" dirty="0">
                <a:effectLst/>
                <a:latin typeface="Times New Roman" panose="02020603050405020304" pitchFamily="18" charset="0"/>
                <a:ea typeface="Times New Roman" panose="02020603050405020304" pitchFamily="18" charset="0"/>
              </a:rPr>
              <a:t>Mengambil keputusan</a:t>
            </a:r>
            <a:endParaRPr lang="id-ID" sz="2400" dirty="0">
              <a:effectLst/>
              <a:latin typeface="Times New Roman" panose="02020603050405020304" pitchFamily="18" charset="0"/>
              <a:ea typeface="Times New Roman" panose="02020603050405020304" pitchFamily="18" charset="0"/>
            </a:endParaRPr>
          </a:p>
          <a:p>
            <a:pPr marL="0" lvl="0" indent="0" algn="l" rtl="0">
              <a:spcBef>
                <a:spcPts val="0"/>
              </a:spcBef>
              <a:spcAft>
                <a:spcPts val="0"/>
              </a:spcAft>
              <a:buNone/>
            </a:pPr>
            <a:endParaRPr dirty="0"/>
          </a:p>
        </p:txBody>
      </p:sp>
      <p:sp>
        <p:nvSpPr>
          <p:cNvPr id="6396" name="Google Shape;6396;p68">
            <a:hlinkClick r:id="" action="ppaction://noaction"/>
          </p:cNvPr>
          <p:cNvSpPr txBox="1">
            <a:spLocks noGrp="1"/>
          </p:cNvSpPr>
          <p:nvPr>
            <p:ph type="title" idx="6"/>
          </p:nvPr>
        </p:nvSpPr>
        <p:spPr>
          <a:xfrm flipH="1">
            <a:off x="727625" y="3556526"/>
            <a:ext cx="929100" cy="72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6398" name="Google Shape;6398;p68">
            <a:hlinkClick r:id="" action="ppaction://noaction"/>
          </p:cNvPr>
          <p:cNvSpPr txBox="1">
            <a:spLocks noGrp="1"/>
          </p:cNvSpPr>
          <p:nvPr>
            <p:ph type="subTitle" idx="8"/>
          </p:nvPr>
        </p:nvSpPr>
        <p:spPr>
          <a:xfrm>
            <a:off x="1769950" y="3828150"/>
            <a:ext cx="2247000" cy="338400"/>
          </a:xfrm>
          <a:prstGeom prst="rect">
            <a:avLst/>
          </a:prstGeom>
        </p:spPr>
        <p:txBody>
          <a:bodyPr spcFirstLastPara="1" wrap="square" lIns="91425" tIns="91425" rIns="91425" bIns="91425" anchor="ctr" anchorCtr="0">
            <a:noAutofit/>
          </a:bodyPr>
          <a:lstStyle/>
          <a:p>
            <a:pPr marL="0" indent="0" algn="ctr"/>
            <a:r>
              <a:rPr lang="ms-MY" sz="2400" dirty="0">
                <a:effectLst/>
                <a:latin typeface="Times New Roman" panose="02020603050405020304" pitchFamily="18" charset="0"/>
                <a:ea typeface="Times New Roman" panose="02020603050405020304" pitchFamily="18" charset="0"/>
              </a:rPr>
              <a:t>Menetapkan Prosedur-prosedur kerja</a:t>
            </a:r>
            <a:endParaRPr lang="id-ID" sz="2400" dirty="0">
              <a:effectLst/>
              <a:latin typeface="Times New Roman" panose="02020603050405020304" pitchFamily="18" charset="0"/>
              <a:ea typeface="Times New Roman" panose="02020603050405020304" pitchFamily="18" charset="0"/>
            </a:endParaRPr>
          </a:p>
          <a:p>
            <a:pPr marL="0" lvl="0" indent="0" algn="l" rtl="0">
              <a:spcBef>
                <a:spcPts val="0"/>
              </a:spcBef>
              <a:spcAft>
                <a:spcPts val="0"/>
              </a:spcAft>
              <a:buNone/>
            </a:pPr>
            <a:endParaRPr dirty="0"/>
          </a:p>
        </p:txBody>
      </p:sp>
      <p:sp>
        <p:nvSpPr>
          <p:cNvPr id="6402" name="Google Shape;6402;p68"/>
          <p:cNvSpPr txBox="1">
            <a:spLocks noGrp="1"/>
          </p:cNvSpPr>
          <p:nvPr>
            <p:ph type="title" idx="9"/>
          </p:nvPr>
        </p:nvSpPr>
        <p:spPr>
          <a:xfrm>
            <a:off x="714175" y="466300"/>
            <a:ext cx="7715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TUJUAN KEPEMIMPINAN</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265B6D6-7728-090B-5B59-7E6736A9754E}"/>
              </a:ext>
            </a:extLst>
          </p:cNvPr>
          <p:cNvSpPr>
            <a:spLocks noGrp="1"/>
          </p:cNvSpPr>
          <p:nvPr>
            <p:ph type="body" idx="1"/>
          </p:nvPr>
        </p:nvSpPr>
        <p:spPr>
          <a:xfrm>
            <a:off x="774560" y="1653178"/>
            <a:ext cx="7715700" cy="3267000"/>
          </a:xfrm>
        </p:spPr>
        <p:txBody>
          <a:bodyPr/>
          <a:lstStyle/>
          <a:p>
            <a:pPr marL="139700" indent="0" algn="just">
              <a:buNone/>
            </a:pPr>
            <a:r>
              <a:rPr lang="ms-MY" sz="2200" b="1" dirty="0">
                <a:effectLst/>
                <a:latin typeface="Times New Roman" panose="02020603050405020304" pitchFamily="18" charset="0"/>
                <a:ea typeface="Times New Roman" panose="02020603050405020304" pitchFamily="18" charset="0"/>
              </a:rPr>
              <a:t>Politik dan kepemimpinan memiliki keterkaitan yang erat karena politik seringkali berkaitan dengan pengambilan keputusan dan pembuatan kebijakan, yang mana memerlukan seorang pemimpin yang efektif untuk dapat mengambil keputusan yang tepat dan memimpin jalannya proses tersebut. Seorang pemimpin yang baik juga perlu memahami dinamika politik di lingkungan tempatnya memimpin dan mampu berinteraksi dengan para pemangku kepentingan politik lainnya.</a:t>
            </a:r>
            <a:endParaRPr lang="id-ID" sz="2200" b="1" dirty="0">
              <a:effectLst/>
              <a:latin typeface="Times New Roman" panose="02020603050405020304" pitchFamily="18" charset="0"/>
              <a:ea typeface="Times New Roman" panose="02020603050405020304" pitchFamily="18" charset="0"/>
            </a:endParaRPr>
          </a:p>
          <a:p>
            <a:pPr marL="139700" indent="0">
              <a:buNone/>
            </a:pPr>
            <a:endParaRPr lang="id-ID" sz="2400" dirty="0"/>
          </a:p>
        </p:txBody>
      </p:sp>
      <p:sp>
        <p:nvSpPr>
          <p:cNvPr id="3" name="Title 2">
            <a:extLst>
              <a:ext uri="{FF2B5EF4-FFF2-40B4-BE49-F238E27FC236}">
                <a16:creationId xmlns:a16="http://schemas.microsoft.com/office/drawing/2014/main" id="{6BA9A5C7-092B-39E5-8A84-072606CBB3F4}"/>
              </a:ext>
            </a:extLst>
          </p:cNvPr>
          <p:cNvSpPr>
            <a:spLocks noGrp="1"/>
          </p:cNvSpPr>
          <p:nvPr>
            <p:ph type="title"/>
          </p:nvPr>
        </p:nvSpPr>
        <p:spPr>
          <a:xfrm>
            <a:off x="714150" y="362783"/>
            <a:ext cx="7715700" cy="572700"/>
          </a:xfrm>
        </p:spPr>
        <p:txBody>
          <a:bodyPr/>
          <a:lstStyle/>
          <a:p>
            <a:r>
              <a:rPr lang="en-US" dirty="0"/>
              <a:t>KETERKAITAN POLITIK DENGAN KEPEMIMPINAN</a:t>
            </a:r>
            <a:endParaRPr lang="id-ID" dirty="0"/>
          </a:p>
        </p:txBody>
      </p:sp>
    </p:spTree>
    <p:extLst>
      <p:ext uri="{BB962C8B-B14F-4D97-AF65-F5344CB8AC3E}">
        <p14:creationId xmlns:p14="http://schemas.microsoft.com/office/powerpoint/2010/main" val="34689720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868"/>
        <p:cNvGrpSpPr/>
        <p:nvPr/>
      </p:nvGrpSpPr>
      <p:grpSpPr>
        <a:xfrm>
          <a:off x="0" y="0"/>
          <a:ext cx="0" cy="0"/>
          <a:chOff x="0" y="0"/>
          <a:chExt cx="0" cy="0"/>
        </a:xfrm>
      </p:grpSpPr>
      <p:sp>
        <p:nvSpPr>
          <p:cNvPr id="5869" name="Google Shape;5869;p64"/>
          <p:cNvSpPr txBox="1">
            <a:spLocks noGrp="1"/>
          </p:cNvSpPr>
          <p:nvPr>
            <p:ph type="title"/>
          </p:nvPr>
        </p:nvSpPr>
        <p:spPr>
          <a:xfrm>
            <a:off x="1529888" y="1774650"/>
            <a:ext cx="6084000" cy="845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TERIMA KASIH</a:t>
            </a:r>
            <a:endParaRPr dirty="0"/>
          </a:p>
        </p:txBody>
      </p:sp>
      <p:sp>
        <p:nvSpPr>
          <p:cNvPr id="3" name="Subtitle 2">
            <a:extLst>
              <a:ext uri="{FF2B5EF4-FFF2-40B4-BE49-F238E27FC236}">
                <a16:creationId xmlns:a16="http://schemas.microsoft.com/office/drawing/2014/main" id="{170169E6-A810-84E3-93EA-3032A8C7F3AF}"/>
              </a:ext>
            </a:extLst>
          </p:cNvPr>
          <p:cNvSpPr>
            <a:spLocks noGrp="1"/>
          </p:cNvSpPr>
          <p:nvPr>
            <p:ph type="subTitle" idx="1"/>
          </p:nvPr>
        </p:nvSpPr>
        <p:spPr>
          <a:xfrm>
            <a:off x="1894838" y="3852188"/>
            <a:ext cx="5354100" cy="749100"/>
          </a:xfrm>
        </p:spPr>
        <p:txBody>
          <a:bodyPr/>
          <a:lstStyle/>
          <a:p>
            <a:r>
              <a:rPr lang="en-US" dirty="0" err="1"/>
              <a:t>Kelompok</a:t>
            </a:r>
            <a:r>
              <a:rPr lang="en-US" dirty="0"/>
              <a:t> 7</a:t>
            </a:r>
            <a:endParaRPr lang="id-ID" dirty="0"/>
          </a:p>
        </p:txBody>
      </p:sp>
    </p:spTree>
  </p:cSld>
  <p:clrMapOvr>
    <a:masterClrMapping/>
  </p:clrMapOvr>
</p:sld>
</file>

<file path=ppt/theme/theme1.xml><?xml version="1.0" encoding="utf-8"?>
<a:theme xmlns:a="http://schemas.openxmlformats.org/drawingml/2006/main" name="Social Studies &amp; History Subject for Middle School - 6th Grade: Ancient World History by Slidesgo">
  <a:themeElements>
    <a:clrScheme name="Simple Light">
      <a:dk1>
        <a:srgbClr val="722B1B"/>
      </a:dk1>
      <a:lt1>
        <a:srgbClr val="F5C7BB"/>
      </a:lt1>
      <a:dk2>
        <a:srgbClr val="A75441"/>
      </a:dk2>
      <a:lt2>
        <a:srgbClr val="FDDECB"/>
      </a:lt2>
      <a:accent1>
        <a:srgbClr val="A75441"/>
      </a:accent1>
      <a:accent2>
        <a:srgbClr val="E29887"/>
      </a:accent2>
      <a:accent3>
        <a:srgbClr val="FFFFFF"/>
      </a:accent3>
      <a:accent4>
        <a:srgbClr val="FFFFFF"/>
      </a:accent4>
      <a:accent5>
        <a:srgbClr val="FFFFFF"/>
      </a:accent5>
      <a:accent6>
        <a:srgbClr val="FFFFFF"/>
      </a:accent6>
      <a:hlink>
        <a:srgbClr val="A7544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217</TotalTime>
  <Words>614</Words>
  <Application>Microsoft Office PowerPoint</Application>
  <PresentationFormat>On-screen Show (16:9)</PresentationFormat>
  <Paragraphs>95</Paragraphs>
  <Slides>18</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Times New Roman</vt:lpstr>
      <vt:lpstr>Fondamento</vt:lpstr>
      <vt:lpstr>Commissioner</vt:lpstr>
      <vt:lpstr>Social Studies &amp; History Subject for Middle School - 6th Grade: Ancient World History by Slidesgo</vt:lpstr>
      <vt:lpstr>POLITIK DAN KEPEMIMPINAN INDONESIA </vt:lpstr>
      <vt:lpstr>PENGERTIAN POLITIK</vt:lpstr>
      <vt:lpstr>Terminologis</vt:lpstr>
      <vt:lpstr>Etimologi</vt:lpstr>
      <vt:lpstr>Kesimpulan Pengertian Politik</vt:lpstr>
      <vt:lpstr>TUJUAN POLITIK</vt:lpstr>
      <vt:lpstr>Tujuan Politik Secara Umum</vt:lpstr>
      <vt:lpstr>Tujuan Politik Indonesia</vt:lpstr>
      <vt:lpstr>01</vt:lpstr>
      <vt:lpstr>CONTOH PERILAKU POLITIK</vt:lpstr>
      <vt:lpstr>PENGERTIAN KEPEMIMPINAN</vt:lpstr>
      <vt:lpstr>Kepemimpinan yaitu kegiatan atau seni mempengaruhi orang lain agar mau bekerjasama yang didasarkan pada kemampuan orang tersebut untuk membimbing orang lain dalam mencapai tujuan-tujuan yang diinginkan kelompok. </vt:lpstr>
      <vt:lpstr>ASPEK – ASPEK KEPEMIMPINAN</vt:lpstr>
      <vt:lpstr>TEORI KEPEMIMPINAN</vt:lpstr>
      <vt:lpstr>TUJUAN KEPEMIMPINAN</vt:lpstr>
      <vt:lpstr>01</vt:lpstr>
      <vt:lpstr>KETERKAITAN POLITIK DENGAN KEPEMIMPINAN</vt:lpstr>
      <vt:lpstr>TERIMA KASIH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POLITIK DAN KEPEMIMPINAN INDONESIA</dc:title>
  <dc:creator>Silfiana DN</dc:creator>
  <cp:lastModifiedBy>SILFIANA DWI NABIILAH</cp:lastModifiedBy>
  <cp:revision>2</cp:revision>
  <dcterms:modified xsi:type="dcterms:W3CDTF">2023-04-04T05:15:18Z</dcterms:modified>
</cp:coreProperties>
</file>