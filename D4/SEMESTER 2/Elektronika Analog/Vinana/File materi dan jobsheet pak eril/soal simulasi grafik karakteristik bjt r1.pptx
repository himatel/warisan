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563D9-F034-9269-F233-5F0D4E245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66C95-D072-F38A-1846-AEEC6DDE5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AF9D8-D9FB-C143-043C-135BA30B4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682BB-0060-B2A4-48F8-F731B447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1ED78-1107-083C-E513-032D17D3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6323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B3BC-BC0C-1672-D2C5-6A50E8D1C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78A2A-3C3F-A4F5-1CDD-12B90E50A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36292-5BFF-8CC5-96D5-03F4F947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76687-8CBC-5393-67B5-55FC94F8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D45FD-D04D-EEDC-6AAB-5241FAA04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300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162C4-20F8-B74F-3F16-2726D8C0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CF482-A2B8-018C-C5A1-16460ECFF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835FA-5C9B-E787-A879-F724E0E71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302A3-0CE6-B143-3DFC-7EB395CB2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CDFC-D997-F2DB-1C7E-FC622A1F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9523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63-04D6-F7E9-B395-48253200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D520-A195-C2BE-7189-11D14B5464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16B6E-58E4-7062-4BB2-021AFF1DD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9A453-F448-C410-1A6A-EE547F79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4BC17-3EEC-57EA-F22E-FF87721D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86734-EC52-FF20-8661-0EFEA153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091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16588-C941-CCA9-DD31-0485ACDC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0EA82-9437-A73C-B849-7AD70FC32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249E7-EDF5-46B3-9774-A922DC4AD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CA015-7932-FEFE-72D8-B2EBF85FD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20CF1-69B4-0C88-D4BD-1697E9CE6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E7859A-66E6-FAFE-9178-CCDCFEE0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8D9EED-00F2-B7AA-7D6F-D5D69B96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6D962-C740-55D4-E580-D5945E13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986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4E13-47B6-19BC-451C-F923F5C6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D315C-9FAD-6E3B-2C74-853C1DA9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84309-49B8-A235-E213-30AD3A649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5BAF3-0A21-2D69-8ECA-FA6D35C4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153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87D2D-A101-1A2E-8039-30E01EDF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83FE6-E337-E587-3202-8DEFAABD4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B232A-D258-1BE8-F1B0-FC91EA1A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85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E201-C331-94E1-9464-53B1194C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95A02-AD8C-14A4-1A92-D45352271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3EDE1-D1E8-2BD2-9BBA-3ED8D653D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38460-DE26-51F7-DD49-521C82C8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F32D2-1CF9-77B1-28C7-DBAAA7E8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3E5D8-2386-C070-48B1-B1FA375C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751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A8FC-13D3-970C-980F-405B13D9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8DDDF-7E9E-ABA9-651C-1A9CCB075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6A816-BAC0-3CCC-8182-2C2E42FBD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0A3F1-323C-2F46-85E5-CAB29114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850A6-8531-2560-B927-2BC626C58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8096A-ADA5-60F1-2E22-0D51C6D51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065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E2E3-8238-3206-AA8D-43A53EFFA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3804-0320-1E05-4F62-381DB2072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4019B-97B9-12CB-B16D-9601884D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06ABD-58A2-DFB8-BCCE-2795C4C4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ABF02-1EA9-DA57-D04A-E9B2C825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5882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8F6B94-684E-9F9C-AB47-B29CB3B35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05BE4-413A-278A-A1C4-7801CBB58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BCFF8-8ED3-A1C5-D534-FB0BD4F29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66145-C5FA-4A17-BFE3-5ED8FE8B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7BBA-5B1D-DFE5-FE67-8B355C8A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181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F38F2-43D7-F25F-7A86-AC15BB60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00970-26A9-B338-EF61-F77AEE50F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61B7F-E682-3B66-92A5-FFC3A2360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FDC0A-482A-4F29-B0F5-E569359B7F48}" type="datetimeFigureOut">
              <a:rPr lang="en-ID" smtClean="0"/>
              <a:t>04/05/2025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8076C-F671-1099-1D60-C624F6711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18C09-AEF9-A64D-CADC-B5ED01A0E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7336A-BEE2-40A3-A72B-699D1D8BABA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322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39CF-1D41-F639-E179-79A63F0DAB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Latihan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98207-1478-E514-9BAA-D8B915BF0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8521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701FF-C31F-6D5F-D988-1099F957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Latihan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915FF-BF95-B668-50B9-0DA4F6412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2000"/>
              <a:t>Apa parameter sumbu X dan sumbu Y pada grafik karakteristik Output transistor BJT untuk satu nilai Ib tertentu? </a:t>
            </a:r>
          </a:p>
          <a:p>
            <a:r>
              <a:rPr lang="en-US" sz="2000"/>
              <a:t>Tuliskan persamaannya? Misal A=f(B, C)</a:t>
            </a:r>
          </a:p>
          <a:p>
            <a:r>
              <a:rPr lang="en-US" sz="2000"/>
              <a:t>Gambarkan bentuk grafiknya secara sketsa saja.</a:t>
            </a:r>
          </a:p>
          <a:p>
            <a:r>
              <a:rPr lang="en-US" sz="2000"/>
              <a:t>Bila Ib nya menjadi variabel, tuliskan persamaannya? Misal A=f(B, C, D)</a:t>
            </a:r>
          </a:p>
          <a:p>
            <a:r>
              <a:rPr lang="en-US" sz="2000"/>
              <a:t>Gambarkan bentuk grafiknya secara sketsa saja.</a:t>
            </a:r>
          </a:p>
          <a:p>
            <a:r>
              <a:rPr lang="en-US" sz="2000"/>
              <a:t>Apa yang harus dipilih di Source 1 dan Source 2 pada gambar di samping?</a:t>
            </a:r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965247-CC45-4E47-96E5-476171BFE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517" y="2017706"/>
            <a:ext cx="4949283" cy="282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72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FC822-53A7-A9E5-ACFE-9FA3BB426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8A53-9E4E-8625-E3D6-1ACCE593D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Latihan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83008-9494-E073-56D3-E0B9A17BE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2000"/>
              <a:t>Apa parameter sumbu X dan sumbu Y pada grafik karakteristik Input transistor BJT untuk satu nilai Vce tertentu? </a:t>
            </a:r>
          </a:p>
          <a:p>
            <a:r>
              <a:rPr lang="en-US" sz="2000"/>
              <a:t>Tuliskan persamaannya? A=f(B, C)</a:t>
            </a:r>
          </a:p>
          <a:p>
            <a:r>
              <a:rPr lang="en-US" sz="2000"/>
              <a:t>Gambarkan bentuk grafiknya secara sketsa saja.</a:t>
            </a:r>
          </a:p>
          <a:p>
            <a:r>
              <a:rPr lang="en-US" sz="2000"/>
              <a:t>Bila Vce nya menjadi variabel, tuliskan persamaannya? Misal A=f(B, C, D)</a:t>
            </a:r>
          </a:p>
          <a:p>
            <a:r>
              <a:rPr lang="en-US" sz="2000"/>
              <a:t>Gambarkan bentuk grafiknya secara sketsa saja.</a:t>
            </a:r>
          </a:p>
          <a:p>
            <a:r>
              <a:rPr lang="en-US" sz="2000"/>
              <a:t>Apa yang harus dipilih di Source 1 dan Source 2 pada gambar di samping?</a:t>
            </a:r>
          </a:p>
          <a:p>
            <a:endParaRPr lang="en-US" sz="2000"/>
          </a:p>
          <a:p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CA0C14-A71A-167A-58AB-E587F07C6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517" y="2017706"/>
            <a:ext cx="4949283" cy="282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91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D347-E4A8-1A9E-73F3-EAAB6D009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E493-C511-3950-6F12-9F225C417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2000"/>
              <a:t>Apa parameter sumbu X dan sumbu Y pada grafik karakteristik Transfer transistor BJT untuk satu nilai Vce tertentu? </a:t>
            </a:r>
          </a:p>
          <a:p>
            <a:r>
              <a:rPr lang="en-US" sz="2000"/>
              <a:t>Tuliskan persamaannya? A=f(B, C)</a:t>
            </a:r>
          </a:p>
          <a:p>
            <a:r>
              <a:rPr lang="en-US" sz="2000"/>
              <a:t>Gambarkan bentuk grafiknya secara sketsa saja.</a:t>
            </a:r>
          </a:p>
          <a:p>
            <a:r>
              <a:rPr lang="en-US" sz="2000"/>
              <a:t>Bila Vce nya menjadi variabel, tuliskan persamaannya? Misal A=f(B, C, D)</a:t>
            </a:r>
          </a:p>
          <a:p>
            <a:r>
              <a:rPr lang="en-US" sz="2000"/>
              <a:t>Gambarkan bentuk grafiknya secara sketsa saja.</a:t>
            </a:r>
          </a:p>
          <a:p>
            <a:r>
              <a:rPr lang="en-US" sz="2000"/>
              <a:t>Apa yang harus dipilih di Source 1 dan Source 2 pada gambar di samping?</a:t>
            </a:r>
          </a:p>
          <a:p>
            <a:endParaRPr lang="en-ID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F9E08A-790E-C5C1-E0D6-EA38B16EF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517" y="2017706"/>
            <a:ext cx="4949283" cy="282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15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241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Latihan</vt:lpstr>
      <vt:lpstr>Latihan</vt:lpstr>
      <vt:lpstr>Latihan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erilmozef@yahoo.com</dc:creator>
  <cp:lastModifiedBy>erilmozef@yahoo.com</cp:lastModifiedBy>
  <cp:revision>4</cp:revision>
  <dcterms:created xsi:type="dcterms:W3CDTF">2025-05-04T14:05:03Z</dcterms:created>
  <dcterms:modified xsi:type="dcterms:W3CDTF">2025-05-04T15:18:45Z</dcterms:modified>
</cp:coreProperties>
</file>