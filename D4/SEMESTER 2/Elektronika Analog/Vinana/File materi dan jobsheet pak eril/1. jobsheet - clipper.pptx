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965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73B40-D30B-8513-8850-3C209659E5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2AC3DF-1C29-3EE7-B462-2B4642261B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69D0FA-375B-ACFA-A950-A74C9F6BC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A83BC-0562-4023-9B14-C79A379F1B42}" type="datetimeFigureOut">
              <a:rPr lang="en-ID" smtClean="0"/>
              <a:t>12/03/2025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582793-404B-C60C-C33C-D7483AA31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4D1D6B-2AFB-4912-CD60-43523A605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9B8E-310B-49A2-823B-0AA589BAE15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43111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B89B9-A2C6-758E-7E3D-505908507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3E93A-BAC0-2745-BD50-AC62384AB9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AB9423-F737-5A22-1F43-B11067AF0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A83BC-0562-4023-9B14-C79A379F1B42}" type="datetimeFigureOut">
              <a:rPr lang="en-ID" smtClean="0"/>
              <a:t>12/03/2025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968489-215A-F42C-CE7C-2AB9F9BEC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05FB1E-F57D-3ED7-6469-313DE6DA8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9B8E-310B-49A2-823B-0AA589BAE15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66063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DCC98-F843-CE61-4A51-400D4F94C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8FD427-E965-F2E5-A292-C9D5976594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EDE806-5E8A-7D84-4130-659A2C601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A83BC-0562-4023-9B14-C79A379F1B42}" type="datetimeFigureOut">
              <a:rPr lang="en-ID" smtClean="0"/>
              <a:t>12/03/2025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177F1C-830B-F292-5BE1-74683F568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3B69C1-F883-C997-5195-67935B4B8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9B8E-310B-49A2-823B-0AA589BAE15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31929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0FF77-F77D-550C-45BA-082131A1E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E7E5E-094D-ACC9-9F2E-D1228F82C0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62349E-8437-5E2C-56FF-9247C03A78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28F47C-45C0-6729-5AE9-B7B465A5E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A83BC-0562-4023-9B14-C79A379F1B42}" type="datetimeFigureOut">
              <a:rPr lang="en-ID" smtClean="0"/>
              <a:t>12/03/2025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289FD9-60E2-C45C-D0F0-30F144BE1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12D4DB-EA85-0DF0-23A0-740A55296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9B8E-310B-49A2-823B-0AA589BAE15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8710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5F2F4-A448-9CC5-AC40-4550D3D7B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119948-CCA9-2FEE-F03E-F616B08EEB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599F36-A04A-8C01-B8F7-80BFEBBC73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623636-13E9-7608-88F2-268661CA8E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3373A0-B7A2-FB11-466A-25118B2656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C26CFC-27D4-230F-FB8C-BEC1BED41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A83BC-0562-4023-9B14-C79A379F1B42}" type="datetimeFigureOut">
              <a:rPr lang="en-ID" smtClean="0"/>
              <a:t>12/03/2025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180129-F20D-98AD-6A80-3D10273F4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92B628-318B-AABF-6E60-3B8A7E860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9B8E-310B-49A2-823B-0AA589BAE15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26153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AD47C-EA5A-4F27-80C8-E0D7C30E9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2C3743-C266-0857-4929-DD518BE93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A83BC-0562-4023-9B14-C79A379F1B42}" type="datetimeFigureOut">
              <a:rPr lang="en-ID" smtClean="0"/>
              <a:t>12/03/2025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2CB31E-A0B7-8E9C-7AEC-A3E9C62D8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1C8601-5A7A-EB72-6294-13701ECE4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9B8E-310B-49A2-823B-0AA589BAE15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5252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FB698F-E510-A227-C534-A717D01FB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A83BC-0562-4023-9B14-C79A379F1B42}" type="datetimeFigureOut">
              <a:rPr lang="en-ID" smtClean="0"/>
              <a:t>12/03/2025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BE016B-F633-FAF3-18E6-0F95F01E5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0C0607-CEE2-5581-9C01-D4F1EE4CB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9B8E-310B-49A2-823B-0AA589BAE15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48630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9E7CC-BFB2-3672-7F8C-3FFB4856E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EA46AC-D81F-017A-BA7E-228B5F8E9E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A4D0FB-3256-CA76-1B48-5FC50484E6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4C39C1-9C11-B9C8-CAE5-6FD55113E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A83BC-0562-4023-9B14-C79A379F1B42}" type="datetimeFigureOut">
              <a:rPr lang="en-ID" smtClean="0"/>
              <a:t>12/03/2025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A2C6D8-3C35-7F68-0319-DD5D4CF71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86217B-4B27-6A91-7F89-C113A4D3E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9B8E-310B-49A2-823B-0AA589BAE15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04463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806CD-180B-E13F-E9FE-3879BFB63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2F4A86-1C4F-D97C-7227-327D7A68D7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94B1C7-2A35-B30B-5EB9-D7459A8263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BCF030-3678-AF76-8DBF-93043CF69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A83BC-0562-4023-9B14-C79A379F1B42}" type="datetimeFigureOut">
              <a:rPr lang="en-ID" smtClean="0"/>
              <a:t>12/03/2025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CB0304-890A-4E62-B5F0-FF9907D7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966CB3-783F-72C3-145D-9D54B18D2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9B8E-310B-49A2-823B-0AA589BAE15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66240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ACF44-EC61-BAFE-D0E4-F4C98075F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C22C61-61D6-5CD4-2136-02CC0E4622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6B7054-8177-AC7A-1B77-DF1526228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A83BC-0562-4023-9B14-C79A379F1B42}" type="datetimeFigureOut">
              <a:rPr lang="en-ID" smtClean="0"/>
              <a:t>12/03/2025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96D878-AAC5-0B97-B296-29E4B0950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F95376-1CA4-0F64-7AE5-19D5FF3CF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9B8E-310B-49A2-823B-0AA589BAE15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14927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28D633-A60B-D9DF-8305-1F8273B497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16C6ED-143F-358D-66DD-F444FFDE47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1310B9-BA4F-66FE-C8F4-33EA16377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A83BC-0562-4023-9B14-C79A379F1B42}" type="datetimeFigureOut">
              <a:rPr lang="en-ID" smtClean="0"/>
              <a:t>12/03/2025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F4E9BB-0796-F165-1079-6AA9ADD6F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295B57-38F6-A8B4-E3D6-D6CD52BC3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9B8E-310B-49A2-823B-0AA589BAE15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03484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7DE339-C270-EB49-3B86-BE20BE86D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A65D13-193A-9377-3A6C-196E686579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F29F03-3F23-3BF0-25F1-95135F13A0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5A83BC-0562-4023-9B14-C79A379F1B42}" type="datetimeFigureOut">
              <a:rPr lang="en-ID" smtClean="0"/>
              <a:t>12/03/2025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DC0B8-9974-A726-7D72-8C1F2FBA9D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CC75A3-A47B-6123-5309-C92FFA20E2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C29B8E-310B-49A2-823B-0AA589BAE15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87955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5F284-440C-673B-78F3-36A798691B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1" spc="-15">
                <a:effectLst/>
                <a:latin typeface="Calibri Light" panose="020F0302020204030204" pitchFamily="34" charset="0"/>
                <a:ea typeface="Calibri Light" panose="020F0302020204030204" pitchFamily="34" charset="0"/>
              </a:rPr>
              <a:t>R</a:t>
            </a:r>
            <a:r>
              <a:rPr lang="en-US" sz="4000" b="1">
                <a:effectLst/>
                <a:latin typeface="Calibri Light" panose="020F0302020204030204" pitchFamily="34" charset="0"/>
                <a:ea typeface="Calibri Light" panose="020F0302020204030204" pitchFamily="34" charset="0"/>
              </a:rPr>
              <a:t>ang</a:t>
            </a:r>
            <a:r>
              <a:rPr lang="en-US" sz="4000" b="1" spc="-80">
                <a:effectLst/>
                <a:latin typeface="Calibri Light" panose="020F0302020204030204" pitchFamily="34" charset="0"/>
                <a:ea typeface="Calibri Light" panose="020F0302020204030204" pitchFamily="34" charset="0"/>
              </a:rPr>
              <a:t>k</a:t>
            </a:r>
            <a:r>
              <a:rPr lang="en-US" sz="4000" b="1">
                <a:effectLst/>
                <a:latin typeface="Calibri Light" panose="020F0302020204030204" pitchFamily="34" charset="0"/>
                <a:ea typeface="Calibri Light" panose="020F0302020204030204" pitchFamily="34" charset="0"/>
              </a:rPr>
              <a:t>a</a:t>
            </a:r>
            <a:r>
              <a:rPr lang="en-US" sz="4000" b="1" spc="10">
                <a:effectLst/>
                <a:latin typeface="Calibri Light" panose="020F0302020204030204" pitchFamily="34" charset="0"/>
                <a:ea typeface="Calibri Light" panose="020F0302020204030204" pitchFamily="34" charset="0"/>
              </a:rPr>
              <a:t>i</a:t>
            </a:r>
            <a:r>
              <a:rPr lang="en-US" sz="4000" b="1">
                <a:effectLst/>
                <a:latin typeface="Calibri Light" panose="020F0302020204030204" pitchFamily="34" charset="0"/>
                <a:ea typeface="Calibri Light" panose="020F0302020204030204" pitchFamily="34" charset="0"/>
              </a:rPr>
              <a:t>an</a:t>
            </a:r>
            <a:r>
              <a:rPr lang="en-US" sz="4000" b="1" spc="35">
                <a:effectLst/>
                <a:latin typeface="Calibri Light" panose="020F0302020204030204" pitchFamily="34" charset="0"/>
                <a:ea typeface="Calibri Light" panose="020F0302020204030204" pitchFamily="34" charset="0"/>
              </a:rPr>
              <a:t> </a:t>
            </a:r>
            <a:r>
              <a:rPr lang="en-US" sz="4000" b="1" spc="35">
                <a:latin typeface="Calibri Light" panose="020F0302020204030204" pitchFamily="34" charset="0"/>
                <a:ea typeface="Calibri Light" panose="020F0302020204030204" pitchFamily="34" charset="0"/>
              </a:rPr>
              <a:t>P</a:t>
            </a:r>
            <a:r>
              <a:rPr lang="en-US" sz="4000" b="1">
                <a:effectLst/>
                <a:latin typeface="Calibri Light" panose="020F0302020204030204" pitchFamily="34" charset="0"/>
                <a:ea typeface="Calibri Light" panose="020F0302020204030204" pitchFamily="34" charset="0"/>
              </a:rPr>
              <a:t>e</a:t>
            </a:r>
            <a:r>
              <a:rPr lang="en-US" sz="4000" b="1" spc="-20">
                <a:effectLst/>
                <a:latin typeface="Calibri Light" panose="020F0302020204030204" pitchFamily="34" charset="0"/>
                <a:ea typeface="Calibri Light" panose="020F0302020204030204" pitchFamily="34" charset="0"/>
              </a:rPr>
              <a:t>m</a:t>
            </a:r>
            <a:r>
              <a:rPr lang="en-US" sz="4000" b="1" spc="-15">
                <a:effectLst/>
                <a:latin typeface="Calibri Light" panose="020F0302020204030204" pitchFamily="34" charset="0"/>
                <a:ea typeface="Calibri Light" panose="020F0302020204030204" pitchFamily="34" charset="0"/>
              </a:rPr>
              <a:t>o</a:t>
            </a:r>
            <a:r>
              <a:rPr lang="en-US" sz="4000" b="1" spc="-45">
                <a:effectLst/>
                <a:latin typeface="Calibri Light" panose="020F0302020204030204" pitchFamily="34" charset="0"/>
                <a:ea typeface="Calibri Light" panose="020F0302020204030204" pitchFamily="34" charset="0"/>
              </a:rPr>
              <a:t>t</a:t>
            </a:r>
            <a:r>
              <a:rPr lang="en-US" sz="4000" b="1" spc="-15">
                <a:effectLst/>
                <a:latin typeface="Calibri Light" panose="020F0302020204030204" pitchFamily="34" charset="0"/>
                <a:ea typeface="Calibri Light" panose="020F0302020204030204" pitchFamily="34" charset="0"/>
              </a:rPr>
              <a:t>o</a:t>
            </a:r>
            <a:r>
              <a:rPr lang="en-US" sz="4000" b="1">
                <a:effectLst/>
                <a:latin typeface="Calibri Light" panose="020F0302020204030204" pitchFamily="34" charset="0"/>
                <a:ea typeface="Calibri Light" panose="020F0302020204030204" pitchFamily="34" charset="0"/>
              </a:rPr>
              <a:t>ng</a:t>
            </a:r>
            <a:r>
              <a:rPr lang="en-US" sz="4000" b="1" spc="60">
                <a:effectLst/>
                <a:latin typeface="Calibri Light" panose="020F0302020204030204" pitchFamily="34" charset="0"/>
                <a:ea typeface="Calibri Light" panose="020F0302020204030204" pitchFamily="34" charset="0"/>
              </a:rPr>
              <a:t> (Clipper)</a:t>
            </a:r>
            <a:br>
              <a:rPr lang="en-ID" sz="4000" b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en-ID" sz="4000" b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2DA081-ED8A-B5E6-D826-1A78E0D2164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9295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88DD6-470F-6542-6294-906B165E7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spc="-130">
                <a:effectLst/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</a:rPr>
              <a:t>T</a:t>
            </a:r>
            <a:r>
              <a:rPr lang="en-US" sz="4400">
                <a:effectLst/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</a:rPr>
              <a:t>uj</a:t>
            </a:r>
            <a:r>
              <a:rPr lang="en-US" sz="4400" spc="-10">
                <a:effectLst/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</a:rPr>
              <a:t>u</a:t>
            </a:r>
            <a:r>
              <a:rPr lang="en-US" sz="4400">
                <a:effectLst/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</a:rPr>
              <a:t>an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A48271-64D6-2F04-CD62-063E2C96F6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6040">
              <a:lnSpc>
                <a:spcPts val="2800"/>
              </a:lnSpc>
            </a:pPr>
            <a:r>
              <a:rPr lang="en-US" sz="18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Me</a:t>
            </a:r>
            <a:r>
              <a:rPr lang="en-US" sz="1800" spc="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m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b</a:t>
            </a:r>
            <a:r>
              <a:rPr lang="en-US" sz="18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u</a:t>
            </a:r>
            <a:r>
              <a:rPr lang="en-US" sz="1800" spc="-4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</a:t>
            </a:r>
            <a:r>
              <a:rPr lang="en-US" sz="1800" spc="-2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</a:t>
            </a:r>
            <a:r>
              <a:rPr lang="en-US" sz="18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</a:t>
            </a:r>
            <a:r>
              <a:rPr lang="en-US" sz="1800" spc="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m</a:t>
            </a:r>
            <a:r>
              <a:rPr lang="en-US" sz="18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u</a:t>
            </a:r>
            <a:r>
              <a:rPr lang="en-US" sz="18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l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18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</a:t>
            </a:r>
            <a:r>
              <a:rPr lang="en-US" sz="18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-5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r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18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n</a:t>
            </a:r>
            <a:r>
              <a:rPr lang="en-US" sz="1800" spc="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g</a:t>
            </a:r>
            <a:r>
              <a:rPr lang="en-US" sz="1800" spc="-5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k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18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an</a:t>
            </a:r>
            <a:r>
              <a:rPr lang="en-US" sz="1800" spc="-5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</a:t>
            </a:r>
            <a:r>
              <a:rPr lang="en-US" sz="18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li</a:t>
            </a:r>
            <a:r>
              <a:rPr lang="en-US" sz="18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pp</a:t>
            </a:r>
            <a:r>
              <a:rPr lang="en-US" sz="18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</a:t>
            </a:r>
            <a:r>
              <a:rPr lang="en-US" sz="1800" spc="-23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r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,</a:t>
            </a:r>
            <a:r>
              <a:rPr lang="en-US" sz="1800" spc="4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</a:t>
            </a:r>
            <a:r>
              <a:rPr lang="en-US" sz="18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er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</a:t>
            </a:r>
            <a:r>
              <a:rPr lang="en-US" sz="1800" spc="2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d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an</a:t>
            </a:r>
            <a:r>
              <a:rPr lang="en-US" sz="18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1800" spc="-5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r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1800" spc="-2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l</a:t>
            </a:r>
            <a:r>
              <a:rPr lang="en-US" sz="18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le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l</a:t>
            </a:r>
            <a:r>
              <a:rPr lang="en-US" sz="1800" spc="2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m</a:t>
            </a:r>
            <a:r>
              <a:rPr lang="en-US" sz="18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</a:t>
            </a:r>
            <a:r>
              <a:rPr lang="en-US" sz="18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n</a:t>
            </a:r>
            <a:r>
              <a:rPr lang="en-US" sz="1800" spc="5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g</a:t>
            </a:r>
            <a:r>
              <a:rPr lang="en-US" sz="1800" spc="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g</a:t>
            </a:r>
            <a:r>
              <a:rPr lang="en-US" sz="18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un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1800" spc="-5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k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an </a:t>
            </a:r>
            <a:r>
              <a:rPr lang="en-US" sz="1800" spc="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</a:t>
            </a:r>
            <a:r>
              <a:rPr lang="en-US" sz="18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o</a:t>
            </a:r>
            <a:r>
              <a:rPr lang="en-US" sz="18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ft</a:t>
            </a:r>
            <a:r>
              <a:rPr lang="en-US" sz="1800" spc="-3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w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1800" spc="-5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r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</a:t>
            </a:r>
            <a:r>
              <a:rPr lang="en-US" sz="1800" spc="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Ap</a:t>
            </a:r>
            <a:r>
              <a:rPr lang="en-US" sz="18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li</a:t>
            </a:r>
            <a:r>
              <a:rPr lang="en-US" sz="1800" spc="-5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k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18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si</a:t>
            </a:r>
            <a:r>
              <a:rPr lang="en-US" sz="1800" spc="-10">
                <a:latin typeface="Calibri" panose="020F0502020204030204" pitchFamily="34" charset="0"/>
                <a:ea typeface="Calibri" panose="020F0502020204030204" pitchFamily="34" charset="0"/>
              </a:rPr>
              <a:t>,</a:t>
            </a:r>
            <a:endParaRPr lang="en-ID" sz="18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6040">
              <a:lnSpc>
                <a:spcPts val="2800"/>
              </a:lnSpc>
            </a:pPr>
            <a:r>
              <a:rPr lang="en-US" sz="18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Me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n</a:t>
            </a:r>
            <a:r>
              <a:rPr lang="en-US" sz="1800" spc="-2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g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1800" spc="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m</a:t>
            </a:r>
            <a:r>
              <a:rPr lang="en-US" sz="1800" spc="-4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18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</a:t>
            </a:r>
            <a:r>
              <a:rPr lang="en-US" sz="1800" spc="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, </a:t>
            </a:r>
            <a:r>
              <a:rPr lang="en-US" sz="1800" spc="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m</a:t>
            </a:r>
            <a:r>
              <a:rPr lang="en-US" sz="18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n</a:t>
            </a:r>
            <a:r>
              <a:rPr lang="en-US" sz="1800" spc="4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g</a:t>
            </a:r>
            <a:r>
              <a:rPr lang="en-US" sz="1800" spc="-2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g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1800" spc="-2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m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b</a:t>
            </a:r>
            <a:r>
              <a:rPr lang="en-US" sz="18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ar</a:t>
            </a:r>
            <a:r>
              <a:rPr lang="en-US" sz="1800" spc="-5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k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an</a:t>
            </a:r>
            <a:r>
              <a:rPr lang="en-US" sz="1800" spc="-1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d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an</a:t>
            </a:r>
            <a:r>
              <a:rPr lang="en-US" sz="18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m</a:t>
            </a:r>
            <a:r>
              <a:rPr lang="en-US" sz="18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</a:t>
            </a:r>
            <a:r>
              <a:rPr lang="en-US" sz="18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n</a:t>
            </a:r>
            <a:r>
              <a:rPr lang="en-US" sz="1800" spc="-2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g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18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n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1800" spc="-2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l</a:t>
            </a:r>
            <a:r>
              <a:rPr lang="en-US" sz="18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</a:t>
            </a:r>
            <a:r>
              <a:rPr lang="en-US" sz="18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</a:t>
            </a:r>
            <a:r>
              <a:rPr lang="en-US" sz="18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</a:t>
            </a:r>
            <a:r>
              <a:rPr lang="en-US" sz="1800" spc="-4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</a:t>
            </a:r>
            <a:r>
              <a:rPr lang="en-US" sz="18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</a:t>
            </a:r>
            <a:r>
              <a:rPr lang="en-US" sz="1800" spc="-4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n</a:t>
            </a:r>
            <a:r>
              <a:rPr lang="en-US" sz="1800" spc="-5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y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al</a:t>
            </a:r>
            <a:r>
              <a:rPr lang="en-US" sz="1800" spc="-2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</a:t>
            </a:r>
            <a:r>
              <a:rPr lang="en-US" sz="18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npu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</a:t>
            </a:r>
            <a:r>
              <a:rPr lang="en-US" sz="1800" spc="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d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an</a:t>
            </a:r>
            <a:r>
              <a:rPr lang="en-US" sz="18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-2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o</a:t>
            </a:r>
            <a:r>
              <a:rPr lang="en-US" sz="18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u</a:t>
            </a:r>
            <a:r>
              <a:rPr lang="en-US" sz="18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</a:t>
            </a:r>
            <a:r>
              <a:rPr lang="en-US" sz="18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pu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tnya.</a:t>
            </a:r>
            <a:endParaRPr lang="en-ID" sz="18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713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CB4B1-6737-C665-B89A-E4AA69C3C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R</a:t>
            </a:r>
            <a:r>
              <a:rPr lang="en-US" sz="36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36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n</a:t>
            </a:r>
            <a:r>
              <a:rPr lang="en-US" sz="3600" spc="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g</a:t>
            </a:r>
            <a:r>
              <a:rPr lang="en-US" sz="3600" spc="-5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k</a:t>
            </a:r>
            <a:r>
              <a:rPr lang="en-US" sz="36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3600" spc="-2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</a:t>
            </a:r>
            <a:r>
              <a:rPr lang="en-US" sz="36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an</a:t>
            </a:r>
            <a:r>
              <a:rPr lang="en-US" sz="36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3600" spc="-2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</a:t>
            </a:r>
            <a:r>
              <a:rPr lang="en-US" sz="36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</a:t>
            </a:r>
            <a:r>
              <a:rPr lang="en-US" sz="3600" spc="-5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rc</a:t>
            </a:r>
            <a:r>
              <a:rPr lang="en-US" sz="36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o</a:t>
            </a:r>
            <a:r>
              <a:rPr lang="en-US" sz="36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b</a:t>
            </a:r>
            <a:r>
              <a:rPr lang="en-US" sz="36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36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36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n</a:t>
            </a:r>
            <a:r>
              <a:rPr lang="en-US" sz="3600" spc="-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3600" spc="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</a:t>
            </a:r>
            <a:r>
              <a:rPr lang="en-US" sz="36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li</a:t>
            </a:r>
            <a:r>
              <a:rPr lang="en-US" sz="36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pp</a:t>
            </a:r>
            <a:r>
              <a:rPr lang="en-US" sz="36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</a:t>
            </a:r>
            <a:r>
              <a:rPr lang="en-US" sz="36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r</a:t>
            </a:r>
            <a:endParaRPr lang="en-ID" sz="360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47B913B-140F-A6B5-CBC4-855BBFD2C1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0948" y="1526118"/>
            <a:ext cx="7850104" cy="4765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54441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06CCA-44EA-79B1-5C94-588EC2288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0E21B8B-D5E2-C3BA-B339-D622014DDA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5424" y="1289130"/>
            <a:ext cx="6879557" cy="50812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7459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6DD1B-8031-399D-02FE-3BE750FA7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>
                <a:effectLst/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</a:rPr>
              <a:t>La</a:t>
            </a:r>
            <a:r>
              <a:rPr lang="en-US" sz="3600" spc="-10">
                <a:effectLst/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</a:rPr>
              <a:t>n</a:t>
            </a:r>
            <a:r>
              <a:rPr lang="en-US" sz="3600" spc="20">
                <a:effectLst/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</a:rPr>
              <a:t>g</a:t>
            </a:r>
            <a:r>
              <a:rPr lang="en-US" sz="3600" spc="-50">
                <a:effectLst/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</a:rPr>
              <a:t>k</a:t>
            </a:r>
            <a:r>
              <a:rPr lang="en-US" sz="3600">
                <a:effectLst/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</a:rPr>
              <a:t>ah</a:t>
            </a:r>
            <a:r>
              <a:rPr lang="en-US" sz="3600" spc="-60">
                <a:effectLst/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3600" spc="-90"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</a:rPr>
              <a:t>K</a:t>
            </a:r>
            <a:r>
              <a:rPr lang="en-US" sz="3600" spc="-10">
                <a:effectLst/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</a:rPr>
              <a:t>e</a:t>
            </a:r>
            <a:r>
              <a:rPr lang="en-US" sz="3600" spc="-15">
                <a:effectLst/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</a:rPr>
              <a:t>r</a:t>
            </a:r>
            <a:r>
              <a:rPr lang="en-US" sz="3600">
                <a:effectLst/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</a:rPr>
              <a:t>ja</a:t>
            </a:r>
            <a:endParaRPr lang="en-ID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57F06-2BE6-7E1B-4FE8-285AB33B48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954922"/>
          </a:xfrm>
        </p:spPr>
        <p:txBody>
          <a:bodyPr/>
          <a:lstStyle/>
          <a:p>
            <a:pPr marL="166370"/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1.</a:t>
            </a:r>
            <a:r>
              <a:rPr lang="en-US" sz="1800" spc="32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</a:t>
            </a:r>
            <a:r>
              <a:rPr lang="en-US" sz="18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</a:t>
            </a:r>
            <a:r>
              <a:rPr lang="en-US" sz="1800" spc="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m</a:t>
            </a:r>
            <a:r>
              <a:rPr lang="en-US" sz="18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u</a:t>
            </a:r>
            <a:r>
              <a:rPr lang="en-US" sz="18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l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18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</a:t>
            </a:r>
            <a:r>
              <a:rPr lang="en-US" sz="18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</a:t>
            </a:r>
            <a:r>
              <a:rPr lang="en-US" sz="1800" spc="-5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k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an</a:t>
            </a:r>
            <a:r>
              <a:rPr lang="en-US" sz="1800" spc="53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-5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r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18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n</a:t>
            </a:r>
            <a:r>
              <a:rPr lang="en-US" sz="1800" spc="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g</a:t>
            </a:r>
            <a:r>
              <a:rPr lang="en-US" sz="1800" spc="-5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k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1800" spc="-2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an</a:t>
            </a:r>
            <a:r>
              <a:rPr lang="en-US" sz="1800" spc="-4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cli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</a:t>
            </a:r>
            <a:r>
              <a:rPr lang="en-US" sz="18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pe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r</a:t>
            </a:r>
            <a:r>
              <a:rPr lang="en-US" sz="1800" spc="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</a:t>
            </a:r>
            <a:r>
              <a:rPr lang="en-US" sz="18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</a:t>
            </a:r>
            <a:r>
              <a:rPr lang="en-US" sz="18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</a:t>
            </a:r>
            <a:r>
              <a:rPr lang="en-US" sz="18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r</a:t>
            </a:r>
            <a:r>
              <a:rPr lang="en-US" sz="18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</a:t>
            </a:r>
            <a:r>
              <a:rPr lang="en-US" sz="1800" spc="4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18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d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1800" spc="-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-2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g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1800" spc="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m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b</a:t>
            </a:r>
            <a:r>
              <a:rPr lang="en-US" sz="18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r</a:t>
            </a:r>
            <a:r>
              <a:rPr lang="en-US" sz="1800" spc="-9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18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d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1800" spc="-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</a:t>
            </a:r>
            <a:r>
              <a:rPr lang="en-US" sz="18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oft</a:t>
            </a:r>
            <a:r>
              <a:rPr lang="en-US" sz="1800" spc="-3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w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1800" spc="-5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r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</a:t>
            </a:r>
            <a:r>
              <a:rPr lang="en-US" sz="1800" spc="2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18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pli</a:t>
            </a:r>
            <a:r>
              <a:rPr lang="en-US" sz="1800" spc="-5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k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18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</a:t>
            </a:r>
            <a:r>
              <a:rPr lang="en-US" sz="18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</a:t>
            </a:r>
            <a:r>
              <a:rPr lang="en-US" sz="18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18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u</a:t>
            </a:r>
            <a:r>
              <a:rPr lang="en-US" sz="18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d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1800" spc="-5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r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a,</a:t>
            </a:r>
            <a:endParaRPr lang="en-ID" sz="18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66370">
              <a:lnSpc>
                <a:spcPts val="2800"/>
              </a:lnSpc>
            </a:pP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2.</a:t>
            </a:r>
            <a:r>
              <a:rPr lang="en-US" sz="1800" spc="32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Beri</a:t>
            </a:r>
            <a:r>
              <a:rPr lang="en-US" sz="1800" spc="-5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k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an</a:t>
            </a:r>
            <a:r>
              <a:rPr lang="en-US" sz="1800" spc="2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</a:t>
            </a:r>
            <a:r>
              <a:rPr lang="en-US" sz="18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</a:t>
            </a:r>
            <a:r>
              <a:rPr lang="en-US" sz="1800" spc="-4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n</a:t>
            </a:r>
            <a:r>
              <a:rPr lang="en-US" sz="1800" spc="-5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y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al</a:t>
            </a:r>
            <a:r>
              <a:rPr lang="en-US" sz="1800" spc="-2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</a:t>
            </a:r>
            <a:r>
              <a:rPr lang="en-US" sz="18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</a:t>
            </a:r>
            <a:r>
              <a:rPr lang="en-US" sz="18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nu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</a:t>
            </a:r>
            <a:r>
              <a:rPr lang="en-US" sz="1800" spc="2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</a:t>
            </a:r>
            <a:r>
              <a:rPr lang="en-US" sz="18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npu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</a:t>
            </a:r>
            <a:r>
              <a:rPr lang="en-US" sz="1800" spc="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ac</a:t>
            </a:r>
            <a:r>
              <a:rPr lang="en-US" sz="18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</a:t>
            </a:r>
            <a:r>
              <a:rPr lang="en-US" sz="18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</a:t>
            </a:r>
            <a:r>
              <a:rPr lang="en-US" sz="18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b</a:t>
            </a:r>
            <a:r>
              <a:rPr lang="en-US" sz="18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</a:t>
            </a:r>
            <a:r>
              <a:rPr lang="en-US" sz="18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ar</a:t>
            </a:r>
            <a:r>
              <a:rPr lang="en-US" sz="1800" spc="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10</a:t>
            </a:r>
            <a:r>
              <a:rPr lang="en-US" sz="1800" spc="-3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-7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V</a:t>
            </a:r>
            <a:r>
              <a:rPr lang="en-US" sz="18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,</a:t>
            </a:r>
            <a:r>
              <a:rPr lang="en-US" sz="1800" spc="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d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an</a:t>
            </a:r>
            <a:r>
              <a:rPr lang="en-US" sz="18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f</a:t>
            </a:r>
            <a:r>
              <a:rPr lang="en-US" sz="1800" spc="-5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r</a:t>
            </a:r>
            <a:r>
              <a:rPr lang="en-US" sz="18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</a:t>
            </a:r>
            <a:r>
              <a:rPr lang="en-US" sz="1800" spc="-5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k</a:t>
            </a:r>
            <a:r>
              <a:rPr lang="en-US" sz="18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u</a:t>
            </a:r>
            <a:r>
              <a:rPr lang="en-US" sz="18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</a:t>
            </a:r>
            <a:r>
              <a:rPr lang="en-US" sz="18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ns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</a:t>
            </a:r>
            <a:r>
              <a:rPr lang="en-US" sz="1800" spc="6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1 </a:t>
            </a:r>
            <a:r>
              <a:rPr lang="en-US" sz="1800" spc="-2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k</a:t>
            </a:r>
            <a:r>
              <a:rPr lang="en-US" sz="18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h</a:t>
            </a:r>
            <a:r>
              <a:rPr lang="en-US" sz="18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z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,</a:t>
            </a:r>
            <a:endParaRPr lang="en-ID" sz="18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66370">
              <a:lnSpc>
                <a:spcPts val="2800"/>
              </a:lnSpc>
            </a:pP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3.</a:t>
            </a:r>
            <a:r>
              <a:rPr lang="en-US" sz="1800" spc="32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1800" spc="2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m</a:t>
            </a:r>
            <a:r>
              <a:rPr lang="en-US" sz="1800" spc="-4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18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</a:t>
            </a:r>
            <a:r>
              <a:rPr lang="en-US" sz="1800" spc="-4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</a:t>
            </a:r>
            <a:r>
              <a:rPr lang="en-US" sz="18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</a:t>
            </a:r>
            <a:r>
              <a:rPr lang="en-US" sz="1800" spc="-4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n</a:t>
            </a:r>
            <a:r>
              <a:rPr lang="en-US" sz="1800" spc="-5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y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1800" spc="3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</a:t>
            </a:r>
            <a:r>
              <a:rPr lang="en-US" sz="18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npu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</a:t>
            </a:r>
            <a:r>
              <a:rPr lang="en-US" sz="18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d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an</a:t>
            </a:r>
            <a:r>
              <a:rPr lang="en-US" sz="18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</a:t>
            </a:r>
            <a:r>
              <a:rPr lang="en-US" sz="18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</a:t>
            </a:r>
            <a:r>
              <a:rPr lang="en-US" sz="1800" spc="-4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n</a:t>
            </a:r>
            <a:r>
              <a:rPr lang="en-US" sz="1800" spc="-5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y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al</a:t>
            </a:r>
            <a:r>
              <a:rPr lang="en-US" sz="1800" spc="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o</a:t>
            </a:r>
            <a:r>
              <a:rPr lang="en-US" sz="18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upu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</a:t>
            </a:r>
            <a:r>
              <a:rPr lang="en-US" sz="1800" spc="-2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d</a:t>
            </a:r>
            <a:r>
              <a:rPr lang="en-US" sz="18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</a:t>
            </a:r>
            <a:r>
              <a:rPr lang="en-US" sz="18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n</a:t>
            </a:r>
            <a:r>
              <a:rPr lang="en-US" sz="1800" spc="-2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g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an</a:t>
            </a:r>
            <a:r>
              <a:rPr lang="en-US" sz="18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m</a:t>
            </a:r>
            <a:r>
              <a:rPr lang="en-US" sz="18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</a:t>
            </a:r>
            <a:r>
              <a:rPr lang="en-US" sz="18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n</a:t>
            </a:r>
            <a:r>
              <a:rPr lang="en-US" sz="1800" spc="5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g</a:t>
            </a:r>
            <a:r>
              <a:rPr lang="en-US" sz="1800" spc="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g</a:t>
            </a:r>
            <a:r>
              <a:rPr lang="en-US" sz="18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un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1800" spc="-5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k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18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n</a:t>
            </a:r>
            <a:r>
              <a:rPr lang="en-US" sz="1800" spc="-3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w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1800" spc="-2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r</a:t>
            </a:r>
            <a:r>
              <a:rPr lang="en-US" sz="18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n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1800" spc="-10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</a:t>
            </a:r>
            <a:r>
              <a:rPr lang="en-US" sz="1800" spc="-2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</a:t>
            </a:r>
            <a:r>
              <a:rPr lang="en-US" sz="1800" spc="-4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n</a:t>
            </a:r>
            <a:r>
              <a:rPr lang="en-US" sz="1800" spc="-4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y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al</a:t>
            </a:r>
            <a:r>
              <a:rPr lang="en-US" sz="1800" spc="-2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-4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y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18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n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g</a:t>
            </a:r>
            <a:r>
              <a:rPr lang="en-US" sz="1800" spc="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b</a:t>
            </a:r>
            <a:r>
              <a:rPr lang="en-US" sz="18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er</a:t>
            </a:r>
            <a:r>
              <a:rPr lang="en-US" sz="18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b</a:t>
            </a:r>
            <a:r>
              <a:rPr lang="en-US" sz="18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</a:t>
            </a:r>
            <a:r>
              <a:rPr lang="en-US" sz="18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d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endParaRPr lang="en-ID" sz="18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66370">
              <a:lnSpc>
                <a:spcPts val="2800"/>
              </a:lnSpc>
            </a:pPr>
            <a:r>
              <a:rPr lang="en-US" sz="1800" spc="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4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.</a:t>
            </a:r>
            <a:r>
              <a:rPr lang="en-US" sz="1800" spc="32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G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1800" spc="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m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b</a:t>
            </a:r>
            <a:r>
              <a:rPr lang="en-US" sz="18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18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r</a:t>
            </a:r>
            <a:r>
              <a:rPr lang="en-US" sz="1800" spc="-5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k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an</a:t>
            </a:r>
            <a:r>
              <a:rPr lang="en-US" sz="1800" spc="-4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</a:t>
            </a:r>
            <a:r>
              <a:rPr lang="en-US" sz="1800" spc="-2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</a:t>
            </a:r>
            <a:r>
              <a:rPr lang="en-US" sz="1800" spc="-4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ny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al</a:t>
            </a:r>
            <a:r>
              <a:rPr lang="en-US" sz="1800" spc="2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Vi</a:t>
            </a:r>
            <a:r>
              <a:rPr lang="en-US" sz="18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d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an</a:t>
            </a:r>
            <a:r>
              <a:rPr lang="en-US" sz="18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-1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V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o</a:t>
            </a:r>
            <a:r>
              <a:rPr lang="en-US" sz="18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-5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</a:t>
            </a:r>
            <a:r>
              <a:rPr lang="en-US" sz="18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</a:t>
            </a:r>
            <a:r>
              <a:rPr lang="en-US" sz="1800" spc="-5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r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</a:t>
            </a:r>
            <a:r>
              <a:rPr lang="en-US" sz="1800" spc="-2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b</a:t>
            </a:r>
            <a:r>
              <a:rPr lang="en-US" sz="18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u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</a:t>
            </a:r>
            <a:endParaRPr lang="en-ID" sz="18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66370">
              <a:lnSpc>
                <a:spcPts val="2800"/>
              </a:lnSpc>
            </a:pPr>
            <a:r>
              <a:rPr lang="en-US" sz="1800" spc="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5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.</a:t>
            </a:r>
            <a:r>
              <a:rPr lang="en-US" sz="1800" spc="32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B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u</a:t>
            </a:r>
            <a:r>
              <a:rPr lang="en-US" sz="1800" spc="-4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</a:t>
            </a:r>
            <a:r>
              <a:rPr lang="en-US" sz="1800" spc="2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18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n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1800" spc="-2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l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18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</a:t>
            </a:r>
            <a:r>
              <a:rPr lang="en-US" sz="18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</a:t>
            </a:r>
            <a:r>
              <a:rPr lang="en-US" sz="1800" spc="-2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</a:t>
            </a:r>
            <a:r>
              <a:rPr lang="en-US" sz="18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-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d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r</a:t>
            </a:r>
            <a:r>
              <a:rPr lang="en-US" sz="1800" spc="2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-2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g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1800" spc="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m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b</a:t>
            </a:r>
            <a:r>
              <a:rPr lang="en-US" sz="18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r</a:t>
            </a:r>
            <a:r>
              <a:rPr lang="en-US" sz="1800" spc="-8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-5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</a:t>
            </a:r>
            <a:r>
              <a:rPr lang="en-US" sz="18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</a:t>
            </a:r>
            <a:r>
              <a:rPr lang="en-US" sz="1800" spc="-5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r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</a:t>
            </a:r>
            <a:r>
              <a:rPr lang="en-US" sz="1800" spc="-2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b</a:t>
            </a:r>
            <a:r>
              <a:rPr lang="en-US" sz="18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u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</a:t>
            </a:r>
            <a:endParaRPr lang="en-ID" sz="18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66370">
              <a:lnSpc>
                <a:spcPts val="2800"/>
              </a:lnSpc>
            </a:pP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6.</a:t>
            </a:r>
            <a:r>
              <a:rPr lang="en-US" sz="1800" spc="32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U</a:t>
            </a:r>
            <a:r>
              <a:rPr lang="en-US" sz="18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l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18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n</a:t>
            </a:r>
            <a:r>
              <a:rPr lang="en-US" sz="1800" spc="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g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</a:t>
            </a:r>
            <a:r>
              <a:rPr lang="en-US" sz="1800" spc="-4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L</a:t>
            </a:r>
            <a:r>
              <a:rPr lang="en-US" sz="18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an</a:t>
            </a:r>
            <a:r>
              <a:rPr lang="en-US" sz="1800" spc="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g</a:t>
            </a:r>
            <a:r>
              <a:rPr lang="en-US" sz="1800" spc="-5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k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ah</a:t>
            </a:r>
            <a:r>
              <a:rPr lang="en-US" sz="18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1</a:t>
            </a:r>
            <a:r>
              <a:rPr lang="en-US" sz="1800" spc="-4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–</a:t>
            </a:r>
            <a:r>
              <a:rPr lang="en-US" sz="1800" spc="2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5</a:t>
            </a:r>
            <a:r>
              <a:rPr lang="en-US" sz="1800" spc="-4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u</a:t>
            </a:r>
            <a:r>
              <a:rPr lang="en-US" sz="1800" spc="-4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n</a:t>
            </a:r>
            <a:r>
              <a:rPr lang="en-US" sz="18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</a:t>
            </a:r>
            <a:r>
              <a:rPr lang="en-US" sz="1800" spc="-1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u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k</a:t>
            </a:r>
            <a:r>
              <a:rPr lang="en-US" sz="1800" spc="2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-5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r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18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n</a:t>
            </a:r>
            <a:r>
              <a:rPr lang="en-US" sz="1800" spc="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g</a:t>
            </a:r>
            <a:r>
              <a:rPr lang="en-US" sz="1800" spc="-5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k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1800" spc="-2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an</a:t>
            </a:r>
            <a:r>
              <a:rPr lang="en-US" sz="1800" spc="-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-5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y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18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n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g</a:t>
            </a:r>
            <a:r>
              <a:rPr lang="en-US" sz="1800" spc="-2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-1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l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1800" spc="-2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</a:t>
            </a:r>
            <a:r>
              <a:rPr lang="en-US" sz="1800" spc="-4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n</a:t>
            </a:r>
            <a:r>
              <a:rPr lang="en-US" sz="1800" spc="-5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y</a:t>
            </a:r>
            <a:r>
              <a:rPr lang="en-US" sz="1800" spc="-5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.</a:t>
            </a:r>
            <a:endParaRPr lang="en-ID" sz="18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ID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2B1F0C1C-3BF5-C56B-50CD-1788E1FD69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912" y="5075154"/>
            <a:ext cx="3413125" cy="1317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959968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102</Words>
  <Application>Microsoft Office PowerPoint</Application>
  <PresentationFormat>Widescreen</PresentationFormat>
  <Paragraphs>12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Office Theme</vt:lpstr>
      <vt:lpstr>Rangkaian Pemotong (Clipper) </vt:lpstr>
      <vt:lpstr>Tujuan</vt:lpstr>
      <vt:lpstr>Rangkaian Percobaan Clipper</vt:lpstr>
      <vt:lpstr>PowerPoint Presentation</vt:lpstr>
      <vt:lpstr>Langkah Kerja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erilmozef@yahoo.com</dc:creator>
  <cp:lastModifiedBy>erilmozef@yahoo.com</cp:lastModifiedBy>
  <cp:revision>7</cp:revision>
  <dcterms:created xsi:type="dcterms:W3CDTF">2025-03-10T22:27:27Z</dcterms:created>
  <dcterms:modified xsi:type="dcterms:W3CDTF">2025-03-12T00:02:59Z</dcterms:modified>
</cp:coreProperties>
</file>