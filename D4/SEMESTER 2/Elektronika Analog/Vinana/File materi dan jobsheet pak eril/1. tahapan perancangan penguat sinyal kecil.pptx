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83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  <a:srgbClr val="003399"/>
    <a:srgbClr val="00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4095" autoAdjust="0"/>
  </p:normalViewPr>
  <p:slideViewPr>
    <p:cSldViewPr snapToGrid="0">
      <p:cViewPr varScale="1">
        <p:scale>
          <a:sx n="77" d="100"/>
          <a:sy n="77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4FDDA-911B-48F6-8BA3-35EF8A11B59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36D3-FA24-4739-B47E-2142C1D55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1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7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8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1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B8750-F07A-4D82-9819-420E9167C93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5236675" cy="852060"/>
          </a:xfrm>
        </p:spPr>
        <p:txBody>
          <a:bodyPr>
            <a:noAutofit/>
          </a:bodyPr>
          <a:lstStyle/>
          <a:p>
            <a:r>
              <a:rPr lang="en-US" sz="3600"/>
              <a:t>Tahapan Perancangan Penguat Sinyal Kecil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0870"/>
            <a:ext cx="4234295" cy="4686093"/>
          </a:xfrm>
        </p:spPr>
        <p:txBody>
          <a:bodyPr>
            <a:normAutofit fontScale="92500" lnSpcReduction="20000"/>
          </a:bodyPr>
          <a:lstStyle/>
          <a:p>
            <a:r>
              <a:rPr lang="en-US" sz="2000"/>
              <a:t>1. Analisis Karakteristik (Membuat Grafik)</a:t>
            </a:r>
          </a:p>
          <a:p>
            <a:pPr lvl="1"/>
            <a:r>
              <a:rPr lang="en-US" sz="1600"/>
              <a:t>Menggunakan datasheet untuk mengetahui batas-batas maksimum.</a:t>
            </a:r>
          </a:p>
          <a:p>
            <a:pPr lvl="1"/>
            <a:r>
              <a:rPr lang="en-US" sz="1600"/>
              <a:t>Membuat grafik-grafik karakteristik: output, transfer dan input (bisa melalui simulasi atau percobaan riil).</a:t>
            </a:r>
          </a:p>
          <a:p>
            <a:r>
              <a:rPr lang="en-US" sz="2000"/>
              <a:t>2. Analisis DC (Merancang Prategangan/Bias): </a:t>
            </a:r>
          </a:p>
          <a:p>
            <a:pPr lvl="1"/>
            <a:r>
              <a:rPr lang="en-US" sz="1600"/>
              <a:t>Rangkaian Prategangan umumnya tanpa kapasitor di output dan di input.</a:t>
            </a:r>
          </a:p>
          <a:p>
            <a:pPr lvl="1"/>
            <a:r>
              <a:rPr lang="en-US" sz="1600"/>
              <a:t>Menentukan garis beban dan titik kerja.</a:t>
            </a:r>
          </a:p>
          <a:p>
            <a:pPr lvl="1"/>
            <a:r>
              <a:rPr lang="en-US" sz="1600"/>
              <a:t>Menentukan Rc, R1 dan R2 tergantung konfigurasi Prategangan agar Vce berada pada titik kerja. </a:t>
            </a:r>
          </a:p>
          <a:p>
            <a:r>
              <a:rPr lang="en-US" sz="2000"/>
              <a:t>2. Analisis AC (Merancang Penguat Sinyal Kecil):</a:t>
            </a:r>
          </a:p>
          <a:p>
            <a:pPr lvl="1"/>
            <a:r>
              <a:rPr lang="en-US" sz="1600"/>
              <a:t>Rangkaian penguat sinyal kecil adalah rangkaian prategangan yang diberi kapasitor di output dan di input.</a:t>
            </a:r>
          </a:p>
          <a:p>
            <a:pPr lvl="1"/>
            <a:r>
              <a:rPr lang="en-US" sz="1600"/>
              <a:t>Membuat Model (rangkaian ekuivalen)</a:t>
            </a:r>
          </a:p>
          <a:p>
            <a:pPr lvl="1"/>
            <a:r>
              <a:rPr lang="en-US" sz="1600"/>
              <a:t>Menghitung Av, Ai, BW, dll</a:t>
            </a:r>
          </a:p>
          <a:p>
            <a:endParaRPr 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537" y="1941740"/>
            <a:ext cx="1648457" cy="24938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49" y="4532313"/>
            <a:ext cx="3391734" cy="195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6218537" y="2273815"/>
            <a:ext cx="599552" cy="711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128319" y="2195306"/>
            <a:ext cx="599552" cy="711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218537" y="3267303"/>
            <a:ext cx="599552" cy="711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49263" y="235879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3380" y="2444749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3380" y="3460421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?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568148" y="2854037"/>
            <a:ext cx="2297177" cy="413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4224130" y="4740965"/>
            <a:ext cx="1709250" cy="7351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535678" y="2089087"/>
            <a:ext cx="913499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10522" y="1624840"/>
            <a:ext cx="4644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Vcc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030525" y="1941740"/>
            <a:ext cx="0" cy="169277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Hasil gambar untuk output characteristic transis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805" y="237687"/>
            <a:ext cx="2613243" cy="143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/>
          <p:cNvCxnSpPr>
            <a:cxnSpLocks/>
          </p:cNvCxnSpPr>
          <p:nvPr/>
        </p:nvCxnSpPr>
        <p:spPr>
          <a:xfrm flipV="1">
            <a:off x="4390443" y="1309314"/>
            <a:ext cx="1583611" cy="3155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81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6824</TotalTime>
  <Words>125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Tahapan Perancangan Penguat Sinyal Kecil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erilmozef@yahoo.com</cp:lastModifiedBy>
  <cp:revision>327</cp:revision>
  <dcterms:created xsi:type="dcterms:W3CDTF">2019-05-06T01:23:15Z</dcterms:created>
  <dcterms:modified xsi:type="dcterms:W3CDTF">2025-05-20T02:17:45Z</dcterms:modified>
</cp:coreProperties>
</file>