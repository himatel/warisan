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3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1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7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8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5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87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6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9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7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6F933-E0DA-47FD-91A6-F6D3D0E964C0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9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Latihan Skema Ekuivalen AC dan Hitung Av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2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544127" cy="1325563"/>
          </a:xfrm>
        </p:spPr>
        <p:txBody>
          <a:bodyPr/>
          <a:lstStyle/>
          <a:p>
            <a:r>
              <a:rPr lang="en-US" smtClean="0"/>
              <a:t>Soal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10018" cy="4351338"/>
          </a:xfrm>
        </p:spPr>
        <p:txBody>
          <a:bodyPr/>
          <a:lstStyle/>
          <a:p>
            <a:r>
              <a:rPr lang="en-US" smtClean="0"/>
              <a:t>Gambarkan skema ekuivalen Acnya untuk gambar-gambar berikut</a:t>
            </a:r>
            <a:r>
              <a:rPr lang="en-US" smtClean="0"/>
              <a:t>.</a:t>
            </a:r>
          </a:p>
          <a:p>
            <a:r>
              <a:rPr lang="en-US" smtClean="0"/>
              <a:t>Tentukan rumus Avnya.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678" y="4213730"/>
            <a:ext cx="3000794" cy="21053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487" y="2391344"/>
            <a:ext cx="3458058" cy="1609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348" y="365125"/>
            <a:ext cx="2991267" cy="1657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5029" y="78762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smtClean="0"/>
              <a:t>1</a:t>
            </a:r>
            <a:endParaRPr lang="en-US" sz="3600" b="1"/>
          </a:p>
        </p:txBody>
      </p:sp>
      <p:sp>
        <p:nvSpPr>
          <p:cNvPr id="10" name="TextBox 9"/>
          <p:cNvSpPr txBox="1"/>
          <p:nvPr/>
        </p:nvSpPr>
        <p:spPr>
          <a:xfrm>
            <a:off x="6945029" y="302743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5029" y="504096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23837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23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Latihan Skema Ekuivalen AC dan Hitung Av</vt:lpstr>
      <vt:lpstr>Soal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34</cp:revision>
  <dcterms:created xsi:type="dcterms:W3CDTF">2024-09-17T16:14:35Z</dcterms:created>
  <dcterms:modified xsi:type="dcterms:W3CDTF">2024-09-19T07:32:06Z</dcterms:modified>
</cp:coreProperties>
</file>