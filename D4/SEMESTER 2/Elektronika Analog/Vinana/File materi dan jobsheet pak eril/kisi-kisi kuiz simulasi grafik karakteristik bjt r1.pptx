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6" d="100"/>
          <a:sy n="46" d="100"/>
        </p:scale>
        <p:origin x="984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14AB-07E1-947F-955E-64A668217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30F73-E402-729D-F3B5-28CFFAB63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F8DC1-8835-5E29-5F55-68259486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000E-09D1-70E8-E6C7-FDABC4A3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34128-8E82-A788-1A85-06328FFC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289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0F1A-AC34-B61F-1BC2-7FAA3783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A88F3-0490-1C4C-13A5-7EA08B9C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AB9B0-AFE8-E264-7260-EBCB17DB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F0F51-12E3-1143-288B-AE7110F1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D87A8-28F3-E29F-B43B-73904632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495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0BEF-77CC-242C-452C-63FBB8CD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BA6ED-E025-FABD-E342-7C15E5E3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2531D-E65F-5DD1-4843-720C1448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BA5AF-F7B3-B279-D9CE-3579F40D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AD23-72F8-8709-BD9F-ADCFFB14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304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BFED-E8D6-4E3D-BDEC-622B2E49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DEC3-7B17-F7B8-8E89-1B1623F92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A0A8F-822B-A0EC-1707-B483B7618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6250A-DBAA-BFE9-2407-A57D9710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9FC0D-B3C2-5865-6F67-88BFE0ED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F2C48-911E-1BE7-146A-F53A8BE6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994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513C-BEFA-6FA7-777D-A57A4383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6AF0C-BF0A-73B3-199C-5E08F39D8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C0664-9B3D-DAB0-212D-2B4D28DAE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C9E33-2FB3-1892-04A2-1C4A221C3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052AE-8313-389F-38C8-D9D2B6957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65C04-3B99-DA0D-1E17-43202F26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B3153-2449-5655-5946-A84F21BC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0D62B-F2BF-E1E2-FF05-01EB71DA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60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6981-BD11-730B-A590-1BEFD1DD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A0F55-8AE9-2076-E3CD-75BD912D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1F0DD-1378-4F95-7093-D330B1C2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62EFE-94C1-425D-9E6B-9EC8AFF4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869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9938A-32C5-06AC-6B44-BDAF35D6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16B2D-B21C-DBBE-0CC3-EE9A0680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73A9-5E5E-B893-70BD-962E3E65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81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862C-95B6-40CD-B158-6DC6395B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716F-9E92-D04A-05D5-EA30E49C9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A4D-9226-A110-63A0-6713A91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FA16C-4E77-2CE9-51F1-CB7C8524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D3B1E-EFDB-4316-C194-4F45699C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64BF4-8587-9163-3963-5D4C7930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62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A00C-C105-E570-C0A0-9EA38F7B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C263A-07C4-91F7-50DC-965F479C0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4C393-ED72-7570-D6F5-2EF5F03A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9420E-88F0-A59D-9A02-7F76CE93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E118E-1362-FEAE-1DD3-904F3ACB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9188D-282E-C945-FFF2-BD88C74F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698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71F8-5337-2B8E-B504-1DF5C629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9F86-9EAE-70A1-29CB-D611EC6BF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6AA88-3606-48E2-653A-59D433B2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18522-E3DE-5E3C-7A1E-81C0753D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E8EC0-5536-3DBE-CB5B-2FF3191A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553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C9DF4-A060-D449-8B7E-457FFD100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C8826-0CC7-8A55-F8DB-535CC7850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EC16-7CD3-C7A5-50F0-42176F23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9DFA-55BD-2858-5FC5-91EF1213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CCB4F-2390-213D-CD5F-EB0F7050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033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9B18B-154A-46F7-1EB3-BB0EA03C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F4A9-9D49-093D-C6B9-FFBDCDBE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3C44-9C6E-DD55-F98A-9451A09E0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A7256-3C09-4201-881D-9D3F2DD48B48}" type="datetimeFigureOut">
              <a:rPr lang="en-ID" smtClean="0"/>
              <a:t>05/05/2025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A8C7-9245-DFD1-3FCD-1361BA3B8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14A1-ED24-8F80-8771-BC8314324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363B2-DD9E-460E-BD84-F1218424C0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763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B3F2-00BC-5010-EAEF-9477DB68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175D-18C4-E33E-2121-F10CA6A54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7117"/>
          </a:xfrm>
        </p:spPr>
        <p:txBody>
          <a:bodyPr>
            <a:normAutofit lnSpcReduction="10000"/>
          </a:bodyPr>
          <a:lstStyle/>
          <a:p>
            <a:r>
              <a:rPr lang="en-US"/>
              <a:t>Akan diberikan persamaan A=f(B, C) bebas, A, B, C bisa dibolak balik.</a:t>
            </a:r>
          </a:p>
          <a:p>
            <a:r>
              <a:rPr lang="en-US"/>
              <a:t>Kalian diminta untuk menggambarkan grafiknya dengan mode graph.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Contoh soal:</a:t>
            </a:r>
          </a:p>
          <a:p>
            <a:r>
              <a:rPr lang="en-US"/>
              <a:t>Buatlah grafik karakteristik BJT X untuk transistor Y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CF819-A5BD-0019-03AA-FAA50B6A9CE7}"/>
              </a:ext>
            </a:extLst>
          </p:cNvPr>
          <p:cNvSpPr txBox="1"/>
          <p:nvPr/>
        </p:nvSpPr>
        <p:spPr>
          <a:xfrm>
            <a:off x="1785852" y="4407679"/>
            <a:ext cx="31685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Pilihan X bisa:</a:t>
            </a:r>
          </a:p>
          <a:p>
            <a:pPr lvl="1"/>
            <a:r>
              <a:rPr lang="en-US" sz="2000"/>
              <a:t>Ic=f(Vce, Ib)</a:t>
            </a:r>
          </a:p>
          <a:p>
            <a:pPr lvl="1"/>
            <a:r>
              <a:rPr lang="en-US" sz="2000"/>
              <a:t>Ic=f(Vce, Vbe)</a:t>
            </a:r>
          </a:p>
          <a:p>
            <a:pPr lvl="1"/>
            <a:r>
              <a:rPr lang="en-US" sz="2000"/>
              <a:t>Vce=f(Ic, Ib)</a:t>
            </a:r>
          </a:p>
          <a:p>
            <a:pPr lvl="1"/>
            <a:r>
              <a:rPr lang="en-US" sz="2000"/>
              <a:t>Vce=f(Ic, Vbe)</a:t>
            </a:r>
          </a:p>
          <a:p>
            <a:pPr lvl="1"/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240BA-9899-342F-F56F-081655841990}"/>
              </a:ext>
            </a:extLst>
          </p:cNvPr>
          <p:cNvSpPr txBox="1"/>
          <p:nvPr/>
        </p:nvSpPr>
        <p:spPr>
          <a:xfrm>
            <a:off x="5852160" y="4407679"/>
            <a:ext cx="45539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/>
              <a:t>Ic=f(Ib, Vce)</a:t>
            </a:r>
          </a:p>
          <a:p>
            <a:pPr lvl="1"/>
            <a:r>
              <a:rPr lang="en-US" sz="2000"/>
              <a:t>Ic=f(Vbe, Vce) </a:t>
            </a:r>
          </a:p>
          <a:p>
            <a:pPr lvl="1"/>
            <a:r>
              <a:rPr lang="en-US" sz="2000"/>
              <a:t>Ib=f(Vbe, Vce)</a:t>
            </a:r>
          </a:p>
          <a:p>
            <a:pPr lvl="1"/>
            <a:r>
              <a:rPr lang="en-US" sz="2000"/>
              <a:t>Vbe=f(Ib, Vce)</a:t>
            </a:r>
          </a:p>
          <a:p>
            <a:pPr lvl="1"/>
            <a:r>
              <a:rPr lang="en-US" sz="2000"/>
              <a:t>Dan lain-lain</a:t>
            </a:r>
          </a:p>
        </p:txBody>
      </p:sp>
    </p:spTree>
    <p:extLst>
      <p:ext uri="{BB962C8B-B14F-4D97-AF65-F5344CB8AC3E}">
        <p14:creationId xmlns:p14="http://schemas.microsoft.com/office/powerpoint/2010/main" val="37355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FC12-BF0C-E35C-3046-C4EA18DD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6511-86D4-7205-10AA-8B91D103B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Pilihan transistor Y bisa bebas dari yang telah ditugaskan online</a:t>
            </a:r>
          </a:p>
          <a:p>
            <a:endParaRPr lang="en-US"/>
          </a:p>
          <a:p>
            <a:r>
              <a:rPr lang="en-US"/>
              <a:t>Cukup 1 pertanyaan saja.</a:t>
            </a:r>
          </a:p>
          <a:p>
            <a:endParaRPr lang="en-US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276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127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4</cp:revision>
  <dcterms:created xsi:type="dcterms:W3CDTF">2025-05-04T15:21:44Z</dcterms:created>
  <dcterms:modified xsi:type="dcterms:W3CDTF">2025-05-04T23:10:38Z</dcterms:modified>
</cp:coreProperties>
</file>