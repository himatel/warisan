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ED2B3-247E-46BE-B734-D57D4A8825C3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6B2D-8328-481B-8E57-1C638B9B1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747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ED2B3-247E-46BE-B734-D57D4A8825C3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6B2D-8328-481B-8E57-1C638B9B1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204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ED2B3-247E-46BE-B734-D57D4A8825C3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6B2D-8328-481B-8E57-1C638B9B1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93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ED2B3-247E-46BE-B734-D57D4A8825C3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6B2D-8328-481B-8E57-1C638B9B1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795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ED2B3-247E-46BE-B734-D57D4A8825C3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6B2D-8328-481B-8E57-1C638B9B1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86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ED2B3-247E-46BE-B734-D57D4A8825C3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6B2D-8328-481B-8E57-1C638B9B1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677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ED2B3-247E-46BE-B734-D57D4A8825C3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6B2D-8328-481B-8E57-1C638B9B1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08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ED2B3-247E-46BE-B734-D57D4A8825C3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6B2D-8328-481B-8E57-1C638B9B1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163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ED2B3-247E-46BE-B734-D57D4A8825C3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6B2D-8328-481B-8E57-1C638B9B1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478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ED2B3-247E-46BE-B734-D57D4A8825C3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6B2D-8328-481B-8E57-1C638B9B1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184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ED2B3-247E-46BE-B734-D57D4A8825C3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6B2D-8328-481B-8E57-1C638B9B1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293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1ED2B3-247E-46BE-B734-D57D4A8825C3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F6B2D-8328-481B-8E57-1C638B9B1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947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jVBgSl4hqt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783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mtClean="0"/>
              <a:t>Pakai multimeter digital</a:t>
            </a:r>
          </a:p>
          <a:p>
            <a:r>
              <a:rPr lang="en-US" smtClean="0">
                <a:hlinkClick r:id="rId2"/>
              </a:rPr>
              <a:t>https://www.youtube.com/watch?v=jVBgSl4hqtE</a:t>
            </a:r>
            <a:endParaRPr lang="en-US" smtClean="0"/>
          </a:p>
          <a:p>
            <a:endParaRPr lang="en-US"/>
          </a:p>
          <a:p>
            <a:r>
              <a:rPr lang="en-US" smtClean="0"/>
              <a:t>Pakai multimeter analog</a:t>
            </a:r>
          </a:p>
          <a:p>
            <a:r>
              <a:rPr lang="en-US"/>
              <a:t>https://www.google.com/search?q=transistor+testing+using+analog+multimeter&amp;rlz=1C1GCEA_enID845ID845&amp;oq</a:t>
            </a:r>
            <a:r>
              <a:rPr lang="en-US"/>
              <a:t>=&amp;</a:t>
            </a:r>
            <a:r>
              <a:rPr lang="en-US" smtClean="0"/>
              <a:t>gs_lcrp=EgZjaHJvbWUqCQgAECMYJxjqAjIJCAAQIxgnGOoCMgkIARAjGCcY6gIyCQgCECMYJxjqAjIJCAMQIxgnGOoCMgkIBBAjGCcY6gIyCQgFECMYJxjqAjIJCAYQIxgnGOoCMgkIBxAjGCcY6gLSAQk0MjI0ajBqMTWoAgiwAgE&amp;sourceid=chrome&amp;ie=UTF-8#fpstate=ive&amp;vld=cid:26f646a9,vid:gJgEn4gmpg0,st:0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519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14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TJANDRA</dc:creator>
  <cp:lastModifiedBy>TJANDRA</cp:lastModifiedBy>
  <cp:revision>3</cp:revision>
  <dcterms:created xsi:type="dcterms:W3CDTF">2024-04-04T00:02:36Z</dcterms:created>
  <dcterms:modified xsi:type="dcterms:W3CDTF">2024-04-04T03:47:20Z</dcterms:modified>
</cp:coreProperties>
</file>