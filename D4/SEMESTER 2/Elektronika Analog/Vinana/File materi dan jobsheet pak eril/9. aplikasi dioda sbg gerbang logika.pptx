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  <p:sldId id="304" r:id="rId4"/>
    <p:sldId id="305" r:id="rId5"/>
    <p:sldId id="306" r:id="rId6"/>
    <p:sldId id="3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03ED-366E-4B95-B432-8F77526DD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0A1B3-B8F0-4CA1-8BE6-D833220DA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5341-18EE-466B-9803-EA2D807D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88B4-8F50-493E-A9D9-428DDA99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76EA6-8C1A-443F-B4CE-0F738499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5300-7256-4D98-B0B6-4E2CD685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4B0F-6558-4461-9218-4119A5FC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3716-D69C-4FF6-9BE2-53D36CB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08A0-25E4-43ED-81A4-7A3C37BE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1D69-DFA9-4D0F-914C-8E73733F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7115-366E-4280-9EE9-02841C0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7B3CC-B236-47ED-9240-FA4CE499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F16F-D229-49B3-B73D-F290626D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CDED-381D-4A57-BD1A-01454E39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27B2-B5AA-46DC-A5A4-EB9BE67C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9FD-2A12-40A0-A396-4D3A3A9A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E41F-B7A6-42CB-8469-0C5DEBF0F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3EEC-EB4F-4F5D-86CE-4A226956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78B05-E0E4-41C9-9A72-E519E6B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3BEE-1A26-4CC4-9A30-69E42394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AA4C0-2035-41D4-8BD1-7DBC04AE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C207-3A38-423D-B12D-8AB1CF00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6440-2397-4581-89A9-A729D237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9AC0-0251-4E89-A7CD-D2BD9D95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B544-8430-4C88-A024-5F84DB56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353FF-E18A-40BA-8FC9-4B1571278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E7A99-3150-44FF-AEF4-A17C5C1F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52EDF-E2AF-4DD9-A565-46C1008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6DE5F-23A0-4CD9-BB7B-B4842D29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C6F2-4CA4-40A3-A509-B1B179F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A8E82-13D0-4193-991A-33957CE7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2CD9B-0C12-4051-B381-9FADE0BD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3A074-9CC5-4B7D-B01F-56851DC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BFD0D-E37D-41F5-9290-5628AA1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F90A4-5676-4AF5-B561-9BEB2C17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96BF-C3A7-418B-9805-29EB05B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301C-AE70-4B26-86F8-78CBEBC7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B1F3-3AE8-4F69-9822-06F21330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3E9AC-58FF-4B09-B365-63F6523F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5218-57F7-4700-B3F9-44B29EAC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CE977-8D8D-4695-BC16-C15D83C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1329-7D35-4222-AB0D-2D9D477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FF4B-495F-4671-B9FF-E0133D44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0BE73-AB1F-4A54-A2E5-C2127D3E4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772F2-80D0-467E-874B-024BCA86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A046-2C0B-4F32-B759-F884169F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64CDA-B900-4ED8-9E0A-3D7AACFF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AAF2-EF1B-4899-86FA-5DC2710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D25B-5F85-431D-B5A4-48DC645A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69D0-07CA-4B94-9DA2-2094BB83A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E414-269A-4281-B39E-F78D39D2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C0F77-F027-44F4-9463-1108A6DE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5D163-0ACA-41B3-94F2-A001F0CA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6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54E62-4CD5-4EBD-A0C6-9F39096AA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8D048-41E3-4C4D-8EEE-8B4EF064A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FA18-10D7-4D76-91B3-27A7A8DB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B232-A5AE-435E-8143-40A11827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2038-4E9D-468B-AD23-73006900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8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3EEBB-21D6-4523-A09C-71768CC5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C14C9-E452-4F70-9AFF-F5B33FB8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9518-71CB-45D2-8730-87BDD12E7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FDC0-2EB3-429B-A97D-7DCA37FD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4A992-90A0-457B-BBE2-2CA97D37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5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0F41-5846-064D-C0C3-84BAD57FE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Aplikasi Dioda sebagai Gerbang Logika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4CEF5-CFF5-58F5-4907-24FEC947D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265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6C8B-5FB3-A1EE-A4C7-56766A45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1920E-FD45-508D-0F25-FF3500E7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287642" cy="4382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498418-0C40-C022-7FD9-B76E84AA5C05}"/>
              </a:ext>
            </a:extLst>
          </p:cNvPr>
          <p:cNvSpPr txBox="1"/>
          <p:nvPr/>
        </p:nvSpPr>
        <p:spPr>
          <a:xfrm>
            <a:off x="8974167" y="1102659"/>
            <a:ext cx="18085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Diasumsikan: </a:t>
            </a:r>
          </a:p>
          <a:p>
            <a:r>
              <a:rPr lang="en-US"/>
              <a:t>-Lojik 1 = 10v</a:t>
            </a:r>
          </a:p>
          <a:p>
            <a:r>
              <a:rPr lang="en-US"/>
              <a:t>-Lojik 0 = 0v</a:t>
            </a:r>
          </a:p>
          <a:p>
            <a:endParaRPr lang="en-US"/>
          </a:p>
          <a:p>
            <a:r>
              <a:rPr lang="en-US"/>
              <a:t>-Vd=0,7v (Silikon)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B74A7-9A35-C04C-210F-E34D9866A6AF}"/>
              </a:ext>
            </a:extLst>
          </p:cNvPr>
          <p:cNvSpPr txBox="1"/>
          <p:nvPr/>
        </p:nvSpPr>
        <p:spPr>
          <a:xfrm>
            <a:off x="8857626" y="2831923"/>
            <a:ext cx="207172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Tabel Kebenaran OR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A B  C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0 0   0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0 1   1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1 0   1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1 1   1</a:t>
            </a:r>
            <a:endParaRPr lang="en-ID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D576F-1EF7-F124-9275-C37B60847139}"/>
              </a:ext>
            </a:extLst>
          </p:cNvPr>
          <p:cNvSpPr txBox="1"/>
          <p:nvPr/>
        </p:nvSpPr>
        <p:spPr>
          <a:xfrm>
            <a:off x="8857626" y="4684297"/>
            <a:ext cx="221919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Tabel Kebenaran AND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A B  C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0 0   0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0 1   0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1 0   0</a:t>
            </a:r>
          </a:p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1 1   1</a:t>
            </a:r>
            <a:endParaRPr lang="en-ID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48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E6E4B-4D56-907F-C3B9-4D9A9245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999" y="3554358"/>
            <a:ext cx="2619741" cy="2896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150A83-4033-D976-4F26-9380205F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41" y="2144523"/>
            <a:ext cx="7240010" cy="40391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4BF8856-3BD7-E1E7-9595-400835BAB55D}"/>
              </a:ext>
            </a:extLst>
          </p:cNvPr>
          <p:cNvGrpSpPr/>
          <p:nvPr/>
        </p:nvGrpSpPr>
        <p:grpSpPr>
          <a:xfrm>
            <a:off x="856129" y="1392484"/>
            <a:ext cx="7225257" cy="342948"/>
            <a:chOff x="766482" y="830908"/>
            <a:chExt cx="7225257" cy="3429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F35C88-0EFB-D689-8A0E-04BC983FF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0260" y="830908"/>
              <a:ext cx="3791479" cy="34294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F5D8CC3-AAE1-1FE8-80A1-2F0B99967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482" y="869013"/>
              <a:ext cx="1752845" cy="30484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6A931A7-7158-FAD0-8050-199FADFA8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999" y="436723"/>
            <a:ext cx="2772162" cy="3010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04C12C-5B7D-1A4A-1EFD-98EA4F3687BF}"/>
              </a:ext>
            </a:extLst>
          </p:cNvPr>
          <p:cNvSpPr txBox="1"/>
          <p:nvPr/>
        </p:nvSpPr>
        <p:spPr>
          <a:xfrm>
            <a:off x="856129" y="436723"/>
            <a:ext cx="158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OR Gate</a:t>
            </a:r>
            <a:endParaRPr lang="en-ID" sz="3200" b="1"/>
          </a:p>
        </p:txBody>
      </p:sp>
    </p:spTree>
    <p:extLst>
      <p:ext uri="{BB962C8B-B14F-4D97-AF65-F5344CB8AC3E}">
        <p14:creationId xmlns:p14="http://schemas.microsoft.com/office/powerpoint/2010/main" val="423931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8F18-B2DC-4168-E3CD-20A638A6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97AD3B-5FA0-745C-A776-EAEC040FA096}"/>
              </a:ext>
            </a:extLst>
          </p:cNvPr>
          <p:cNvGrpSpPr/>
          <p:nvPr/>
        </p:nvGrpSpPr>
        <p:grpSpPr>
          <a:xfrm>
            <a:off x="1868044" y="3098339"/>
            <a:ext cx="3686689" cy="3019603"/>
            <a:chOff x="6762773" y="2147708"/>
            <a:chExt cx="3686689" cy="30196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B878C4-7C71-90CA-F047-EB2806FE7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73" y="2147708"/>
              <a:ext cx="3686689" cy="25625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9306FA-CF63-FD21-073A-3DF1B74B8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4899" y="4738626"/>
              <a:ext cx="2210108" cy="428685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244194-E650-265B-DF13-3DA551C9F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8" y="1719023"/>
            <a:ext cx="7287642" cy="12003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29DDB2-B8CB-41C7-2898-EA1BC2FE5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268" y="4122419"/>
            <a:ext cx="3572374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2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32D5C7-5BCC-71A3-42B6-804197BE2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5" y="1180851"/>
            <a:ext cx="8602275" cy="295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93D17-55C5-6D3B-814E-EF358BFBC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111" y="2242907"/>
            <a:ext cx="2581635" cy="3286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289C6-C060-DD60-FA8D-CA098CC04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35" y="1914249"/>
            <a:ext cx="7259063" cy="3943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4A5707-8878-DB6C-97A8-60ECD66F5955}"/>
              </a:ext>
            </a:extLst>
          </p:cNvPr>
          <p:cNvSpPr txBox="1"/>
          <p:nvPr/>
        </p:nvSpPr>
        <p:spPr>
          <a:xfrm>
            <a:off x="829235" y="450381"/>
            <a:ext cx="1859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AND Gate</a:t>
            </a:r>
            <a:endParaRPr lang="en-ID" sz="3200" b="1"/>
          </a:p>
        </p:txBody>
      </p:sp>
    </p:spTree>
    <p:extLst>
      <p:ext uri="{BB962C8B-B14F-4D97-AF65-F5344CB8AC3E}">
        <p14:creationId xmlns:p14="http://schemas.microsoft.com/office/powerpoint/2010/main" val="87119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2BE-AD95-2FC5-7202-BD81FD96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69A30-1341-16CA-C7DB-1591380A5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79" y="2381353"/>
            <a:ext cx="4353533" cy="2543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FCCCBE-081B-3E9C-5749-C850CEF39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621" y="3250213"/>
            <a:ext cx="3600953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01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65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Aplikasi Dioda sebagai Gerbang Logika</vt:lpstr>
      <vt:lpstr>Introduction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Dioda  Rangkaian Pemotong (Clipper) Rangkaian Pengapit (Clampers) Rangkaian Pengganda Tegangan Rangkaian Dioda Zener </dc:title>
  <dc:creator>Ridwan Solihin</dc:creator>
  <cp:lastModifiedBy>erilmozef@yahoo.com</cp:lastModifiedBy>
  <cp:revision>62</cp:revision>
  <dcterms:created xsi:type="dcterms:W3CDTF">2022-02-27T04:50:30Z</dcterms:created>
  <dcterms:modified xsi:type="dcterms:W3CDTF">2025-03-24T21:16:19Z</dcterms:modified>
</cp:coreProperties>
</file>