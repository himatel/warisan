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2844-6CAF-4425-B8F1-C158990300F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FACC8-8ECA-4DCA-AEFE-5463F589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65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2844-6CAF-4425-B8F1-C158990300F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FACC8-8ECA-4DCA-AEFE-5463F589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1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2844-6CAF-4425-B8F1-C158990300F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FACC8-8ECA-4DCA-AEFE-5463F589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2844-6CAF-4425-B8F1-C158990300F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FACC8-8ECA-4DCA-AEFE-5463F589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2844-6CAF-4425-B8F1-C158990300F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FACC8-8ECA-4DCA-AEFE-5463F589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0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2844-6CAF-4425-B8F1-C158990300F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FACC8-8ECA-4DCA-AEFE-5463F589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37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2844-6CAF-4425-B8F1-C158990300F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FACC8-8ECA-4DCA-AEFE-5463F589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7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2844-6CAF-4425-B8F1-C158990300F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FACC8-8ECA-4DCA-AEFE-5463F589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9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2844-6CAF-4425-B8F1-C158990300F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FACC8-8ECA-4DCA-AEFE-5463F589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2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2844-6CAF-4425-B8F1-C158990300F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FACC8-8ECA-4DCA-AEFE-5463F589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79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2844-6CAF-4425-B8F1-C158990300F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FACC8-8ECA-4DCA-AEFE-5463F589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81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02844-6CAF-4425-B8F1-C158990300F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FACC8-8ECA-4DCA-AEFE-5463F5891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9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qcLo_nH5i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27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hlinkClick r:id="rId2"/>
              </a:rPr>
              <a:t>https://www.youtube.com/watch?v=EqcLo_nH5ik</a:t>
            </a:r>
            <a:endParaRPr lang="en-US" smtClean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6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TJANDRA</dc:creator>
  <cp:lastModifiedBy>TJANDRA</cp:lastModifiedBy>
  <cp:revision>1</cp:revision>
  <dcterms:created xsi:type="dcterms:W3CDTF">2024-04-04T01:56:59Z</dcterms:created>
  <dcterms:modified xsi:type="dcterms:W3CDTF">2024-04-04T01:57:08Z</dcterms:modified>
</cp:coreProperties>
</file>