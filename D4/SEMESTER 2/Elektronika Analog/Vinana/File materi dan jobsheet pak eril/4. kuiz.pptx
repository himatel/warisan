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7" d="100"/>
          <a:sy n="77" d="100"/>
        </p:scale>
        <p:origin x="806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7ED25-9B10-7C27-F37E-24C4781949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7955DD-E8AC-470B-BC61-4D1894C43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CC69C-40B2-6A96-38BE-9DC9F5EEA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C42F9-C161-41AA-8B14-364DBD18C7AD}" type="datetimeFigureOut">
              <a:rPr lang="en-ID" smtClean="0"/>
              <a:t>29/04/2025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F6F38-670F-054A-5766-024390B2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C79E2-AAD6-EABB-4320-E42077DE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D8C6-732E-4EE2-9A73-CF28E0DD469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85927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63730-F69B-06B0-B19C-E58C1BA7F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755C3-A6BA-B938-F73E-5DAA00EE1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11F59-C151-98A5-5946-654B4B2AD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C42F9-C161-41AA-8B14-364DBD18C7AD}" type="datetimeFigureOut">
              <a:rPr lang="en-ID" smtClean="0"/>
              <a:t>29/04/2025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CDEC9-36BA-0038-BA3E-17FB65193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67B63-19E9-5685-04A4-6197C8F7B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D8C6-732E-4EE2-9A73-CF28E0DD469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02260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9A28F-34E2-85CD-0CA8-7840856AF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191EE-BC9D-3709-9A17-73579C1B6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6CDF8-80ED-3BCE-E4D9-E3C51EF52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C42F9-C161-41AA-8B14-364DBD18C7AD}" type="datetimeFigureOut">
              <a:rPr lang="en-ID" smtClean="0"/>
              <a:t>29/04/2025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1EF9F-0E3F-49E1-BF7A-E059C6AB6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86134-6078-4819-0B08-07A85E94D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D8C6-732E-4EE2-9A73-CF28E0DD469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9937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C0226-0952-8FF5-DE0C-7ECB1FE2B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1451B-8A7E-2A1F-0BD0-446490A898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9A36C3-DDD3-B8A9-F67C-ABE168EAB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3E887-E7F7-BC27-E19F-EBF2B2F3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C42F9-C161-41AA-8B14-364DBD18C7AD}" type="datetimeFigureOut">
              <a:rPr lang="en-ID" smtClean="0"/>
              <a:t>29/04/2025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613043-C11E-819F-CECD-FAFD063E5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92B92F-93B4-286C-CEA1-2DEEDC1D0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D8C6-732E-4EE2-9A73-CF28E0DD469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39362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3C37C-70B9-D32E-2526-9061E6B29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FDB89-4E4E-3706-CE19-808E3452D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3EBBC7-B3EF-4401-2F23-A229E0FEA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2E67FC-F5B7-F218-80BF-DA560844A2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77CFEC-DB78-DB9C-2C6D-2570EA4B4F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1B57B3-152A-6468-C59D-02DD4AF7B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C42F9-C161-41AA-8B14-364DBD18C7AD}" type="datetimeFigureOut">
              <a:rPr lang="en-ID" smtClean="0"/>
              <a:t>29/04/2025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DEA002-5747-7C2C-BEA5-FF371236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40760D-C50B-561E-511B-AADCE12FB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D8C6-732E-4EE2-9A73-CF28E0DD469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41386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62F98-E3C8-A7A0-07B9-BD93C304B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7B61EA-DF54-A5BC-7F73-42164F0F9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C42F9-C161-41AA-8B14-364DBD18C7AD}" type="datetimeFigureOut">
              <a:rPr lang="en-ID" smtClean="0"/>
              <a:t>29/04/2025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1C9ABA-65A1-CDD4-1617-05FDFF6CF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46CDE-58A2-01A0-2407-FC6296B03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D8C6-732E-4EE2-9A73-CF28E0DD469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45684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F2E762-648B-C103-8251-DB91BC52A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C42F9-C161-41AA-8B14-364DBD18C7AD}" type="datetimeFigureOut">
              <a:rPr lang="en-ID" smtClean="0"/>
              <a:t>29/04/2025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03305D-16E6-FD75-D59A-A4BDF9373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44721-63D5-A025-492F-87A92F701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D8C6-732E-4EE2-9A73-CF28E0DD469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30569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4B535-1B4A-33BF-42DB-9D5DC546C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74A82-D75E-510C-9D9B-618A3D4C6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584AFD-76BB-23F3-3E23-BDE37C69A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2E0B2E-A49B-DA68-6B8E-FE34C8D0C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C42F9-C161-41AA-8B14-364DBD18C7AD}" type="datetimeFigureOut">
              <a:rPr lang="en-ID" smtClean="0"/>
              <a:t>29/04/2025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A06D7-A482-FB1B-9CA1-0EC72E7C6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1F23C6-F678-6D16-5859-E0DF09A6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D8C6-732E-4EE2-9A73-CF28E0DD469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52303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B7B6F-26CC-BAED-6762-C5CA7708C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7BC03D-1F3C-010C-AF61-67D8446FD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7C76DC-9187-5A26-3C10-AD154EA31A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033D1-BE3A-E92A-C5B9-94049554B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C42F9-C161-41AA-8B14-364DBD18C7AD}" type="datetimeFigureOut">
              <a:rPr lang="en-ID" smtClean="0"/>
              <a:t>29/04/2025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8F141F-71C3-BD4E-A1FF-674898DB0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4684C-ED42-0C9C-8BCB-68F871374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D8C6-732E-4EE2-9A73-CF28E0DD469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0492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443C6-5C1F-1B4B-F7EA-53FD38C24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E8866D-AEB3-7B35-053E-B4E72F611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3EC8D-2CF3-CFF2-957B-41BE682BC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C42F9-C161-41AA-8B14-364DBD18C7AD}" type="datetimeFigureOut">
              <a:rPr lang="en-ID" smtClean="0"/>
              <a:t>29/04/2025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199E9-4273-3BC0-5B72-61DF2DB50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3A79A-B25E-A40D-81C3-D490F2AF5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D8C6-732E-4EE2-9A73-CF28E0DD469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6921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E3D246-F9CB-9DEF-ACED-377AA74A88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450594-135E-6B93-9C2F-06002FBAD9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3C974-8274-80FC-4F2C-2B7A58B94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C42F9-C161-41AA-8B14-364DBD18C7AD}" type="datetimeFigureOut">
              <a:rPr lang="en-ID" smtClean="0"/>
              <a:t>29/04/2025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285B2-60C4-8026-87B1-B8925DBC2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40DD5-29C9-41C7-7479-983965774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ED8C6-732E-4EE2-9A73-CF28E0DD469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87258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DC5435-878B-D23E-16F5-850F0F958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DDFE5-1F69-2196-B598-48EDB9FC0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65585-FAAD-5871-CEF6-B95050A9F7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C42F9-C161-41AA-8B14-364DBD18C7AD}" type="datetimeFigureOut">
              <a:rPr lang="en-ID" smtClean="0"/>
              <a:t>29/04/2025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F4CC8-E726-A377-9AE9-39301F3D87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543C6-3605-B7EE-8A1A-9304DD1E2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ED8C6-732E-4EE2-9A73-CF28E0DD469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49530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0572E-71A6-1099-524B-764FA2E48E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C744FB-8683-0EA1-5E68-FFC64B87FF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38088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8F45D-08BE-05FB-A122-8BB315940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Kuiz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04F54-C85C-51F1-A81E-6B0702ACE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Gambarkan symbol transistor BJT NPN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Gambarkan symbol voltmeter dan amperemeter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Gambarkan skema pengukuran karakteristik input dengan voltmeter dan amperemeter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Gambarkan skema pengukuran karakteristik output voltmeter dan amperemeter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Gambarkan skema pengukuran karakteristik transfer voltmeter dan amperemeter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Gambarkan grafik karakteristik input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Gambarkan grafik karakteristik output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Gambarkan grafik karakteristik transfer</a:t>
            </a:r>
          </a:p>
          <a:p>
            <a:endParaRPr lang="en-US"/>
          </a:p>
          <a:p>
            <a:endParaRPr lang="en-US"/>
          </a:p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07018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48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Kuiz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erilmozef@yahoo.com</dc:creator>
  <cp:lastModifiedBy>erilmozef@yahoo.com</cp:lastModifiedBy>
  <cp:revision>3</cp:revision>
  <dcterms:created xsi:type="dcterms:W3CDTF">2025-04-29T00:11:05Z</dcterms:created>
  <dcterms:modified xsi:type="dcterms:W3CDTF">2025-04-29T00:21:14Z</dcterms:modified>
</cp:coreProperties>
</file>