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28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03ED-366E-4B95-B432-8F77526DD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0A1B3-B8F0-4CA1-8BE6-D833220DA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5341-18EE-466B-9803-EA2D807D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88B4-8F50-493E-A9D9-428DDA99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76EA6-8C1A-443F-B4CE-0F738499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5300-7256-4D98-B0B6-4E2CD685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4B0F-6558-4461-9218-4119A5FC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3716-D69C-4FF6-9BE2-53D36CB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08A0-25E4-43ED-81A4-7A3C37BE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1D69-DFA9-4D0F-914C-8E73733F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7115-366E-4280-9EE9-02841C0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7B3CC-B236-47ED-9240-FA4CE499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F16F-D229-49B3-B73D-F290626D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CDED-381D-4A57-BD1A-01454E39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27B2-B5AA-46DC-A5A4-EB9BE67C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9FD-2A12-40A0-A396-4D3A3A9A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E41F-B7A6-42CB-8469-0C5DEBF0F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3EEC-EB4F-4F5D-86CE-4A226956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78B05-E0E4-41C9-9A72-E519E6B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3BEE-1A26-4CC4-9A30-69E42394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AA4C0-2035-41D4-8BD1-7DBC04AE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C207-3A38-423D-B12D-8AB1CF00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6440-2397-4581-89A9-A729D237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9AC0-0251-4E89-A7CD-D2BD9D95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B544-8430-4C88-A024-5F84DB56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353FF-E18A-40BA-8FC9-4B1571278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E7A99-3150-44FF-AEF4-A17C5C1F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52EDF-E2AF-4DD9-A565-46C1008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6DE5F-23A0-4CD9-BB7B-B4842D29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C6F2-4CA4-40A3-A509-B1B179F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A8E82-13D0-4193-991A-33957CE7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2CD9B-0C12-4051-B381-9FADE0BD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3A074-9CC5-4B7D-B01F-56851DC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BFD0D-E37D-41F5-9290-5628AA1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F90A4-5676-4AF5-B561-9BEB2C17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96BF-C3A7-418B-9805-29EB05B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301C-AE70-4B26-86F8-78CBEBC7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B1F3-3AE8-4F69-9822-06F21330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3E9AC-58FF-4B09-B365-63F6523F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5218-57F7-4700-B3F9-44B29EAC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CE977-8D8D-4695-BC16-C15D83C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1329-7D35-4222-AB0D-2D9D477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FF4B-495F-4671-B9FF-E0133D44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0BE73-AB1F-4A54-A2E5-C2127D3E4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772F2-80D0-467E-874B-024BCA86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A046-2C0B-4F32-B759-F884169F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64CDA-B900-4ED8-9E0A-3D7AACFF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AAF2-EF1B-4899-86FA-5DC2710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D25B-5F85-431D-B5A4-48DC645A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69D0-07CA-4B94-9DA2-2094BB83A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E414-269A-4281-B39E-F78D39D2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C0F77-F027-44F4-9463-1108A6DE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5D163-0ACA-41B3-94F2-A001F0CA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6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54E62-4CD5-4EBD-A0C6-9F39096AA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8D048-41E3-4C4D-8EEE-8B4EF064A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FA18-10D7-4D76-91B3-27A7A8DB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B232-A5AE-435E-8143-40A11827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2038-4E9D-468B-AD23-73006900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8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3EEBB-21D6-4523-A09C-71768CC5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C14C9-E452-4F70-9AFF-F5B33FB8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9518-71CB-45D2-8730-87BDD12E7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D0BD7-795D-4E37-B208-2A01539E556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FDC0-2EB3-429B-A97D-7DCA37FD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4A992-90A0-457B-BBE2-2CA97D37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5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0F41-5846-064D-C0C3-84BAD57FE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Tugas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4CEF5-CFF5-58F5-4907-24FEC947D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265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98A2D-879A-4105-B220-0DB0D396B97A}"/>
              </a:ext>
            </a:extLst>
          </p:cNvPr>
          <p:cNvSpPr txBox="1"/>
          <p:nvPr/>
        </p:nvSpPr>
        <p:spPr>
          <a:xfrm>
            <a:off x="1802296" y="954157"/>
            <a:ext cx="1000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/>
              <a:t>Tugas</a:t>
            </a:r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BE4E2-0342-4115-BF77-D56486A686C5}"/>
              </a:ext>
            </a:extLst>
          </p:cNvPr>
          <p:cNvSpPr txBox="1"/>
          <p:nvPr/>
        </p:nvSpPr>
        <p:spPr>
          <a:xfrm>
            <a:off x="1802296" y="1997960"/>
            <a:ext cx="8623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Pelajari semua contoh-contoh soal dan solusinya yang ada pada Bab2 Robert Boylestat - Circuit Theory 7th Edition bab 2 – diode.pdf (lampiran diberikan).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Kerjakan soal no. 1 -52.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Gunakan simulasi Proteus untuk pembuktian.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43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Tugas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Dioda  Rangkaian Pemotong (Clipper) Rangkaian Pengapit (Clampers) Rangkaian Pengganda Tegangan Rangkaian Dioda Zener </dc:title>
  <dc:creator>Ridwan Solihin</dc:creator>
  <cp:lastModifiedBy>erilmozef@yahoo.com</cp:lastModifiedBy>
  <cp:revision>54</cp:revision>
  <dcterms:created xsi:type="dcterms:W3CDTF">2022-02-27T04:50:30Z</dcterms:created>
  <dcterms:modified xsi:type="dcterms:W3CDTF">2025-03-24T20:56:37Z</dcterms:modified>
</cp:coreProperties>
</file>