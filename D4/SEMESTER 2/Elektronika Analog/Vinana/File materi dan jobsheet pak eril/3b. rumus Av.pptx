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281" r:id="rId4"/>
    <p:sldId id="282" r:id="rId5"/>
    <p:sldId id="283" r:id="rId6"/>
    <p:sldId id="28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532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500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315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377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182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56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687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61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07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891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473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6F933-E0DA-47FD-91A6-F6D3D0E964C0}" type="datetimeFigureOut">
              <a:rPr lang="en-US" smtClean="0"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96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Rumus-Rumus Av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421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37" y="245984"/>
            <a:ext cx="8779525" cy="64075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ACB860-9A88-44C1-A767-940D50A3FE88}"/>
              </a:ext>
            </a:extLst>
          </p:cNvPr>
          <p:cNvSpPr txBox="1"/>
          <p:nvPr/>
        </p:nvSpPr>
        <p:spPr>
          <a:xfrm>
            <a:off x="1121376" y="169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1</a:t>
            </a:r>
            <a:endParaRPr lang="en-ID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3265EA-A8CF-4D9A-B466-226A327AA87C}"/>
              </a:ext>
            </a:extLst>
          </p:cNvPr>
          <p:cNvSpPr txBox="1"/>
          <p:nvPr/>
        </p:nvSpPr>
        <p:spPr>
          <a:xfrm>
            <a:off x="1121376" y="35194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2</a:t>
            </a:r>
            <a:endParaRPr lang="en-ID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A181D4-2531-4601-8CC6-D1F48C499141}"/>
              </a:ext>
            </a:extLst>
          </p:cNvPr>
          <p:cNvSpPr txBox="1"/>
          <p:nvPr/>
        </p:nvSpPr>
        <p:spPr>
          <a:xfrm>
            <a:off x="1096908" y="535519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3</a:t>
            </a:r>
            <a:endParaRPr lang="en-ID" b="1"/>
          </a:p>
        </p:txBody>
      </p:sp>
    </p:spTree>
    <p:extLst>
      <p:ext uri="{BB962C8B-B14F-4D97-AF65-F5344CB8AC3E}">
        <p14:creationId xmlns:p14="http://schemas.microsoft.com/office/powerpoint/2010/main" val="1039806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720" y="1027906"/>
            <a:ext cx="10136080" cy="54100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636820-7B28-4023-9995-50FB935A34CB}"/>
              </a:ext>
            </a:extLst>
          </p:cNvPr>
          <p:cNvSpPr txBox="1"/>
          <p:nvPr/>
        </p:nvSpPr>
        <p:spPr>
          <a:xfrm>
            <a:off x="857404" y="178593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4</a:t>
            </a:r>
            <a:endParaRPr lang="en-ID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78C621-BB58-4B63-A3CF-D9CD394FC899}"/>
              </a:ext>
            </a:extLst>
          </p:cNvPr>
          <p:cNvSpPr txBox="1"/>
          <p:nvPr/>
        </p:nvSpPr>
        <p:spPr>
          <a:xfrm>
            <a:off x="836720" y="35482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5</a:t>
            </a:r>
            <a:endParaRPr lang="en-ID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9E2950-7386-455C-9EBD-3F587AE43DCE}"/>
              </a:ext>
            </a:extLst>
          </p:cNvPr>
          <p:cNvSpPr txBox="1"/>
          <p:nvPr/>
        </p:nvSpPr>
        <p:spPr>
          <a:xfrm>
            <a:off x="836720" y="53105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6</a:t>
            </a:r>
            <a:endParaRPr lang="en-ID" b="1"/>
          </a:p>
        </p:txBody>
      </p:sp>
    </p:spTree>
    <p:extLst>
      <p:ext uri="{BB962C8B-B14F-4D97-AF65-F5344CB8AC3E}">
        <p14:creationId xmlns:p14="http://schemas.microsoft.com/office/powerpoint/2010/main" val="2842422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704" y="913844"/>
            <a:ext cx="8526591" cy="53361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807823-F69E-43E9-9AD0-D3FF19741D2D}"/>
              </a:ext>
            </a:extLst>
          </p:cNvPr>
          <p:cNvSpPr txBox="1"/>
          <p:nvPr/>
        </p:nvSpPr>
        <p:spPr>
          <a:xfrm>
            <a:off x="1033766" y="242411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7</a:t>
            </a:r>
            <a:endParaRPr lang="en-ID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1F6048-D666-43A3-B3D1-C7036BADFA82}"/>
              </a:ext>
            </a:extLst>
          </p:cNvPr>
          <p:cNvSpPr txBox="1"/>
          <p:nvPr/>
        </p:nvSpPr>
        <p:spPr>
          <a:xfrm>
            <a:off x="1033766" y="483393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8</a:t>
            </a:r>
            <a:endParaRPr lang="en-ID" b="1"/>
          </a:p>
        </p:txBody>
      </p:sp>
    </p:spTree>
    <p:extLst>
      <p:ext uri="{BB962C8B-B14F-4D97-AF65-F5344CB8AC3E}">
        <p14:creationId xmlns:p14="http://schemas.microsoft.com/office/powerpoint/2010/main" val="2667230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154" y="588888"/>
            <a:ext cx="7990882" cy="58444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8D2A60-AA49-4685-ACFC-1F6A69CE0352}"/>
              </a:ext>
            </a:extLst>
          </p:cNvPr>
          <p:cNvSpPr txBox="1"/>
          <p:nvPr/>
        </p:nvSpPr>
        <p:spPr>
          <a:xfrm>
            <a:off x="857404" y="178593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9</a:t>
            </a:r>
            <a:endParaRPr lang="en-ID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205AA6-E58B-4C2B-B518-8947B5D817A1}"/>
              </a:ext>
            </a:extLst>
          </p:cNvPr>
          <p:cNvSpPr txBox="1"/>
          <p:nvPr/>
        </p:nvSpPr>
        <p:spPr>
          <a:xfrm>
            <a:off x="857404" y="332642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10</a:t>
            </a:r>
            <a:endParaRPr lang="en-ID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8BD132-DC62-4C35-9D4E-ADEE892C1E18}"/>
              </a:ext>
            </a:extLst>
          </p:cNvPr>
          <p:cNvSpPr txBox="1"/>
          <p:nvPr/>
        </p:nvSpPr>
        <p:spPr>
          <a:xfrm>
            <a:off x="838200" y="514683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11</a:t>
            </a:r>
            <a:endParaRPr lang="en-ID" b="1"/>
          </a:p>
        </p:txBody>
      </p:sp>
    </p:spTree>
    <p:extLst>
      <p:ext uri="{BB962C8B-B14F-4D97-AF65-F5344CB8AC3E}">
        <p14:creationId xmlns:p14="http://schemas.microsoft.com/office/powerpoint/2010/main" val="1697676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564" y="277650"/>
            <a:ext cx="6979654" cy="64048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54DFF7-C057-4F98-9593-69D289EFBFDB}"/>
              </a:ext>
            </a:extLst>
          </p:cNvPr>
          <p:cNvSpPr txBox="1"/>
          <p:nvPr/>
        </p:nvSpPr>
        <p:spPr>
          <a:xfrm>
            <a:off x="1228853" y="186213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12</a:t>
            </a:r>
            <a:endParaRPr lang="en-ID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AE9600-FC59-4F60-8A37-83655513C24E}"/>
              </a:ext>
            </a:extLst>
          </p:cNvPr>
          <p:cNvSpPr txBox="1"/>
          <p:nvPr/>
        </p:nvSpPr>
        <p:spPr>
          <a:xfrm>
            <a:off x="1228853" y="368284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13</a:t>
            </a:r>
            <a:endParaRPr lang="en-ID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3F35E3-232A-4B93-98E2-AFE74DC27327}"/>
              </a:ext>
            </a:extLst>
          </p:cNvPr>
          <p:cNvSpPr txBox="1"/>
          <p:nvPr/>
        </p:nvSpPr>
        <p:spPr>
          <a:xfrm>
            <a:off x="1228853" y="550355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14</a:t>
            </a:r>
            <a:endParaRPr lang="en-ID" b="1"/>
          </a:p>
        </p:txBody>
      </p:sp>
    </p:spTree>
    <p:extLst>
      <p:ext uri="{BB962C8B-B14F-4D97-AF65-F5344CB8AC3E}">
        <p14:creationId xmlns:p14="http://schemas.microsoft.com/office/powerpoint/2010/main" val="3959195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16</Words>
  <Application>Microsoft Office PowerPoint</Application>
  <PresentationFormat>Widescreen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Rumus-Rumus Av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 </cp:lastModifiedBy>
  <cp:revision>38</cp:revision>
  <dcterms:created xsi:type="dcterms:W3CDTF">2024-09-17T16:14:35Z</dcterms:created>
  <dcterms:modified xsi:type="dcterms:W3CDTF">2024-09-29T04:47:37Z</dcterms:modified>
</cp:coreProperties>
</file>