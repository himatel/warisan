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7EA7-0306-D781-B4DA-59E48B400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D8E58-0393-215E-38EC-A19B3FDD2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BC8C8-F1D9-CEB9-D859-09D860CF1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6454-CE53-CBBF-4977-0B922AF06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D4C25-7F0D-1C50-F28F-E8059CDD9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35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CB8D-060E-FD0E-105B-AEA19D4E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C59B4-A4E3-EE8B-75BE-2CD22B089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0B190-830B-EA0F-4878-5D570A140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A275A-1481-4F2B-A5BD-3C4B0BA2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6E5E1-530A-7DDF-A7A7-293F816B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182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774E4-8856-57D1-8F59-575CA208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4ADE0-F4E7-A7B7-BBC1-413C9419A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0B8E-2369-C13A-7293-3B1D09577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1E6ED-AF4F-880B-5852-DCA761F5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97463-7981-D9A2-8C70-03A82D8DB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069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9762-6B59-33DA-1561-7906D4183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2D5D3-E68C-6C1C-A49E-6F802605F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8CA13-24D5-8949-EA48-E246144A1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F778D-9B69-CFDB-8A02-C36A0B8A2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D5770-A721-A280-FED7-AA8B20F2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2B295-65D3-128E-ED82-E899515EF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1352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A627-7714-609C-FCE3-5DECBA85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DF028-FA2A-AD4B-80CC-6A0B3DE7D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18E21-D965-5B09-0933-875C87B8E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19C14-EB38-E3C1-881E-EE964A560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AF17A-B228-B39B-DD53-461E62724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09BE8-89F1-2FC0-0F2A-74695429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B2FF63-F3EC-4BC0-6379-6B2EAECCF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A777E4-473C-288C-C0AF-ABBDBAC3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9137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58AC-601F-2DE6-2C29-AAD80396E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EE3F4C-E081-5A41-D8F8-87680A76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EE4CCA-1084-C8B1-3C05-2340201F6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864FC-73E5-7B91-57D9-25F6778E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049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A0CD1-3711-B4D3-67A8-C5A91B47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4626A3-27D4-1400-3202-F7C5BFE6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ED236-2501-3EE4-2D92-E54DADCE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054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4F5D3-E7D5-8B9B-12CE-169C88867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0EF85-FD44-46D5-B44A-FC9FC1856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725B6-FA66-0F7B-9A90-B2FC8767B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89BC3-8D72-5225-8BA6-0C2DC047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6E385-4EE2-C697-C4DB-9488CD4A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72FA5-4D2D-6FF3-BA80-11FA4532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927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D5A8-0538-3D0F-49C4-A59AC5901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A9501-098C-4B2B-1636-3AEA05C1C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3468B-1C97-3620-ECE1-DEE673AA4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65BDE-DF6B-34E8-6FF7-F891FD4B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710D1-3073-1406-E5A6-BCF09E2E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64EA1-F2B5-A096-14D5-A73F3EAE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0474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F928-6801-D7DA-447D-99AFFC3C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C3872-9AA2-F03D-9366-F1E1AFFA7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9A039-E6DC-DA1C-93DA-15F1606BF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B4649-9E1E-6FE7-D228-729679E57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448C3-CB5E-81A4-1672-E647508DF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521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4AAFE-BF81-A6D5-51BD-A1F8C0B4F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9E6DB-6BA0-C281-73C4-C79C638FA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81289-70BD-ADBC-DACD-3185040F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04A14-7042-4056-7488-04DC15715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57646-7319-79EE-BFD1-8054583B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0452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2F8FD7-7629-240B-175A-B166B201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819EF-B981-2A5B-9AB3-7E66A0623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CA4B3-5861-A9DC-03CC-45E1ECC95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7D5C7-BBB3-4A9A-8EE0-F3AE6ACA8CCA}" type="datetimeFigureOut">
              <a:rPr lang="en-ID" smtClean="0"/>
              <a:t>23/05/2025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85D2-EDCD-7C97-3B27-99F092134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C8BBA-7AAA-B1CA-D480-90A0E97D5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854EB-7636-4D50-AB19-F7835371D67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2295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F8CD-B0B1-4BEA-38C9-562A79A5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Langkah Kerja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85DEF-2E55-BF11-36AC-8D5D2AEEF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/>
              <a:t>Merancang penguat sinyal kecil Fixed Bias, mencari Zi, Zo, Av dan Ai</a:t>
            </a:r>
          </a:p>
          <a:p>
            <a:r>
              <a:rPr lang="en-US"/>
              <a:t>Membuat simulasi Proteus penguat sinyal kecil dengan dan tanpa offset (tanpa C dan dengan C)</a:t>
            </a:r>
          </a:p>
          <a:p>
            <a:pPr lvl="1"/>
            <a:r>
              <a:rPr lang="en-US"/>
              <a:t>Frekuensi 1Khz, 50mVpp</a:t>
            </a:r>
          </a:p>
          <a:p>
            <a:r>
              <a:rPr lang="en-US"/>
              <a:t>Mencoba penguat sinyal kecil pada hasil rangkaian riil prategangan fixed bias yang sudah dibuat minggu lalu (output masih dengan offset dc </a:t>
            </a:r>
            <a:r>
              <a:rPr lang="en-US">
                <a:sym typeface="Wingdings" panose="05000000000000000000" pitchFamily="2" charset="2"/>
              </a:rPr>
              <a:t> di kolektor belum pakai C</a:t>
            </a:r>
            <a:r>
              <a:rPr lang="en-US"/>
              <a:t>).</a:t>
            </a:r>
          </a:p>
          <a:p>
            <a:r>
              <a:rPr lang="en-US"/>
              <a:t>Mencoba penguat sinyal kecil pada hasil rangkaian riil prategangan fixed bias yang sudah dibuat minggu lalu (output tanpa offset dc </a:t>
            </a:r>
            <a:r>
              <a:rPr lang="en-US">
                <a:sym typeface="Wingdings" panose="05000000000000000000" pitchFamily="2" charset="2"/>
              </a:rPr>
              <a:t> di kolektor ada kapasitor</a:t>
            </a:r>
            <a:r>
              <a:rPr lang="en-US"/>
              <a:t>).</a:t>
            </a:r>
          </a:p>
          <a:p>
            <a:r>
              <a:rPr lang="en-US"/>
              <a:t>Membandingkan hasil sinyal simulasi dan riil</a:t>
            </a:r>
          </a:p>
          <a:p>
            <a:r>
              <a:rPr lang="en-US"/>
              <a:t>Membandingkan Av perhitungan dan Riil</a:t>
            </a:r>
          </a:p>
          <a:p>
            <a:endParaRPr lang="en-US"/>
          </a:p>
          <a:p>
            <a:r>
              <a:rPr lang="en-US"/>
              <a:t>Laporan dalam bentuk ppt (berbeda dari ppt laporan sebelumnya tapi isinya masih merupakan lanjutan dari laporan sebelumnya)</a:t>
            </a:r>
          </a:p>
          <a:p>
            <a:r>
              <a:rPr lang="en-US"/>
              <a:t>Dikumpulkan hari Kamis, 29/05/25, 23.59 (hari libur nasional)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4311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Langkah Kerja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erilmozef@yahoo.com</dc:creator>
  <cp:lastModifiedBy>erilmozef@yahoo.com</cp:lastModifiedBy>
  <cp:revision>8</cp:revision>
  <dcterms:created xsi:type="dcterms:W3CDTF">2025-05-22T22:13:41Z</dcterms:created>
  <dcterms:modified xsi:type="dcterms:W3CDTF">2025-05-23T07:55:09Z</dcterms:modified>
</cp:coreProperties>
</file>