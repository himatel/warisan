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3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1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7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8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5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87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6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9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7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6F933-E0DA-47FD-91A6-F6D3D0E964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9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Cara Membuat Skema Ekuivalen AC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2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Cara Membuat Rangkaian/Skema Ekuivalen AC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32" y="2240251"/>
            <a:ext cx="3801122" cy="37620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71146" y="1690688"/>
            <a:ext cx="1738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Robert Boylestat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39484" y="4048125"/>
            <a:ext cx="5699992" cy="2205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1. Ganti Simbol BJT dengan skema ekuivalennya.</a:t>
            </a:r>
          </a:p>
          <a:p>
            <a:pPr marL="0" indent="0">
              <a:buNone/>
            </a:pPr>
            <a:r>
              <a:rPr lang="en-US"/>
              <a:t>2. VCC sambungkan ke Ground.</a:t>
            </a:r>
          </a:p>
          <a:p>
            <a:pPr marL="0" indent="0">
              <a:buNone/>
            </a:pPr>
            <a:r>
              <a:rPr lang="en-US"/>
              <a:t>2. Hubung singkat semua kapasitor.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460BD-BDDE-4A56-BC2E-7CDC8000C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725" y="1875354"/>
            <a:ext cx="3038899" cy="179095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651C55-7D3E-455A-8BAC-B6F0012A30B8}"/>
              </a:ext>
            </a:extLst>
          </p:cNvPr>
          <p:cNvCxnSpPr/>
          <p:nvPr/>
        </p:nvCxnSpPr>
        <p:spPr>
          <a:xfrm flipV="1">
            <a:off x="3705225" y="2981325"/>
            <a:ext cx="3033500" cy="11399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C074A20-D706-4DFE-A636-18FD785B5EA1}"/>
              </a:ext>
            </a:extLst>
          </p:cNvPr>
          <p:cNvSpPr/>
          <p:nvPr/>
        </p:nvSpPr>
        <p:spPr>
          <a:xfrm>
            <a:off x="9958599" y="2348210"/>
            <a:ext cx="1473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skema ekuivalen AC BJT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7568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Contoh Membuat Skema Ekuivalen AC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57" y="2199733"/>
            <a:ext cx="3801122" cy="37620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222" y="3392725"/>
            <a:ext cx="6733528" cy="20852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16" y="1474378"/>
            <a:ext cx="3677163" cy="1743318"/>
          </a:xfrm>
          <a:prstGeom prst="rect">
            <a:avLst/>
          </a:prstGeom>
        </p:spPr>
      </p:pic>
      <p:sp>
        <p:nvSpPr>
          <p:cNvPr id="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315797" y="5405635"/>
            <a:ext cx="74953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200" b="1">
                <a:latin typeface="Arial" panose="020B0604020202020204" pitchFamily="34" charset="0"/>
              </a:rPr>
              <a:t>Beda ro dan RL: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200" b="1">
                <a:latin typeface="Arial" panose="020B0604020202020204" pitchFamily="34" charset="0"/>
              </a:rPr>
              <a:t>ro​</a:t>
            </a:r>
            <a:r>
              <a:rPr lang="en-US" sz="1200">
                <a:latin typeface="Arial" panose="020B0604020202020204" pitchFamily="34" charset="0"/>
              </a:rPr>
              <a:t> adalah parameter internal transistor yang mempengaruhi impedansi output dan penguatan sinyal kecil.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RL​</a:t>
            </a:r>
            <a:r>
              <a: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adalah komponen eksternal yang mempengaruhi penguatan tegangan dan beban output rangkaian.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200">
                <a:latin typeface="Arial" panose="020B0604020202020204" pitchFamily="34" charset="0"/>
              </a:rPr>
              <a:t>hfe itu adalah = B (Beta)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200">
                <a:latin typeface="Arial" panose="020B0604020202020204" pitchFamily="34" charset="0"/>
              </a:rPr>
              <a:t>h</a:t>
            </a:r>
            <a:r>
              <a: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 = B.re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200">
                <a:latin typeface="Arial" panose="020B0604020202020204" pitchFamily="34" charset="0"/>
              </a:rPr>
              <a:t>re=25mV/IE</a:t>
            </a: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347934"/>
            <a:ext cx="250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sumber Robert Boylestat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7818E1-5B65-42CF-BCA9-491AA24282B7}"/>
              </a:ext>
            </a:extLst>
          </p:cNvPr>
          <p:cNvSpPr/>
          <p:nvPr/>
        </p:nvSpPr>
        <p:spPr>
          <a:xfrm>
            <a:off x="6448954" y="3208059"/>
            <a:ext cx="5026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Skema Ekuivalen untuk analisis AC (Av, Zi, Zo, Ai, dll)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B16793-3201-481E-86FE-6DD2828E072D}"/>
              </a:ext>
            </a:extLst>
          </p:cNvPr>
          <p:cNvSpPr/>
          <p:nvPr/>
        </p:nvSpPr>
        <p:spPr>
          <a:xfrm>
            <a:off x="3032962" y="1917594"/>
            <a:ext cx="34305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Skema untuk analisis DC (garis beban, titik kerja, prategangan, dll)</a:t>
            </a:r>
            <a:endParaRPr lang="en-ID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3F7AF80-F3BB-4F3E-B8D8-4CBEA9D8BB29}"/>
              </a:ext>
            </a:extLst>
          </p:cNvPr>
          <p:cNvSpPr/>
          <p:nvPr/>
        </p:nvSpPr>
        <p:spPr>
          <a:xfrm>
            <a:off x="4315797" y="4193183"/>
            <a:ext cx="432438" cy="4843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968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132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Cara Membuat Skema Ekuivalen AC</vt:lpstr>
      <vt:lpstr>Cara Membuat Rangkaian/Skema Ekuivalen AC</vt:lpstr>
      <vt:lpstr>Contoh Membuat Skema Ekuivalen AC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erilmozef@yahoo.com</cp:lastModifiedBy>
  <cp:revision>40</cp:revision>
  <dcterms:created xsi:type="dcterms:W3CDTF">2024-09-17T16:14:35Z</dcterms:created>
  <dcterms:modified xsi:type="dcterms:W3CDTF">2025-05-22T22:30:38Z</dcterms:modified>
</cp:coreProperties>
</file>