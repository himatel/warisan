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  <p:sldId id="297" r:id="rId3"/>
    <p:sldId id="264" r:id="rId4"/>
    <p:sldId id="257" r:id="rId5"/>
    <p:sldId id="258" r:id="rId6"/>
    <p:sldId id="260" r:id="rId7"/>
    <p:sldId id="261" r:id="rId8"/>
    <p:sldId id="283" r:id="rId9"/>
    <p:sldId id="285" r:id="rId10"/>
    <p:sldId id="262" r:id="rId11"/>
    <p:sldId id="265" r:id="rId12"/>
    <p:sldId id="266" r:id="rId13"/>
    <p:sldId id="279" r:id="rId14"/>
    <p:sldId id="280" r:id="rId15"/>
    <p:sldId id="281" r:id="rId16"/>
    <p:sldId id="28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4660"/>
  </p:normalViewPr>
  <p:slideViewPr>
    <p:cSldViewPr snapToGrid="0">
      <p:cViewPr>
        <p:scale>
          <a:sx n="90" d="100"/>
          <a:sy n="90" d="100"/>
        </p:scale>
        <p:origin x="259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403ED-366E-4B95-B432-8F77526DD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C0A1B3-B8F0-4CA1-8BE6-D833220DA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85341-18EE-466B-9803-EA2D807D2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88B4-8F50-493E-A9D9-428DDA99D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76EA6-8C1A-443F-B4CE-0F7384994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06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65300-7256-4D98-B0B6-4E2CD6850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F4B0F-6558-4461-9218-4119A5FC5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93716-D69C-4FF6-9BE2-53D36CB0E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708A0-25E4-43ED-81A4-7A3C37BEC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B1D69-DFA9-4D0F-914C-8E73733F4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72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D7115-366E-4280-9EE9-02841C07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7B3CC-B236-47ED-9240-FA4CE499A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9F16F-D229-49B3-B73D-F290626DF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FCDED-381D-4A57-BD1A-01454E39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927B2-B5AA-46DC-A5A4-EB9BE67CE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42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579FD-2A12-40A0-A396-4D3A3A9A0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E41F-B7A6-42CB-8469-0C5DEBF0F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53EEC-EB4F-4F5D-86CE-4A2269560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78B05-E0E4-41C9-9A72-E519E6B2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F3BEE-1A26-4CC4-9A30-69E423941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AA4C0-2035-41D4-8BD1-7DBC04AE2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3C207-3A38-423D-B12D-8AB1CF00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86440-2397-4581-89A9-A729D237D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59AC0-0251-4E89-A7CD-D2BD9D95B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E6B544-8430-4C88-A024-5F84DB56A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A353FF-E18A-40BA-8FC9-4B1571278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1E7A99-3150-44FF-AEF4-A17C5C1FD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252EDF-E2AF-4DD9-A565-46C1008B8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56DE5F-23A0-4CD9-BB7B-B4842D293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82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FC6F2-4CA4-40A3-A509-B1B179FE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4A8E82-13D0-4193-991A-33957CE7D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2CD9B-0C12-4051-B381-9FADE0BDE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3A074-9CC5-4B7D-B01F-56851DCE4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55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CBFD0D-E37D-41F5-9290-5628AA1C6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8F90A4-5676-4AF5-B561-9BEB2C17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D96BF-C3A7-418B-9805-29EB05B50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301C-AE70-4B26-86F8-78CBEBC7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B1F3-3AE8-4F69-9822-06F213306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3E9AC-58FF-4B09-B365-63F6523F9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D5218-57F7-4700-B3F9-44B29EAC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CE977-8D8D-4695-BC16-C15D83C37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41329-7D35-4222-AB0D-2D9D4773B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562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FF4B-495F-4671-B9FF-E0133D44B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10BE73-AB1F-4A54-A2E5-C2127D3E4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772F2-80D0-467E-874B-024BCA869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6A046-2C0B-4F32-B759-F884169F5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64CDA-B900-4ED8-9E0A-3D7AACFF4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3AAF2-EF1B-4899-86FA-5DC271007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37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9D25B-5F85-431D-B5A4-48DC645A7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169D0-07CA-4B94-9DA2-2094BB83A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FE414-269A-4281-B39E-F78D39D2F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C0F77-F027-44F4-9463-1108A6DE6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5D163-0ACA-41B3-94F2-A001F0CA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6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B54E62-4CD5-4EBD-A0C6-9F39096AA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8D048-41E3-4C4D-8EEE-8B4EF064A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FA18-10D7-4D76-91B3-27A7A8DB0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2B232-A5AE-435E-8143-40A11827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62038-4E9D-468B-AD23-73006900C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81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F3EEBB-21D6-4523-A09C-71768CC5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C14C9-E452-4F70-9AFF-F5B33FB88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29518-71CB-45D2-8730-87BDD12E7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D0BD7-795D-4E37-B208-2A01539E556F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7FDC0-2EB3-429B-A97D-7DCA37FD0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4A992-90A0-457B-BBE2-2CA97D372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850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2657-9801-13CF-20E3-66F8DC3FF5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Rangkaian Clippers (Pemotong)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B181B1-5505-5AA8-ED2C-3697BF0620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0947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Apa itu rangkaian Clipper?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Rangkaian clipper adalah jenis rangkaian diode yang digunakan untuk memotong bagian tertentu dari sinyal input. </a:t>
            </a:r>
          </a:p>
          <a:p>
            <a:r>
              <a:rPr lang="en-US"/>
              <a:t>Tujuan utama dari rangkaian clipper adalah untuk membatasi atau memodifikasi bentuk gelombang sinyal dengan menghilangkan bagian tertentu dari sinyal tersebut.</a:t>
            </a:r>
          </a:p>
          <a:p>
            <a:r>
              <a:rPr lang="en-US"/>
              <a:t>Rangkaian clipper biasanya terdiri dari satu atau lebih dioda yang ditempatkan dalam rangkaian dengan komponen tambahan seperti resistor. </a:t>
            </a:r>
          </a:p>
          <a:p>
            <a:r>
              <a:rPr lang="en-US"/>
              <a:t>Diode dalam rangkaian clipper biasanya ditempatkan dalam dua konfigurasi utama: clipper positif dan clipper negatif.</a:t>
            </a:r>
          </a:p>
          <a:p>
            <a:r>
              <a:rPr lang="en-US" b="1"/>
              <a:t>Clipper Positif</a:t>
            </a:r>
            <a:r>
              <a:rPr lang="en-US"/>
              <a:t>: Clipper positif memotong bagian atas sinyal input di atas tegangan ambang yang ditentukan oleh diode. Ini berarti bahwa bagian sinyal di atas tegangan ambang diode akan dipotong atau dikurangi.</a:t>
            </a:r>
          </a:p>
          <a:p>
            <a:r>
              <a:rPr lang="en-US" b="1"/>
              <a:t>Clipper Negatif</a:t>
            </a:r>
            <a:r>
              <a:rPr lang="en-US"/>
              <a:t>: Clipper negatif memotong bagian bawah sinyal input di bawah tegangan ambang yang ditentukan oleh diode. Ini berarti bahwa bagian sinyal di bawah tegangan ambang diode akan dipotong atau dikurangi.</a:t>
            </a:r>
          </a:p>
          <a:p>
            <a:r>
              <a:rPr lang="en-US"/>
              <a:t>Rangkaian clipper digunakan dalam berbagai aplikasi, termasuk dalam pemrosesan sinyal audio, pemrosesan sinyal video, dan dalam pemrosesan sinyal komunikasi. </a:t>
            </a:r>
          </a:p>
          <a:p>
            <a:r>
              <a:rPr lang="en-US"/>
              <a:t>Mereka dapat digunakan untuk menghilangkan komponen sinyal yang tidak diinginkan atau untuk mengubah bentuk gelombang sinyal sesuai kebutuhan aplikasi tertentu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2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F4170A-31A7-432B-BF0A-A78FBF823E9E}"/>
              </a:ext>
            </a:extLst>
          </p:cNvPr>
          <p:cNvSpPr txBox="1"/>
          <p:nvPr/>
        </p:nvSpPr>
        <p:spPr>
          <a:xfrm>
            <a:off x="1139687" y="1036862"/>
            <a:ext cx="1021742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Ada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yang </a:t>
            </a:r>
            <a:r>
              <a:rPr lang="en-US" dirty="0" err="1"/>
              <a:t>disebut</a:t>
            </a:r>
            <a:r>
              <a:rPr lang="en-US" dirty="0"/>
              <a:t> clipper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kemampuan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"clip“ </a:t>
            </a:r>
            <a:r>
              <a:rPr lang="en-US" dirty="0" err="1"/>
              <a:t>mematikan</a:t>
            </a:r>
            <a:r>
              <a:rPr lang="en-US" dirty="0"/>
              <a:t> </a:t>
            </a:r>
            <a:r>
              <a:rPr lang="en-US" dirty="0" err="1"/>
              <a:t>sebagian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input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mendistorsi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yang </a:t>
            </a:r>
            <a:r>
              <a:rPr lang="en-US" dirty="0" err="1"/>
              <a:t>tersisa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</a:t>
            </a:r>
            <a:r>
              <a:rPr lang="en-US" err="1"/>
              <a:t>bolak-balik</a:t>
            </a:r>
            <a:r>
              <a:rPr lang="en-US"/>
              <a:t>.</a:t>
            </a:r>
          </a:p>
          <a:p>
            <a:r>
              <a:rPr lang="en-US"/>
              <a:t> </a:t>
            </a:r>
          </a:p>
          <a:p>
            <a:r>
              <a:rPr lang="en-US"/>
              <a:t>Penyearah </a:t>
            </a:r>
            <a:r>
              <a:rPr lang="en-US" dirty="0" err="1"/>
              <a:t>setengah</a:t>
            </a:r>
            <a:r>
              <a:rPr lang="en-US" dirty="0"/>
              <a:t> </a:t>
            </a:r>
            <a:r>
              <a:rPr lang="en-US" err="1"/>
              <a:t>gelombang</a:t>
            </a:r>
            <a:r>
              <a:rPr lang="en-US"/>
              <a:t> adalah </a:t>
            </a:r>
            <a:r>
              <a:rPr lang="en-US" dirty="0" err="1"/>
              <a:t>contoh</a:t>
            </a:r>
            <a:r>
              <a:rPr lang="en-US" dirty="0"/>
              <a:t> yang paling </a:t>
            </a:r>
            <a:r>
              <a:rPr lang="en-US" dirty="0" err="1"/>
              <a:t>sederhana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pemotong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—</a:t>
            </a:r>
            <a:r>
              <a:rPr lang="en-US" dirty="0" err="1"/>
              <a:t>satu</a:t>
            </a:r>
            <a:r>
              <a:rPr lang="en-US" dirty="0"/>
              <a:t> resistor dan </a:t>
            </a:r>
            <a:r>
              <a:rPr lang="en-US" err="1"/>
              <a:t>dioda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/>
              <a:t>Tergantung </a:t>
            </a:r>
            <a:r>
              <a:rPr lang="en-US" dirty="0"/>
              <a:t>pada </a:t>
            </a:r>
            <a:r>
              <a:rPr lang="en-US" dirty="0" err="1"/>
              <a:t>orientasi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, wilayah </a:t>
            </a:r>
            <a:r>
              <a:rPr lang="en-US" dirty="0" err="1"/>
              <a:t>positif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negatif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input "</a:t>
            </a:r>
            <a:r>
              <a:rPr lang="en-US" err="1"/>
              <a:t>terpotong</a:t>
            </a:r>
            <a:r>
              <a:rPr lang="en-US"/>
              <a:t>".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464943-AE2A-C3AD-2D9A-FB112589C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959" y="3789814"/>
            <a:ext cx="9310077" cy="86181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2EAEE7-41B3-0117-B7CD-A14F3658F1BF}"/>
              </a:ext>
            </a:extLst>
          </p:cNvPr>
          <p:cNvCxnSpPr/>
          <p:nvPr/>
        </p:nvCxnSpPr>
        <p:spPr>
          <a:xfrm>
            <a:off x="5181600" y="4365812"/>
            <a:ext cx="377414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9217837-CA74-9306-F2A2-79BE1C69A459}"/>
              </a:ext>
            </a:extLst>
          </p:cNvPr>
          <p:cNvCxnSpPr>
            <a:cxnSpLocks/>
          </p:cNvCxnSpPr>
          <p:nvPr/>
        </p:nvCxnSpPr>
        <p:spPr>
          <a:xfrm>
            <a:off x="3258670" y="4651633"/>
            <a:ext cx="43702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923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969EF4-7AA6-48DE-80D1-DED9A164D8CC}"/>
              </a:ext>
            </a:extLst>
          </p:cNvPr>
          <p:cNvSpPr txBox="1"/>
          <p:nvPr/>
        </p:nvSpPr>
        <p:spPr>
          <a:xfrm>
            <a:off x="1243584" y="713232"/>
            <a:ext cx="40538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 err="1"/>
              <a:t>Rangkaian</a:t>
            </a:r>
            <a:r>
              <a:rPr lang="en-US" sz="2400" u="sng" dirty="0"/>
              <a:t> </a:t>
            </a:r>
            <a:r>
              <a:rPr lang="en-US" sz="2400" u="sng" dirty="0" err="1"/>
              <a:t>Pemotong</a:t>
            </a:r>
            <a:r>
              <a:rPr lang="en-US" sz="2400" u="sng" dirty="0"/>
              <a:t> - Clippers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89CD05-757F-4B1A-BE1B-C7586A343C09}"/>
              </a:ext>
            </a:extLst>
          </p:cNvPr>
          <p:cNvSpPr txBox="1"/>
          <p:nvPr/>
        </p:nvSpPr>
        <p:spPr>
          <a:xfrm>
            <a:off x="1243584" y="1753424"/>
            <a:ext cx="2163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070C0"/>
                </a:solidFill>
              </a:rPr>
              <a:t>Series Clipper</a:t>
            </a:r>
            <a:endParaRPr lang="en-US" sz="2000" b="1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11B4A1-FFF5-40AC-90A8-3027A3067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2656865"/>
            <a:ext cx="2515843" cy="20415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AF5F7A-E66B-4E7D-B85C-F1F89A57C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342" y="507035"/>
            <a:ext cx="3109924" cy="2333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8EDAA0-F876-6CCF-E254-6814FE4C2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116" y="4455369"/>
            <a:ext cx="3109924" cy="14625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55EED7-5675-E969-1073-65864C0FAE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9681" y="2913804"/>
            <a:ext cx="3057359" cy="146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48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E5E1B5-87E6-448A-926D-E450A14B4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877" y="2070927"/>
            <a:ext cx="4807123" cy="19228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7FF0F0-1BEF-AC37-2D5E-12EC96D1FA29}"/>
              </a:ext>
            </a:extLst>
          </p:cNvPr>
          <p:cNvSpPr txBox="1"/>
          <p:nvPr/>
        </p:nvSpPr>
        <p:spPr>
          <a:xfrm>
            <a:off x="1231986" y="416003"/>
            <a:ext cx="53006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rgbClr val="0070C0"/>
                </a:solidFill>
              </a:rPr>
              <a:t>Series Clipper dengan DC Supply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F3DA8A-EC40-4E40-E2A0-14A5B7E9C6E6}"/>
              </a:ext>
            </a:extLst>
          </p:cNvPr>
          <p:cNvSpPr txBox="1"/>
          <p:nvPr/>
        </p:nvSpPr>
        <p:spPr>
          <a:xfrm>
            <a:off x="1712259" y="1461247"/>
            <a:ext cx="4038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Buatlah sketsa output dari Clipper seri ini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2753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DB15C0-CB41-D5D3-15E8-AE7DE0B61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190" y="3810143"/>
            <a:ext cx="4658308" cy="2090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1AEB27-D798-545F-BDBE-0DDA67981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265" y="881246"/>
            <a:ext cx="3296524" cy="199194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FB0588A-588C-4020-B7A6-FC4B91CB5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032" y="733313"/>
            <a:ext cx="2832899" cy="13561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B3B7521-1CD1-4FEC-A708-4EA70DE0B1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032" y="2609304"/>
            <a:ext cx="3144059" cy="97516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686203E-DE33-4D79-9A1D-24E15C551C15}"/>
              </a:ext>
            </a:extLst>
          </p:cNvPr>
          <p:cNvSpPr txBox="1"/>
          <p:nvPr/>
        </p:nvSpPr>
        <p:spPr>
          <a:xfrm>
            <a:off x="7400135" y="2014296"/>
            <a:ext cx="2835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2.70 Determining vo.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427FC6-1567-29D8-85F4-A228E84DC41E}"/>
              </a:ext>
            </a:extLst>
          </p:cNvPr>
          <p:cNvSpPr txBox="1"/>
          <p:nvPr/>
        </p:nvSpPr>
        <p:spPr>
          <a:xfrm>
            <a:off x="7693213" y="363981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5733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D5A3EC-CF86-48B2-A0A5-59CB0EB4A074}"/>
              </a:ext>
            </a:extLst>
          </p:cNvPr>
          <p:cNvSpPr txBox="1"/>
          <p:nvPr/>
        </p:nvSpPr>
        <p:spPr>
          <a:xfrm>
            <a:off x="927651" y="676725"/>
            <a:ext cx="23086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Parallel Clipper</a:t>
            </a:r>
            <a:endParaRPr lang="en-US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56A039-2C9B-49B7-B600-63D9730A4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393" y="1551539"/>
            <a:ext cx="3108914" cy="1877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A7EE34-F19E-40BB-9122-689B06DD5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393" y="3848775"/>
            <a:ext cx="8546653" cy="218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490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B193A-04BE-4C73-8160-07EBEDB6FD2D}"/>
              </a:ext>
            </a:extLst>
          </p:cNvPr>
          <p:cNvSpPr txBox="1"/>
          <p:nvPr/>
        </p:nvSpPr>
        <p:spPr>
          <a:xfrm>
            <a:off x="636105" y="464690"/>
            <a:ext cx="18685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EXAMPLE 2.2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CCB365-46D6-40EF-BFCF-6EEB0DD8F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189" y="1398518"/>
            <a:ext cx="7327622" cy="366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557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77AEB8-2989-47A1-BD9C-2AE3E923E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26" y="1990946"/>
            <a:ext cx="2561799" cy="24473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176DE7-DFD1-4637-9B5B-955B1C754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591" y="483204"/>
            <a:ext cx="2763155" cy="27313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E01F2A-0916-CD8C-ABEF-569FD07CB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946" y="4096642"/>
            <a:ext cx="3534268" cy="18100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EF6B64-B72C-58F3-37CF-1379F9DCE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180" y="5992212"/>
            <a:ext cx="2734057" cy="4572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98BAB1-B674-451D-B893-10F35E3F4B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9689" y="1226364"/>
            <a:ext cx="3534268" cy="44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738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F27FD4-1757-8DC3-BECE-ED079D98B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82" y="1381822"/>
            <a:ext cx="5934635" cy="36307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A2E6A8-684C-5DEE-BED1-897FE365D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850" y="1381822"/>
            <a:ext cx="5217338" cy="364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213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CC89FF-5600-49ED-8E22-A0BCC475D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40" y="107126"/>
            <a:ext cx="10729146" cy="652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233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246437-DDDB-4B32-B61B-19C323B11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530" y="0"/>
            <a:ext cx="92859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681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871309-CC36-4C5F-9769-8E17EC1C7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56" y="401126"/>
            <a:ext cx="2305879" cy="5321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90356B-5813-4C60-B271-85ADD87FC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19" y="1445315"/>
            <a:ext cx="9625279" cy="361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944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BC18D2-D8B1-4A6D-BB8C-D0F7437AA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206" y="288157"/>
            <a:ext cx="9405577" cy="619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334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80A843-170E-4AC6-9191-B52E013F1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71" y="980662"/>
            <a:ext cx="9832112" cy="451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10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E7936E-4581-48AD-BD92-33DA564B365E}"/>
              </a:ext>
            </a:extLst>
          </p:cNvPr>
          <p:cNvSpPr txBox="1"/>
          <p:nvPr/>
        </p:nvSpPr>
        <p:spPr>
          <a:xfrm>
            <a:off x="728871" y="424933"/>
            <a:ext cx="21866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EXAMPLE 2.21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91355-CD4C-43EA-87E0-5FF38BCAC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164" y="1102829"/>
            <a:ext cx="5027932" cy="17890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B413A0-587C-45F7-A21F-9133D2B38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80" y="3035795"/>
            <a:ext cx="6482966" cy="33249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4FADE5-28A9-4F89-A53D-9F5B35EE4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486" y="3574774"/>
            <a:ext cx="2937951" cy="262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43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1181</TotalTime>
  <Words>286</Words>
  <Application>Microsoft Office PowerPoint</Application>
  <PresentationFormat>Widescreen</PresentationFormat>
  <Paragraphs>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Rangkaian Clippers (Pemotong)</vt:lpstr>
      <vt:lpstr>Apa itu rangkaian Clipper?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Aplikasi Dioda  Rangkaian Pemotong (Clipper) Rangkaian Pengapit (Clampers) Rangkaian Pengganda Tegangan Rangkaian Dioda Zener </dc:title>
  <dc:creator>Ridwan Solihin</dc:creator>
  <cp:lastModifiedBy>erilmozef@yahoo.com</cp:lastModifiedBy>
  <cp:revision>42</cp:revision>
  <dcterms:created xsi:type="dcterms:W3CDTF">2022-02-27T04:50:30Z</dcterms:created>
  <dcterms:modified xsi:type="dcterms:W3CDTF">2025-03-11T02:13:53Z</dcterms:modified>
</cp:coreProperties>
</file>