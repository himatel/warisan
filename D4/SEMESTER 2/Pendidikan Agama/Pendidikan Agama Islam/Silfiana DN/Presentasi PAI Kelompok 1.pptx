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2" r:id="rId1"/>
  </p:sldMasterIdLst>
  <p:notesMasterIdLst>
    <p:notesMasterId r:id="rId16"/>
  </p:notesMasterIdLst>
  <p:sldIdLst>
    <p:sldId id="256" r:id="rId2"/>
    <p:sldId id="258" r:id="rId3"/>
    <p:sldId id="262" r:id="rId4"/>
    <p:sldId id="259" r:id="rId5"/>
    <p:sldId id="260" r:id="rId6"/>
    <p:sldId id="348" r:id="rId7"/>
    <p:sldId id="261" r:id="rId8"/>
    <p:sldId id="263" r:id="rId9"/>
    <p:sldId id="350" r:id="rId10"/>
    <p:sldId id="354" r:id="rId11"/>
    <p:sldId id="353" r:id="rId12"/>
    <p:sldId id="351" r:id="rId13"/>
    <p:sldId id="352" r:id="rId14"/>
    <p:sldId id="275" r:id="rId15"/>
  </p:sldIdLst>
  <p:sldSz cx="9144000" cy="5143500" type="screen16x9"/>
  <p:notesSz cx="6858000" cy="9144000"/>
  <p:embeddedFontLst>
    <p:embeddedFont>
      <p:font typeface="Calibri" panose="020F0502020204030204" pitchFamily="34" charset="0"/>
      <p:regular r:id="rId17"/>
      <p:bold r:id="rId18"/>
      <p:italic r:id="rId19"/>
      <p:boldItalic r:id="rId20"/>
    </p:embeddedFont>
    <p:embeddedFont>
      <p:font typeface="Manrope" panose="020B0604020202020204" charset="0"/>
      <p:regular r:id="rId21"/>
      <p:bold r:id="rId22"/>
    </p:embeddedFont>
    <p:embeddedFont>
      <p:font typeface="Philosopher" panose="020B0604020202020204" charset="0"/>
      <p:regular r:id="rId23"/>
      <p:bold r:id="rId24"/>
      <p:italic r:id="rId25"/>
      <p:boldItalic r:id="rId26"/>
    </p:embeddedFont>
    <p:embeddedFont>
      <p:font typeface="Source Sans Pro" panose="020B0503030403020204" pitchFamily="3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1277EC-2DCF-4F96-9C9E-DBD1EE8B27E2}">
  <a:tblStyle styleId="{D71277EC-2DCF-4F96-9C9E-DBD1EE8B27E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6"/>
        <p:cNvGrpSpPr/>
        <p:nvPr/>
      </p:nvGrpSpPr>
      <p:grpSpPr>
        <a:xfrm>
          <a:off x="0" y="0"/>
          <a:ext cx="0" cy="0"/>
          <a:chOff x="0" y="0"/>
          <a:chExt cx="0" cy="0"/>
        </a:xfrm>
      </p:grpSpPr>
      <p:sp>
        <p:nvSpPr>
          <p:cNvPr id="3537" name="Google Shape;353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8" name="Google Shape;353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3"/>
        <p:cNvGrpSpPr/>
        <p:nvPr/>
      </p:nvGrpSpPr>
      <p:grpSpPr>
        <a:xfrm>
          <a:off x="0" y="0"/>
          <a:ext cx="0" cy="0"/>
          <a:chOff x="0" y="0"/>
          <a:chExt cx="0" cy="0"/>
        </a:xfrm>
      </p:grpSpPr>
      <p:sp>
        <p:nvSpPr>
          <p:cNvPr id="3554" name="Google Shape;3554;ge4b7ac326b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5" name="Google Shape;3555;ge4b7ac326b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8"/>
        <p:cNvGrpSpPr/>
        <p:nvPr/>
      </p:nvGrpSpPr>
      <p:grpSpPr>
        <a:xfrm>
          <a:off x="0" y="0"/>
          <a:ext cx="0" cy="0"/>
          <a:chOff x="0" y="0"/>
          <a:chExt cx="0" cy="0"/>
        </a:xfrm>
      </p:grpSpPr>
      <p:sp>
        <p:nvSpPr>
          <p:cNvPr id="3619" name="Google Shape;3619;g123738359c5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0" name="Google Shape;3620;g123738359c5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5"/>
        <p:cNvGrpSpPr/>
        <p:nvPr/>
      </p:nvGrpSpPr>
      <p:grpSpPr>
        <a:xfrm>
          <a:off x="0" y="0"/>
          <a:ext cx="0" cy="0"/>
          <a:chOff x="0" y="0"/>
          <a:chExt cx="0" cy="0"/>
        </a:xfrm>
      </p:grpSpPr>
      <p:sp>
        <p:nvSpPr>
          <p:cNvPr id="3576" name="Google Shape;3576;g123036355b6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7" name="Google Shape;3577;g123036355b6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e4b7ac326b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e4b7ac326b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1"/>
        <p:cNvGrpSpPr/>
        <p:nvPr/>
      </p:nvGrpSpPr>
      <p:grpSpPr>
        <a:xfrm>
          <a:off x="0" y="0"/>
          <a:ext cx="0" cy="0"/>
          <a:chOff x="0" y="0"/>
          <a:chExt cx="0" cy="0"/>
        </a:xfrm>
      </p:grpSpPr>
      <p:sp>
        <p:nvSpPr>
          <p:cNvPr id="3612" name="Google Shape;3612;g123036355b6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3" name="Google Shape;3613;g123036355b6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5"/>
        <p:cNvGrpSpPr/>
        <p:nvPr/>
      </p:nvGrpSpPr>
      <p:grpSpPr>
        <a:xfrm>
          <a:off x="0" y="0"/>
          <a:ext cx="0" cy="0"/>
          <a:chOff x="0" y="0"/>
          <a:chExt cx="0" cy="0"/>
        </a:xfrm>
      </p:grpSpPr>
      <p:sp>
        <p:nvSpPr>
          <p:cNvPr id="3626" name="Google Shape;3626;ge4b7ac326b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7" name="Google Shape;3627;ge4b7ac326b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5"/>
        <p:cNvGrpSpPr/>
        <p:nvPr/>
      </p:nvGrpSpPr>
      <p:grpSpPr>
        <a:xfrm>
          <a:off x="0" y="0"/>
          <a:ext cx="0" cy="0"/>
          <a:chOff x="0" y="0"/>
          <a:chExt cx="0" cy="0"/>
        </a:xfrm>
      </p:grpSpPr>
      <p:sp>
        <p:nvSpPr>
          <p:cNvPr id="3626" name="Google Shape;3626;ge4b7ac326b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7" name="Google Shape;3627;ge4b7ac326b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8745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5"/>
        <p:cNvGrpSpPr/>
        <p:nvPr/>
      </p:nvGrpSpPr>
      <p:grpSpPr>
        <a:xfrm>
          <a:off x="0" y="0"/>
          <a:ext cx="0" cy="0"/>
          <a:chOff x="0" y="0"/>
          <a:chExt cx="0" cy="0"/>
        </a:xfrm>
      </p:grpSpPr>
      <p:sp>
        <p:nvSpPr>
          <p:cNvPr id="3896" name="Google Shape;3896;g1235ec102e4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7" name="Google Shape;3897;g1235ec102e4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33623" y="153443"/>
            <a:ext cx="762954" cy="763070"/>
            <a:chOff x="940300" y="793900"/>
            <a:chExt cx="1313400" cy="1313600"/>
          </a:xfrm>
        </p:grpSpPr>
        <p:sp>
          <p:nvSpPr>
            <p:cNvPr id="10" name="Google Shape;10;p2"/>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2"/>
          <p:cNvGrpSpPr/>
          <p:nvPr/>
        </p:nvGrpSpPr>
        <p:grpSpPr>
          <a:xfrm>
            <a:off x="7414499" y="-1019390"/>
            <a:ext cx="2679559" cy="2679559"/>
            <a:chOff x="2924725" y="208150"/>
            <a:chExt cx="1242550" cy="1242550"/>
          </a:xfrm>
        </p:grpSpPr>
        <p:sp>
          <p:nvSpPr>
            <p:cNvPr id="47" name="Google Shape;47;p2"/>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2"/>
          <p:cNvSpPr txBox="1">
            <a:spLocks noGrp="1"/>
          </p:cNvSpPr>
          <p:nvPr>
            <p:ph type="ctrTitle"/>
          </p:nvPr>
        </p:nvSpPr>
        <p:spPr>
          <a:xfrm>
            <a:off x="2929050" y="1315959"/>
            <a:ext cx="3285900" cy="22830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5200"/>
              <a:buNone/>
              <a:defRPr sz="61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6" name="Google Shape;66;p2"/>
          <p:cNvSpPr txBox="1">
            <a:spLocks noGrp="1"/>
          </p:cNvSpPr>
          <p:nvPr>
            <p:ph type="subTitle" idx="1"/>
          </p:nvPr>
        </p:nvSpPr>
        <p:spPr>
          <a:xfrm>
            <a:off x="3522900" y="3710477"/>
            <a:ext cx="20982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67" name="Google Shape;67;p2"/>
          <p:cNvGrpSpPr/>
          <p:nvPr/>
        </p:nvGrpSpPr>
        <p:grpSpPr>
          <a:xfrm>
            <a:off x="-1102637" y="3527139"/>
            <a:ext cx="3016166" cy="3016166"/>
            <a:chOff x="2924725" y="208150"/>
            <a:chExt cx="1242550" cy="1242550"/>
          </a:xfrm>
        </p:grpSpPr>
        <p:sp>
          <p:nvSpPr>
            <p:cNvPr id="68" name="Google Shape;68;p2"/>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2"/>
          <p:cNvGrpSpPr/>
          <p:nvPr/>
        </p:nvGrpSpPr>
        <p:grpSpPr>
          <a:xfrm>
            <a:off x="8047423" y="4226968"/>
            <a:ext cx="762954" cy="763070"/>
            <a:chOff x="940300" y="793900"/>
            <a:chExt cx="1313400" cy="1313600"/>
          </a:xfrm>
        </p:grpSpPr>
        <p:sp>
          <p:nvSpPr>
            <p:cNvPr id="87" name="Google Shape;87;p2"/>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2"/>
          <p:cNvGrpSpPr/>
          <p:nvPr/>
        </p:nvGrpSpPr>
        <p:grpSpPr>
          <a:xfrm>
            <a:off x="1293161" y="-1794381"/>
            <a:ext cx="635798" cy="5058719"/>
            <a:chOff x="7324500" y="2391875"/>
            <a:chExt cx="177300" cy="1410725"/>
          </a:xfrm>
        </p:grpSpPr>
        <p:sp>
          <p:nvSpPr>
            <p:cNvPr id="124" name="Google Shape;124;p2"/>
            <p:cNvSpPr/>
            <p:nvPr/>
          </p:nvSpPr>
          <p:spPr>
            <a:xfrm>
              <a:off x="7324500" y="3625150"/>
              <a:ext cx="177300" cy="177450"/>
            </a:xfrm>
            <a:custGeom>
              <a:avLst/>
              <a:gdLst/>
              <a:ahLst/>
              <a:cxnLst/>
              <a:rect l="l" t="t" r="r" b="b"/>
              <a:pathLst>
                <a:path w="7092" h="7098" extrusionOk="0">
                  <a:moveTo>
                    <a:pt x="3549" y="673"/>
                  </a:moveTo>
                  <a:lnTo>
                    <a:pt x="4393" y="1510"/>
                  </a:lnTo>
                  <a:lnTo>
                    <a:pt x="5581" y="1510"/>
                  </a:lnTo>
                  <a:lnTo>
                    <a:pt x="5581" y="2700"/>
                  </a:lnTo>
                  <a:lnTo>
                    <a:pt x="6426" y="3548"/>
                  </a:lnTo>
                  <a:lnTo>
                    <a:pt x="5581" y="4398"/>
                  </a:lnTo>
                  <a:lnTo>
                    <a:pt x="5581" y="5581"/>
                  </a:lnTo>
                  <a:lnTo>
                    <a:pt x="4393" y="5581"/>
                  </a:lnTo>
                  <a:lnTo>
                    <a:pt x="3543" y="6425"/>
                  </a:lnTo>
                  <a:lnTo>
                    <a:pt x="2693" y="5581"/>
                  </a:lnTo>
                  <a:lnTo>
                    <a:pt x="1510" y="5581"/>
                  </a:lnTo>
                  <a:lnTo>
                    <a:pt x="1510" y="4398"/>
                  </a:lnTo>
                  <a:lnTo>
                    <a:pt x="667" y="3548"/>
                  </a:lnTo>
                  <a:lnTo>
                    <a:pt x="1510" y="2700"/>
                  </a:lnTo>
                  <a:lnTo>
                    <a:pt x="1510" y="1510"/>
                  </a:lnTo>
                  <a:lnTo>
                    <a:pt x="2700" y="1510"/>
                  </a:lnTo>
                  <a:lnTo>
                    <a:pt x="3549" y="673"/>
                  </a:lnTo>
                  <a:close/>
                  <a:moveTo>
                    <a:pt x="3549" y="1"/>
                  </a:moveTo>
                  <a:lnTo>
                    <a:pt x="2509" y="1041"/>
                  </a:lnTo>
                  <a:lnTo>
                    <a:pt x="1035" y="1041"/>
                  </a:lnTo>
                  <a:lnTo>
                    <a:pt x="1035" y="2508"/>
                  </a:lnTo>
                  <a:lnTo>
                    <a:pt x="1" y="3548"/>
                  </a:lnTo>
                  <a:lnTo>
                    <a:pt x="1035" y="4590"/>
                  </a:lnTo>
                  <a:lnTo>
                    <a:pt x="1035" y="6057"/>
                  </a:lnTo>
                  <a:lnTo>
                    <a:pt x="2509" y="6057"/>
                  </a:lnTo>
                  <a:lnTo>
                    <a:pt x="3549" y="7097"/>
                  </a:lnTo>
                  <a:lnTo>
                    <a:pt x="4583" y="6057"/>
                  </a:lnTo>
                  <a:lnTo>
                    <a:pt x="6058" y="6057"/>
                  </a:lnTo>
                  <a:lnTo>
                    <a:pt x="6058" y="4590"/>
                  </a:lnTo>
                  <a:lnTo>
                    <a:pt x="7092" y="3548"/>
                  </a:lnTo>
                  <a:lnTo>
                    <a:pt x="6058" y="2508"/>
                  </a:lnTo>
                  <a:lnTo>
                    <a:pt x="6058" y="1041"/>
                  </a:lnTo>
                  <a:lnTo>
                    <a:pt x="4583" y="1041"/>
                  </a:lnTo>
                  <a:lnTo>
                    <a:pt x="3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7411275" y="2391875"/>
              <a:ext cx="3725" cy="1239250"/>
            </a:xfrm>
            <a:custGeom>
              <a:avLst/>
              <a:gdLst/>
              <a:ahLst/>
              <a:cxnLst/>
              <a:rect l="l" t="t" r="r" b="b"/>
              <a:pathLst>
                <a:path w="149" h="49570" extrusionOk="0">
                  <a:moveTo>
                    <a:pt x="1" y="0"/>
                  </a:moveTo>
                  <a:lnTo>
                    <a:pt x="1" y="49570"/>
                  </a:lnTo>
                  <a:lnTo>
                    <a:pt x="149" y="49570"/>
                  </a:lnTo>
                  <a:lnTo>
                    <a:pt x="1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2"/>
          <p:cNvGrpSpPr/>
          <p:nvPr/>
        </p:nvGrpSpPr>
        <p:grpSpPr>
          <a:xfrm>
            <a:off x="7119871" y="-2109685"/>
            <a:ext cx="635803" cy="4688893"/>
            <a:chOff x="7905800" y="2474325"/>
            <a:chExt cx="177450" cy="1308650"/>
          </a:xfrm>
        </p:grpSpPr>
        <p:sp>
          <p:nvSpPr>
            <p:cNvPr id="127" name="Google Shape;127;p2"/>
            <p:cNvSpPr/>
            <p:nvPr/>
          </p:nvSpPr>
          <p:spPr>
            <a:xfrm>
              <a:off x="7905800" y="3605550"/>
              <a:ext cx="177450" cy="177425"/>
            </a:xfrm>
            <a:custGeom>
              <a:avLst/>
              <a:gdLst/>
              <a:ahLst/>
              <a:cxnLst/>
              <a:rect l="l" t="t" r="r" b="b"/>
              <a:pathLst>
                <a:path w="7098" h="7097" extrusionOk="0">
                  <a:moveTo>
                    <a:pt x="3548" y="672"/>
                  </a:moveTo>
                  <a:lnTo>
                    <a:pt x="4398" y="1515"/>
                  </a:lnTo>
                  <a:lnTo>
                    <a:pt x="5588" y="1515"/>
                  </a:lnTo>
                  <a:lnTo>
                    <a:pt x="5588" y="2699"/>
                  </a:lnTo>
                  <a:lnTo>
                    <a:pt x="6425" y="3548"/>
                  </a:lnTo>
                  <a:lnTo>
                    <a:pt x="5588" y="4398"/>
                  </a:lnTo>
                  <a:lnTo>
                    <a:pt x="5588" y="5580"/>
                  </a:lnTo>
                  <a:lnTo>
                    <a:pt x="4398" y="5580"/>
                  </a:lnTo>
                  <a:lnTo>
                    <a:pt x="3548" y="6425"/>
                  </a:lnTo>
                  <a:lnTo>
                    <a:pt x="2699" y="5580"/>
                  </a:lnTo>
                  <a:lnTo>
                    <a:pt x="1515" y="5580"/>
                  </a:lnTo>
                  <a:lnTo>
                    <a:pt x="1515" y="4398"/>
                  </a:lnTo>
                  <a:lnTo>
                    <a:pt x="672" y="3548"/>
                  </a:lnTo>
                  <a:lnTo>
                    <a:pt x="1515" y="2699"/>
                  </a:lnTo>
                  <a:lnTo>
                    <a:pt x="1515" y="1515"/>
                  </a:lnTo>
                  <a:lnTo>
                    <a:pt x="2699" y="1515"/>
                  </a:lnTo>
                  <a:lnTo>
                    <a:pt x="3548" y="672"/>
                  </a:lnTo>
                  <a:close/>
                  <a:moveTo>
                    <a:pt x="3548" y="0"/>
                  </a:moveTo>
                  <a:lnTo>
                    <a:pt x="2508" y="1040"/>
                  </a:lnTo>
                  <a:lnTo>
                    <a:pt x="1040" y="1040"/>
                  </a:lnTo>
                  <a:lnTo>
                    <a:pt x="1040" y="2508"/>
                  </a:lnTo>
                  <a:lnTo>
                    <a:pt x="0" y="3548"/>
                  </a:lnTo>
                  <a:lnTo>
                    <a:pt x="1040" y="4589"/>
                  </a:lnTo>
                  <a:lnTo>
                    <a:pt x="1040" y="6057"/>
                  </a:lnTo>
                  <a:lnTo>
                    <a:pt x="2508" y="6057"/>
                  </a:lnTo>
                  <a:lnTo>
                    <a:pt x="3548" y="7097"/>
                  </a:lnTo>
                  <a:lnTo>
                    <a:pt x="4589" y="6057"/>
                  </a:lnTo>
                  <a:lnTo>
                    <a:pt x="6057" y="6057"/>
                  </a:lnTo>
                  <a:lnTo>
                    <a:pt x="6057" y="4589"/>
                  </a:lnTo>
                  <a:lnTo>
                    <a:pt x="7097" y="3548"/>
                  </a:lnTo>
                  <a:lnTo>
                    <a:pt x="6057" y="2508"/>
                  </a:lnTo>
                  <a:lnTo>
                    <a:pt x="6057" y="1040"/>
                  </a:lnTo>
                  <a:lnTo>
                    <a:pt x="4589" y="1040"/>
                  </a:lnTo>
                  <a:lnTo>
                    <a:pt x="35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7992700" y="2474325"/>
              <a:ext cx="3775" cy="1138650"/>
            </a:xfrm>
            <a:custGeom>
              <a:avLst/>
              <a:gdLst/>
              <a:ahLst/>
              <a:cxnLst/>
              <a:rect l="l" t="t" r="r" b="b"/>
              <a:pathLst>
                <a:path w="151" h="45546" extrusionOk="0">
                  <a:moveTo>
                    <a:pt x="1" y="0"/>
                  </a:moveTo>
                  <a:lnTo>
                    <a:pt x="1" y="45546"/>
                  </a:lnTo>
                  <a:lnTo>
                    <a:pt x="151" y="45546"/>
                  </a:lnTo>
                  <a:lnTo>
                    <a:pt x="1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2"/>
          <p:cNvGrpSpPr/>
          <p:nvPr/>
        </p:nvGrpSpPr>
        <p:grpSpPr>
          <a:xfrm>
            <a:off x="357655" y="-362680"/>
            <a:ext cx="499539" cy="2499809"/>
            <a:chOff x="6715575" y="2474325"/>
            <a:chExt cx="177450" cy="888000"/>
          </a:xfrm>
        </p:grpSpPr>
        <p:sp>
          <p:nvSpPr>
            <p:cNvPr id="130" name="Google Shape;130;p2"/>
            <p:cNvSpPr/>
            <p:nvPr/>
          </p:nvSpPr>
          <p:spPr>
            <a:xfrm>
              <a:off x="6715575" y="3184875"/>
              <a:ext cx="177450" cy="177450"/>
            </a:xfrm>
            <a:custGeom>
              <a:avLst/>
              <a:gdLst/>
              <a:ahLst/>
              <a:cxnLst/>
              <a:rect l="l" t="t" r="r" b="b"/>
              <a:pathLst>
                <a:path w="7098" h="7098" extrusionOk="0">
                  <a:moveTo>
                    <a:pt x="3549" y="672"/>
                  </a:moveTo>
                  <a:lnTo>
                    <a:pt x="4399" y="1517"/>
                  </a:lnTo>
                  <a:lnTo>
                    <a:pt x="5581" y="1517"/>
                  </a:lnTo>
                  <a:lnTo>
                    <a:pt x="5581" y="2699"/>
                  </a:lnTo>
                  <a:lnTo>
                    <a:pt x="6426" y="3550"/>
                  </a:lnTo>
                  <a:lnTo>
                    <a:pt x="5581" y="4398"/>
                  </a:lnTo>
                  <a:lnTo>
                    <a:pt x="5581" y="5588"/>
                  </a:lnTo>
                  <a:lnTo>
                    <a:pt x="4399" y="5588"/>
                  </a:lnTo>
                  <a:lnTo>
                    <a:pt x="3549" y="6431"/>
                  </a:lnTo>
                  <a:lnTo>
                    <a:pt x="2700" y="5588"/>
                  </a:lnTo>
                  <a:lnTo>
                    <a:pt x="1516" y="5588"/>
                  </a:lnTo>
                  <a:lnTo>
                    <a:pt x="1516" y="4398"/>
                  </a:lnTo>
                  <a:lnTo>
                    <a:pt x="673" y="3550"/>
                  </a:lnTo>
                  <a:lnTo>
                    <a:pt x="1516" y="2699"/>
                  </a:lnTo>
                  <a:lnTo>
                    <a:pt x="1516" y="1517"/>
                  </a:lnTo>
                  <a:lnTo>
                    <a:pt x="2700" y="1517"/>
                  </a:lnTo>
                  <a:lnTo>
                    <a:pt x="3549" y="672"/>
                  </a:lnTo>
                  <a:close/>
                  <a:moveTo>
                    <a:pt x="3549" y="0"/>
                  </a:moveTo>
                  <a:lnTo>
                    <a:pt x="2509" y="1040"/>
                  </a:lnTo>
                  <a:lnTo>
                    <a:pt x="1041" y="1040"/>
                  </a:lnTo>
                  <a:lnTo>
                    <a:pt x="1041" y="2508"/>
                  </a:lnTo>
                  <a:lnTo>
                    <a:pt x="1" y="3550"/>
                  </a:lnTo>
                  <a:lnTo>
                    <a:pt x="1041" y="4589"/>
                  </a:lnTo>
                  <a:lnTo>
                    <a:pt x="1041" y="6057"/>
                  </a:lnTo>
                  <a:lnTo>
                    <a:pt x="2509" y="6057"/>
                  </a:lnTo>
                  <a:lnTo>
                    <a:pt x="3549" y="7097"/>
                  </a:lnTo>
                  <a:lnTo>
                    <a:pt x="4590" y="6057"/>
                  </a:lnTo>
                  <a:lnTo>
                    <a:pt x="6058" y="6057"/>
                  </a:lnTo>
                  <a:lnTo>
                    <a:pt x="6058" y="4589"/>
                  </a:lnTo>
                  <a:lnTo>
                    <a:pt x="7098" y="3550"/>
                  </a:lnTo>
                  <a:lnTo>
                    <a:pt x="6058" y="2508"/>
                  </a:lnTo>
                  <a:lnTo>
                    <a:pt x="6058" y="1040"/>
                  </a:lnTo>
                  <a:lnTo>
                    <a:pt x="4590" y="1040"/>
                  </a:lnTo>
                  <a:lnTo>
                    <a:pt x="3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6802500" y="2474325"/>
              <a:ext cx="3575" cy="719350"/>
            </a:xfrm>
            <a:custGeom>
              <a:avLst/>
              <a:gdLst/>
              <a:ahLst/>
              <a:cxnLst/>
              <a:rect l="l" t="t" r="r" b="b"/>
              <a:pathLst>
                <a:path w="143" h="28774" extrusionOk="0">
                  <a:moveTo>
                    <a:pt x="0" y="0"/>
                  </a:moveTo>
                  <a:lnTo>
                    <a:pt x="0" y="28773"/>
                  </a:lnTo>
                  <a:lnTo>
                    <a:pt x="143" y="28773"/>
                  </a:lnTo>
                  <a:lnTo>
                    <a:pt x="1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132;p2"/>
          <p:cNvGrpSpPr/>
          <p:nvPr/>
        </p:nvGrpSpPr>
        <p:grpSpPr>
          <a:xfrm>
            <a:off x="8047423" y="153456"/>
            <a:ext cx="762954" cy="763070"/>
            <a:chOff x="940300" y="793900"/>
            <a:chExt cx="1313400" cy="1313600"/>
          </a:xfrm>
        </p:grpSpPr>
        <p:sp>
          <p:nvSpPr>
            <p:cNvPr id="133" name="Google Shape;133;p2"/>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2"/>
          <p:cNvGrpSpPr/>
          <p:nvPr/>
        </p:nvGrpSpPr>
        <p:grpSpPr>
          <a:xfrm>
            <a:off x="333623" y="4226956"/>
            <a:ext cx="762954" cy="763070"/>
            <a:chOff x="940300" y="793900"/>
            <a:chExt cx="1313400" cy="1313600"/>
          </a:xfrm>
        </p:grpSpPr>
        <p:sp>
          <p:nvSpPr>
            <p:cNvPr id="170" name="Google Shape;170;p2"/>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1"/>
        <p:cNvGrpSpPr/>
        <p:nvPr/>
      </p:nvGrpSpPr>
      <p:grpSpPr>
        <a:xfrm>
          <a:off x="0" y="0"/>
          <a:ext cx="0" cy="0"/>
          <a:chOff x="0" y="0"/>
          <a:chExt cx="0" cy="0"/>
        </a:xfrm>
      </p:grpSpPr>
      <p:sp>
        <p:nvSpPr>
          <p:cNvPr id="332" name="Google Shape;332;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33" name="Google Shape;333;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grpSp>
        <p:nvGrpSpPr>
          <p:cNvPr id="334" name="Google Shape;334;p4"/>
          <p:cNvGrpSpPr/>
          <p:nvPr/>
        </p:nvGrpSpPr>
        <p:grpSpPr>
          <a:xfrm>
            <a:off x="-1722112" y="-908907"/>
            <a:ext cx="2590965" cy="2590965"/>
            <a:chOff x="2924725" y="208150"/>
            <a:chExt cx="1242550" cy="1242550"/>
          </a:xfrm>
        </p:grpSpPr>
        <p:sp>
          <p:nvSpPr>
            <p:cNvPr id="335" name="Google Shape;335;p4"/>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4"/>
          <p:cNvGrpSpPr/>
          <p:nvPr/>
        </p:nvGrpSpPr>
        <p:grpSpPr>
          <a:xfrm>
            <a:off x="7832588" y="3801730"/>
            <a:ext cx="2590965" cy="2590965"/>
            <a:chOff x="2924725" y="208150"/>
            <a:chExt cx="1242550" cy="1242550"/>
          </a:xfrm>
        </p:grpSpPr>
        <p:sp>
          <p:nvSpPr>
            <p:cNvPr id="354" name="Google Shape;354;p4"/>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4"/>
          <p:cNvGrpSpPr/>
          <p:nvPr/>
        </p:nvGrpSpPr>
        <p:grpSpPr>
          <a:xfrm>
            <a:off x="8386738" y="-3319137"/>
            <a:ext cx="601697" cy="4437370"/>
            <a:chOff x="7905800" y="2474325"/>
            <a:chExt cx="177450" cy="1308650"/>
          </a:xfrm>
        </p:grpSpPr>
        <p:sp>
          <p:nvSpPr>
            <p:cNvPr id="373" name="Google Shape;373;p4"/>
            <p:cNvSpPr/>
            <p:nvPr/>
          </p:nvSpPr>
          <p:spPr>
            <a:xfrm>
              <a:off x="7905800" y="3605550"/>
              <a:ext cx="177450" cy="177425"/>
            </a:xfrm>
            <a:custGeom>
              <a:avLst/>
              <a:gdLst/>
              <a:ahLst/>
              <a:cxnLst/>
              <a:rect l="l" t="t" r="r" b="b"/>
              <a:pathLst>
                <a:path w="7098" h="7097" extrusionOk="0">
                  <a:moveTo>
                    <a:pt x="3548" y="672"/>
                  </a:moveTo>
                  <a:lnTo>
                    <a:pt x="4398" y="1515"/>
                  </a:lnTo>
                  <a:lnTo>
                    <a:pt x="5588" y="1515"/>
                  </a:lnTo>
                  <a:lnTo>
                    <a:pt x="5588" y="2699"/>
                  </a:lnTo>
                  <a:lnTo>
                    <a:pt x="6425" y="3548"/>
                  </a:lnTo>
                  <a:lnTo>
                    <a:pt x="5588" y="4398"/>
                  </a:lnTo>
                  <a:lnTo>
                    <a:pt x="5588" y="5580"/>
                  </a:lnTo>
                  <a:lnTo>
                    <a:pt x="4398" y="5580"/>
                  </a:lnTo>
                  <a:lnTo>
                    <a:pt x="3548" y="6425"/>
                  </a:lnTo>
                  <a:lnTo>
                    <a:pt x="2699" y="5580"/>
                  </a:lnTo>
                  <a:lnTo>
                    <a:pt x="1515" y="5580"/>
                  </a:lnTo>
                  <a:lnTo>
                    <a:pt x="1515" y="4398"/>
                  </a:lnTo>
                  <a:lnTo>
                    <a:pt x="672" y="3548"/>
                  </a:lnTo>
                  <a:lnTo>
                    <a:pt x="1515" y="2699"/>
                  </a:lnTo>
                  <a:lnTo>
                    <a:pt x="1515" y="1515"/>
                  </a:lnTo>
                  <a:lnTo>
                    <a:pt x="2699" y="1515"/>
                  </a:lnTo>
                  <a:lnTo>
                    <a:pt x="3548" y="672"/>
                  </a:lnTo>
                  <a:close/>
                  <a:moveTo>
                    <a:pt x="3548" y="0"/>
                  </a:moveTo>
                  <a:lnTo>
                    <a:pt x="2508" y="1040"/>
                  </a:lnTo>
                  <a:lnTo>
                    <a:pt x="1040" y="1040"/>
                  </a:lnTo>
                  <a:lnTo>
                    <a:pt x="1040" y="2508"/>
                  </a:lnTo>
                  <a:lnTo>
                    <a:pt x="0" y="3548"/>
                  </a:lnTo>
                  <a:lnTo>
                    <a:pt x="1040" y="4589"/>
                  </a:lnTo>
                  <a:lnTo>
                    <a:pt x="1040" y="6057"/>
                  </a:lnTo>
                  <a:lnTo>
                    <a:pt x="2508" y="6057"/>
                  </a:lnTo>
                  <a:lnTo>
                    <a:pt x="3548" y="7097"/>
                  </a:lnTo>
                  <a:lnTo>
                    <a:pt x="4589" y="6057"/>
                  </a:lnTo>
                  <a:lnTo>
                    <a:pt x="6057" y="6057"/>
                  </a:lnTo>
                  <a:lnTo>
                    <a:pt x="6057" y="4589"/>
                  </a:lnTo>
                  <a:lnTo>
                    <a:pt x="7097" y="3548"/>
                  </a:lnTo>
                  <a:lnTo>
                    <a:pt x="6057" y="2508"/>
                  </a:lnTo>
                  <a:lnTo>
                    <a:pt x="6057" y="1040"/>
                  </a:lnTo>
                  <a:lnTo>
                    <a:pt x="4589" y="1040"/>
                  </a:lnTo>
                  <a:lnTo>
                    <a:pt x="35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7992700" y="2474325"/>
              <a:ext cx="3775" cy="1138650"/>
            </a:xfrm>
            <a:custGeom>
              <a:avLst/>
              <a:gdLst/>
              <a:ahLst/>
              <a:cxnLst/>
              <a:rect l="l" t="t" r="r" b="b"/>
              <a:pathLst>
                <a:path w="151" h="45546" extrusionOk="0">
                  <a:moveTo>
                    <a:pt x="1" y="0"/>
                  </a:moveTo>
                  <a:lnTo>
                    <a:pt x="1" y="45546"/>
                  </a:lnTo>
                  <a:lnTo>
                    <a:pt x="151" y="45546"/>
                  </a:lnTo>
                  <a:lnTo>
                    <a:pt x="1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 name="Google Shape;375;p4"/>
          <p:cNvGrpSpPr/>
          <p:nvPr/>
        </p:nvGrpSpPr>
        <p:grpSpPr>
          <a:xfrm>
            <a:off x="7676155" y="-1569635"/>
            <a:ext cx="472745" cy="2365721"/>
            <a:chOff x="6715575" y="2474325"/>
            <a:chExt cx="177450" cy="888000"/>
          </a:xfrm>
        </p:grpSpPr>
        <p:sp>
          <p:nvSpPr>
            <p:cNvPr id="376" name="Google Shape;376;p4"/>
            <p:cNvSpPr/>
            <p:nvPr/>
          </p:nvSpPr>
          <p:spPr>
            <a:xfrm>
              <a:off x="6715575" y="3184875"/>
              <a:ext cx="177450" cy="177450"/>
            </a:xfrm>
            <a:custGeom>
              <a:avLst/>
              <a:gdLst/>
              <a:ahLst/>
              <a:cxnLst/>
              <a:rect l="l" t="t" r="r" b="b"/>
              <a:pathLst>
                <a:path w="7098" h="7098" extrusionOk="0">
                  <a:moveTo>
                    <a:pt x="3549" y="672"/>
                  </a:moveTo>
                  <a:lnTo>
                    <a:pt x="4399" y="1517"/>
                  </a:lnTo>
                  <a:lnTo>
                    <a:pt x="5581" y="1517"/>
                  </a:lnTo>
                  <a:lnTo>
                    <a:pt x="5581" y="2699"/>
                  </a:lnTo>
                  <a:lnTo>
                    <a:pt x="6426" y="3550"/>
                  </a:lnTo>
                  <a:lnTo>
                    <a:pt x="5581" y="4398"/>
                  </a:lnTo>
                  <a:lnTo>
                    <a:pt x="5581" y="5588"/>
                  </a:lnTo>
                  <a:lnTo>
                    <a:pt x="4399" y="5588"/>
                  </a:lnTo>
                  <a:lnTo>
                    <a:pt x="3549" y="6431"/>
                  </a:lnTo>
                  <a:lnTo>
                    <a:pt x="2700" y="5588"/>
                  </a:lnTo>
                  <a:lnTo>
                    <a:pt x="1516" y="5588"/>
                  </a:lnTo>
                  <a:lnTo>
                    <a:pt x="1516" y="4398"/>
                  </a:lnTo>
                  <a:lnTo>
                    <a:pt x="673" y="3550"/>
                  </a:lnTo>
                  <a:lnTo>
                    <a:pt x="1516" y="2699"/>
                  </a:lnTo>
                  <a:lnTo>
                    <a:pt x="1516" y="1517"/>
                  </a:lnTo>
                  <a:lnTo>
                    <a:pt x="2700" y="1517"/>
                  </a:lnTo>
                  <a:lnTo>
                    <a:pt x="3549" y="672"/>
                  </a:lnTo>
                  <a:close/>
                  <a:moveTo>
                    <a:pt x="3549" y="0"/>
                  </a:moveTo>
                  <a:lnTo>
                    <a:pt x="2509" y="1040"/>
                  </a:lnTo>
                  <a:lnTo>
                    <a:pt x="1041" y="1040"/>
                  </a:lnTo>
                  <a:lnTo>
                    <a:pt x="1041" y="2508"/>
                  </a:lnTo>
                  <a:lnTo>
                    <a:pt x="1" y="3550"/>
                  </a:lnTo>
                  <a:lnTo>
                    <a:pt x="1041" y="4589"/>
                  </a:lnTo>
                  <a:lnTo>
                    <a:pt x="1041" y="6057"/>
                  </a:lnTo>
                  <a:lnTo>
                    <a:pt x="2509" y="6057"/>
                  </a:lnTo>
                  <a:lnTo>
                    <a:pt x="3549" y="7097"/>
                  </a:lnTo>
                  <a:lnTo>
                    <a:pt x="4590" y="6057"/>
                  </a:lnTo>
                  <a:lnTo>
                    <a:pt x="6058" y="6057"/>
                  </a:lnTo>
                  <a:lnTo>
                    <a:pt x="6058" y="4589"/>
                  </a:lnTo>
                  <a:lnTo>
                    <a:pt x="7098" y="3550"/>
                  </a:lnTo>
                  <a:lnTo>
                    <a:pt x="6058" y="2508"/>
                  </a:lnTo>
                  <a:lnTo>
                    <a:pt x="6058" y="1040"/>
                  </a:lnTo>
                  <a:lnTo>
                    <a:pt x="4590" y="1040"/>
                  </a:lnTo>
                  <a:lnTo>
                    <a:pt x="3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6802500" y="2474325"/>
              <a:ext cx="3575" cy="719350"/>
            </a:xfrm>
            <a:custGeom>
              <a:avLst/>
              <a:gdLst/>
              <a:ahLst/>
              <a:cxnLst/>
              <a:rect l="l" t="t" r="r" b="b"/>
              <a:pathLst>
                <a:path w="143" h="28774" extrusionOk="0">
                  <a:moveTo>
                    <a:pt x="0" y="0"/>
                  </a:moveTo>
                  <a:lnTo>
                    <a:pt x="0" y="28773"/>
                  </a:lnTo>
                  <a:lnTo>
                    <a:pt x="143" y="28773"/>
                  </a:lnTo>
                  <a:lnTo>
                    <a:pt x="1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 name="Google Shape;378;p4"/>
          <p:cNvGrpSpPr/>
          <p:nvPr/>
        </p:nvGrpSpPr>
        <p:grpSpPr>
          <a:xfrm>
            <a:off x="8047423" y="4226968"/>
            <a:ext cx="762954" cy="763070"/>
            <a:chOff x="940300" y="793900"/>
            <a:chExt cx="1313400" cy="1313600"/>
          </a:xfrm>
        </p:grpSpPr>
        <p:sp>
          <p:nvSpPr>
            <p:cNvPr id="379" name="Google Shape;379;p4"/>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9"/>
        <p:cNvGrpSpPr/>
        <p:nvPr/>
      </p:nvGrpSpPr>
      <p:grpSpPr>
        <a:xfrm>
          <a:off x="0" y="0"/>
          <a:ext cx="0" cy="0"/>
          <a:chOff x="0" y="0"/>
          <a:chExt cx="0" cy="0"/>
        </a:xfrm>
      </p:grpSpPr>
      <p:sp>
        <p:nvSpPr>
          <p:cNvPr id="870" name="Google Shape;870;p9"/>
          <p:cNvSpPr txBox="1">
            <a:spLocks noGrp="1"/>
          </p:cNvSpPr>
          <p:nvPr>
            <p:ph type="title"/>
          </p:nvPr>
        </p:nvSpPr>
        <p:spPr>
          <a:xfrm>
            <a:off x="2188975" y="2487673"/>
            <a:ext cx="4794600" cy="475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71" name="Google Shape;871;p9"/>
          <p:cNvSpPr txBox="1">
            <a:spLocks noGrp="1"/>
          </p:cNvSpPr>
          <p:nvPr>
            <p:ph type="subTitle" idx="1"/>
          </p:nvPr>
        </p:nvSpPr>
        <p:spPr>
          <a:xfrm>
            <a:off x="2160425" y="3125779"/>
            <a:ext cx="4661100" cy="1309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872" name="Google Shape;872;p9"/>
          <p:cNvGrpSpPr/>
          <p:nvPr/>
        </p:nvGrpSpPr>
        <p:grpSpPr>
          <a:xfrm>
            <a:off x="-1316812" y="1276267"/>
            <a:ext cx="2590965" cy="2590965"/>
            <a:chOff x="2924725" y="208150"/>
            <a:chExt cx="1242550" cy="1242550"/>
          </a:xfrm>
        </p:grpSpPr>
        <p:sp>
          <p:nvSpPr>
            <p:cNvPr id="873" name="Google Shape;873;p9"/>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9"/>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9"/>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9"/>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9"/>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9"/>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9"/>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9"/>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9"/>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9"/>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9"/>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9"/>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9"/>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9"/>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9"/>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9"/>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9"/>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9"/>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9"/>
          <p:cNvGrpSpPr/>
          <p:nvPr/>
        </p:nvGrpSpPr>
        <p:grpSpPr>
          <a:xfrm>
            <a:off x="333623" y="4226956"/>
            <a:ext cx="762954" cy="763070"/>
            <a:chOff x="940300" y="793900"/>
            <a:chExt cx="1313400" cy="1313600"/>
          </a:xfrm>
        </p:grpSpPr>
        <p:sp>
          <p:nvSpPr>
            <p:cNvPr id="892" name="Google Shape;892;p9"/>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9"/>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9"/>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9"/>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9"/>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9"/>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9"/>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9"/>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9"/>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9"/>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9"/>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9"/>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9"/>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9"/>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9"/>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9"/>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9"/>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9"/>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9"/>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9"/>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9"/>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9"/>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9"/>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9"/>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9"/>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9"/>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9"/>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9"/>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9"/>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9"/>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9"/>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9"/>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9"/>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9"/>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9"/>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9"/>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9"/>
          <p:cNvGrpSpPr/>
          <p:nvPr/>
        </p:nvGrpSpPr>
        <p:grpSpPr>
          <a:xfrm>
            <a:off x="1608030" y="-2469122"/>
            <a:ext cx="552396" cy="4394832"/>
            <a:chOff x="7324500" y="2391875"/>
            <a:chExt cx="177300" cy="1410725"/>
          </a:xfrm>
        </p:grpSpPr>
        <p:sp>
          <p:nvSpPr>
            <p:cNvPr id="929" name="Google Shape;929;p9"/>
            <p:cNvSpPr/>
            <p:nvPr/>
          </p:nvSpPr>
          <p:spPr>
            <a:xfrm>
              <a:off x="7324500" y="3625150"/>
              <a:ext cx="177300" cy="177450"/>
            </a:xfrm>
            <a:custGeom>
              <a:avLst/>
              <a:gdLst/>
              <a:ahLst/>
              <a:cxnLst/>
              <a:rect l="l" t="t" r="r" b="b"/>
              <a:pathLst>
                <a:path w="7092" h="7098" extrusionOk="0">
                  <a:moveTo>
                    <a:pt x="3549" y="673"/>
                  </a:moveTo>
                  <a:lnTo>
                    <a:pt x="4393" y="1510"/>
                  </a:lnTo>
                  <a:lnTo>
                    <a:pt x="5581" y="1510"/>
                  </a:lnTo>
                  <a:lnTo>
                    <a:pt x="5581" y="2700"/>
                  </a:lnTo>
                  <a:lnTo>
                    <a:pt x="6426" y="3548"/>
                  </a:lnTo>
                  <a:lnTo>
                    <a:pt x="5581" y="4398"/>
                  </a:lnTo>
                  <a:lnTo>
                    <a:pt x="5581" y="5581"/>
                  </a:lnTo>
                  <a:lnTo>
                    <a:pt x="4393" y="5581"/>
                  </a:lnTo>
                  <a:lnTo>
                    <a:pt x="3543" y="6425"/>
                  </a:lnTo>
                  <a:lnTo>
                    <a:pt x="2693" y="5581"/>
                  </a:lnTo>
                  <a:lnTo>
                    <a:pt x="1510" y="5581"/>
                  </a:lnTo>
                  <a:lnTo>
                    <a:pt x="1510" y="4398"/>
                  </a:lnTo>
                  <a:lnTo>
                    <a:pt x="667" y="3548"/>
                  </a:lnTo>
                  <a:lnTo>
                    <a:pt x="1510" y="2700"/>
                  </a:lnTo>
                  <a:lnTo>
                    <a:pt x="1510" y="1510"/>
                  </a:lnTo>
                  <a:lnTo>
                    <a:pt x="2700" y="1510"/>
                  </a:lnTo>
                  <a:lnTo>
                    <a:pt x="3549" y="673"/>
                  </a:lnTo>
                  <a:close/>
                  <a:moveTo>
                    <a:pt x="3549" y="1"/>
                  </a:moveTo>
                  <a:lnTo>
                    <a:pt x="2509" y="1041"/>
                  </a:lnTo>
                  <a:lnTo>
                    <a:pt x="1035" y="1041"/>
                  </a:lnTo>
                  <a:lnTo>
                    <a:pt x="1035" y="2508"/>
                  </a:lnTo>
                  <a:lnTo>
                    <a:pt x="1" y="3548"/>
                  </a:lnTo>
                  <a:lnTo>
                    <a:pt x="1035" y="4590"/>
                  </a:lnTo>
                  <a:lnTo>
                    <a:pt x="1035" y="6057"/>
                  </a:lnTo>
                  <a:lnTo>
                    <a:pt x="2509" y="6057"/>
                  </a:lnTo>
                  <a:lnTo>
                    <a:pt x="3549" y="7097"/>
                  </a:lnTo>
                  <a:lnTo>
                    <a:pt x="4583" y="6057"/>
                  </a:lnTo>
                  <a:lnTo>
                    <a:pt x="6058" y="6057"/>
                  </a:lnTo>
                  <a:lnTo>
                    <a:pt x="6058" y="4590"/>
                  </a:lnTo>
                  <a:lnTo>
                    <a:pt x="7092" y="3548"/>
                  </a:lnTo>
                  <a:lnTo>
                    <a:pt x="6058" y="2508"/>
                  </a:lnTo>
                  <a:lnTo>
                    <a:pt x="6058" y="1041"/>
                  </a:lnTo>
                  <a:lnTo>
                    <a:pt x="4583" y="1041"/>
                  </a:lnTo>
                  <a:lnTo>
                    <a:pt x="3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9"/>
            <p:cNvSpPr/>
            <p:nvPr/>
          </p:nvSpPr>
          <p:spPr>
            <a:xfrm>
              <a:off x="7411275" y="2391875"/>
              <a:ext cx="3725" cy="1239250"/>
            </a:xfrm>
            <a:custGeom>
              <a:avLst/>
              <a:gdLst/>
              <a:ahLst/>
              <a:cxnLst/>
              <a:rect l="l" t="t" r="r" b="b"/>
              <a:pathLst>
                <a:path w="149" h="49570" extrusionOk="0">
                  <a:moveTo>
                    <a:pt x="1" y="0"/>
                  </a:moveTo>
                  <a:lnTo>
                    <a:pt x="1" y="49570"/>
                  </a:lnTo>
                  <a:lnTo>
                    <a:pt x="149" y="49570"/>
                  </a:lnTo>
                  <a:lnTo>
                    <a:pt x="1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9"/>
          <p:cNvGrpSpPr/>
          <p:nvPr/>
        </p:nvGrpSpPr>
        <p:grpSpPr>
          <a:xfrm>
            <a:off x="7076992" y="-2569175"/>
            <a:ext cx="552402" cy="3931583"/>
            <a:chOff x="6715575" y="2099409"/>
            <a:chExt cx="177450" cy="1262916"/>
          </a:xfrm>
        </p:grpSpPr>
        <p:sp>
          <p:nvSpPr>
            <p:cNvPr id="932" name="Google Shape;932;p9"/>
            <p:cNvSpPr/>
            <p:nvPr/>
          </p:nvSpPr>
          <p:spPr>
            <a:xfrm>
              <a:off x="6715575" y="3184875"/>
              <a:ext cx="177450" cy="177450"/>
            </a:xfrm>
            <a:custGeom>
              <a:avLst/>
              <a:gdLst/>
              <a:ahLst/>
              <a:cxnLst/>
              <a:rect l="l" t="t" r="r" b="b"/>
              <a:pathLst>
                <a:path w="7098" h="7098" extrusionOk="0">
                  <a:moveTo>
                    <a:pt x="3549" y="672"/>
                  </a:moveTo>
                  <a:lnTo>
                    <a:pt x="4399" y="1517"/>
                  </a:lnTo>
                  <a:lnTo>
                    <a:pt x="5581" y="1517"/>
                  </a:lnTo>
                  <a:lnTo>
                    <a:pt x="5581" y="2699"/>
                  </a:lnTo>
                  <a:lnTo>
                    <a:pt x="6426" y="3550"/>
                  </a:lnTo>
                  <a:lnTo>
                    <a:pt x="5581" y="4398"/>
                  </a:lnTo>
                  <a:lnTo>
                    <a:pt x="5581" y="5588"/>
                  </a:lnTo>
                  <a:lnTo>
                    <a:pt x="4399" y="5588"/>
                  </a:lnTo>
                  <a:lnTo>
                    <a:pt x="3549" y="6431"/>
                  </a:lnTo>
                  <a:lnTo>
                    <a:pt x="2700" y="5588"/>
                  </a:lnTo>
                  <a:lnTo>
                    <a:pt x="1516" y="5588"/>
                  </a:lnTo>
                  <a:lnTo>
                    <a:pt x="1516" y="4398"/>
                  </a:lnTo>
                  <a:lnTo>
                    <a:pt x="673" y="3550"/>
                  </a:lnTo>
                  <a:lnTo>
                    <a:pt x="1516" y="2699"/>
                  </a:lnTo>
                  <a:lnTo>
                    <a:pt x="1516" y="1517"/>
                  </a:lnTo>
                  <a:lnTo>
                    <a:pt x="2700" y="1517"/>
                  </a:lnTo>
                  <a:lnTo>
                    <a:pt x="3549" y="672"/>
                  </a:lnTo>
                  <a:close/>
                  <a:moveTo>
                    <a:pt x="3549" y="0"/>
                  </a:moveTo>
                  <a:lnTo>
                    <a:pt x="2509" y="1040"/>
                  </a:lnTo>
                  <a:lnTo>
                    <a:pt x="1041" y="1040"/>
                  </a:lnTo>
                  <a:lnTo>
                    <a:pt x="1041" y="2508"/>
                  </a:lnTo>
                  <a:lnTo>
                    <a:pt x="1" y="3550"/>
                  </a:lnTo>
                  <a:lnTo>
                    <a:pt x="1041" y="4589"/>
                  </a:lnTo>
                  <a:lnTo>
                    <a:pt x="1041" y="6057"/>
                  </a:lnTo>
                  <a:lnTo>
                    <a:pt x="2509" y="6057"/>
                  </a:lnTo>
                  <a:lnTo>
                    <a:pt x="3549" y="7097"/>
                  </a:lnTo>
                  <a:lnTo>
                    <a:pt x="4590" y="6057"/>
                  </a:lnTo>
                  <a:lnTo>
                    <a:pt x="6058" y="6057"/>
                  </a:lnTo>
                  <a:lnTo>
                    <a:pt x="6058" y="4589"/>
                  </a:lnTo>
                  <a:lnTo>
                    <a:pt x="7098" y="3550"/>
                  </a:lnTo>
                  <a:lnTo>
                    <a:pt x="6058" y="2508"/>
                  </a:lnTo>
                  <a:lnTo>
                    <a:pt x="6058" y="1040"/>
                  </a:lnTo>
                  <a:lnTo>
                    <a:pt x="4590" y="1040"/>
                  </a:lnTo>
                  <a:lnTo>
                    <a:pt x="3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9"/>
            <p:cNvSpPr/>
            <p:nvPr/>
          </p:nvSpPr>
          <p:spPr>
            <a:xfrm>
              <a:off x="6802499" y="2099409"/>
              <a:ext cx="3580" cy="1094275"/>
            </a:xfrm>
            <a:custGeom>
              <a:avLst/>
              <a:gdLst/>
              <a:ahLst/>
              <a:cxnLst/>
              <a:rect l="l" t="t" r="r" b="b"/>
              <a:pathLst>
                <a:path w="143" h="28774" extrusionOk="0">
                  <a:moveTo>
                    <a:pt x="0" y="0"/>
                  </a:moveTo>
                  <a:lnTo>
                    <a:pt x="0" y="28773"/>
                  </a:lnTo>
                  <a:lnTo>
                    <a:pt x="143" y="28773"/>
                  </a:lnTo>
                  <a:lnTo>
                    <a:pt x="1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9"/>
          <p:cNvGrpSpPr/>
          <p:nvPr/>
        </p:nvGrpSpPr>
        <p:grpSpPr>
          <a:xfrm>
            <a:off x="7832588" y="1276267"/>
            <a:ext cx="2590965" cy="2590965"/>
            <a:chOff x="2924725" y="208150"/>
            <a:chExt cx="1242550" cy="1242550"/>
          </a:xfrm>
        </p:grpSpPr>
        <p:sp>
          <p:nvSpPr>
            <p:cNvPr id="935" name="Google Shape;935;p9"/>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9"/>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9"/>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9"/>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9"/>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9"/>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9"/>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9"/>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9"/>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9"/>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9"/>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9"/>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9"/>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9"/>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9"/>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9"/>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9"/>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9"/>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 name="Google Shape;953;p9"/>
          <p:cNvGrpSpPr/>
          <p:nvPr/>
        </p:nvGrpSpPr>
        <p:grpSpPr>
          <a:xfrm>
            <a:off x="8047423" y="4226968"/>
            <a:ext cx="762954" cy="763070"/>
            <a:chOff x="940300" y="793900"/>
            <a:chExt cx="1313400" cy="1313600"/>
          </a:xfrm>
        </p:grpSpPr>
        <p:sp>
          <p:nvSpPr>
            <p:cNvPr id="954" name="Google Shape;954;p9"/>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9"/>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9"/>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9"/>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9"/>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9"/>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9"/>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9"/>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9"/>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9"/>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9"/>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9"/>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9"/>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9"/>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9"/>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9"/>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9"/>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9"/>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9"/>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9"/>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9"/>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9"/>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9"/>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9"/>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9"/>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9"/>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9"/>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9"/>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9"/>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9"/>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9"/>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9"/>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9"/>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9"/>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9"/>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9"/>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2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230"/>
        <p:cNvGrpSpPr/>
        <p:nvPr/>
      </p:nvGrpSpPr>
      <p:grpSpPr>
        <a:xfrm>
          <a:off x="0" y="0"/>
          <a:ext cx="0" cy="0"/>
          <a:chOff x="0" y="0"/>
          <a:chExt cx="0" cy="0"/>
        </a:xfrm>
      </p:grpSpPr>
      <p:sp>
        <p:nvSpPr>
          <p:cNvPr id="1231" name="Google Shape;1231;p13"/>
          <p:cNvSpPr txBox="1">
            <a:spLocks noGrp="1"/>
          </p:cNvSpPr>
          <p:nvPr>
            <p:ph type="title"/>
          </p:nvPr>
        </p:nvSpPr>
        <p:spPr>
          <a:xfrm>
            <a:off x="2001060" y="1686992"/>
            <a:ext cx="23364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32" name="Google Shape;1232;p13"/>
          <p:cNvSpPr txBox="1">
            <a:spLocks noGrp="1"/>
          </p:cNvSpPr>
          <p:nvPr>
            <p:ph type="title" idx="2" hasCustomPrompt="1"/>
          </p:nvPr>
        </p:nvSpPr>
        <p:spPr>
          <a:xfrm>
            <a:off x="1218986" y="1763984"/>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33" name="Google Shape;1233;p13"/>
          <p:cNvSpPr txBox="1">
            <a:spLocks noGrp="1"/>
          </p:cNvSpPr>
          <p:nvPr>
            <p:ph type="subTitle" idx="1"/>
          </p:nvPr>
        </p:nvSpPr>
        <p:spPr>
          <a:xfrm>
            <a:off x="2001060" y="1970608"/>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234" name="Google Shape;1234;p13"/>
          <p:cNvSpPr txBox="1">
            <a:spLocks noGrp="1"/>
          </p:cNvSpPr>
          <p:nvPr>
            <p:ph type="title" idx="3"/>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235" name="Google Shape;1235;p13"/>
          <p:cNvSpPr txBox="1">
            <a:spLocks noGrp="1"/>
          </p:cNvSpPr>
          <p:nvPr>
            <p:ph type="title" idx="4"/>
          </p:nvPr>
        </p:nvSpPr>
        <p:spPr>
          <a:xfrm>
            <a:off x="2001060" y="3393892"/>
            <a:ext cx="23364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36" name="Google Shape;1236;p13"/>
          <p:cNvSpPr txBox="1">
            <a:spLocks noGrp="1"/>
          </p:cNvSpPr>
          <p:nvPr>
            <p:ph type="title" idx="5" hasCustomPrompt="1"/>
          </p:nvPr>
        </p:nvSpPr>
        <p:spPr>
          <a:xfrm>
            <a:off x="1218986" y="3470884"/>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37" name="Google Shape;1237;p13"/>
          <p:cNvSpPr txBox="1">
            <a:spLocks noGrp="1"/>
          </p:cNvSpPr>
          <p:nvPr>
            <p:ph type="subTitle" idx="6"/>
          </p:nvPr>
        </p:nvSpPr>
        <p:spPr>
          <a:xfrm>
            <a:off x="2001060" y="3677508"/>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238" name="Google Shape;1238;p13"/>
          <p:cNvSpPr txBox="1">
            <a:spLocks noGrp="1"/>
          </p:cNvSpPr>
          <p:nvPr>
            <p:ph type="title" idx="7"/>
          </p:nvPr>
        </p:nvSpPr>
        <p:spPr>
          <a:xfrm>
            <a:off x="5654585" y="1686992"/>
            <a:ext cx="23364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39" name="Google Shape;1239;p13"/>
          <p:cNvSpPr txBox="1">
            <a:spLocks noGrp="1"/>
          </p:cNvSpPr>
          <p:nvPr>
            <p:ph type="title" idx="8" hasCustomPrompt="1"/>
          </p:nvPr>
        </p:nvSpPr>
        <p:spPr>
          <a:xfrm>
            <a:off x="4872511" y="1763984"/>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0" name="Google Shape;1240;p13"/>
          <p:cNvSpPr txBox="1">
            <a:spLocks noGrp="1"/>
          </p:cNvSpPr>
          <p:nvPr>
            <p:ph type="subTitle" idx="9"/>
          </p:nvPr>
        </p:nvSpPr>
        <p:spPr>
          <a:xfrm>
            <a:off x="5654585" y="1970608"/>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241" name="Google Shape;1241;p13"/>
          <p:cNvSpPr txBox="1">
            <a:spLocks noGrp="1"/>
          </p:cNvSpPr>
          <p:nvPr>
            <p:ph type="title" idx="13"/>
          </p:nvPr>
        </p:nvSpPr>
        <p:spPr>
          <a:xfrm>
            <a:off x="5654585" y="3393892"/>
            <a:ext cx="23364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42" name="Google Shape;1242;p13"/>
          <p:cNvSpPr txBox="1">
            <a:spLocks noGrp="1"/>
          </p:cNvSpPr>
          <p:nvPr>
            <p:ph type="title" idx="14" hasCustomPrompt="1"/>
          </p:nvPr>
        </p:nvSpPr>
        <p:spPr>
          <a:xfrm>
            <a:off x="4872511" y="3470884"/>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3" name="Google Shape;1243;p13"/>
          <p:cNvSpPr txBox="1">
            <a:spLocks noGrp="1"/>
          </p:cNvSpPr>
          <p:nvPr>
            <p:ph type="subTitle" idx="15"/>
          </p:nvPr>
        </p:nvSpPr>
        <p:spPr>
          <a:xfrm>
            <a:off x="5654585" y="3677508"/>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1244" name="Google Shape;1244;p13"/>
          <p:cNvGrpSpPr/>
          <p:nvPr/>
        </p:nvGrpSpPr>
        <p:grpSpPr>
          <a:xfrm>
            <a:off x="7761153" y="-1125415"/>
            <a:ext cx="2214473" cy="2214597"/>
            <a:chOff x="2924725" y="208150"/>
            <a:chExt cx="1242550" cy="1242550"/>
          </a:xfrm>
        </p:grpSpPr>
        <p:sp>
          <p:nvSpPr>
            <p:cNvPr id="1245" name="Google Shape;1245;p13"/>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3"/>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3"/>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3"/>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3"/>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3"/>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3"/>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3"/>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3"/>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3"/>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3"/>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3"/>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3"/>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3"/>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3"/>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3"/>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3"/>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3"/>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3" name="Google Shape;1263;p13"/>
          <p:cNvGrpSpPr/>
          <p:nvPr/>
        </p:nvGrpSpPr>
        <p:grpSpPr>
          <a:xfrm>
            <a:off x="8047423" y="4226968"/>
            <a:ext cx="762954" cy="763070"/>
            <a:chOff x="940300" y="793900"/>
            <a:chExt cx="1313400" cy="1313600"/>
          </a:xfrm>
        </p:grpSpPr>
        <p:sp>
          <p:nvSpPr>
            <p:cNvPr id="1264" name="Google Shape;1264;p13"/>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3"/>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3"/>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3"/>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3"/>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13"/>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13"/>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13"/>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3"/>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3"/>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13"/>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13"/>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3"/>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3"/>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13"/>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13"/>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13"/>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3"/>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3"/>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3"/>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3"/>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3"/>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13"/>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13"/>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13"/>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3"/>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3"/>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3"/>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3"/>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3"/>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3"/>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3"/>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3"/>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3"/>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3"/>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3"/>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0" name="Google Shape;1300;p13"/>
          <p:cNvGrpSpPr/>
          <p:nvPr/>
        </p:nvGrpSpPr>
        <p:grpSpPr>
          <a:xfrm>
            <a:off x="8566702" y="-1512076"/>
            <a:ext cx="468486" cy="3454967"/>
            <a:chOff x="7905800" y="2474325"/>
            <a:chExt cx="177450" cy="1308650"/>
          </a:xfrm>
        </p:grpSpPr>
        <p:sp>
          <p:nvSpPr>
            <p:cNvPr id="1301" name="Google Shape;1301;p13"/>
            <p:cNvSpPr/>
            <p:nvPr/>
          </p:nvSpPr>
          <p:spPr>
            <a:xfrm>
              <a:off x="7905800" y="3605550"/>
              <a:ext cx="177450" cy="177425"/>
            </a:xfrm>
            <a:custGeom>
              <a:avLst/>
              <a:gdLst/>
              <a:ahLst/>
              <a:cxnLst/>
              <a:rect l="l" t="t" r="r" b="b"/>
              <a:pathLst>
                <a:path w="7098" h="7097" extrusionOk="0">
                  <a:moveTo>
                    <a:pt x="3548" y="672"/>
                  </a:moveTo>
                  <a:lnTo>
                    <a:pt x="4398" y="1515"/>
                  </a:lnTo>
                  <a:lnTo>
                    <a:pt x="5588" y="1515"/>
                  </a:lnTo>
                  <a:lnTo>
                    <a:pt x="5588" y="2699"/>
                  </a:lnTo>
                  <a:lnTo>
                    <a:pt x="6425" y="3548"/>
                  </a:lnTo>
                  <a:lnTo>
                    <a:pt x="5588" y="4398"/>
                  </a:lnTo>
                  <a:lnTo>
                    <a:pt x="5588" y="5580"/>
                  </a:lnTo>
                  <a:lnTo>
                    <a:pt x="4398" y="5580"/>
                  </a:lnTo>
                  <a:lnTo>
                    <a:pt x="3548" y="6425"/>
                  </a:lnTo>
                  <a:lnTo>
                    <a:pt x="2699" y="5580"/>
                  </a:lnTo>
                  <a:lnTo>
                    <a:pt x="1515" y="5580"/>
                  </a:lnTo>
                  <a:lnTo>
                    <a:pt x="1515" y="4398"/>
                  </a:lnTo>
                  <a:lnTo>
                    <a:pt x="672" y="3548"/>
                  </a:lnTo>
                  <a:lnTo>
                    <a:pt x="1515" y="2699"/>
                  </a:lnTo>
                  <a:lnTo>
                    <a:pt x="1515" y="1515"/>
                  </a:lnTo>
                  <a:lnTo>
                    <a:pt x="2699" y="1515"/>
                  </a:lnTo>
                  <a:lnTo>
                    <a:pt x="3548" y="672"/>
                  </a:lnTo>
                  <a:close/>
                  <a:moveTo>
                    <a:pt x="3548" y="0"/>
                  </a:moveTo>
                  <a:lnTo>
                    <a:pt x="2508" y="1040"/>
                  </a:lnTo>
                  <a:lnTo>
                    <a:pt x="1040" y="1040"/>
                  </a:lnTo>
                  <a:lnTo>
                    <a:pt x="1040" y="2508"/>
                  </a:lnTo>
                  <a:lnTo>
                    <a:pt x="0" y="3548"/>
                  </a:lnTo>
                  <a:lnTo>
                    <a:pt x="1040" y="4589"/>
                  </a:lnTo>
                  <a:lnTo>
                    <a:pt x="1040" y="6057"/>
                  </a:lnTo>
                  <a:lnTo>
                    <a:pt x="2508" y="6057"/>
                  </a:lnTo>
                  <a:lnTo>
                    <a:pt x="3548" y="7097"/>
                  </a:lnTo>
                  <a:lnTo>
                    <a:pt x="4589" y="6057"/>
                  </a:lnTo>
                  <a:lnTo>
                    <a:pt x="6057" y="6057"/>
                  </a:lnTo>
                  <a:lnTo>
                    <a:pt x="6057" y="4589"/>
                  </a:lnTo>
                  <a:lnTo>
                    <a:pt x="7097" y="3548"/>
                  </a:lnTo>
                  <a:lnTo>
                    <a:pt x="6057" y="2508"/>
                  </a:lnTo>
                  <a:lnTo>
                    <a:pt x="6057" y="1040"/>
                  </a:lnTo>
                  <a:lnTo>
                    <a:pt x="4589" y="1040"/>
                  </a:lnTo>
                  <a:lnTo>
                    <a:pt x="35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3"/>
            <p:cNvSpPr/>
            <p:nvPr/>
          </p:nvSpPr>
          <p:spPr>
            <a:xfrm>
              <a:off x="7992700" y="2474325"/>
              <a:ext cx="3775" cy="1138650"/>
            </a:xfrm>
            <a:custGeom>
              <a:avLst/>
              <a:gdLst/>
              <a:ahLst/>
              <a:cxnLst/>
              <a:rect l="l" t="t" r="r" b="b"/>
              <a:pathLst>
                <a:path w="151" h="45546" extrusionOk="0">
                  <a:moveTo>
                    <a:pt x="1" y="0"/>
                  </a:moveTo>
                  <a:lnTo>
                    <a:pt x="1" y="45546"/>
                  </a:lnTo>
                  <a:lnTo>
                    <a:pt x="151" y="45546"/>
                  </a:lnTo>
                  <a:lnTo>
                    <a:pt x="1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13"/>
          <p:cNvGrpSpPr/>
          <p:nvPr/>
        </p:nvGrpSpPr>
        <p:grpSpPr>
          <a:xfrm>
            <a:off x="209221" y="-1162112"/>
            <a:ext cx="368085" cy="1841978"/>
            <a:chOff x="6715575" y="2474325"/>
            <a:chExt cx="177450" cy="888000"/>
          </a:xfrm>
        </p:grpSpPr>
        <p:sp>
          <p:nvSpPr>
            <p:cNvPr id="1304" name="Google Shape;1304;p13"/>
            <p:cNvSpPr/>
            <p:nvPr/>
          </p:nvSpPr>
          <p:spPr>
            <a:xfrm>
              <a:off x="6715575" y="3184875"/>
              <a:ext cx="177450" cy="177450"/>
            </a:xfrm>
            <a:custGeom>
              <a:avLst/>
              <a:gdLst/>
              <a:ahLst/>
              <a:cxnLst/>
              <a:rect l="l" t="t" r="r" b="b"/>
              <a:pathLst>
                <a:path w="7098" h="7098" extrusionOk="0">
                  <a:moveTo>
                    <a:pt x="3549" y="672"/>
                  </a:moveTo>
                  <a:lnTo>
                    <a:pt x="4399" y="1517"/>
                  </a:lnTo>
                  <a:lnTo>
                    <a:pt x="5581" y="1517"/>
                  </a:lnTo>
                  <a:lnTo>
                    <a:pt x="5581" y="2699"/>
                  </a:lnTo>
                  <a:lnTo>
                    <a:pt x="6426" y="3550"/>
                  </a:lnTo>
                  <a:lnTo>
                    <a:pt x="5581" y="4398"/>
                  </a:lnTo>
                  <a:lnTo>
                    <a:pt x="5581" y="5588"/>
                  </a:lnTo>
                  <a:lnTo>
                    <a:pt x="4399" y="5588"/>
                  </a:lnTo>
                  <a:lnTo>
                    <a:pt x="3549" y="6431"/>
                  </a:lnTo>
                  <a:lnTo>
                    <a:pt x="2700" y="5588"/>
                  </a:lnTo>
                  <a:lnTo>
                    <a:pt x="1516" y="5588"/>
                  </a:lnTo>
                  <a:lnTo>
                    <a:pt x="1516" y="4398"/>
                  </a:lnTo>
                  <a:lnTo>
                    <a:pt x="673" y="3550"/>
                  </a:lnTo>
                  <a:lnTo>
                    <a:pt x="1516" y="2699"/>
                  </a:lnTo>
                  <a:lnTo>
                    <a:pt x="1516" y="1517"/>
                  </a:lnTo>
                  <a:lnTo>
                    <a:pt x="2700" y="1517"/>
                  </a:lnTo>
                  <a:lnTo>
                    <a:pt x="3549" y="672"/>
                  </a:lnTo>
                  <a:close/>
                  <a:moveTo>
                    <a:pt x="3549" y="0"/>
                  </a:moveTo>
                  <a:lnTo>
                    <a:pt x="2509" y="1040"/>
                  </a:lnTo>
                  <a:lnTo>
                    <a:pt x="1041" y="1040"/>
                  </a:lnTo>
                  <a:lnTo>
                    <a:pt x="1041" y="2508"/>
                  </a:lnTo>
                  <a:lnTo>
                    <a:pt x="1" y="3550"/>
                  </a:lnTo>
                  <a:lnTo>
                    <a:pt x="1041" y="4589"/>
                  </a:lnTo>
                  <a:lnTo>
                    <a:pt x="1041" y="6057"/>
                  </a:lnTo>
                  <a:lnTo>
                    <a:pt x="2509" y="6057"/>
                  </a:lnTo>
                  <a:lnTo>
                    <a:pt x="3549" y="7097"/>
                  </a:lnTo>
                  <a:lnTo>
                    <a:pt x="4590" y="6057"/>
                  </a:lnTo>
                  <a:lnTo>
                    <a:pt x="6058" y="6057"/>
                  </a:lnTo>
                  <a:lnTo>
                    <a:pt x="6058" y="4589"/>
                  </a:lnTo>
                  <a:lnTo>
                    <a:pt x="7098" y="3550"/>
                  </a:lnTo>
                  <a:lnTo>
                    <a:pt x="6058" y="2508"/>
                  </a:lnTo>
                  <a:lnTo>
                    <a:pt x="6058" y="1040"/>
                  </a:lnTo>
                  <a:lnTo>
                    <a:pt x="4590" y="1040"/>
                  </a:lnTo>
                  <a:lnTo>
                    <a:pt x="3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3"/>
            <p:cNvSpPr/>
            <p:nvPr/>
          </p:nvSpPr>
          <p:spPr>
            <a:xfrm>
              <a:off x="6802500" y="2474325"/>
              <a:ext cx="3575" cy="719350"/>
            </a:xfrm>
            <a:custGeom>
              <a:avLst/>
              <a:gdLst/>
              <a:ahLst/>
              <a:cxnLst/>
              <a:rect l="l" t="t" r="r" b="b"/>
              <a:pathLst>
                <a:path w="143" h="28774" extrusionOk="0">
                  <a:moveTo>
                    <a:pt x="0" y="0"/>
                  </a:moveTo>
                  <a:lnTo>
                    <a:pt x="0" y="28773"/>
                  </a:lnTo>
                  <a:lnTo>
                    <a:pt x="143" y="28773"/>
                  </a:lnTo>
                  <a:lnTo>
                    <a:pt x="1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6" name="Google Shape;1306;p13"/>
          <p:cNvGrpSpPr/>
          <p:nvPr/>
        </p:nvGrpSpPr>
        <p:grpSpPr>
          <a:xfrm>
            <a:off x="-1276737" y="3801730"/>
            <a:ext cx="2590965" cy="2590965"/>
            <a:chOff x="2924725" y="208150"/>
            <a:chExt cx="1242550" cy="1242550"/>
          </a:xfrm>
        </p:grpSpPr>
        <p:sp>
          <p:nvSpPr>
            <p:cNvPr id="1307" name="Google Shape;1307;p13"/>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3"/>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3"/>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3"/>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3"/>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3"/>
            <p:cNvSpPr/>
            <p:nvPr/>
          </p:nvSpPr>
          <p:spPr>
            <a:xfrm>
              <a:off x="3188344"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3"/>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3"/>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3"/>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3"/>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3"/>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3"/>
            <p:cNvSpPr/>
            <p:nvPr/>
          </p:nvSpPr>
          <p:spPr>
            <a:xfrm>
              <a:off x="3743642"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3"/>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3"/>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3"/>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3"/>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3"/>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3"/>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5" name="Google Shape;1325;p13"/>
          <p:cNvGrpSpPr/>
          <p:nvPr/>
        </p:nvGrpSpPr>
        <p:grpSpPr>
          <a:xfrm>
            <a:off x="8097974" y="-1856845"/>
            <a:ext cx="394386" cy="3137876"/>
            <a:chOff x="7324500" y="2391875"/>
            <a:chExt cx="177300" cy="1410725"/>
          </a:xfrm>
        </p:grpSpPr>
        <p:sp>
          <p:nvSpPr>
            <p:cNvPr id="1326" name="Google Shape;1326;p13"/>
            <p:cNvSpPr/>
            <p:nvPr/>
          </p:nvSpPr>
          <p:spPr>
            <a:xfrm>
              <a:off x="7324500" y="3625150"/>
              <a:ext cx="177300" cy="177450"/>
            </a:xfrm>
            <a:custGeom>
              <a:avLst/>
              <a:gdLst/>
              <a:ahLst/>
              <a:cxnLst/>
              <a:rect l="l" t="t" r="r" b="b"/>
              <a:pathLst>
                <a:path w="7092" h="7098" extrusionOk="0">
                  <a:moveTo>
                    <a:pt x="3549" y="673"/>
                  </a:moveTo>
                  <a:lnTo>
                    <a:pt x="4393" y="1510"/>
                  </a:lnTo>
                  <a:lnTo>
                    <a:pt x="5581" y="1510"/>
                  </a:lnTo>
                  <a:lnTo>
                    <a:pt x="5581" y="2700"/>
                  </a:lnTo>
                  <a:lnTo>
                    <a:pt x="6426" y="3548"/>
                  </a:lnTo>
                  <a:lnTo>
                    <a:pt x="5581" y="4398"/>
                  </a:lnTo>
                  <a:lnTo>
                    <a:pt x="5581" y="5581"/>
                  </a:lnTo>
                  <a:lnTo>
                    <a:pt x="4393" y="5581"/>
                  </a:lnTo>
                  <a:lnTo>
                    <a:pt x="3543" y="6425"/>
                  </a:lnTo>
                  <a:lnTo>
                    <a:pt x="2693" y="5581"/>
                  </a:lnTo>
                  <a:lnTo>
                    <a:pt x="1510" y="5581"/>
                  </a:lnTo>
                  <a:lnTo>
                    <a:pt x="1510" y="4398"/>
                  </a:lnTo>
                  <a:lnTo>
                    <a:pt x="667" y="3548"/>
                  </a:lnTo>
                  <a:lnTo>
                    <a:pt x="1510" y="2700"/>
                  </a:lnTo>
                  <a:lnTo>
                    <a:pt x="1510" y="1510"/>
                  </a:lnTo>
                  <a:lnTo>
                    <a:pt x="2700" y="1510"/>
                  </a:lnTo>
                  <a:lnTo>
                    <a:pt x="3549" y="673"/>
                  </a:lnTo>
                  <a:close/>
                  <a:moveTo>
                    <a:pt x="3549" y="1"/>
                  </a:moveTo>
                  <a:lnTo>
                    <a:pt x="2509" y="1041"/>
                  </a:lnTo>
                  <a:lnTo>
                    <a:pt x="1035" y="1041"/>
                  </a:lnTo>
                  <a:lnTo>
                    <a:pt x="1035" y="2508"/>
                  </a:lnTo>
                  <a:lnTo>
                    <a:pt x="1" y="3548"/>
                  </a:lnTo>
                  <a:lnTo>
                    <a:pt x="1035" y="4590"/>
                  </a:lnTo>
                  <a:lnTo>
                    <a:pt x="1035" y="6057"/>
                  </a:lnTo>
                  <a:lnTo>
                    <a:pt x="2509" y="6057"/>
                  </a:lnTo>
                  <a:lnTo>
                    <a:pt x="3549" y="7097"/>
                  </a:lnTo>
                  <a:lnTo>
                    <a:pt x="4583" y="6057"/>
                  </a:lnTo>
                  <a:lnTo>
                    <a:pt x="6058" y="6057"/>
                  </a:lnTo>
                  <a:lnTo>
                    <a:pt x="6058" y="4590"/>
                  </a:lnTo>
                  <a:lnTo>
                    <a:pt x="7092" y="3548"/>
                  </a:lnTo>
                  <a:lnTo>
                    <a:pt x="6058" y="2508"/>
                  </a:lnTo>
                  <a:lnTo>
                    <a:pt x="6058" y="1041"/>
                  </a:lnTo>
                  <a:lnTo>
                    <a:pt x="4583" y="1041"/>
                  </a:lnTo>
                  <a:lnTo>
                    <a:pt x="3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3"/>
            <p:cNvSpPr/>
            <p:nvPr/>
          </p:nvSpPr>
          <p:spPr>
            <a:xfrm>
              <a:off x="7411275" y="2391875"/>
              <a:ext cx="3725" cy="1239250"/>
            </a:xfrm>
            <a:custGeom>
              <a:avLst/>
              <a:gdLst/>
              <a:ahLst/>
              <a:cxnLst/>
              <a:rect l="l" t="t" r="r" b="b"/>
              <a:pathLst>
                <a:path w="149" h="49570" extrusionOk="0">
                  <a:moveTo>
                    <a:pt x="1" y="0"/>
                  </a:moveTo>
                  <a:lnTo>
                    <a:pt x="1" y="49570"/>
                  </a:lnTo>
                  <a:lnTo>
                    <a:pt x="149" y="49570"/>
                  </a:lnTo>
                  <a:lnTo>
                    <a:pt x="1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1">
  <p:cSld name="BLANK_1_2">
    <p:spTree>
      <p:nvGrpSpPr>
        <p:cNvPr id="1" name="Shape 1328"/>
        <p:cNvGrpSpPr/>
        <p:nvPr/>
      </p:nvGrpSpPr>
      <p:grpSpPr>
        <a:xfrm>
          <a:off x="0" y="0"/>
          <a:ext cx="0" cy="0"/>
          <a:chOff x="0" y="0"/>
          <a:chExt cx="0" cy="0"/>
        </a:xfrm>
      </p:grpSpPr>
      <p:grpSp>
        <p:nvGrpSpPr>
          <p:cNvPr id="1329" name="Google Shape;1329;p14"/>
          <p:cNvGrpSpPr/>
          <p:nvPr/>
        </p:nvGrpSpPr>
        <p:grpSpPr>
          <a:xfrm>
            <a:off x="7559109" y="-1177130"/>
            <a:ext cx="2292602" cy="2292602"/>
            <a:chOff x="277450" y="4273200"/>
            <a:chExt cx="870289" cy="870289"/>
          </a:xfrm>
        </p:grpSpPr>
        <p:sp>
          <p:nvSpPr>
            <p:cNvPr id="1330" name="Google Shape;1330;p14"/>
            <p:cNvSpPr/>
            <p:nvPr/>
          </p:nvSpPr>
          <p:spPr>
            <a:xfrm>
              <a:off x="325701" y="4321451"/>
              <a:ext cx="773783" cy="773783"/>
            </a:xfrm>
            <a:custGeom>
              <a:avLst/>
              <a:gdLst/>
              <a:ahLst/>
              <a:cxnLst/>
              <a:rect l="l" t="t" r="r" b="b"/>
              <a:pathLst>
                <a:path w="48076" h="48076" extrusionOk="0">
                  <a:moveTo>
                    <a:pt x="23962" y="0"/>
                  </a:moveTo>
                  <a:lnTo>
                    <a:pt x="16977" y="6985"/>
                  </a:lnTo>
                  <a:lnTo>
                    <a:pt x="7092" y="6985"/>
                  </a:lnTo>
                  <a:lnTo>
                    <a:pt x="7092" y="16870"/>
                  </a:lnTo>
                  <a:lnTo>
                    <a:pt x="0" y="23962"/>
                  </a:lnTo>
                  <a:lnTo>
                    <a:pt x="7092" y="31054"/>
                  </a:lnTo>
                  <a:lnTo>
                    <a:pt x="7092" y="41090"/>
                  </a:lnTo>
                  <a:lnTo>
                    <a:pt x="17120" y="41090"/>
                  </a:lnTo>
                  <a:lnTo>
                    <a:pt x="24114" y="48076"/>
                  </a:lnTo>
                  <a:lnTo>
                    <a:pt x="31099" y="41090"/>
                  </a:lnTo>
                  <a:lnTo>
                    <a:pt x="40983" y="41090"/>
                  </a:lnTo>
                  <a:lnTo>
                    <a:pt x="40983" y="31206"/>
                  </a:lnTo>
                  <a:lnTo>
                    <a:pt x="48076" y="24114"/>
                  </a:lnTo>
                  <a:lnTo>
                    <a:pt x="40983" y="17022"/>
                  </a:lnTo>
                  <a:lnTo>
                    <a:pt x="40983" y="6985"/>
                  </a:lnTo>
                  <a:lnTo>
                    <a:pt x="30956" y="6985"/>
                  </a:lnTo>
                  <a:lnTo>
                    <a:pt x="23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4"/>
            <p:cNvSpPr/>
            <p:nvPr/>
          </p:nvSpPr>
          <p:spPr>
            <a:xfrm>
              <a:off x="277450" y="4273200"/>
              <a:ext cx="870289" cy="870289"/>
            </a:xfrm>
            <a:custGeom>
              <a:avLst/>
              <a:gdLst/>
              <a:ahLst/>
              <a:cxnLst/>
              <a:rect l="l" t="t" r="r" b="b"/>
              <a:pathLst>
                <a:path w="54072" h="54072" extrusionOk="0">
                  <a:moveTo>
                    <a:pt x="26960" y="1410"/>
                  </a:moveTo>
                  <a:lnTo>
                    <a:pt x="34409" y="8859"/>
                  </a:lnTo>
                  <a:lnTo>
                    <a:pt x="45097" y="8859"/>
                  </a:lnTo>
                  <a:lnTo>
                    <a:pt x="45097" y="19556"/>
                  </a:lnTo>
                  <a:lnTo>
                    <a:pt x="52662" y="27112"/>
                  </a:lnTo>
                  <a:lnTo>
                    <a:pt x="45097" y="34677"/>
                  </a:lnTo>
                  <a:lnTo>
                    <a:pt x="45097" y="45212"/>
                  </a:lnTo>
                  <a:lnTo>
                    <a:pt x="34561" y="45212"/>
                  </a:lnTo>
                  <a:lnTo>
                    <a:pt x="27112" y="52662"/>
                  </a:lnTo>
                  <a:lnTo>
                    <a:pt x="19663" y="45212"/>
                  </a:lnTo>
                  <a:lnTo>
                    <a:pt x="8975" y="45212"/>
                  </a:lnTo>
                  <a:lnTo>
                    <a:pt x="8975" y="34516"/>
                  </a:lnTo>
                  <a:lnTo>
                    <a:pt x="1410" y="26960"/>
                  </a:lnTo>
                  <a:lnTo>
                    <a:pt x="8975" y="19395"/>
                  </a:lnTo>
                  <a:lnTo>
                    <a:pt x="8975" y="8859"/>
                  </a:lnTo>
                  <a:lnTo>
                    <a:pt x="19502" y="8859"/>
                  </a:lnTo>
                  <a:lnTo>
                    <a:pt x="26960" y="1410"/>
                  </a:lnTo>
                  <a:close/>
                  <a:moveTo>
                    <a:pt x="26960" y="1"/>
                  </a:moveTo>
                  <a:lnTo>
                    <a:pt x="19092" y="7860"/>
                  </a:lnTo>
                  <a:lnTo>
                    <a:pt x="7976" y="7860"/>
                  </a:lnTo>
                  <a:lnTo>
                    <a:pt x="7976" y="18985"/>
                  </a:lnTo>
                  <a:lnTo>
                    <a:pt x="1" y="26960"/>
                  </a:lnTo>
                  <a:lnTo>
                    <a:pt x="7976" y="34927"/>
                  </a:lnTo>
                  <a:lnTo>
                    <a:pt x="7976" y="46212"/>
                  </a:lnTo>
                  <a:lnTo>
                    <a:pt x="19252" y="46212"/>
                  </a:lnTo>
                  <a:lnTo>
                    <a:pt x="27112" y="54071"/>
                  </a:lnTo>
                  <a:lnTo>
                    <a:pt x="34980" y="46212"/>
                  </a:lnTo>
                  <a:lnTo>
                    <a:pt x="46096" y="46212"/>
                  </a:lnTo>
                  <a:lnTo>
                    <a:pt x="46096" y="35087"/>
                  </a:lnTo>
                  <a:lnTo>
                    <a:pt x="54071" y="27112"/>
                  </a:lnTo>
                  <a:lnTo>
                    <a:pt x="46096" y="19136"/>
                  </a:lnTo>
                  <a:lnTo>
                    <a:pt x="46096" y="7860"/>
                  </a:lnTo>
                  <a:lnTo>
                    <a:pt x="34820" y="7860"/>
                  </a:lnTo>
                  <a:lnTo>
                    <a:pt x="269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4"/>
            <p:cNvSpPr/>
            <p:nvPr/>
          </p:nvSpPr>
          <p:spPr>
            <a:xfrm>
              <a:off x="354847" y="4350742"/>
              <a:ext cx="715197" cy="715053"/>
            </a:xfrm>
            <a:custGeom>
              <a:avLst/>
              <a:gdLst/>
              <a:ahLst/>
              <a:cxnLst/>
              <a:rect l="l" t="t" r="r" b="b"/>
              <a:pathLst>
                <a:path w="44436" h="44427" extrusionOk="0">
                  <a:moveTo>
                    <a:pt x="22151" y="0"/>
                  </a:moveTo>
                  <a:lnTo>
                    <a:pt x="15692" y="6459"/>
                  </a:lnTo>
                  <a:lnTo>
                    <a:pt x="6557" y="6459"/>
                  </a:lnTo>
                  <a:lnTo>
                    <a:pt x="6557" y="15594"/>
                  </a:lnTo>
                  <a:lnTo>
                    <a:pt x="0" y="22142"/>
                  </a:lnTo>
                  <a:lnTo>
                    <a:pt x="6557" y="28699"/>
                  </a:lnTo>
                  <a:lnTo>
                    <a:pt x="6557" y="37968"/>
                  </a:lnTo>
                  <a:lnTo>
                    <a:pt x="15826" y="37968"/>
                  </a:lnTo>
                  <a:lnTo>
                    <a:pt x="22285" y="44427"/>
                  </a:lnTo>
                  <a:lnTo>
                    <a:pt x="28744" y="37968"/>
                  </a:lnTo>
                  <a:lnTo>
                    <a:pt x="37879" y="37968"/>
                  </a:lnTo>
                  <a:lnTo>
                    <a:pt x="37879" y="28833"/>
                  </a:lnTo>
                  <a:lnTo>
                    <a:pt x="44436" y="22276"/>
                  </a:lnTo>
                  <a:lnTo>
                    <a:pt x="37879" y="15728"/>
                  </a:lnTo>
                  <a:lnTo>
                    <a:pt x="37879" y="6459"/>
                  </a:lnTo>
                  <a:lnTo>
                    <a:pt x="28610" y="6459"/>
                  </a:lnTo>
                  <a:lnTo>
                    <a:pt x="22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3" name="Google Shape;1333;p14"/>
          <p:cNvGrpSpPr/>
          <p:nvPr/>
        </p:nvGrpSpPr>
        <p:grpSpPr>
          <a:xfrm>
            <a:off x="8047411" y="4227154"/>
            <a:ext cx="762985" cy="762897"/>
            <a:chOff x="8021087" y="4295195"/>
            <a:chExt cx="1136578" cy="1136447"/>
          </a:xfrm>
        </p:grpSpPr>
        <p:sp>
          <p:nvSpPr>
            <p:cNvPr id="1334" name="Google Shape;1334;p14"/>
            <p:cNvSpPr/>
            <p:nvPr/>
          </p:nvSpPr>
          <p:spPr>
            <a:xfrm>
              <a:off x="8084049" y="4358026"/>
              <a:ext cx="1010657" cy="1010788"/>
            </a:xfrm>
            <a:custGeom>
              <a:avLst/>
              <a:gdLst/>
              <a:ahLst/>
              <a:cxnLst/>
              <a:rect l="l" t="t" r="r" b="b"/>
              <a:pathLst>
                <a:path w="61994" h="62002" extrusionOk="0">
                  <a:moveTo>
                    <a:pt x="30903" y="1"/>
                  </a:moveTo>
                  <a:lnTo>
                    <a:pt x="21893" y="9011"/>
                  </a:lnTo>
                  <a:lnTo>
                    <a:pt x="9145" y="9011"/>
                  </a:lnTo>
                  <a:lnTo>
                    <a:pt x="9145" y="21759"/>
                  </a:lnTo>
                  <a:lnTo>
                    <a:pt x="1" y="30903"/>
                  </a:lnTo>
                  <a:lnTo>
                    <a:pt x="9145" y="40056"/>
                  </a:lnTo>
                  <a:lnTo>
                    <a:pt x="9145" y="52982"/>
                  </a:lnTo>
                  <a:lnTo>
                    <a:pt x="22080" y="52982"/>
                  </a:lnTo>
                  <a:lnTo>
                    <a:pt x="31091" y="62002"/>
                  </a:lnTo>
                  <a:lnTo>
                    <a:pt x="40101" y="52982"/>
                  </a:lnTo>
                  <a:lnTo>
                    <a:pt x="52849" y="52982"/>
                  </a:lnTo>
                  <a:lnTo>
                    <a:pt x="52849" y="40234"/>
                  </a:lnTo>
                  <a:lnTo>
                    <a:pt x="61993" y="31090"/>
                  </a:lnTo>
                  <a:lnTo>
                    <a:pt x="52849" y="21946"/>
                  </a:lnTo>
                  <a:lnTo>
                    <a:pt x="52849" y="9011"/>
                  </a:lnTo>
                  <a:lnTo>
                    <a:pt x="39914" y="9011"/>
                  </a:lnTo>
                  <a:lnTo>
                    <a:pt x="309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4"/>
            <p:cNvSpPr/>
            <p:nvPr/>
          </p:nvSpPr>
          <p:spPr>
            <a:xfrm>
              <a:off x="8021087" y="4295195"/>
              <a:ext cx="1136578" cy="1136447"/>
            </a:xfrm>
            <a:custGeom>
              <a:avLst/>
              <a:gdLst/>
              <a:ahLst/>
              <a:cxnLst/>
              <a:rect l="l" t="t" r="r" b="b"/>
              <a:pathLst>
                <a:path w="69718" h="69710" extrusionOk="0">
                  <a:moveTo>
                    <a:pt x="34756" y="1812"/>
                  </a:moveTo>
                  <a:lnTo>
                    <a:pt x="44364" y="11420"/>
                  </a:lnTo>
                  <a:lnTo>
                    <a:pt x="58147" y="11420"/>
                  </a:lnTo>
                  <a:lnTo>
                    <a:pt x="58147" y="25203"/>
                  </a:lnTo>
                  <a:lnTo>
                    <a:pt x="67898" y="34953"/>
                  </a:lnTo>
                  <a:lnTo>
                    <a:pt x="58147" y="44704"/>
                  </a:lnTo>
                  <a:lnTo>
                    <a:pt x="58147" y="58291"/>
                  </a:lnTo>
                  <a:lnTo>
                    <a:pt x="44570" y="58291"/>
                  </a:lnTo>
                  <a:lnTo>
                    <a:pt x="34962" y="67899"/>
                  </a:lnTo>
                  <a:lnTo>
                    <a:pt x="25354" y="58291"/>
                  </a:lnTo>
                  <a:lnTo>
                    <a:pt x="11571" y="58291"/>
                  </a:lnTo>
                  <a:lnTo>
                    <a:pt x="11571" y="44499"/>
                  </a:lnTo>
                  <a:lnTo>
                    <a:pt x="1820" y="34748"/>
                  </a:lnTo>
                  <a:lnTo>
                    <a:pt x="11571" y="24997"/>
                  </a:lnTo>
                  <a:lnTo>
                    <a:pt x="11571" y="11420"/>
                  </a:lnTo>
                  <a:lnTo>
                    <a:pt x="25148" y="11420"/>
                  </a:lnTo>
                  <a:lnTo>
                    <a:pt x="34756" y="1812"/>
                  </a:lnTo>
                  <a:close/>
                  <a:moveTo>
                    <a:pt x="34756" y="1"/>
                  </a:moveTo>
                  <a:lnTo>
                    <a:pt x="24622" y="10135"/>
                  </a:lnTo>
                  <a:lnTo>
                    <a:pt x="10286" y="10135"/>
                  </a:lnTo>
                  <a:lnTo>
                    <a:pt x="10286" y="24471"/>
                  </a:lnTo>
                  <a:lnTo>
                    <a:pt x="0" y="34748"/>
                  </a:lnTo>
                  <a:lnTo>
                    <a:pt x="10286" y="45034"/>
                  </a:lnTo>
                  <a:lnTo>
                    <a:pt x="10286" y="59575"/>
                  </a:lnTo>
                  <a:lnTo>
                    <a:pt x="24827" y="59575"/>
                  </a:lnTo>
                  <a:lnTo>
                    <a:pt x="34962" y="69709"/>
                  </a:lnTo>
                  <a:lnTo>
                    <a:pt x="45096" y="59575"/>
                  </a:lnTo>
                  <a:lnTo>
                    <a:pt x="59432" y="59575"/>
                  </a:lnTo>
                  <a:lnTo>
                    <a:pt x="59432" y="45239"/>
                  </a:lnTo>
                  <a:lnTo>
                    <a:pt x="69718" y="34953"/>
                  </a:lnTo>
                  <a:lnTo>
                    <a:pt x="59432" y="24676"/>
                  </a:lnTo>
                  <a:lnTo>
                    <a:pt x="59432" y="10135"/>
                  </a:lnTo>
                  <a:lnTo>
                    <a:pt x="44891" y="10135"/>
                  </a:lnTo>
                  <a:lnTo>
                    <a:pt x="347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4"/>
            <p:cNvSpPr/>
            <p:nvPr/>
          </p:nvSpPr>
          <p:spPr>
            <a:xfrm>
              <a:off x="8121871" y="4393371"/>
              <a:ext cx="937051" cy="937051"/>
            </a:xfrm>
            <a:custGeom>
              <a:avLst/>
              <a:gdLst/>
              <a:ahLst/>
              <a:cxnLst/>
              <a:rect l="l" t="t" r="r" b="b"/>
              <a:pathLst>
                <a:path w="57479" h="57479" extrusionOk="0">
                  <a:moveTo>
                    <a:pt x="28655" y="0"/>
                  </a:moveTo>
                  <a:lnTo>
                    <a:pt x="20296" y="8351"/>
                  </a:lnTo>
                  <a:lnTo>
                    <a:pt x="8484" y="8351"/>
                  </a:lnTo>
                  <a:lnTo>
                    <a:pt x="8484" y="20171"/>
                  </a:lnTo>
                  <a:lnTo>
                    <a:pt x="0" y="28646"/>
                  </a:lnTo>
                  <a:lnTo>
                    <a:pt x="8484" y="37130"/>
                  </a:lnTo>
                  <a:lnTo>
                    <a:pt x="8484" y="49119"/>
                  </a:lnTo>
                  <a:lnTo>
                    <a:pt x="20474" y="49119"/>
                  </a:lnTo>
                  <a:lnTo>
                    <a:pt x="28824" y="57478"/>
                  </a:lnTo>
                  <a:lnTo>
                    <a:pt x="37183" y="49119"/>
                  </a:lnTo>
                  <a:lnTo>
                    <a:pt x="49004" y="49119"/>
                  </a:lnTo>
                  <a:lnTo>
                    <a:pt x="49004" y="37299"/>
                  </a:lnTo>
                  <a:lnTo>
                    <a:pt x="57479" y="28824"/>
                  </a:lnTo>
                  <a:lnTo>
                    <a:pt x="49004" y="20340"/>
                  </a:lnTo>
                  <a:lnTo>
                    <a:pt x="49004" y="8351"/>
                  </a:lnTo>
                  <a:lnTo>
                    <a:pt x="37014" y="8351"/>
                  </a:lnTo>
                  <a:lnTo>
                    <a:pt x="286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7" name="Google Shape;1337;p14"/>
          <p:cNvGrpSpPr/>
          <p:nvPr/>
        </p:nvGrpSpPr>
        <p:grpSpPr>
          <a:xfrm>
            <a:off x="8413625" y="-933250"/>
            <a:ext cx="351500" cy="2497475"/>
            <a:chOff x="4378150" y="1221025"/>
            <a:chExt cx="351500" cy="2497475"/>
          </a:xfrm>
        </p:grpSpPr>
        <p:sp>
          <p:nvSpPr>
            <p:cNvPr id="1338" name="Google Shape;1338;p14"/>
            <p:cNvSpPr/>
            <p:nvPr/>
          </p:nvSpPr>
          <p:spPr>
            <a:xfrm>
              <a:off x="4378150" y="3385050"/>
              <a:ext cx="351500" cy="333450"/>
            </a:xfrm>
            <a:custGeom>
              <a:avLst/>
              <a:gdLst/>
              <a:ahLst/>
              <a:cxnLst/>
              <a:rect l="l" t="t" r="r" b="b"/>
              <a:pathLst>
                <a:path w="14060" h="13338" extrusionOk="0">
                  <a:moveTo>
                    <a:pt x="7030" y="2311"/>
                  </a:moveTo>
                  <a:lnTo>
                    <a:pt x="8226" y="5076"/>
                  </a:lnTo>
                  <a:cubicBezTo>
                    <a:pt x="8324" y="5299"/>
                    <a:pt x="8529" y="5451"/>
                    <a:pt x="8770" y="5478"/>
                  </a:cubicBezTo>
                  <a:lnTo>
                    <a:pt x="11776" y="5763"/>
                  </a:lnTo>
                  <a:lnTo>
                    <a:pt x="9510" y="7752"/>
                  </a:lnTo>
                  <a:cubicBezTo>
                    <a:pt x="9332" y="7913"/>
                    <a:pt x="9251" y="8154"/>
                    <a:pt x="9305" y="8395"/>
                  </a:cubicBezTo>
                  <a:lnTo>
                    <a:pt x="9965" y="11339"/>
                  </a:lnTo>
                  <a:lnTo>
                    <a:pt x="7360" y="9804"/>
                  </a:lnTo>
                  <a:cubicBezTo>
                    <a:pt x="7262" y="9742"/>
                    <a:pt x="7146" y="9706"/>
                    <a:pt x="7030" y="9706"/>
                  </a:cubicBezTo>
                  <a:cubicBezTo>
                    <a:pt x="6914" y="9706"/>
                    <a:pt x="6798" y="9742"/>
                    <a:pt x="6691" y="9804"/>
                  </a:cubicBezTo>
                  <a:lnTo>
                    <a:pt x="4095" y="11339"/>
                  </a:lnTo>
                  <a:lnTo>
                    <a:pt x="4755" y="8395"/>
                  </a:lnTo>
                  <a:cubicBezTo>
                    <a:pt x="4809" y="8154"/>
                    <a:pt x="4729" y="7913"/>
                    <a:pt x="4550" y="7752"/>
                  </a:cubicBezTo>
                  <a:lnTo>
                    <a:pt x="2284" y="5763"/>
                  </a:lnTo>
                  <a:lnTo>
                    <a:pt x="5291" y="5478"/>
                  </a:lnTo>
                  <a:cubicBezTo>
                    <a:pt x="5531" y="5451"/>
                    <a:pt x="5737" y="5299"/>
                    <a:pt x="5835" y="5076"/>
                  </a:cubicBezTo>
                  <a:lnTo>
                    <a:pt x="7030" y="2311"/>
                  </a:lnTo>
                  <a:close/>
                  <a:moveTo>
                    <a:pt x="7030" y="0"/>
                  </a:moveTo>
                  <a:cubicBezTo>
                    <a:pt x="6771" y="0"/>
                    <a:pt x="6531" y="152"/>
                    <a:pt x="6424" y="393"/>
                  </a:cubicBezTo>
                  <a:lnTo>
                    <a:pt x="4773" y="4202"/>
                  </a:lnTo>
                  <a:lnTo>
                    <a:pt x="643" y="4594"/>
                  </a:lnTo>
                  <a:cubicBezTo>
                    <a:pt x="384" y="4612"/>
                    <a:pt x="161" y="4791"/>
                    <a:pt x="81" y="5040"/>
                  </a:cubicBezTo>
                  <a:cubicBezTo>
                    <a:pt x="0" y="5290"/>
                    <a:pt x="81" y="5567"/>
                    <a:pt x="277" y="5736"/>
                  </a:cubicBezTo>
                  <a:lnTo>
                    <a:pt x="3381" y="8484"/>
                  </a:lnTo>
                  <a:lnTo>
                    <a:pt x="2480" y="12534"/>
                  </a:lnTo>
                  <a:cubicBezTo>
                    <a:pt x="2427" y="12793"/>
                    <a:pt x="2525" y="13060"/>
                    <a:pt x="2739" y="13212"/>
                  </a:cubicBezTo>
                  <a:cubicBezTo>
                    <a:pt x="2851" y="13295"/>
                    <a:pt x="2987" y="13338"/>
                    <a:pt x="3126" y="13338"/>
                  </a:cubicBezTo>
                  <a:cubicBezTo>
                    <a:pt x="3240" y="13338"/>
                    <a:pt x="3357" y="13308"/>
                    <a:pt x="3462" y="13248"/>
                  </a:cubicBezTo>
                  <a:lnTo>
                    <a:pt x="7030" y="11134"/>
                  </a:lnTo>
                  <a:lnTo>
                    <a:pt x="10599" y="13248"/>
                  </a:lnTo>
                  <a:cubicBezTo>
                    <a:pt x="10706" y="13310"/>
                    <a:pt x="10822" y="13337"/>
                    <a:pt x="10938" y="13337"/>
                  </a:cubicBezTo>
                  <a:cubicBezTo>
                    <a:pt x="11071" y="13337"/>
                    <a:pt x="11205" y="13292"/>
                    <a:pt x="11321" y="13212"/>
                  </a:cubicBezTo>
                  <a:cubicBezTo>
                    <a:pt x="11535" y="13060"/>
                    <a:pt x="11633" y="12793"/>
                    <a:pt x="11580" y="12534"/>
                  </a:cubicBezTo>
                  <a:lnTo>
                    <a:pt x="10679" y="8484"/>
                  </a:lnTo>
                  <a:lnTo>
                    <a:pt x="13783" y="5736"/>
                  </a:lnTo>
                  <a:cubicBezTo>
                    <a:pt x="13980" y="5567"/>
                    <a:pt x="14060" y="5290"/>
                    <a:pt x="13980" y="5040"/>
                  </a:cubicBezTo>
                  <a:cubicBezTo>
                    <a:pt x="13899" y="4791"/>
                    <a:pt x="13676" y="4612"/>
                    <a:pt x="13418" y="4594"/>
                  </a:cubicBezTo>
                  <a:lnTo>
                    <a:pt x="9278" y="4202"/>
                  </a:lnTo>
                  <a:lnTo>
                    <a:pt x="7637" y="393"/>
                  </a:lnTo>
                  <a:cubicBezTo>
                    <a:pt x="7530" y="152"/>
                    <a:pt x="7289" y="0"/>
                    <a:pt x="70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4"/>
            <p:cNvSpPr/>
            <p:nvPr/>
          </p:nvSpPr>
          <p:spPr>
            <a:xfrm>
              <a:off x="4522450" y="2299800"/>
              <a:ext cx="62925" cy="1022600"/>
            </a:xfrm>
            <a:custGeom>
              <a:avLst/>
              <a:gdLst/>
              <a:ahLst/>
              <a:cxnLst/>
              <a:rect l="l" t="t" r="r" b="b"/>
              <a:pathLst>
                <a:path w="2517" h="40904" extrusionOk="0">
                  <a:moveTo>
                    <a:pt x="1258" y="1"/>
                  </a:moveTo>
                  <a:cubicBezTo>
                    <a:pt x="562" y="1"/>
                    <a:pt x="0" y="563"/>
                    <a:pt x="0" y="1258"/>
                  </a:cubicBezTo>
                  <a:cubicBezTo>
                    <a:pt x="0" y="1954"/>
                    <a:pt x="562" y="2516"/>
                    <a:pt x="1258" y="2516"/>
                  </a:cubicBezTo>
                  <a:cubicBezTo>
                    <a:pt x="1954" y="2516"/>
                    <a:pt x="2516" y="1954"/>
                    <a:pt x="2516" y="1258"/>
                  </a:cubicBezTo>
                  <a:cubicBezTo>
                    <a:pt x="2516" y="563"/>
                    <a:pt x="1954" y="1"/>
                    <a:pt x="1258" y="1"/>
                  </a:cubicBezTo>
                  <a:close/>
                  <a:moveTo>
                    <a:pt x="1258" y="5487"/>
                  </a:moveTo>
                  <a:cubicBezTo>
                    <a:pt x="562" y="5487"/>
                    <a:pt x="0" y="6049"/>
                    <a:pt x="0" y="6745"/>
                  </a:cubicBezTo>
                  <a:cubicBezTo>
                    <a:pt x="0" y="7441"/>
                    <a:pt x="562" y="8003"/>
                    <a:pt x="1258" y="8003"/>
                  </a:cubicBezTo>
                  <a:cubicBezTo>
                    <a:pt x="1954" y="8003"/>
                    <a:pt x="2516" y="7441"/>
                    <a:pt x="2516" y="6745"/>
                  </a:cubicBezTo>
                  <a:cubicBezTo>
                    <a:pt x="2516" y="6049"/>
                    <a:pt x="1954" y="5487"/>
                    <a:pt x="1258" y="5487"/>
                  </a:cubicBezTo>
                  <a:close/>
                  <a:moveTo>
                    <a:pt x="1258" y="10973"/>
                  </a:moveTo>
                  <a:cubicBezTo>
                    <a:pt x="562" y="10973"/>
                    <a:pt x="0" y="11535"/>
                    <a:pt x="0" y="12231"/>
                  </a:cubicBezTo>
                  <a:cubicBezTo>
                    <a:pt x="0" y="12927"/>
                    <a:pt x="562" y="13480"/>
                    <a:pt x="1258" y="13480"/>
                  </a:cubicBezTo>
                  <a:cubicBezTo>
                    <a:pt x="1954" y="13480"/>
                    <a:pt x="2516" y="12927"/>
                    <a:pt x="2516" y="12231"/>
                  </a:cubicBezTo>
                  <a:cubicBezTo>
                    <a:pt x="2516" y="11535"/>
                    <a:pt x="1954" y="10973"/>
                    <a:pt x="1258" y="10973"/>
                  </a:cubicBezTo>
                  <a:close/>
                  <a:moveTo>
                    <a:pt x="1258" y="16451"/>
                  </a:moveTo>
                  <a:cubicBezTo>
                    <a:pt x="562" y="16451"/>
                    <a:pt x="0" y="17022"/>
                    <a:pt x="0" y="17709"/>
                  </a:cubicBezTo>
                  <a:cubicBezTo>
                    <a:pt x="0" y="18405"/>
                    <a:pt x="562" y="18976"/>
                    <a:pt x="1258" y="18976"/>
                  </a:cubicBezTo>
                  <a:cubicBezTo>
                    <a:pt x="1954" y="18976"/>
                    <a:pt x="2516" y="18405"/>
                    <a:pt x="2516" y="17709"/>
                  </a:cubicBezTo>
                  <a:cubicBezTo>
                    <a:pt x="2516" y="17022"/>
                    <a:pt x="1954" y="16451"/>
                    <a:pt x="1258" y="16451"/>
                  </a:cubicBezTo>
                  <a:close/>
                  <a:moveTo>
                    <a:pt x="1258" y="21946"/>
                  </a:moveTo>
                  <a:cubicBezTo>
                    <a:pt x="562" y="21946"/>
                    <a:pt x="0" y="22499"/>
                    <a:pt x="0" y="23195"/>
                  </a:cubicBezTo>
                  <a:cubicBezTo>
                    <a:pt x="0" y="23891"/>
                    <a:pt x="562" y="24453"/>
                    <a:pt x="1258" y="24453"/>
                  </a:cubicBezTo>
                  <a:cubicBezTo>
                    <a:pt x="1954" y="24453"/>
                    <a:pt x="2516" y="23891"/>
                    <a:pt x="2516" y="23195"/>
                  </a:cubicBezTo>
                  <a:cubicBezTo>
                    <a:pt x="2516" y="22499"/>
                    <a:pt x="1954" y="21946"/>
                    <a:pt x="1258" y="21946"/>
                  </a:cubicBezTo>
                  <a:close/>
                  <a:moveTo>
                    <a:pt x="1258" y="27424"/>
                  </a:moveTo>
                  <a:cubicBezTo>
                    <a:pt x="562" y="27424"/>
                    <a:pt x="0" y="27986"/>
                    <a:pt x="0" y="28682"/>
                  </a:cubicBezTo>
                  <a:cubicBezTo>
                    <a:pt x="0" y="29377"/>
                    <a:pt x="562" y="29939"/>
                    <a:pt x="1258" y="29939"/>
                  </a:cubicBezTo>
                  <a:cubicBezTo>
                    <a:pt x="1954" y="29939"/>
                    <a:pt x="2516" y="29377"/>
                    <a:pt x="2516" y="28682"/>
                  </a:cubicBezTo>
                  <a:cubicBezTo>
                    <a:pt x="2516" y="27986"/>
                    <a:pt x="1954" y="27424"/>
                    <a:pt x="1258" y="27424"/>
                  </a:cubicBezTo>
                  <a:close/>
                  <a:moveTo>
                    <a:pt x="1258" y="32910"/>
                  </a:moveTo>
                  <a:cubicBezTo>
                    <a:pt x="562" y="32910"/>
                    <a:pt x="0" y="33472"/>
                    <a:pt x="0" y="34168"/>
                  </a:cubicBezTo>
                  <a:cubicBezTo>
                    <a:pt x="0" y="34855"/>
                    <a:pt x="562" y="35426"/>
                    <a:pt x="1258" y="35426"/>
                  </a:cubicBezTo>
                  <a:cubicBezTo>
                    <a:pt x="1954" y="35426"/>
                    <a:pt x="2516" y="34855"/>
                    <a:pt x="2516" y="34168"/>
                  </a:cubicBezTo>
                  <a:cubicBezTo>
                    <a:pt x="2516" y="33472"/>
                    <a:pt x="1954" y="32910"/>
                    <a:pt x="1258" y="32910"/>
                  </a:cubicBezTo>
                  <a:close/>
                  <a:moveTo>
                    <a:pt x="1258" y="38397"/>
                  </a:moveTo>
                  <a:cubicBezTo>
                    <a:pt x="562" y="38397"/>
                    <a:pt x="0" y="38959"/>
                    <a:pt x="0" y="39654"/>
                  </a:cubicBezTo>
                  <a:cubicBezTo>
                    <a:pt x="0" y="40350"/>
                    <a:pt x="562" y="40903"/>
                    <a:pt x="1258" y="40903"/>
                  </a:cubicBezTo>
                  <a:cubicBezTo>
                    <a:pt x="1954" y="40903"/>
                    <a:pt x="2516" y="40350"/>
                    <a:pt x="2516" y="39654"/>
                  </a:cubicBezTo>
                  <a:cubicBezTo>
                    <a:pt x="2516" y="38959"/>
                    <a:pt x="1954" y="38397"/>
                    <a:pt x="1258" y="3839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4"/>
            <p:cNvSpPr/>
            <p:nvPr/>
          </p:nvSpPr>
          <p:spPr>
            <a:xfrm>
              <a:off x="4545425" y="2331250"/>
              <a:ext cx="16975" cy="1079025"/>
            </a:xfrm>
            <a:custGeom>
              <a:avLst/>
              <a:gdLst/>
              <a:ahLst/>
              <a:cxnLst/>
              <a:rect l="l" t="t" r="r" b="b"/>
              <a:pathLst>
                <a:path w="679" h="43161" extrusionOk="0">
                  <a:moveTo>
                    <a:pt x="0" y="0"/>
                  </a:moveTo>
                  <a:lnTo>
                    <a:pt x="0" y="43160"/>
                  </a:lnTo>
                  <a:lnTo>
                    <a:pt x="678" y="43160"/>
                  </a:lnTo>
                  <a:lnTo>
                    <a:pt x="6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4"/>
            <p:cNvSpPr/>
            <p:nvPr/>
          </p:nvSpPr>
          <p:spPr>
            <a:xfrm>
              <a:off x="4522450" y="1221025"/>
              <a:ext cx="62925" cy="1022600"/>
            </a:xfrm>
            <a:custGeom>
              <a:avLst/>
              <a:gdLst/>
              <a:ahLst/>
              <a:cxnLst/>
              <a:rect l="l" t="t" r="r" b="b"/>
              <a:pathLst>
                <a:path w="2517" h="40904" extrusionOk="0">
                  <a:moveTo>
                    <a:pt x="1258" y="1"/>
                  </a:moveTo>
                  <a:cubicBezTo>
                    <a:pt x="562" y="1"/>
                    <a:pt x="0" y="554"/>
                    <a:pt x="0" y="1250"/>
                  </a:cubicBezTo>
                  <a:cubicBezTo>
                    <a:pt x="0" y="1945"/>
                    <a:pt x="562" y="2507"/>
                    <a:pt x="1258" y="2507"/>
                  </a:cubicBezTo>
                  <a:cubicBezTo>
                    <a:pt x="1954" y="2507"/>
                    <a:pt x="2516" y="1945"/>
                    <a:pt x="2516" y="1250"/>
                  </a:cubicBezTo>
                  <a:cubicBezTo>
                    <a:pt x="2516" y="554"/>
                    <a:pt x="1954" y="1"/>
                    <a:pt x="1258" y="1"/>
                  </a:cubicBezTo>
                  <a:close/>
                  <a:moveTo>
                    <a:pt x="1258" y="5478"/>
                  </a:moveTo>
                  <a:cubicBezTo>
                    <a:pt x="562" y="5478"/>
                    <a:pt x="0" y="6049"/>
                    <a:pt x="0" y="6745"/>
                  </a:cubicBezTo>
                  <a:cubicBezTo>
                    <a:pt x="0" y="7432"/>
                    <a:pt x="562" y="7994"/>
                    <a:pt x="1258" y="7994"/>
                  </a:cubicBezTo>
                  <a:cubicBezTo>
                    <a:pt x="1954" y="7994"/>
                    <a:pt x="2516" y="7432"/>
                    <a:pt x="2516" y="6745"/>
                  </a:cubicBezTo>
                  <a:cubicBezTo>
                    <a:pt x="2516" y="6049"/>
                    <a:pt x="1954" y="5478"/>
                    <a:pt x="1258" y="5478"/>
                  </a:cubicBezTo>
                  <a:close/>
                  <a:moveTo>
                    <a:pt x="1258" y="10965"/>
                  </a:moveTo>
                  <a:cubicBezTo>
                    <a:pt x="562" y="10965"/>
                    <a:pt x="0" y="11527"/>
                    <a:pt x="0" y="12222"/>
                  </a:cubicBezTo>
                  <a:cubicBezTo>
                    <a:pt x="0" y="12918"/>
                    <a:pt x="562" y="13480"/>
                    <a:pt x="1258" y="13480"/>
                  </a:cubicBezTo>
                  <a:cubicBezTo>
                    <a:pt x="1954" y="13480"/>
                    <a:pt x="2516" y="12918"/>
                    <a:pt x="2516" y="12222"/>
                  </a:cubicBezTo>
                  <a:cubicBezTo>
                    <a:pt x="2516" y="11527"/>
                    <a:pt x="1954" y="10965"/>
                    <a:pt x="1258" y="10965"/>
                  </a:cubicBezTo>
                  <a:close/>
                  <a:moveTo>
                    <a:pt x="1258" y="16451"/>
                  </a:moveTo>
                  <a:cubicBezTo>
                    <a:pt x="562" y="16451"/>
                    <a:pt x="0" y="17013"/>
                    <a:pt x="0" y="17709"/>
                  </a:cubicBezTo>
                  <a:cubicBezTo>
                    <a:pt x="0" y="18405"/>
                    <a:pt x="562" y="18967"/>
                    <a:pt x="1258" y="18967"/>
                  </a:cubicBezTo>
                  <a:cubicBezTo>
                    <a:pt x="1954" y="18967"/>
                    <a:pt x="2516" y="18405"/>
                    <a:pt x="2516" y="17709"/>
                  </a:cubicBezTo>
                  <a:cubicBezTo>
                    <a:pt x="2516" y="17013"/>
                    <a:pt x="1954" y="16451"/>
                    <a:pt x="1258" y="16451"/>
                  </a:cubicBezTo>
                  <a:close/>
                  <a:moveTo>
                    <a:pt x="1258" y="21937"/>
                  </a:moveTo>
                  <a:cubicBezTo>
                    <a:pt x="562" y="21937"/>
                    <a:pt x="0" y="22499"/>
                    <a:pt x="0" y="23195"/>
                  </a:cubicBezTo>
                  <a:cubicBezTo>
                    <a:pt x="0" y="23891"/>
                    <a:pt x="562" y="24453"/>
                    <a:pt x="1258" y="24453"/>
                  </a:cubicBezTo>
                  <a:cubicBezTo>
                    <a:pt x="1954" y="24453"/>
                    <a:pt x="2516" y="23891"/>
                    <a:pt x="2516" y="23195"/>
                  </a:cubicBezTo>
                  <a:cubicBezTo>
                    <a:pt x="2516" y="22499"/>
                    <a:pt x="1954" y="21937"/>
                    <a:pt x="1258" y="21937"/>
                  </a:cubicBezTo>
                  <a:close/>
                  <a:moveTo>
                    <a:pt x="1258" y="27424"/>
                  </a:moveTo>
                  <a:cubicBezTo>
                    <a:pt x="562" y="27424"/>
                    <a:pt x="0" y="27986"/>
                    <a:pt x="0" y="28673"/>
                  </a:cubicBezTo>
                  <a:cubicBezTo>
                    <a:pt x="0" y="29369"/>
                    <a:pt x="562" y="29940"/>
                    <a:pt x="1258" y="29940"/>
                  </a:cubicBezTo>
                  <a:cubicBezTo>
                    <a:pt x="1954" y="29940"/>
                    <a:pt x="2516" y="29369"/>
                    <a:pt x="2516" y="28673"/>
                  </a:cubicBezTo>
                  <a:cubicBezTo>
                    <a:pt x="2516" y="27986"/>
                    <a:pt x="1954" y="27424"/>
                    <a:pt x="1258" y="27424"/>
                  </a:cubicBezTo>
                  <a:close/>
                  <a:moveTo>
                    <a:pt x="1258" y="32910"/>
                  </a:moveTo>
                  <a:cubicBezTo>
                    <a:pt x="562" y="32910"/>
                    <a:pt x="0" y="33463"/>
                    <a:pt x="0" y="34159"/>
                  </a:cubicBezTo>
                  <a:cubicBezTo>
                    <a:pt x="0" y="34855"/>
                    <a:pt x="562" y="35417"/>
                    <a:pt x="1258" y="35417"/>
                  </a:cubicBezTo>
                  <a:cubicBezTo>
                    <a:pt x="1954" y="35417"/>
                    <a:pt x="2516" y="34855"/>
                    <a:pt x="2516" y="34159"/>
                  </a:cubicBezTo>
                  <a:cubicBezTo>
                    <a:pt x="2516" y="33463"/>
                    <a:pt x="1954" y="32910"/>
                    <a:pt x="1258" y="32910"/>
                  </a:cubicBezTo>
                  <a:close/>
                  <a:moveTo>
                    <a:pt x="1258" y="38388"/>
                  </a:moveTo>
                  <a:cubicBezTo>
                    <a:pt x="562" y="38388"/>
                    <a:pt x="0" y="38950"/>
                    <a:pt x="0" y="39646"/>
                  </a:cubicBezTo>
                  <a:cubicBezTo>
                    <a:pt x="0" y="40341"/>
                    <a:pt x="562" y="40903"/>
                    <a:pt x="1258" y="40903"/>
                  </a:cubicBezTo>
                  <a:cubicBezTo>
                    <a:pt x="1954" y="40903"/>
                    <a:pt x="2516" y="40341"/>
                    <a:pt x="2516" y="39646"/>
                  </a:cubicBezTo>
                  <a:cubicBezTo>
                    <a:pt x="2516" y="38950"/>
                    <a:pt x="1954" y="38388"/>
                    <a:pt x="1258" y="3838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4"/>
            <p:cNvSpPr/>
            <p:nvPr/>
          </p:nvSpPr>
          <p:spPr>
            <a:xfrm>
              <a:off x="4545425" y="1252250"/>
              <a:ext cx="16975" cy="1079025"/>
            </a:xfrm>
            <a:custGeom>
              <a:avLst/>
              <a:gdLst/>
              <a:ahLst/>
              <a:cxnLst/>
              <a:rect l="l" t="t" r="r" b="b"/>
              <a:pathLst>
                <a:path w="679" h="43161" extrusionOk="0">
                  <a:moveTo>
                    <a:pt x="0" y="1"/>
                  </a:moveTo>
                  <a:lnTo>
                    <a:pt x="0" y="43160"/>
                  </a:lnTo>
                  <a:lnTo>
                    <a:pt x="678" y="43160"/>
                  </a:lnTo>
                  <a:lnTo>
                    <a:pt x="6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14"/>
          <p:cNvGrpSpPr/>
          <p:nvPr/>
        </p:nvGrpSpPr>
        <p:grpSpPr>
          <a:xfrm>
            <a:off x="-1102288" y="3798860"/>
            <a:ext cx="2415313" cy="2415313"/>
            <a:chOff x="277450" y="4273200"/>
            <a:chExt cx="870289" cy="870289"/>
          </a:xfrm>
        </p:grpSpPr>
        <p:sp>
          <p:nvSpPr>
            <p:cNvPr id="1344" name="Google Shape;1344;p14"/>
            <p:cNvSpPr/>
            <p:nvPr/>
          </p:nvSpPr>
          <p:spPr>
            <a:xfrm>
              <a:off x="325701" y="4321451"/>
              <a:ext cx="773783" cy="773783"/>
            </a:xfrm>
            <a:custGeom>
              <a:avLst/>
              <a:gdLst/>
              <a:ahLst/>
              <a:cxnLst/>
              <a:rect l="l" t="t" r="r" b="b"/>
              <a:pathLst>
                <a:path w="48076" h="48076" extrusionOk="0">
                  <a:moveTo>
                    <a:pt x="23962" y="0"/>
                  </a:moveTo>
                  <a:lnTo>
                    <a:pt x="16977" y="6985"/>
                  </a:lnTo>
                  <a:lnTo>
                    <a:pt x="7092" y="6985"/>
                  </a:lnTo>
                  <a:lnTo>
                    <a:pt x="7092" y="16870"/>
                  </a:lnTo>
                  <a:lnTo>
                    <a:pt x="0" y="23962"/>
                  </a:lnTo>
                  <a:lnTo>
                    <a:pt x="7092" y="31054"/>
                  </a:lnTo>
                  <a:lnTo>
                    <a:pt x="7092" y="41090"/>
                  </a:lnTo>
                  <a:lnTo>
                    <a:pt x="17120" y="41090"/>
                  </a:lnTo>
                  <a:lnTo>
                    <a:pt x="24114" y="48076"/>
                  </a:lnTo>
                  <a:lnTo>
                    <a:pt x="31099" y="41090"/>
                  </a:lnTo>
                  <a:lnTo>
                    <a:pt x="40983" y="41090"/>
                  </a:lnTo>
                  <a:lnTo>
                    <a:pt x="40983" y="31206"/>
                  </a:lnTo>
                  <a:lnTo>
                    <a:pt x="48076" y="24114"/>
                  </a:lnTo>
                  <a:lnTo>
                    <a:pt x="40983" y="17022"/>
                  </a:lnTo>
                  <a:lnTo>
                    <a:pt x="40983" y="6985"/>
                  </a:lnTo>
                  <a:lnTo>
                    <a:pt x="30956" y="6985"/>
                  </a:lnTo>
                  <a:lnTo>
                    <a:pt x="23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4"/>
            <p:cNvSpPr/>
            <p:nvPr/>
          </p:nvSpPr>
          <p:spPr>
            <a:xfrm>
              <a:off x="277450" y="4273200"/>
              <a:ext cx="870289" cy="870289"/>
            </a:xfrm>
            <a:custGeom>
              <a:avLst/>
              <a:gdLst/>
              <a:ahLst/>
              <a:cxnLst/>
              <a:rect l="l" t="t" r="r" b="b"/>
              <a:pathLst>
                <a:path w="54072" h="54072" extrusionOk="0">
                  <a:moveTo>
                    <a:pt x="26960" y="1410"/>
                  </a:moveTo>
                  <a:lnTo>
                    <a:pt x="34409" y="8859"/>
                  </a:lnTo>
                  <a:lnTo>
                    <a:pt x="45097" y="8859"/>
                  </a:lnTo>
                  <a:lnTo>
                    <a:pt x="45097" y="19556"/>
                  </a:lnTo>
                  <a:lnTo>
                    <a:pt x="52662" y="27112"/>
                  </a:lnTo>
                  <a:lnTo>
                    <a:pt x="45097" y="34677"/>
                  </a:lnTo>
                  <a:lnTo>
                    <a:pt x="45097" y="45212"/>
                  </a:lnTo>
                  <a:lnTo>
                    <a:pt x="34561" y="45212"/>
                  </a:lnTo>
                  <a:lnTo>
                    <a:pt x="27112" y="52662"/>
                  </a:lnTo>
                  <a:lnTo>
                    <a:pt x="19663" y="45212"/>
                  </a:lnTo>
                  <a:lnTo>
                    <a:pt x="8975" y="45212"/>
                  </a:lnTo>
                  <a:lnTo>
                    <a:pt x="8975" y="34516"/>
                  </a:lnTo>
                  <a:lnTo>
                    <a:pt x="1410" y="26960"/>
                  </a:lnTo>
                  <a:lnTo>
                    <a:pt x="8975" y="19395"/>
                  </a:lnTo>
                  <a:lnTo>
                    <a:pt x="8975" y="8859"/>
                  </a:lnTo>
                  <a:lnTo>
                    <a:pt x="19502" y="8859"/>
                  </a:lnTo>
                  <a:lnTo>
                    <a:pt x="26960" y="1410"/>
                  </a:lnTo>
                  <a:close/>
                  <a:moveTo>
                    <a:pt x="26960" y="1"/>
                  </a:moveTo>
                  <a:lnTo>
                    <a:pt x="19092" y="7860"/>
                  </a:lnTo>
                  <a:lnTo>
                    <a:pt x="7976" y="7860"/>
                  </a:lnTo>
                  <a:lnTo>
                    <a:pt x="7976" y="18985"/>
                  </a:lnTo>
                  <a:lnTo>
                    <a:pt x="1" y="26960"/>
                  </a:lnTo>
                  <a:lnTo>
                    <a:pt x="7976" y="34927"/>
                  </a:lnTo>
                  <a:lnTo>
                    <a:pt x="7976" y="46212"/>
                  </a:lnTo>
                  <a:lnTo>
                    <a:pt x="19252" y="46212"/>
                  </a:lnTo>
                  <a:lnTo>
                    <a:pt x="27112" y="54071"/>
                  </a:lnTo>
                  <a:lnTo>
                    <a:pt x="34980" y="46212"/>
                  </a:lnTo>
                  <a:lnTo>
                    <a:pt x="46096" y="46212"/>
                  </a:lnTo>
                  <a:lnTo>
                    <a:pt x="46096" y="35087"/>
                  </a:lnTo>
                  <a:lnTo>
                    <a:pt x="54071" y="27112"/>
                  </a:lnTo>
                  <a:lnTo>
                    <a:pt x="46096" y="19136"/>
                  </a:lnTo>
                  <a:lnTo>
                    <a:pt x="46096" y="7860"/>
                  </a:lnTo>
                  <a:lnTo>
                    <a:pt x="34820" y="7860"/>
                  </a:lnTo>
                  <a:lnTo>
                    <a:pt x="269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4"/>
            <p:cNvSpPr/>
            <p:nvPr/>
          </p:nvSpPr>
          <p:spPr>
            <a:xfrm>
              <a:off x="354847" y="4350742"/>
              <a:ext cx="715197" cy="715053"/>
            </a:xfrm>
            <a:custGeom>
              <a:avLst/>
              <a:gdLst/>
              <a:ahLst/>
              <a:cxnLst/>
              <a:rect l="l" t="t" r="r" b="b"/>
              <a:pathLst>
                <a:path w="44436" h="44427" extrusionOk="0">
                  <a:moveTo>
                    <a:pt x="22151" y="0"/>
                  </a:moveTo>
                  <a:lnTo>
                    <a:pt x="15692" y="6459"/>
                  </a:lnTo>
                  <a:lnTo>
                    <a:pt x="6557" y="6459"/>
                  </a:lnTo>
                  <a:lnTo>
                    <a:pt x="6557" y="15594"/>
                  </a:lnTo>
                  <a:lnTo>
                    <a:pt x="0" y="22142"/>
                  </a:lnTo>
                  <a:lnTo>
                    <a:pt x="6557" y="28699"/>
                  </a:lnTo>
                  <a:lnTo>
                    <a:pt x="6557" y="37968"/>
                  </a:lnTo>
                  <a:lnTo>
                    <a:pt x="15826" y="37968"/>
                  </a:lnTo>
                  <a:lnTo>
                    <a:pt x="22285" y="44427"/>
                  </a:lnTo>
                  <a:lnTo>
                    <a:pt x="28744" y="37968"/>
                  </a:lnTo>
                  <a:lnTo>
                    <a:pt x="37879" y="37968"/>
                  </a:lnTo>
                  <a:lnTo>
                    <a:pt x="37879" y="28833"/>
                  </a:lnTo>
                  <a:lnTo>
                    <a:pt x="44436" y="22276"/>
                  </a:lnTo>
                  <a:lnTo>
                    <a:pt x="37879" y="15728"/>
                  </a:lnTo>
                  <a:lnTo>
                    <a:pt x="37879" y="6459"/>
                  </a:lnTo>
                  <a:lnTo>
                    <a:pt x="28610" y="6459"/>
                  </a:lnTo>
                  <a:lnTo>
                    <a:pt x="22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7" name="Google Shape;1347;p14"/>
          <p:cNvGrpSpPr/>
          <p:nvPr/>
        </p:nvGrpSpPr>
        <p:grpSpPr>
          <a:xfrm>
            <a:off x="7790940" y="-1141731"/>
            <a:ext cx="494392" cy="2221777"/>
            <a:chOff x="2459900" y="3556775"/>
            <a:chExt cx="245575" cy="1103550"/>
          </a:xfrm>
        </p:grpSpPr>
        <p:sp>
          <p:nvSpPr>
            <p:cNvPr id="1348" name="Google Shape;1348;p14"/>
            <p:cNvSpPr/>
            <p:nvPr/>
          </p:nvSpPr>
          <p:spPr>
            <a:xfrm>
              <a:off x="2569175" y="3556775"/>
              <a:ext cx="26800" cy="665075"/>
            </a:xfrm>
            <a:custGeom>
              <a:avLst/>
              <a:gdLst/>
              <a:ahLst/>
              <a:cxnLst/>
              <a:rect l="l" t="t" r="r" b="b"/>
              <a:pathLst>
                <a:path w="1072" h="26603" extrusionOk="0">
                  <a:moveTo>
                    <a:pt x="536" y="0"/>
                  </a:moveTo>
                  <a:cubicBezTo>
                    <a:pt x="242" y="0"/>
                    <a:pt x="1" y="241"/>
                    <a:pt x="1" y="536"/>
                  </a:cubicBezTo>
                  <a:cubicBezTo>
                    <a:pt x="1" y="830"/>
                    <a:pt x="242" y="1062"/>
                    <a:pt x="536" y="1062"/>
                  </a:cubicBezTo>
                  <a:cubicBezTo>
                    <a:pt x="830" y="1062"/>
                    <a:pt x="1071" y="830"/>
                    <a:pt x="1071" y="536"/>
                  </a:cubicBezTo>
                  <a:cubicBezTo>
                    <a:pt x="1071" y="241"/>
                    <a:pt x="830" y="0"/>
                    <a:pt x="536" y="0"/>
                  </a:cubicBezTo>
                  <a:close/>
                  <a:moveTo>
                    <a:pt x="536" y="2320"/>
                  </a:moveTo>
                  <a:cubicBezTo>
                    <a:pt x="242" y="2320"/>
                    <a:pt x="1" y="2561"/>
                    <a:pt x="1" y="2855"/>
                  </a:cubicBezTo>
                  <a:cubicBezTo>
                    <a:pt x="1" y="3149"/>
                    <a:pt x="242" y="3381"/>
                    <a:pt x="536" y="3381"/>
                  </a:cubicBezTo>
                  <a:cubicBezTo>
                    <a:pt x="830" y="3381"/>
                    <a:pt x="1071" y="3149"/>
                    <a:pt x="1071" y="2855"/>
                  </a:cubicBezTo>
                  <a:cubicBezTo>
                    <a:pt x="1071" y="2561"/>
                    <a:pt x="830" y="2320"/>
                    <a:pt x="536" y="2320"/>
                  </a:cubicBezTo>
                  <a:close/>
                  <a:moveTo>
                    <a:pt x="536" y="4639"/>
                  </a:moveTo>
                  <a:cubicBezTo>
                    <a:pt x="242" y="4639"/>
                    <a:pt x="1" y="4880"/>
                    <a:pt x="1" y="5174"/>
                  </a:cubicBezTo>
                  <a:cubicBezTo>
                    <a:pt x="1" y="5469"/>
                    <a:pt x="242" y="5710"/>
                    <a:pt x="536" y="5710"/>
                  </a:cubicBezTo>
                  <a:cubicBezTo>
                    <a:pt x="830" y="5710"/>
                    <a:pt x="1071" y="5469"/>
                    <a:pt x="1071" y="5174"/>
                  </a:cubicBezTo>
                  <a:cubicBezTo>
                    <a:pt x="1071" y="4880"/>
                    <a:pt x="830" y="4639"/>
                    <a:pt x="536" y="4639"/>
                  </a:cubicBezTo>
                  <a:close/>
                  <a:moveTo>
                    <a:pt x="536" y="6968"/>
                  </a:moveTo>
                  <a:cubicBezTo>
                    <a:pt x="242" y="6968"/>
                    <a:pt x="1" y="7200"/>
                    <a:pt x="1" y="7494"/>
                  </a:cubicBezTo>
                  <a:cubicBezTo>
                    <a:pt x="1" y="7788"/>
                    <a:pt x="242" y="8029"/>
                    <a:pt x="536" y="8029"/>
                  </a:cubicBezTo>
                  <a:cubicBezTo>
                    <a:pt x="830" y="8029"/>
                    <a:pt x="1071" y="7788"/>
                    <a:pt x="1071" y="7494"/>
                  </a:cubicBezTo>
                  <a:cubicBezTo>
                    <a:pt x="1071" y="7200"/>
                    <a:pt x="830" y="6968"/>
                    <a:pt x="536" y="6968"/>
                  </a:cubicBezTo>
                  <a:close/>
                  <a:moveTo>
                    <a:pt x="536" y="9287"/>
                  </a:moveTo>
                  <a:cubicBezTo>
                    <a:pt x="242" y="9287"/>
                    <a:pt x="1" y="9519"/>
                    <a:pt x="1" y="9813"/>
                  </a:cubicBezTo>
                  <a:cubicBezTo>
                    <a:pt x="1" y="10108"/>
                    <a:pt x="242" y="10349"/>
                    <a:pt x="536" y="10349"/>
                  </a:cubicBezTo>
                  <a:cubicBezTo>
                    <a:pt x="830" y="10349"/>
                    <a:pt x="1071" y="10108"/>
                    <a:pt x="1071" y="9813"/>
                  </a:cubicBezTo>
                  <a:cubicBezTo>
                    <a:pt x="1071" y="9519"/>
                    <a:pt x="830" y="9287"/>
                    <a:pt x="536" y="9287"/>
                  </a:cubicBezTo>
                  <a:close/>
                  <a:moveTo>
                    <a:pt x="536" y="11607"/>
                  </a:moveTo>
                  <a:cubicBezTo>
                    <a:pt x="242" y="11607"/>
                    <a:pt x="1" y="11847"/>
                    <a:pt x="1" y="12142"/>
                  </a:cubicBezTo>
                  <a:cubicBezTo>
                    <a:pt x="1" y="12436"/>
                    <a:pt x="242" y="12668"/>
                    <a:pt x="536" y="12668"/>
                  </a:cubicBezTo>
                  <a:cubicBezTo>
                    <a:pt x="830" y="12668"/>
                    <a:pt x="1071" y="12436"/>
                    <a:pt x="1071" y="12142"/>
                  </a:cubicBezTo>
                  <a:cubicBezTo>
                    <a:pt x="1071" y="11847"/>
                    <a:pt x="830" y="11607"/>
                    <a:pt x="536" y="11607"/>
                  </a:cubicBezTo>
                  <a:close/>
                  <a:moveTo>
                    <a:pt x="536" y="13926"/>
                  </a:moveTo>
                  <a:cubicBezTo>
                    <a:pt x="242" y="13926"/>
                    <a:pt x="1" y="14167"/>
                    <a:pt x="1" y="14461"/>
                  </a:cubicBezTo>
                  <a:cubicBezTo>
                    <a:pt x="1" y="14756"/>
                    <a:pt x="242" y="14988"/>
                    <a:pt x="536" y="14988"/>
                  </a:cubicBezTo>
                  <a:cubicBezTo>
                    <a:pt x="830" y="14988"/>
                    <a:pt x="1071" y="14756"/>
                    <a:pt x="1071" y="14461"/>
                  </a:cubicBezTo>
                  <a:cubicBezTo>
                    <a:pt x="1071" y="14167"/>
                    <a:pt x="830" y="13926"/>
                    <a:pt x="536" y="13926"/>
                  </a:cubicBezTo>
                  <a:close/>
                  <a:moveTo>
                    <a:pt x="536" y="16245"/>
                  </a:moveTo>
                  <a:cubicBezTo>
                    <a:pt x="242" y="16245"/>
                    <a:pt x="1" y="16486"/>
                    <a:pt x="1" y="16781"/>
                  </a:cubicBezTo>
                  <a:cubicBezTo>
                    <a:pt x="1" y="17075"/>
                    <a:pt x="242" y="17316"/>
                    <a:pt x="536" y="17316"/>
                  </a:cubicBezTo>
                  <a:cubicBezTo>
                    <a:pt x="830" y="17316"/>
                    <a:pt x="1071" y="17075"/>
                    <a:pt x="1071" y="16781"/>
                  </a:cubicBezTo>
                  <a:cubicBezTo>
                    <a:pt x="1071" y="16486"/>
                    <a:pt x="830" y="16245"/>
                    <a:pt x="536" y="16245"/>
                  </a:cubicBezTo>
                  <a:close/>
                  <a:moveTo>
                    <a:pt x="536" y="18574"/>
                  </a:moveTo>
                  <a:cubicBezTo>
                    <a:pt x="242" y="18574"/>
                    <a:pt x="1" y="18806"/>
                    <a:pt x="1" y="19100"/>
                  </a:cubicBezTo>
                  <a:cubicBezTo>
                    <a:pt x="1" y="19395"/>
                    <a:pt x="242" y="19635"/>
                    <a:pt x="536" y="19635"/>
                  </a:cubicBezTo>
                  <a:cubicBezTo>
                    <a:pt x="830" y="19635"/>
                    <a:pt x="1071" y="19395"/>
                    <a:pt x="1071" y="19100"/>
                  </a:cubicBezTo>
                  <a:cubicBezTo>
                    <a:pt x="1071" y="18806"/>
                    <a:pt x="830" y="18574"/>
                    <a:pt x="536" y="18574"/>
                  </a:cubicBezTo>
                  <a:close/>
                  <a:moveTo>
                    <a:pt x="536" y="20893"/>
                  </a:moveTo>
                  <a:cubicBezTo>
                    <a:pt x="242" y="20893"/>
                    <a:pt x="1" y="21134"/>
                    <a:pt x="1" y="21420"/>
                  </a:cubicBezTo>
                  <a:cubicBezTo>
                    <a:pt x="1" y="21714"/>
                    <a:pt x="242" y="21955"/>
                    <a:pt x="536" y="21955"/>
                  </a:cubicBezTo>
                  <a:cubicBezTo>
                    <a:pt x="830" y="21955"/>
                    <a:pt x="1071" y="21714"/>
                    <a:pt x="1071" y="21420"/>
                  </a:cubicBezTo>
                  <a:cubicBezTo>
                    <a:pt x="1071" y="21134"/>
                    <a:pt x="830" y="20893"/>
                    <a:pt x="536" y="20893"/>
                  </a:cubicBezTo>
                  <a:close/>
                  <a:moveTo>
                    <a:pt x="536" y="23213"/>
                  </a:moveTo>
                  <a:cubicBezTo>
                    <a:pt x="242" y="23213"/>
                    <a:pt x="1" y="23454"/>
                    <a:pt x="1" y="23748"/>
                  </a:cubicBezTo>
                  <a:cubicBezTo>
                    <a:pt x="1" y="24042"/>
                    <a:pt x="242" y="24274"/>
                    <a:pt x="536" y="24274"/>
                  </a:cubicBezTo>
                  <a:cubicBezTo>
                    <a:pt x="830" y="24274"/>
                    <a:pt x="1071" y="24042"/>
                    <a:pt x="1071" y="23748"/>
                  </a:cubicBezTo>
                  <a:cubicBezTo>
                    <a:pt x="1071" y="23454"/>
                    <a:pt x="830" y="23213"/>
                    <a:pt x="536" y="23213"/>
                  </a:cubicBezTo>
                  <a:close/>
                  <a:moveTo>
                    <a:pt x="536" y="25532"/>
                  </a:moveTo>
                  <a:cubicBezTo>
                    <a:pt x="242" y="25532"/>
                    <a:pt x="1" y="25773"/>
                    <a:pt x="1" y="26067"/>
                  </a:cubicBezTo>
                  <a:cubicBezTo>
                    <a:pt x="1" y="26362"/>
                    <a:pt x="242" y="26603"/>
                    <a:pt x="536" y="26603"/>
                  </a:cubicBezTo>
                  <a:cubicBezTo>
                    <a:pt x="830" y="26603"/>
                    <a:pt x="1071" y="26362"/>
                    <a:pt x="1071" y="26067"/>
                  </a:cubicBezTo>
                  <a:cubicBezTo>
                    <a:pt x="1071" y="25773"/>
                    <a:pt x="830" y="25532"/>
                    <a:pt x="536" y="255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4"/>
            <p:cNvSpPr/>
            <p:nvPr/>
          </p:nvSpPr>
          <p:spPr>
            <a:xfrm>
              <a:off x="2579000" y="3570150"/>
              <a:ext cx="7150" cy="688275"/>
            </a:xfrm>
            <a:custGeom>
              <a:avLst/>
              <a:gdLst/>
              <a:ahLst/>
              <a:cxnLst/>
              <a:rect l="l" t="t" r="r" b="b"/>
              <a:pathLst>
                <a:path w="286" h="27531" extrusionOk="0">
                  <a:moveTo>
                    <a:pt x="0" y="1"/>
                  </a:moveTo>
                  <a:lnTo>
                    <a:pt x="0" y="27531"/>
                  </a:lnTo>
                  <a:lnTo>
                    <a:pt x="286" y="27531"/>
                  </a:lnTo>
                  <a:lnTo>
                    <a:pt x="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4"/>
            <p:cNvSpPr/>
            <p:nvPr/>
          </p:nvSpPr>
          <p:spPr>
            <a:xfrm>
              <a:off x="2475950" y="4249475"/>
              <a:ext cx="213475" cy="111325"/>
            </a:xfrm>
            <a:custGeom>
              <a:avLst/>
              <a:gdLst/>
              <a:ahLst/>
              <a:cxnLst/>
              <a:rect l="l" t="t" r="r" b="b"/>
              <a:pathLst>
                <a:path w="8539" h="4453" extrusionOk="0">
                  <a:moveTo>
                    <a:pt x="4265" y="376"/>
                  </a:moveTo>
                  <a:cubicBezTo>
                    <a:pt x="4729" y="724"/>
                    <a:pt x="6094" y="1446"/>
                    <a:pt x="7048" y="1749"/>
                  </a:cubicBezTo>
                  <a:cubicBezTo>
                    <a:pt x="7566" y="1910"/>
                    <a:pt x="7941" y="2311"/>
                    <a:pt x="8065" y="2847"/>
                  </a:cubicBezTo>
                  <a:cubicBezTo>
                    <a:pt x="8181" y="3320"/>
                    <a:pt x="8074" y="3810"/>
                    <a:pt x="7798" y="4122"/>
                  </a:cubicBezTo>
                  <a:lnTo>
                    <a:pt x="741" y="4122"/>
                  </a:lnTo>
                  <a:cubicBezTo>
                    <a:pt x="465" y="3810"/>
                    <a:pt x="358" y="3320"/>
                    <a:pt x="465" y="2847"/>
                  </a:cubicBezTo>
                  <a:cubicBezTo>
                    <a:pt x="598" y="2311"/>
                    <a:pt x="964" y="1910"/>
                    <a:pt x="1482" y="1749"/>
                  </a:cubicBezTo>
                  <a:cubicBezTo>
                    <a:pt x="2436" y="1446"/>
                    <a:pt x="3810" y="724"/>
                    <a:pt x="4265" y="376"/>
                  </a:cubicBezTo>
                  <a:close/>
                  <a:moveTo>
                    <a:pt x="4265" y="1"/>
                  </a:moveTo>
                  <a:cubicBezTo>
                    <a:pt x="4220" y="10"/>
                    <a:pt x="4167" y="28"/>
                    <a:pt x="4140" y="72"/>
                  </a:cubicBezTo>
                  <a:cubicBezTo>
                    <a:pt x="3988" y="188"/>
                    <a:pt x="2588" y="1054"/>
                    <a:pt x="1384" y="1428"/>
                  </a:cubicBezTo>
                  <a:cubicBezTo>
                    <a:pt x="750" y="1633"/>
                    <a:pt x="295" y="2115"/>
                    <a:pt x="144" y="2766"/>
                  </a:cubicBezTo>
                  <a:cubicBezTo>
                    <a:pt x="1" y="3382"/>
                    <a:pt x="161" y="4024"/>
                    <a:pt x="554" y="4408"/>
                  </a:cubicBezTo>
                  <a:cubicBezTo>
                    <a:pt x="590" y="4435"/>
                    <a:pt x="625" y="4452"/>
                    <a:pt x="670" y="4452"/>
                  </a:cubicBezTo>
                  <a:lnTo>
                    <a:pt x="7860" y="4452"/>
                  </a:lnTo>
                  <a:cubicBezTo>
                    <a:pt x="7905" y="4452"/>
                    <a:pt x="7949" y="4435"/>
                    <a:pt x="7976" y="4408"/>
                  </a:cubicBezTo>
                  <a:cubicBezTo>
                    <a:pt x="8369" y="4024"/>
                    <a:pt x="8538" y="3382"/>
                    <a:pt x="8387" y="2775"/>
                  </a:cubicBezTo>
                  <a:cubicBezTo>
                    <a:pt x="8235" y="2115"/>
                    <a:pt x="7789" y="1633"/>
                    <a:pt x="7147" y="1428"/>
                  </a:cubicBezTo>
                  <a:cubicBezTo>
                    <a:pt x="5951" y="1054"/>
                    <a:pt x="4542" y="188"/>
                    <a:pt x="4399" y="72"/>
                  </a:cubicBezTo>
                  <a:cubicBezTo>
                    <a:pt x="4372" y="28"/>
                    <a:pt x="4319" y="1"/>
                    <a:pt x="42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4"/>
            <p:cNvSpPr/>
            <p:nvPr/>
          </p:nvSpPr>
          <p:spPr>
            <a:xfrm>
              <a:off x="2521675" y="4249475"/>
              <a:ext cx="122025" cy="111325"/>
            </a:xfrm>
            <a:custGeom>
              <a:avLst/>
              <a:gdLst/>
              <a:ahLst/>
              <a:cxnLst/>
              <a:rect l="l" t="t" r="r" b="b"/>
              <a:pathLst>
                <a:path w="4881" h="4453" extrusionOk="0">
                  <a:moveTo>
                    <a:pt x="2436" y="456"/>
                  </a:moveTo>
                  <a:cubicBezTo>
                    <a:pt x="2730" y="822"/>
                    <a:pt x="3373" y="1446"/>
                    <a:pt x="3846" y="1732"/>
                  </a:cubicBezTo>
                  <a:cubicBezTo>
                    <a:pt x="4381" y="2053"/>
                    <a:pt x="4532" y="3435"/>
                    <a:pt x="4229" y="4122"/>
                  </a:cubicBezTo>
                  <a:lnTo>
                    <a:pt x="643" y="4122"/>
                  </a:lnTo>
                  <a:cubicBezTo>
                    <a:pt x="349" y="3435"/>
                    <a:pt x="491" y="2053"/>
                    <a:pt x="1027" y="1732"/>
                  </a:cubicBezTo>
                  <a:cubicBezTo>
                    <a:pt x="1508" y="1446"/>
                    <a:pt x="2142" y="822"/>
                    <a:pt x="2436" y="456"/>
                  </a:cubicBezTo>
                  <a:close/>
                  <a:moveTo>
                    <a:pt x="2436" y="1"/>
                  </a:moveTo>
                  <a:cubicBezTo>
                    <a:pt x="2374" y="1"/>
                    <a:pt x="2311" y="46"/>
                    <a:pt x="2284" y="108"/>
                  </a:cubicBezTo>
                  <a:cubicBezTo>
                    <a:pt x="2204" y="233"/>
                    <a:pt x="1473" y="1080"/>
                    <a:pt x="857" y="1446"/>
                  </a:cubicBezTo>
                  <a:cubicBezTo>
                    <a:pt x="81" y="1910"/>
                    <a:pt x="1" y="3632"/>
                    <a:pt x="393" y="4363"/>
                  </a:cubicBezTo>
                  <a:cubicBezTo>
                    <a:pt x="429" y="4417"/>
                    <a:pt x="482" y="4452"/>
                    <a:pt x="545" y="4452"/>
                  </a:cubicBezTo>
                  <a:lnTo>
                    <a:pt x="4336" y="4452"/>
                  </a:lnTo>
                  <a:cubicBezTo>
                    <a:pt x="4399" y="4452"/>
                    <a:pt x="4452" y="4417"/>
                    <a:pt x="4479" y="4363"/>
                  </a:cubicBezTo>
                  <a:cubicBezTo>
                    <a:pt x="4880" y="3632"/>
                    <a:pt x="4800" y="1910"/>
                    <a:pt x="4015" y="1446"/>
                  </a:cubicBezTo>
                  <a:cubicBezTo>
                    <a:pt x="3400" y="1080"/>
                    <a:pt x="2668" y="233"/>
                    <a:pt x="2597" y="108"/>
                  </a:cubicBezTo>
                  <a:cubicBezTo>
                    <a:pt x="2570" y="46"/>
                    <a:pt x="2507" y="1"/>
                    <a:pt x="2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4"/>
            <p:cNvSpPr/>
            <p:nvPr/>
          </p:nvSpPr>
          <p:spPr>
            <a:xfrm>
              <a:off x="2475950" y="4549225"/>
              <a:ext cx="213475" cy="111100"/>
            </a:xfrm>
            <a:custGeom>
              <a:avLst/>
              <a:gdLst/>
              <a:ahLst/>
              <a:cxnLst/>
              <a:rect l="l" t="t" r="r" b="b"/>
              <a:pathLst>
                <a:path w="8539" h="4444" extrusionOk="0">
                  <a:moveTo>
                    <a:pt x="7798" y="331"/>
                  </a:moveTo>
                  <a:cubicBezTo>
                    <a:pt x="8074" y="634"/>
                    <a:pt x="8181" y="1125"/>
                    <a:pt x="8065" y="1606"/>
                  </a:cubicBezTo>
                  <a:cubicBezTo>
                    <a:pt x="7941" y="2142"/>
                    <a:pt x="7566" y="2543"/>
                    <a:pt x="7048" y="2704"/>
                  </a:cubicBezTo>
                  <a:cubicBezTo>
                    <a:pt x="6103" y="3007"/>
                    <a:pt x="4729" y="3730"/>
                    <a:pt x="4265" y="4069"/>
                  </a:cubicBezTo>
                  <a:cubicBezTo>
                    <a:pt x="3801" y="3721"/>
                    <a:pt x="2436" y="3007"/>
                    <a:pt x="1482" y="2704"/>
                  </a:cubicBezTo>
                  <a:cubicBezTo>
                    <a:pt x="964" y="2543"/>
                    <a:pt x="598" y="2142"/>
                    <a:pt x="465" y="1606"/>
                  </a:cubicBezTo>
                  <a:cubicBezTo>
                    <a:pt x="358" y="1134"/>
                    <a:pt x="465" y="643"/>
                    <a:pt x="741" y="331"/>
                  </a:cubicBezTo>
                  <a:close/>
                  <a:moveTo>
                    <a:pt x="670" y="1"/>
                  </a:moveTo>
                  <a:cubicBezTo>
                    <a:pt x="625" y="1"/>
                    <a:pt x="590" y="19"/>
                    <a:pt x="554" y="45"/>
                  </a:cubicBezTo>
                  <a:cubicBezTo>
                    <a:pt x="161" y="429"/>
                    <a:pt x="1" y="1071"/>
                    <a:pt x="144" y="1678"/>
                  </a:cubicBezTo>
                  <a:cubicBezTo>
                    <a:pt x="295" y="2329"/>
                    <a:pt x="750" y="2820"/>
                    <a:pt x="1384" y="3025"/>
                  </a:cubicBezTo>
                  <a:cubicBezTo>
                    <a:pt x="2588" y="3400"/>
                    <a:pt x="3988" y="4256"/>
                    <a:pt x="4140" y="4381"/>
                  </a:cubicBezTo>
                  <a:cubicBezTo>
                    <a:pt x="4167" y="4417"/>
                    <a:pt x="4212" y="4443"/>
                    <a:pt x="4265" y="4443"/>
                  </a:cubicBezTo>
                  <a:cubicBezTo>
                    <a:pt x="4319" y="4443"/>
                    <a:pt x="4363" y="4426"/>
                    <a:pt x="4399" y="4381"/>
                  </a:cubicBezTo>
                  <a:cubicBezTo>
                    <a:pt x="4542" y="4265"/>
                    <a:pt x="5951" y="3400"/>
                    <a:pt x="7147" y="3025"/>
                  </a:cubicBezTo>
                  <a:cubicBezTo>
                    <a:pt x="7789" y="2820"/>
                    <a:pt x="8235" y="2329"/>
                    <a:pt x="8387" y="1678"/>
                  </a:cubicBezTo>
                  <a:cubicBezTo>
                    <a:pt x="8538" y="1071"/>
                    <a:pt x="8369" y="429"/>
                    <a:pt x="7976" y="45"/>
                  </a:cubicBezTo>
                  <a:cubicBezTo>
                    <a:pt x="7949" y="19"/>
                    <a:pt x="7905" y="1"/>
                    <a:pt x="78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4"/>
            <p:cNvSpPr/>
            <p:nvPr/>
          </p:nvSpPr>
          <p:spPr>
            <a:xfrm>
              <a:off x="2521675" y="4549225"/>
              <a:ext cx="122025" cy="111100"/>
            </a:xfrm>
            <a:custGeom>
              <a:avLst/>
              <a:gdLst/>
              <a:ahLst/>
              <a:cxnLst/>
              <a:rect l="l" t="t" r="r" b="b"/>
              <a:pathLst>
                <a:path w="4881" h="4444" extrusionOk="0">
                  <a:moveTo>
                    <a:pt x="4229" y="331"/>
                  </a:moveTo>
                  <a:cubicBezTo>
                    <a:pt x="4532" y="1018"/>
                    <a:pt x="4381" y="2400"/>
                    <a:pt x="3846" y="2722"/>
                  </a:cubicBezTo>
                  <a:cubicBezTo>
                    <a:pt x="3373" y="3007"/>
                    <a:pt x="2730" y="3632"/>
                    <a:pt x="2436" y="3997"/>
                  </a:cubicBezTo>
                  <a:cubicBezTo>
                    <a:pt x="2142" y="3632"/>
                    <a:pt x="1508" y="3007"/>
                    <a:pt x="1027" y="2722"/>
                  </a:cubicBezTo>
                  <a:cubicBezTo>
                    <a:pt x="491" y="2400"/>
                    <a:pt x="349" y="1018"/>
                    <a:pt x="643" y="331"/>
                  </a:cubicBezTo>
                  <a:close/>
                  <a:moveTo>
                    <a:pt x="545" y="1"/>
                  </a:moveTo>
                  <a:cubicBezTo>
                    <a:pt x="482" y="1"/>
                    <a:pt x="429" y="36"/>
                    <a:pt x="393" y="90"/>
                  </a:cubicBezTo>
                  <a:cubicBezTo>
                    <a:pt x="1" y="821"/>
                    <a:pt x="81" y="2534"/>
                    <a:pt x="857" y="3007"/>
                  </a:cubicBezTo>
                  <a:cubicBezTo>
                    <a:pt x="1473" y="3373"/>
                    <a:pt x="2204" y="4220"/>
                    <a:pt x="2284" y="4345"/>
                  </a:cubicBezTo>
                  <a:cubicBezTo>
                    <a:pt x="2311" y="4408"/>
                    <a:pt x="2374" y="4443"/>
                    <a:pt x="2436" y="4443"/>
                  </a:cubicBezTo>
                  <a:cubicBezTo>
                    <a:pt x="2507" y="4443"/>
                    <a:pt x="2570" y="4408"/>
                    <a:pt x="2597" y="4345"/>
                  </a:cubicBezTo>
                  <a:cubicBezTo>
                    <a:pt x="2668" y="4220"/>
                    <a:pt x="3400" y="3373"/>
                    <a:pt x="4015" y="3007"/>
                  </a:cubicBezTo>
                  <a:cubicBezTo>
                    <a:pt x="4800" y="2534"/>
                    <a:pt x="4880" y="821"/>
                    <a:pt x="4479" y="90"/>
                  </a:cubicBezTo>
                  <a:cubicBezTo>
                    <a:pt x="4452" y="36"/>
                    <a:pt x="4399" y="1"/>
                    <a:pt x="43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4"/>
            <p:cNvSpPr/>
            <p:nvPr/>
          </p:nvSpPr>
          <p:spPr>
            <a:xfrm>
              <a:off x="2459900" y="4363000"/>
              <a:ext cx="245575" cy="183800"/>
            </a:xfrm>
            <a:custGeom>
              <a:avLst/>
              <a:gdLst/>
              <a:ahLst/>
              <a:cxnLst/>
              <a:rect l="l" t="t" r="r" b="b"/>
              <a:pathLst>
                <a:path w="9823" h="7352" extrusionOk="0">
                  <a:moveTo>
                    <a:pt x="8217" y="340"/>
                  </a:moveTo>
                  <a:cubicBezTo>
                    <a:pt x="8235" y="375"/>
                    <a:pt x="8270" y="429"/>
                    <a:pt x="8306" y="491"/>
                  </a:cubicBezTo>
                  <a:cubicBezTo>
                    <a:pt x="8377" y="598"/>
                    <a:pt x="8449" y="714"/>
                    <a:pt x="8538" y="839"/>
                  </a:cubicBezTo>
                  <a:cubicBezTo>
                    <a:pt x="8939" y="1419"/>
                    <a:pt x="9484" y="2213"/>
                    <a:pt x="9484" y="3676"/>
                  </a:cubicBezTo>
                  <a:cubicBezTo>
                    <a:pt x="9484" y="5139"/>
                    <a:pt x="8939" y="5942"/>
                    <a:pt x="8538" y="6522"/>
                  </a:cubicBezTo>
                  <a:cubicBezTo>
                    <a:pt x="8449" y="6647"/>
                    <a:pt x="8377" y="6763"/>
                    <a:pt x="8306" y="6870"/>
                  </a:cubicBezTo>
                  <a:cubicBezTo>
                    <a:pt x="8270" y="6932"/>
                    <a:pt x="8235" y="6986"/>
                    <a:pt x="8217" y="7022"/>
                  </a:cubicBezTo>
                  <a:lnTo>
                    <a:pt x="1606" y="7022"/>
                  </a:lnTo>
                  <a:cubicBezTo>
                    <a:pt x="1579" y="6986"/>
                    <a:pt x="1544" y="6932"/>
                    <a:pt x="1508" y="6870"/>
                  </a:cubicBezTo>
                  <a:cubicBezTo>
                    <a:pt x="1446" y="6763"/>
                    <a:pt x="1365" y="6647"/>
                    <a:pt x="1285" y="6522"/>
                  </a:cubicBezTo>
                  <a:cubicBezTo>
                    <a:pt x="884" y="5942"/>
                    <a:pt x="331" y="5139"/>
                    <a:pt x="331" y="3676"/>
                  </a:cubicBezTo>
                  <a:cubicBezTo>
                    <a:pt x="331" y="2213"/>
                    <a:pt x="884" y="1419"/>
                    <a:pt x="1285" y="839"/>
                  </a:cubicBezTo>
                  <a:cubicBezTo>
                    <a:pt x="1365" y="714"/>
                    <a:pt x="1446" y="598"/>
                    <a:pt x="1508" y="491"/>
                  </a:cubicBezTo>
                  <a:cubicBezTo>
                    <a:pt x="1544" y="429"/>
                    <a:pt x="1579" y="375"/>
                    <a:pt x="1606" y="340"/>
                  </a:cubicBezTo>
                  <a:close/>
                  <a:moveTo>
                    <a:pt x="1517" y="1"/>
                  </a:moveTo>
                  <a:cubicBezTo>
                    <a:pt x="1464" y="1"/>
                    <a:pt x="1410" y="27"/>
                    <a:pt x="1374" y="81"/>
                  </a:cubicBezTo>
                  <a:cubicBezTo>
                    <a:pt x="1374" y="81"/>
                    <a:pt x="1321" y="161"/>
                    <a:pt x="1223" y="322"/>
                  </a:cubicBezTo>
                  <a:cubicBezTo>
                    <a:pt x="1169" y="420"/>
                    <a:pt x="1089" y="527"/>
                    <a:pt x="1009" y="652"/>
                  </a:cubicBezTo>
                  <a:cubicBezTo>
                    <a:pt x="607" y="1232"/>
                    <a:pt x="0" y="2115"/>
                    <a:pt x="0" y="3676"/>
                  </a:cubicBezTo>
                  <a:cubicBezTo>
                    <a:pt x="0" y="5246"/>
                    <a:pt x="607" y="6129"/>
                    <a:pt x="1009" y="6709"/>
                  </a:cubicBezTo>
                  <a:cubicBezTo>
                    <a:pt x="1089" y="6834"/>
                    <a:pt x="1169" y="6941"/>
                    <a:pt x="1223" y="7039"/>
                  </a:cubicBezTo>
                  <a:cubicBezTo>
                    <a:pt x="1321" y="7191"/>
                    <a:pt x="1374" y="7280"/>
                    <a:pt x="1374" y="7280"/>
                  </a:cubicBezTo>
                  <a:cubicBezTo>
                    <a:pt x="1410" y="7325"/>
                    <a:pt x="1464" y="7352"/>
                    <a:pt x="1517" y="7352"/>
                  </a:cubicBezTo>
                  <a:lnTo>
                    <a:pt x="8306" y="7352"/>
                  </a:lnTo>
                  <a:cubicBezTo>
                    <a:pt x="8359" y="7352"/>
                    <a:pt x="8413" y="7325"/>
                    <a:pt x="8440" y="7280"/>
                  </a:cubicBezTo>
                  <a:cubicBezTo>
                    <a:pt x="8440" y="7280"/>
                    <a:pt x="8502" y="7191"/>
                    <a:pt x="8591" y="7039"/>
                  </a:cubicBezTo>
                  <a:cubicBezTo>
                    <a:pt x="8654" y="6941"/>
                    <a:pt x="8725" y="6834"/>
                    <a:pt x="8814" y="6709"/>
                  </a:cubicBezTo>
                  <a:cubicBezTo>
                    <a:pt x="9216" y="6129"/>
                    <a:pt x="9823" y="5246"/>
                    <a:pt x="9823" y="3676"/>
                  </a:cubicBezTo>
                  <a:cubicBezTo>
                    <a:pt x="9823" y="2115"/>
                    <a:pt x="9216" y="1232"/>
                    <a:pt x="8814" y="652"/>
                  </a:cubicBezTo>
                  <a:cubicBezTo>
                    <a:pt x="8725" y="527"/>
                    <a:pt x="8654" y="420"/>
                    <a:pt x="8591" y="322"/>
                  </a:cubicBezTo>
                  <a:cubicBezTo>
                    <a:pt x="8502" y="161"/>
                    <a:pt x="8440" y="72"/>
                    <a:pt x="8440" y="72"/>
                  </a:cubicBezTo>
                  <a:cubicBezTo>
                    <a:pt x="8413" y="27"/>
                    <a:pt x="8359" y="1"/>
                    <a:pt x="83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4"/>
            <p:cNvSpPr/>
            <p:nvPr/>
          </p:nvSpPr>
          <p:spPr>
            <a:xfrm>
              <a:off x="2513650" y="4363000"/>
              <a:ext cx="138075" cy="183800"/>
            </a:xfrm>
            <a:custGeom>
              <a:avLst/>
              <a:gdLst/>
              <a:ahLst/>
              <a:cxnLst/>
              <a:rect l="l" t="t" r="r" b="b"/>
              <a:pathLst>
                <a:path w="5523" h="7352" extrusionOk="0">
                  <a:moveTo>
                    <a:pt x="4523" y="340"/>
                  </a:moveTo>
                  <a:cubicBezTo>
                    <a:pt x="4675" y="634"/>
                    <a:pt x="5192" y="1776"/>
                    <a:pt x="5192" y="3676"/>
                  </a:cubicBezTo>
                  <a:cubicBezTo>
                    <a:pt x="5192" y="5585"/>
                    <a:pt x="4675" y="6727"/>
                    <a:pt x="4523" y="7022"/>
                  </a:cubicBezTo>
                  <a:lnTo>
                    <a:pt x="1000" y="7022"/>
                  </a:lnTo>
                  <a:cubicBezTo>
                    <a:pt x="848" y="6727"/>
                    <a:pt x="331" y="5585"/>
                    <a:pt x="331" y="3676"/>
                  </a:cubicBezTo>
                  <a:cubicBezTo>
                    <a:pt x="331" y="1776"/>
                    <a:pt x="848" y="634"/>
                    <a:pt x="1000" y="340"/>
                  </a:cubicBezTo>
                  <a:close/>
                  <a:moveTo>
                    <a:pt x="901" y="1"/>
                  </a:moveTo>
                  <a:cubicBezTo>
                    <a:pt x="839" y="1"/>
                    <a:pt x="785" y="36"/>
                    <a:pt x="759" y="81"/>
                  </a:cubicBezTo>
                  <a:cubicBezTo>
                    <a:pt x="732" y="135"/>
                    <a:pt x="0" y="1348"/>
                    <a:pt x="0" y="3676"/>
                  </a:cubicBezTo>
                  <a:cubicBezTo>
                    <a:pt x="0" y="6013"/>
                    <a:pt x="732" y="7227"/>
                    <a:pt x="759" y="7271"/>
                  </a:cubicBezTo>
                  <a:cubicBezTo>
                    <a:pt x="785" y="7325"/>
                    <a:pt x="839" y="7352"/>
                    <a:pt x="901" y="7352"/>
                  </a:cubicBezTo>
                  <a:lnTo>
                    <a:pt x="4622" y="7352"/>
                  </a:lnTo>
                  <a:cubicBezTo>
                    <a:pt x="4675" y="7352"/>
                    <a:pt x="4729" y="7325"/>
                    <a:pt x="4755" y="7271"/>
                  </a:cubicBezTo>
                  <a:cubicBezTo>
                    <a:pt x="4791" y="7227"/>
                    <a:pt x="5523" y="6013"/>
                    <a:pt x="5523" y="3676"/>
                  </a:cubicBezTo>
                  <a:cubicBezTo>
                    <a:pt x="5523" y="1348"/>
                    <a:pt x="4791" y="135"/>
                    <a:pt x="4755" y="81"/>
                  </a:cubicBezTo>
                  <a:cubicBezTo>
                    <a:pt x="4729" y="36"/>
                    <a:pt x="4675"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4"/>
            <p:cNvSpPr/>
            <p:nvPr/>
          </p:nvSpPr>
          <p:spPr>
            <a:xfrm>
              <a:off x="2485100" y="4354075"/>
              <a:ext cx="195175" cy="16525"/>
            </a:xfrm>
            <a:custGeom>
              <a:avLst/>
              <a:gdLst/>
              <a:ahLst/>
              <a:cxnLst/>
              <a:rect l="l" t="t" r="r" b="b"/>
              <a:pathLst>
                <a:path w="7807" h="661" extrusionOk="0">
                  <a:moveTo>
                    <a:pt x="331" y="1"/>
                  </a:moveTo>
                  <a:cubicBezTo>
                    <a:pt x="143" y="1"/>
                    <a:pt x="1" y="144"/>
                    <a:pt x="1" y="331"/>
                  </a:cubicBezTo>
                  <a:cubicBezTo>
                    <a:pt x="1" y="420"/>
                    <a:pt x="36" y="500"/>
                    <a:pt x="99" y="563"/>
                  </a:cubicBezTo>
                  <a:cubicBezTo>
                    <a:pt x="152" y="625"/>
                    <a:pt x="241" y="661"/>
                    <a:pt x="331" y="661"/>
                  </a:cubicBezTo>
                  <a:lnTo>
                    <a:pt x="7476" y="661"/>
                  </a:lnTo>
                  <a:cubicBezTo>
                    <a:pt x="7655" y="661"/>
                    <a:pt x="7806" y="509"/>
                    <a:pt x="7806" y="331"/>
                  </a:cubicBezTo>
                  <a:cubicBezTo>
                    <a:pt x="7806" y="242"/>
                    <a:pt x="7771" y="153"/>
                    <a:pt x="7708" y="99"/>
                  </a:cubicBezTo>
                  <a:cubicBezTo>
                    <a:pt x="7646" y="37"/>
                    <a:pt x="7566" y="1"/>
                    <a:pt x="7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4"/>
            <p:cNvSpPr/>
            <p:nvPr/>
          </p:nvSpPr>
          <p:spPr>
            <a:xfrm>
              <a:off x="2485100" y="4539875"/>
              <a:ext cx="195175" cy="16525"/>
            </a:xfrm>
            <a:custGeom>
              <a:avLst/>
              <a:gdLst/>
              <a:ahLst/>
              <a:cxnLst/>
              <a:rect l="l" t="t" r="r" b="b"/>
              <a:pathLst>
                <a:path w="7807" h="661" extrusionOk="0">
                  <a:moveTo>
                    <a:pt x="331" y="0"/>
                  </a:moveTo>
                  <a:cubicBezTo>
                    <a:pt x="143" y="0"/>
                    <a:pt x="1" y="143"/>
                    <a:pt x="1" y="330"/>
                  </a:cubicBezTo>
                  <a:cubicBezTo>
                    <a:pt x="1" y="419"/>
                    <a:pt x="36" y="509"/>
                    <a:pt x="99" y="562"/>
                  </a:cubicBezTo>
                  <a:cubicBezTo>
                    <a:pt x="152" y="625"/>
                    <a:pt x="241" y="660"/>
                    <a:pt x="331" y="660"/>
                  </a:cubicBezTo>
                  <a:lnTo>
                    <a:pt x="7476" y="660"/>
                  </a:lnTo>
                  <a:cubicBezTo>
                    <a:pt x="7655" y="660"/>
                    <a:pt x="7806" y="517"/>
                    <a:pt x="7806" y="330"/>
                  </a:cubicBezTo>
                  <a:cubicBezTo>
                    <a:pt x="7806" y="241"/>
                    <a:pt x="7771" y="152"/>
                    <a:pt x="7708" y="98"/>
                  </a:cubicBezTo>
                  <a:cubicBezTo>
                    <a:pt x="7646" y="36"/>
                    <a:pt x="7566" y="0"/>
                    <a:pt x="74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4"/>
            <p:cNvSpPr/>
            <p:nvPr/>
          </p:nvSpPr>
          <p:spPr>
            <a:xfrm>
              <a:off x="2574300" y="4245475"/>
              <a:ext cx="16550" cy="16525"/>
            </a:xfrm>
            <a:custGeom>
              <a:avLst/>
              <a:gdLst/>
              <a:ahLst/>
              <a:cxnLst/>
              <a:rect l="l" t="t" r="r" b="b"/>
              <a:pathLst>
                <a:path w="662" h="661" extrusionOk="0">
                  <a:moveTo>
                    <a:pt x="331" y="0"/>
                  </a:moveTo>
                  <a:cubicBezTo>
                    <a:pt x="153" y="0"/>
                    <a:pt x="1" y="152"/>
                    <a:pt x="1" y="330"/>
                  </a:cubicBezTo>
                  <a:cubicBezTo>
                    <a:pt x="1" y="518"/>
                    <a:pt x="153" y="660"/>
                    <a:pt x="331" y="660"/>
                  </a:cubicBezTo>
                  <a:cubicBezTo>
                    <a:pt x="518" y="660"/>
                    <a:pt x="661" y="518"/>
                    <a:pt x="661" y="330"/>
                  </a:cubicBezTo>
                  <a:cubicBezTo>
                    <a:pt x="661" y="152"/>
                    <a:pt x="518" y="0"/>
                    <a:pt x="3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14"/>
          <p:cNvGrpSpPr/>
          <p:nvPr/>
        </p:nvGrpSpPr>
        <p:grpSpPr>
          <a:xfrm>
            <a:off x="172525" y="-1736325"/>
            <a:ext cx="351500" cy="2497475"/>
            <a:chOff x="4378150" y="1221025"/>
            <a:chExt cx="351500" cy="2497475"/>
          </a:xfrm>
        </p:grpSpPr>
        <p:sp>
          <p:nvSpPr>
            <p:cNvPr id="1360" name="Google Shape;1360;p14"/>
            <p:cNvSpPr/>
            <p:nvPr/>
          </p:nvSpPr>
          <p:spPr>
            <a:xfrm>
              <a:off x="4378150" y="3385050"/>
              <a:ext cx="351500" cy="333450"/>
            </a:xfrm>
            <a:custGeom>
              <a:avLst/>
              <a:gdLst/>
              <a:ahLst/>
              <a:cxnLst/>
              <a:rect l="l" t="t" r="r" b="b"/>
              <a:pathLst>
                <a:path w="14060" h="13338" extrusionOk="0">
                  <a:moveTo>
                    <a:pt x="7030" y="2311"/>
                  </a:moveTo>
                  <a:lnTo>
                    <a:pt x="8226" y="5076"/>
                  </a:lnTo>
                  <a:cubicBezTo>
                    <a:pt x="8324" y="5299"/>
                    <a:pt x="8529" y="5451"/>
                    <a:pt x="8770" y="5478"/>
                  </a:cubicBezTo>
                  <a:lnTo>
                    <a:pt x="11776" y="5763"/>
                  </a:lnTo>
                  <a:lnTo>
                    <a:pt x="9510" y="7752"/>
                  </a:lnTo>
                  <a:cubicBezTo>
                    <a:pt x="9332" y="7913"/>
                    <a:pt x="9251" y="8154"/>
                    <a:pt x="9305" y="8395"/>
                  </a:cubicBezTo>
                  <a:lnTo>
                    <a:pt x="9965" y="11339"/>
                  </a:lnTo>
                  <a:lnTo>
                    <a:pt x="7360" y="9804"/>
                  </a:lnTo>
                  <a:cubicBezTo>
                    <a:pt x="7262" y="9742"/>
                    <a:pt x="7146" y="9706"/>
                    <a:pt x="7030" y="9706"/>
                  </a:cubicBezTo>
                  <a:cubicBezTo>
                    <a:pt x="6914" y="9706"/>
                    <a:pt x="6798" y="9742"/>
                    <a:pt x="6691" y="9804"/>
                  </a:cubicBezTo>
                  <a:lnTo>
                    <a:pt x="4095" y="11339"/>
                  </a:lnTo>
                  <a:lnTo>
                    <a:pt x="4755" y="8395"/>
                  </a:lnTo>
                  <a:cubicBezTo>
                    <a:pt x="4809" y="8154"/>
                    <a:pt x="4729" y="7913"/>
                    <a:pt x="4550" y="7752"/>
                  </a:cubicBezTo>
                  <a:lnTo>
                    <a:pt x="2284" y="5763"/>
                  </a:lnTo>
                  <a:lnTo>
                    <a:pt x="5291" y="5478"/>
                  </a:lnTo>
                  <a:cubicBezTo>
                    <a:pt x="5531" y="5451"/>
                    <a:pt x="5737" y="5299"/>
                    <a:pt x="5835" y="5076"/>
                  </a:cubicBezTo>
                  <a:lnTo>
                    <a:pt x="7030" y="2311"/>
                  </a:lnTo>
                  <a:close/>
                  <a:moveTo>
                    <a:pt x="7030" y="0"/>
                  </a:moveTo>
                  <a:cubicBezTo>
                    <a:pt x="6771" y="0"/>
                    <a:pt x="6531" y="152"/>
                    <a:pt x="6424" y="393"/>
                  </a:cubicBezTo>
                  <a:lnTo>
                    <a:pt x="4773" y="4202"/>
                  </a:lnTo>
                  <a:lnTo>
                    <a:pt x="643" y="4594"/>
                  </a:lnTo>
                  <a:cubicBezTo>
                    <a:pt x="384" y="4612"/>
                    <a:pt x="161" y="4791"/>
                    <a:pt x="81" y="5040"/>
                  </a:cubicBezTo>
                  <a:cubicBezTo>
                    <a:pt x="0" y="5290"/>
                    <a:pt x="81" y="5567"/>
                    <a:pt x="277" y="5736"/>
                  </a:cubicBezTo>
                  <a:lnTo>
                    <a:pt x="3381" y="8484"/>
                  </a:lnTo>
                  <a:lnTo>
                    <a:pt x="2480" y="12534"/>
                  </a:lnTo>
                  <a:cubicBezTo>
                    <a:pt x="2427" y="12793"/>
                    <a:pt x="2525" y="13060"/>
                    <a:pt x="2739" y="13212"/>
                  </a:cubicBezTo>
                  <a:cubicBezTo>
                    <a:pt x="2851" y="13295"/>
                    <a:pt x="2987" y="13338"/>
                    <a:pt x="3126" y="13338"/>
                  </a:cubicBezTo>
                  <a:cubicBezTo>
                    <a:pt x="3240" y="13338"/>
                    <a:pt x="3357" y="13308"/>
                    <a:pt x="3462" y="13248"/>
                  </a:cubicBezTo>
                  <a:lnTo>
                    <a:pt x="7030" y="11134"/>
                  </a:lnTo>
                  <a:lnTo>
                    <a:pt x="10599" y="13248"/>
                  </a:lnTo>
                  <a:cubicBezTo>
                    <a:pt x="10706" y="13310"/>
                    <a:pt x="10822" y="13337"/>
                    <a:pt x="10938" y="13337"/>
                  </a:cubicBezTo>
                  <a:cubicBezTo>
                    <a:pt x="11071" y="13337"/>
                    <a:pt x="11205" y="13292"/>
                    <a:pt x="11321" y="13212"/>
                  </a:cubicBezTo>
                  <a:cubicBezTo>
                    <a:pt x="11535" y="13060"/>
                    <a:pt x="11633" y="12793"/>
                    <a:pt x="11580" y="12534"/>
                  </a:cubicBezTo>
                  <a:lnTo>
                    <a:pt x="10679" y="8484"/>
                  </a:lnTo>
                  <a:lnTo>
                    <a:pt x="13783" y="5736"/>
                  </a:lnTo>
                  <a:cubicBezTo>
                    <a:pt x="13980" y="5567"/>
                    <a:pt x="14060" y="5290"/>
                    <a:pt x="13980" y="5040"/>
                  </a:cubicBezTo>
                  <a:cubicBezTo>
                    <a:pt x="13899" y="4791"/>
                    <a:pt x="13676" y="4612"/>
                    <a:pt x="13418" y="4594"/>
                  </a:cubicBezTo>
                  <a:lnTo>
                    <a:pt x="9278" y="4202"/>
                  </a:lnTo>
                  <a:lnTo>
                    <a:pt x="7637" y="393"/>
                  </a:lnTo>
                  <a:cubicBezTo>
                    <a:pt x="7530" y="152"/>
                    <a:pt x="7289" y="0"/>
                    <a:pt x="70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4"/>
            <p:cNvSpPr/>
            <p:nvPr/>
          </p:nvSpPr>
          <p:spPr>
            <a:xfrm>
              <a:off x="4522450" y="2299800"/>
              <a:ext cx="62925" cy="1022600"/>
            </a:xfrm>
            <a:custGeom>
              <a:avLst/>
              <a:gdLst/>
              <a:ahLst/>
              <a:cxnLst/>
              <a:rect l="l" t="t" r="r" b="b"/>
              <a:pathLst>
                <a:path w="2517" h="40904" extrusionOk="0">
                  <a:moveTo>
                    <a:pt x="1258" y="1"/>
                  </a:moveTo>
                  <a:cubicBezTo>
                    <a:pt x="562" y="1"/>
                    <a:pt x="0" y="563"/>
                    <a:pt x="0" y="1258"/>
                  </a:cubicBezTo>
                  <a:cubicBezTo>
                    <a:pt x="0" y="1954"/>
                    <a:pt x="562" y="2516"/>
                    <a:pt x="1258" y="2516"/>
                  </a:cubicBezTo>
                  <a:cubicBezTo>
                    <a:pt x="1954" y="2516"/>
                    <a:pt x="2516" y="1954"/>
                    <a:pt x="2516" y="1258"/>
                  </a:cubicBezTo>
                  <a:cubicBezTo>
                    <a:pt x="2516" y="563"/>
                    <a:pt x="1954" y="1"/>
                    <a:pt x="1258" y="1"/>
                  </a:cubicBezTo>
                  <a:close/>
                  <a:moveTo>
                    <a:pt x="1258" y="5487"/>
                  </a:moveTo>
                  <a:cubicBezTo>
                    <a:pt x="562" y="5487"/>
                    <a:pt x="0" y="6049"/>
                    <a:pt x="0" y="6745"/>
                  </a:cubicBezTo>
                  <a:cubicBezTo>
                    <a:pt x="0" y="7441"/>
                    <a:pt x="562" y="8003"/>
                    <a:pt x="1258" y="8003"/>
                  </a:cubicBezTo>
                  <a:cubicBezTo>
                    <a:pt x="1954" y="8003"/>
                    <a:pt x="2516" y="7441"/>
                    <a:pt x="2516" y="6745"/>
                  </a:cubicBezTo>
                  <a:cubicBezTo>
                    <a:pt x="2516" y="6049"/>
                    <a:pt x="1954" y="5487"/>
                    <a:pt x="1258" y="5487"/>
                  </a:cubicBezTo>
                  <a:close/>
                  <a:moveTo>
                    <a:pt x="1258" y="10973"/>
                  </a:moveTo>
                  <a:cubicBezTo>
                    <a:pt x="562" y="10973"/>
                    <a:pt x="0" y="11535"/>
                    <a:pt x="0" y="12231"/>
                  </a:cubicBezTo>
                  <a:cubicBezTo>
                    <a:pt x="0" y="12927"/>
                    <a:pt x="562" y="13480"/>
                    <a:pt x="1258" y="13480"/>
                  </a:cubicBezTo>
                  <a:cubicBezTo>
                    <a:pt x="1954" y="13480"/>
                    <a:pt x="2516" y="12927"/>
                    <a:pt x="2516" y="12231"/>
                  </a:cubicBezTo>
                  <a:cubicBezTo>
                    <a:pt x="2516" y="11535"/>
                    <a:pt x="1954" y="10973"/>
                    <a:pt x="1258" y="10973"/>
                  </a:cubicBezTo>
                  <a:close/>
                  <a:moveTo>
                    <a:pt x="1258" y="16451"/>
                  </a:moveTo>
                  <a:cubicBezTo>
                    <a:pt x="562" y="16451"/>
                    <a:pt x="0" y="17022"/>
                    <a:pt x="0" y="17709"/>
                  </a:cubicBezTo>
                  <a:cubicBezTo>
                    <a:pt x="0" y="18405"/>
                    <a:pt x="562" y="18976"/>
                    <a:pt x="1258" y="18976"/>
                  </a:cubicBezTo>
                  <a:cubicBezTo>
                    <a:pt x="1954" y="18976"/>
                    <a:pt x="2516" y="18405"/>
                    <a:pt x="2516" y="17709"/>
                  </a:cubicBezTo>
                  <a:cubicBezTo>
                    <a:pt x="2516" y="17022"/>
                    <a:pt x="1954" y="16451"/>
                    <a:pt x="1258" y="16451"/>
                  </a:cubicBezTo>
                  <a:close/>
                  <a:moveTo>
                    <a:pt x="1258" y="21946"/>
                  </a:moveTo>
                  <a:cubicBezTo>
                    <a:pt x="562" y="21946"/>
                    <a:pt x="0" y="22499"/>
                    <a:pt x="0" y="23195"/>
                  </a:cubicBezTo>
                  <a:cubicBezTo>
                    <a:pt x="0" y="23891"/>
                    <a:pt x="562" y="24453"/>
                    <a:pt x="1258" y="24453"/>
                  </a:cubicBezTo>
                  <a:cubicBezTo>
                    <a:pt x="1954" y="24453"/>
                    <a:pt x="2516" y="23891"/>
                    <a:pt x="2516" y="23195"/>
                  </a:cubicBezTo>
                  <a:cubicBezTo>
                    <a:pt x="2516" y="22499"/>
                    <a:pt x="1954" y="21946"/>
                    <a:pt x="1258" y="21946"/>
                  </a:cubicBezTo>
                  <a:close/>
                  <a:moveTo>
                    <a:pt x="1258" y="27424"/>
                  </a:moveTo>
                  <a:cubicBezTo>
                    <a:pt x="562" y="27424"/>
                    <a:pt x="0" y="27986"/>
                    <a:pt x="0" y="28682"/>
                  </a:cubicBezTo>
                  <a:cubicBezTo>
                    <a:pt x="0" y="29377"/>
                    <a:pt x="562" y="29939"/>
                    <a:pt x="1258" y="29939"/>
                  </a:cubicBezTo>
                  <a:cubicBezTo>
                    <a:pt x="1954" y="29939"/>
                    <a:pt x="2516" y="29377"/>
                    <a:pt x="2516" y="28682"/>
                  </a:cubicBezTo>
                  <a:cubicBezTo>
                    <a:pt x="2516" y="27986"/>
                    <a:pt x="1954" y="27424"/>
                    <a:pt x="1258" y="27424"/>
                  </a:cubicBezTo>
                  <a:close/>
                  <a:moveTo>
                    <a:pt x="1258" y="32910"/>
                  </a:moveTo>
                  <a:cubicBezTo>
                    <a:pt x="562" y="32910"/>
                    <a:pt x="0" y="33472"/>
                    <a:pt x="0" y="34168"/>
                  </a:cubicBezTo>
                  <a:cubicBezTo>
                    <a:pt x="0" y="34855"/>
                    <a:pt x="562" y="35426"/>
                    <a:pt x="1258" y="35426"/>
                  </a:cubicBezTo>
                  <a:cubicBezTo>
                    <a:pt x="1954" y="35426"/>
                    <a:pt x="2516" y="34855"/>
                    <a:pt x="2516" y="34168"/>
                  </a:cubicBezTo>
                  <a:cubicBezTo>
                    <a:pt x="2516" y="33472"/>
                    <a:pt x="1954" y="32910"/>
                    <a:pt x="1258" y="32910"/>
                  </a:cubicBezTo>
                  <a:close/>
                  <a:moveTo>
                    <a:pt x="1258" y="38397"/>
                  </a:moveTo>
                  <a:cubicBezTo>
                    <a:pt x="562" y="38397"/>
                    <a:pt x="0" y="38959"/>
                    <a:pt x="0" y="39654"/>
                  </a:cubicBezTo>
                  <a:cubicBezTo>
                    <a:pt x="0" y="40350"/>
                    <a:pt x="562" y="40903"/>
                    <a:pt x="1258" y="40903"/>
                  </a:cubicBezTo>
                  <a:cubicBezTo>
                    <a:pt x="1954" y="40903"/>
                    <a:pt x="2516" y="40350"/>
                    <a:pt x="2516" y="39654"/>
                  </a:cubicBezTo>
                  <a:cubicBezTo>
                    <a:pt x="2516" y="38959"/>
                    <a:pt x="1954" y="38397"/>
                    <a:pt x="1258" y="3839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4"/>
            <p:cNvSpPr/>
            <p:nvPr/>
          </p:nvSpPr>
          <p:spPr>
            <a:xfrm>
              <a:off x="4545425" y="2331250"/>
              <a:ext cx="16975" cy="1079025"/>
            </a:xfrm>
            <a:custGeom>
              <a:avLst/>
              <a:gdLst/>
              <a:ahLst/>
              <a:cxnLst/>
              <a:rect l="l" t="t" r="r" b="b"/>
              <a:pathLst>
                <a:path w="679" h="43161" extrusionOk="0">
                  <a:moveTo>
                    <a:pt x="0" y="0"/>
                  </a:moveTo>
                  <a:lnTo>
                    <a:pt x="0" y="43160"/>
                  </a:lnTo>
                  <a:lnTo>
                    <a:pt x="678" y="43160"/>
                  </a:lnTo>
                  <a:lnTo>
                    <a:pt x="67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4"/>
            <p:cNvSpPr/>
            <p:nvPr/>
          </p:nvSpPr>
          <p:spPr>
            <a:xfrm>
              <a:off x="4522450" y="1221025"/>
              <a:ext cx="62925" cy="1022600"/>
            </a:xfrm>
            <a:custGeom>
              <a:avLst/>
              <a:gdLst/>
              <a:ahLst/>
              <a:cxnLst/>
              <a:rect l="l" t="t" r="r" b="b"/>
              <a:pathLst>
                <a:path w="2517" h="40904" extrusionOk="0">
                  <a:moveTo>
                    <a:pt x="1258" y="1"/>
                  </a:moveTo>
                  <a:cubicBezTo>
                    <a:pt x="562" y="1"/>
                    <a:pt x="0" y="554"/>
                    <a:pt x="0" y="1250"/>
                  </a:cubicBezTo>
                  <a:cubicBezTo>
                    <a:pt x="0" y="1945"/>
                    <a:pt x="562" y="2507"/>
                    <a:pt x="1258" y="2507"/>
                  </a:cubicBezTo>
                  <a:cubicBezTo>
                    <a:pt x="1954" y="2507"/>
                    <a:pt x="2516" y="1945"/>
                    <a:pt x="2516" y="1250"/>
                  </a:cubicBezTo>
                  <a:cubicBezTo>
                    <a:pt x="2516" y="554"/>
                    <a:pt x="1954" y="1"/>
                    <a:pt x="1258" y="1"/>
                  </a:cubicBezTo>
                  <a:close/>
                  <a:moveTo>
                    <a:pt x="1258" y="5478"/>
                  </a:moveTo>
                  <a:cubicBezTo>
                    <a:pt x="562" y="5478"/>
                    <a:pt x="0" y="6049"/>
                    <a:pt x="0" y="6745"/>
                  </a:cubicBezTo>
                  <a:cubicBezTo>
                    <a:pt x="0" y="7432"/>
                    <a:pt x="562" y="7994"/>
                    <a:pt x="1258" y="7994"/>
                  </a:cubicBezTo>
                  <a:cubicBezTo>
                    <a:pt x="1954" y="7994"/>
                    <a:pt x="2516" y="7432"/>
                    <a:pt x="2516" y="6745"/>
                  </a:cubicBezTo>
                  <a:cubicBezTo>
                    <a:pt x="2516" y="6049"/>
                    <a:pt x="1954" y="5478"/>
                    <a:pt x="1258" y="5478"/>
                  </a:cubicBezTo>
                  <a:close/>
                  <a:moveTo>
                    <a:pt x="1258" y="10965"/>
                  </a:moveTo>
                  <a:cubicBezTo>
                    <a:pt x="562" y="10965"/>
                    <a:pt x="0" y="11527"/>
                    <a:pt x="0" y="12222"/>
                  </a:cubicBezTo>
                  <a:cubicBezTo>
                    <a:pt x="0" y="12918"/>
                    <a:pt x="562" y="13480"/>
                    <a:pt x="1258" y="13480"/>
                  </a:cubicBezTo>
                  <a:cubicBezTo>
                    <a:pt x="1954" y="13480"/>
                    <a:pt x="2516" y="12918"/>
                    <a:pt x="2516" y="12222"/>
                  </a:cubicBezTo>
                  <a:cubicBezTo>
                    <a:pt x="2516" y="11527"/>
                    <a:pt x="1954" y="10965"/>
                    <a:pt x="1258" y="10965"/>
                  </a:cubicBezTo>
                  <a:close/>
                  <a:moveTo>
                    <a:pt x="1258" y="16451"/>
                  </a:moveTo>
                  <a:cubicBezTo>
                    <a:pt x="562" y="16451"/>
                    <a:pt x="0" y="17013"/>
                    <a:pt x="0" y="17709"/>
                  </a:cubicBezTo>
                  <a:cubicBezTo>
                    <a:pt x="0" y="18405"/>
                    <a:pt x="562" y="18967"/>
                    <a:pt x="1258" y="18967"/>
                  </a:cubicBezTo>
                  <a:cubicBezTo>
                    <a:pt x="1954" y="18967"/>
                    <a:pt x="2516" y="18405"/>
                    <a:pt x="2516" y="17709"/>
                  </a:cubicBezTo>
                  <a:cubicBezTo>
                    <a:pt x="2516" y="17013"/>
                    <a:pt x="1954" y="16451"/>
                    <a:pt x="1258" y="16451"/>
                  </a:cubicBezTo>
                  <a:close/>
                  <a:moveTo>
                    <a:pt x="1258" y="21937"/>
                  </a:moveTo>
                  <a:cubicBezTo>
                    <a:pt x="562" y="21937"/>
                    <a:pt x="0" y="22499"/>
                    <a:pt x="0" y="23195"/>
                  </a:cubicBezTo>
                  <a:cubicBezTo>
                    <a:pt x="0" y="23891"/>
                    <a:pt x="562" y="24453"/>
                    <a:pt x="1258" y="24453"/>
                  </a:cubicBezTo>
                  <a:cubicBezTo>
                    <a:pt x="1954" y="24453"/>
                    <a:pt x="2516" y="23891"/>
                    <a:pt x="2516" y="23195"/>
                  </a:cubicBezTo>
                  <a:cubicBezTo>
                    <a:pt x="2516" y="22499"/>
                    <a:pt x="1954" y="21937"/>
                    <a:pt x="1258" y="21937"/>
                  </a:cubicBezTo>
                  <a:close/>
                  <a:moveTo>
                    <a:pt x="1258" y="27424"/>
                  </a:moveTo>
                  <a:cubicBezTo>
                    <a:pt x="562" y="27424"/>
                    <a:pt x="0" y="27986"/>
                    <a:pt x="0" y="28673"/>
                  </a:cubicBezTo>
                  <a:cubicBezTo>
                    <a:pt x="0" y="29369"/>
                    <a:pt x="562" y="29940"/>
                    <a:pt x="1258" y="29940"/>
                  </a:cubicBezTo>
                  <a:cubicBezTo>
                    <a:pt x="1954" y="29940"/>
                    <a:pt x="2516" y="29369"/>
                    <a:pt x="2516" y="28673"/>
                  </a:cubicBezTo>
                  <a:cubicBezTo>
                    <a:pt x="2516" y="27986"/>
                    <a:pt x="1954" y="27424"/>
                    <a:pt x="1258" y="27424"/>
                  </a:cubicBezTo>
                  <a:close/>
                  <a:moveTo>
                    <a:pt x="1258" y="32910"/>
                  </a:moveTo>
                  <a:cubicBezTo>
                    <a:pt x="562" y="32910"/>
                    <a:pt x="0" y="33463"/>
                    <a:pt x="0" y="34159"/>
                  </a:cubicBezTo>
                  <a:cubicBezTo>
                    <a:pt x="0" y="34855"/>
                    <a:pt x="562" y="35417"/>
                    <a:pt x="1258" y="35417"/>
                  </a:cubicBezTo>
                  <a:cubicBezTo>
                    <a:pt x="1954" y="35417"/>
                    <a:pt x="2516" y="34855"/>
                    <a:pt x="2516" y="34159"/>
                  </a:cubicBezTo>
                  <a:cubicBezTo>
                    <a:pt x="2516" y="33463"/>
                    <a:pt x="1954" y="32910"/>
                    <a:pt x="1258" y="32910"/>
                  </a:cubicBezTo>
                  <a:close/>
                  <a:moveTo>
                    <a:pt x="1258" y="38388"/>
                  </a:moveTo>
                  <a:cubicBezTo>
                    <a:pt x="562" y="38388"/>
                    <a:pt x="0" y="38950"/>
                    <a:pt x="0" y="39646"/>
                  </a:cubicBezTo>
                  <a:cubicBezTo>
                    <a:pt x="0" y="40341"/>
                    <a:pt x="562" y="40903"/>
                    <a:pt x="1258" y="40903"/>
                  </a:cubicBezTo>
                  <a:cubicBezTo>
                    <a:pt x="1954" y="40903"/>
                    <a:pt x="2516" y="40341"/>
                    <a:pt x="2516" y="39646"/>
                  </a:cubicBezTo>
                  <a:cubicBezTo>
                    <a:pt x="2516" y="38950"/>
                    <a:pt x="1954" y="38388"/>
                    <a:pt x="1258" y="383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4"/>
            <p:cNvSpPr/>
            <p:nvPr/>
          </p:nvSpPr>
          <p:spPr>
            <a:xfrm>
              <a:off x="4545425" y="1252250"/>
              <a:ext cx="16975" cy="1079025"/>
            </a:xfrm>
            <a:custGeom>
              <a:avLst/>
              <a:gdLst/>
              <a:ahLst/>
              <a:cxnLst/>
              <a:rect l="l" t="t" r="r" b="b"/>
              <a:pathLst>
                <a:path w="679" h="43161" extrusionOk="0">
                  <a:moveTo>
                    <a:pt x="0" y="1"/>
                  </a:moveTo>
                  <a:lnTo>
                    <a:pt x="0" y="43160"/>
                  </a:lnTo>
                  <a:lnTo>
                    <a:pt x="678" y="43160"/>
                  </a:lnTo>
                  <a:lnTo>
                    <a:pt x="67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5" name="Google Shape;1365;p14"/>
          <p:cNvSpPr txBox="1">
            <a:spLocks noGrp="1"/>
          </p:cNvSpPr>
          <p:nvPr>
            <p:ph type="title"/>
          </p:nvPr>
        </p:nvSpPr>
        <p:spPr>
          <a:xfrm>
            <a:off x="720000" y="3080275"/>
            <a:ext cx="1885800" cy="25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66" name="Google Shape;1366;p14"/>
          <p:cNvSpPr txBox="1">
            <a:spLocks noGrp="1"/>
          </p:cNvSpPr>
          <p:nvPr>
            <p:ph type="title" idx="2" hasCustomPrompt="1"/>
          </p:nvPr>
        </p:nvSpPr>
        <p:spPr>
          <a:xfrm>
            <a:off x="1327049" y="2176559"/>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67" name="Google Shape;1367;p14"/>
          <p:cNvSpPr txBox="1">
            <a:spLocks noGrp="1"/>
          </p:cNvSpPr>
          <p:nvPr>
            <p:ph type="subTitle" idx="1"/>
          </p:nvPr>
        </p:nvSpPr>
        <p:spPr>
          <a:xfrm>
            <a:off x="720000" y="3363899"/>
            <a:ext cx="18858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68" name="Google Shape;1368;p14"/>
          <p:cNvSpPr txBox="1">
            <a:spLocks noGrp="1"/>
          </p:cNvSpPr>
          <p:nvPr>
            <p:ph type="title" idx="3"/>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369" name="Google Shape;1369;p14"/>
          <p:cNvSpPr txBox="1">
            <a:spLocks noGrp="1"/>
          </p:cNvSpPr>
          <p:nvPr>
            <p:ph type="title" idx="4"/>
          </p:nvPr>
        </p:nvSpPr>
        <p:spPr>
          <a:xfrm>
            <a:off x="4598729" y="3080275"/>
            <a:ext cx="1885800" cy="25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70" name="Google Shape;1370;p14"/>
          <p:cNvSpPr txBox="1">
            <a:spLocks noGrp="1"/>
          </p:cNvSpPr>
          <p:nvPr>
            <p:ph type="title" idx="5" hasCustomPrompt="1"/>
          </p:nvPr>
        </p:nvSpPr>
        <p:spPr>
          <a:xfrm>
            <a:off x="5205774" y="2176559"/>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1" name="Google Shape;1371;p14"/>
          <p:cNvSpPr txBox="1">
            <a:spLocks noGrp="1"/>
          </p:cNvSpPr>
          <p:nvPr>
            <p:ph type="subTitle" idx="6"/>
          </p:nvPr>
        </p:nvSpPr>
        <p:spPr>
          <a:xfrm>
            <a:off x="4598729" y="3363886"/>
            <a:ext cx="18858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72" name="Google Shape;1372;p14"/>
          <p:cNvSpPr txBox="1">
            <a:spLocks noGrp="1"/>
          </p:cNvSpPr>
          <p:nvPr>
            <p:ph type="title" idx="7"/>
          </p:nvPr>
        </p:nvSpPr>
        <p:spPr>
          <a:xfrm>
            <a:off x="2659364" y="3080275"/>
            <a:ext cx="1885800" cy="25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73" name="Google Shape;1373;p14"/>
          <p:cNvSpPr txBox="1">
            <a:spLocks noGrp="1"/>
          </p:cNvSpPr>
          <p:nvPr>
            <p:ph type="title" idx="8" hasCustomPrompt="1"/>
          </p:nvPr>
        </p:nvSpPr>
        <p:spPr>
          <a:xfrm>
            <a:off x="3275661" y="2176559"/>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4" name="Google Shape;1374;p14"/>
          <p:cNvSpPr txBox="1">
            <a:spLocks noGrp="1"/>
          </p:cNvSpPr>
          <p:nvPr>
            <p:ph type="subTitle" idx="9"/>
          </p:nvPr>
        </p:nvSpPr>
        <p:spPr>
          <a:xfrm>
            <a:off x="2659364" y="3363897"/>
            <a:ext cx="18858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75" name="Google Shape;1375;p14"/>
          <p:cNvSpPr txBox="1">
            <a:spLocks noGrp="1"/>
          </p:cNvSpPr>
          <p:nvPr>
            <p:ph type="title" idx="13"/>
          </p:nvPr>
        </p:nvSpPr>
        <p:spPr>
          <a:xfrm>
            <a:off x="6538093" y="3080275"/>
            <a:ext cx="1885800" cy="255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76" name="Google Shape;1376;p14"/>
          <p:cNvSpPr txBox="1">
            <a:spLocks noGrp="1"/>
          </p:cNvSpPr>
          <p:nvPr>
            <p:ph type="title" idx="14" hasCustomPrompt="1"/>
          </p:nvPr>
        </p:nvSpPr>
        <p:spPr>
          <a:xfrm>
            <a:off x="7145161" y="2176559"/>
            <a:ext cx="6717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7" name="Google Shape;1377;p14"/>
          <p:cNvSpPr txBox="1">
            <a:spLocks noGrp="1"/>
          </p:cNvSpPr>
          <p:nvPr>
            <p:ph type="subTitle" idx="15"/>
          </p:nvPr>
        </p:nvSpPr>
        <p:spPr>
          <a:xfrm>
            <a:off x="6538093" y="3363886"/>
            <a:ext cx="18858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378"/>
        <p:cNvGrpSpPr/>
        <p:nvPr/>
      </p:nvGrpSpPr>
      <p:grpSpPr>
        <a:xfrm>
          <a:off x="0" y="0"/>
          <a:ext cx="0" cy="0"/>
          <a:chOff x="0" y="0"/>
          <a:chExt cx="0" cy="0"/>
        </a:xfrm>
      </p:grpSpPr>
      <p:sp>
        <p:nvSpPr>
          <p:cNvPr id="1379" name="Google Shape;1379;p15"/>
          <p:cNvSpPr txBox="1">
            <a:spLocks noGrp="1"/>
          </p:cNvSpPr>
          <p:nvPr>
            <p:ph type="title"/>
          </p:nvPr>
        </p:nvSpPr>
        <p:spPr>
          <a:xfrm>
            <a:off x="2290050" y="3179758"/>
            <a:ext cx="45639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80" name="Google Shape;1380;p15"/>
          <p:cNvSpPr txBox="1">
            <a:spLocks noGrp="1"/>
          </p:cNvSpPr>
          <p:nvPr>
            <p:ph type="subTitle" idx="1"/>
          </p:nvPr>
        </p:nvSpPr>
        <p:spPr>
          <a:xfrm>
            <a:off x="2206650" y="1431842"/>
            <a:ext cx="4730700" cy="174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7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1381" name="Google Shape;1381;p15"/>
          <p:cNvGrpSpPr/>
          <p:nvPr/>
        </p:nvGrpSpPr>
        <p:grpSpPr>
          <a:xfrm>
            <a:off x="8047423" y="153456"/>
            <a:ext cx="762954" cy="763070"/>
            <a:chOff x="940300" y="793900"/>
            <a:chExt cx="1313400" cy="1313600"/>
          </a:xfrm>
        </p:grpSpPr>
        <p:sp>
          <p:nvSpPr>
            <p:cNvPr id="1382" name="Google Shape;1382;p15"/>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5"/>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5"/>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5"/>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5"/>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5"/>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5"/>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5"/>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5"/>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5"/>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5"/>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5"/>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5"/>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5"/>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5"/>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5"/>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15"/>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5"/>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5"/>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5"/>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5"/>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5"/>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5"/>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5"/>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15"/>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15"/>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5"/>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5"/>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5"/>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5"/>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5"/>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5"/>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5"/>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5"/>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5"/>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5"/>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8" name="Google Shape;1418;p15"/>
          <p:cNvGrpSpPr/>
          <p:nvPr/>
        </p:nvGrpSpPr>
        <p:grpSpPr>
          <a:xfrm>
            <a:off x="333623" y="4226956"/>
            <a:ext cx="762954" cy="763070"/>
            <a:chOff x="940300" y="793900"/>
            <a:chExt cx="1313400" cy="1313600"/>
          </a:xfrm>
        </p:grpSpPr>
        <p:sp>
          <p:nvSpPr>
            <p:cNvPr id="1419" name="Google Shape;1419;p15"/>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5"/>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5"/>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5"/>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5"/>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5"/>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5"/>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5"/>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5"/>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5"/>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5"/>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5"/>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5"/>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5"/>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15"/>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5"/>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5"/>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5"/>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5"/>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5"/>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5"/>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5"/>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5"/>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5"/>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5"/>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5"/>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5"/>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5"/>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5"/>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5"/>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5"/>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5"/>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5"/>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5"/>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5"/>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5"/>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5" name="Google Shape;1455;p15"/>
          <p:cNvGrpSpPr/>
          <p:nvPr/>
        </p:nvGrpSpPr>
        <p:grpSpPr>
          <a:xfrm>
            <a:off x="4324599" y="-2538451"/>
            <a:ext cx="468486" cy="3454967"/>
            <a:chOff x="7905800" y="2474325"/>
            <a:chExt cx="177450" cy="1308650"/>
          </a:xfrm>
        </p:grpSpPr>
        <p:sp>
          <p:nvSpPr>
            <p:cNvPr id="1456" name="Google Shape;1456;p15"/>
            <p:cNvSpPr/>
            <p:nvPr/>
          </p:nvSpPr>
          <p:spPr>
            <a:xfrm>
              <a:off x="7905800" y="3605550"/>
              <a:ext cx="177450" cy="177425"/>
            </a:xfrm>
            <a:custGeom>
              <a:avLst/>
              <a:gdLst/>
              <a:ahLst/>
              <a:cxnLst/>
              <a:rect l="l" t="t" r="r" b="b"/>
              <a:pathLst>
                <a:path w="7098" h="7097" extrusionOk="0">
                  <a:moveTo>
                    <a:pt x="3548" y="672"/>
                  </a:moveTo>
                  <a:lnTo>
                    <a:pt x="4398" y="1515"/>
                  </a:lnTo>
                  <a:lnTo>
                    <a:pt x="5588" y="1515"/>
                  </a:lnTo>
                  <a:lnTo>
                    <a:pt x="5588" y="2699"/>
                  </a:lnTo>
                  <a:lnTo>
                    <a:pt x="6425" y="3548"/>
                  </a:lnTo>
                  <a:lnTo>
                    <a:pt x="5588" y="4398"/>
                  </a:lnTo>
                  <a:lnTo>
                    <a:pt x="5588" y="5580"/>
                  </a:lnTo>
                  <a:lnTo>
                    <a:pt x="4398" y="5580"/>
                  </a:lnTo>
                  <a:lnTo>
                    <a:pt x="3548" y="6425"/>
                  </a:lnTo>
                  <a:lnTo>
                    <a:pt x="2699" y="5580"/>
                  </a:lnTo>
                  <a:lnTo>
                    <a:pt x="1515" y="5580"/>
                  </a:lnTo>
                  <a:lnTo>
                    <a:pt x="1515" y="4398"/>
                  </a:lnTo>
                  <a:lnTo>
                    <a:pt x="672" y="3548"/>
                  </a:lnTo>
                  <a:lnTo>
                    <a:pt x="1515" y="2699"/>
                  </a:lnTo>
                  <a:lnTo>
                    <a:pt x="1515" y="1515"/>
                  </a:lnTo>
                  <a:lnTo>
                    <a:pt x="2699" y="1515"/>
                  </a:lnTo>
                  <a:lnTo>
                    <a:pt x="3548" y="672"/>
                  </a:lnTo>
                  <a:close/>
                  <a:moveTo>
                    <a:pt x="3548" y="0"/>
                  </a:moveTo>
                  <a:lnTo>
                    <a:pt x="2508" y="1040"/>
                  </a:lnTo>
                  <a:lnTo>
                    <a:pt x="1040" y="1040"/>
                  </a:lnTo>
                  <a:lnTo>
                    <a:pt x="1040" y="2508"/>
                  </a:lnTo>
                  <a:lnTo>
                    <a:pt x="0" y="3548"/>
                  </a:lnTo>
                  <a:lnTo>
                    <a:pt x="1040" y="4589"/>
                  </a:lnTo>
                  <a:lnTo>
                    <a:pt x="1040" y="6057"/>
                  </a:lnTo>
                  <a:lnTo>
                    <a:pt x="2508" y="6057"/>
                  </a:lnTo>
                  <a:lnTo>
                    <a:pt x="3548" y="7097"/>
                  </a:lnTo>
                  <a:lnTo>
                    <a:pt x="4589" y="6057"/>
                  </a:lnTo>
                  <a:lnTo>
                    <a:pt x="6057" y="6057"/>
                  </a:lnTo>
                  <a:lnTo>
                    <a:pt x="6057" y="4589"/>
                  </a:lnTo>
                  <a:lnTo>
                    <a:pt x="7097" y="3548"/>
                  </a:lnTo>
                  <a:lnTo>
                    <a:pt x="6057" y="2508"/>
                  </a:lnTo>
                  <a:lnTo>
                    <a:pt x="6057" y="1040"/>
                  </a:lnTo>
                  <a:lnTo>
                    <a:pt x="4589" y="1040"/>
                  </a:lnTo>
                  <a:lnTo>
                    <a:pt x="35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5"/>
            <p:cNvSpPr/>
            <p:nvPr/>
          </p:nvSpPr>
          <p:spPr>
            <a:xfrm>
              <a:off x="7992700" y="2474325"/>
              <a:ext cx="3775" cy="1138650"/>
            </a:xfrm>
            <a:custGeom>
              <a:avLst/>
              <a:gdLst/>
              <a:ahLst/>
              <a:cxnLst/>
              <a:rect l="l" t="t" r="r" b="b"/>
              <a:pathLst>
                <a:path w="151" h="45546" extrusionOk="0">
                  <a:moveTo>
                    <a:pt x="1" y="0"/>
                  </a:moveTo>
                  <a:lnTo>
                    <a:pt x="1" y="45546"/>
                  </a:lnTo>
                  <a:lnTo>
                    <a:pt x="151" y="45546"/>
                  </a:lnTo>
                  <a:lnTo>
                    <a:pt x="1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8" name="Google Shape;1458;p15"/>
          <p:cNvGrpSpPr/>
          <p:nvPr/>
        </p:nvGrpSpPr>
        <p:grpSpPr>
          <a:xfrm>
            <a:off x="1231168" y="0"/>
            <a:ext cx="368085" cy="2619666"/>
            <a:chOff x="6715575" y="2099409"/>
            <a:chExt cx="177450" cy="1262916"/>
          </a:xfrm>
        </p:grpSpPr>
        <p:sp>
          <p:nvSpPr>
            <p:cNvPr id="1459" name="Google Shape;1459;p15"/>
            <p:cNvSpPr/>
            <p:nvPr/>
          </p:nvSpPr>
          <p:spPr>
            <a:xfrm>
              <a:off x="6715575" y="3184875"/>
              <a:ext cx="177450" cy="177450"/>
            </a:xfrm>
            <a:custGeom>
              <a:avLst/>
              <a:gdLst/>
              <a:ahLst/>
              <a:cxnLst/>
              <a:rect l="l" t="t" r="r" b="b"/>
              <a:pathLst>
                <a:path w="7098" h="7098" extrusionOk="0">
                  <a:moveTo>
                    <a:pt x="3549" y="672"/>
                  </a:moveTo>
                  <a:lnTo>
                    <a:pt x="4399" y="1517"/>
                  </a:lnTo>
                  <a:lnTo>
                    <a:pt x="5581" y="1517"/>
                  </a:lnTo>
                  <a:lnTo>
                    <a:pt x="5581" y="2699"/>
                  </a:lnTo>
                  <a:lnTo>
                    <a:pt x="6426" y="3550"/>
                  </a:lnTo>
                  <a:lnTo>
                    <a:pt x="5581" y="4398"/>
                  </a:lnTo>
                  <a:lnTo>
                    <a:pt x="5581" y="5588"/>
                  </a:lnTo>
                  <a:lnTo>
                    <a:pt x="4399" y="5588"/>
                  </a:lnTo>
                  <a:lnTo>
                    <a:pt x="3549" y="6431"/>
                  </a:lnTo>
                  <a:lnTo>
                    <a:pt x="2700" y="5588"/>
                  </a:lnTo>
                  <a:lnTo>
                    <a:pt x="1516" y="5588"/>
                  </a:lnTo>
                  <a:lnTo>
                    <a:pt x="1516" y="4398"/>
                  </a:lnTo>
                  <a:lnTo>
                    <a:pt x="673" y="3550"/>
                  </a:lnTo>
                  <a:lnTo>
                    <a:pt x="1516" y="2699"/>
                  </a:lnTo>
                  <a:lnTo>
                    <a:pt x="1516" y="1517"/>
                  </a:lnTo>
                  <a:lnTo>
                    <a:pt x="2700" y="1517"/>
                  </a:lnTo>
                  <a:lnTo>
                    <a:pt x="3549" y="672"/>
                  </a:lnTo>
                  <a:close/>
                  <a:moveTo>
                    <a:pt x="3549" y="0"/>
                  </a:moveTo>
                  <a:lnTo>
                    <a:pt x="2509" y="1040"/>
                  </a:lnTo>
                  <a:lnTo>
                    <a:pt x="1041" y="1040"/>
                  </a:lnTo>
                  <a:lnTo>
                    <a:pt x="1041" y="2508"/>
                  </a:lnTo>
                  <a:lnTo>
                    <a:pt x="1" y="3550"/>
                  </a:lnTo>
                  <a:lnTo>
                    <a:pt x="1041" y="4589"/>
                  </a:lnTo>
                  <a:lnTo>
                    <a:pt x="1041" y="6057"/>
                  </a:lnTo>
                  <a:lnTo>
                    <a:pt x="2509" y="6057"/>
                  </a:lnTo>
                  <a:lnTo>
                    <a:pt x="3549" y="7097"/>
                  </a:lnTo>
                  <a:lnTo>
                    <a:pt x="4590" y="6057"/>
                  </a:lnTo>
                  <a:lnTo>
                    <a:pt x="6058" y="6057"/>
                  </a:lnTo>
                  <a:lnTo>
                    <a:pt x="6058" y="4589"/>
                  </a:lnTo>
                  <a:lnTo>
                    <a:pt x="7098" y="3550"/>
                  </a:lnTo>
                  <a:lnTo>
                    <a:pt x="6058" y="2508"/>
                  </a:lnTo>
                  <a:lnTo>
                    <a:pt x="6058" y="1040"/>
                  </a:lnTo>
                  <a:lnTo>
                    <a:pt x="4590" y="1040"/>
                  </a:lnTo>
                  <a:lnTo>
                    <a:pt x="3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5"/>
            <p:cNvSpPr/>
            <p:nvPr/>
          </p:nvSpPr>
          <p:spPr>
            <a:xfrm>
              <a:off x="6802499" y="2099409"/>
              <a:ext cx="3580" cy="1094275"/>
            </a:xfrm>
            <a:custGeom>
              <a:avLst/>
              <a:gdLst/>
              <a:ahLst/>
              <a:cxnLst/>
              <a:rect l="l" t="t" r="r" b="b"/>
              <a:pathLst>
                <a:path w="143" h="28774" extrusionOk="0">
                  <a:moveTo>
                    <a:pt x="0" y="0"/>
                  </a:moveTo>
                  <a:lnTo>
                    <a:pt x="0" y="28773"/>
                  </a:lnTo>
                  <a:lnTo>
                    <a:pt x="143" y="28773"/>
                  </a:lnTo>
                  <a:lnTo>
                    <a:pt x="1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1" name="Google Shape;1461;p15"/>
          <p:cNvGrpSpPr/>
          <p:nvPr/>
        </p:nvGrpSpPr>
        <p:grpSpPr>
          <a:xfrm>
            <a:off x="7832588" y="1276267"/>
            <a:ext cx="2590965" cy="2590965"/>
            <a:chOff x="2924725" y="208150"/>
            <a:chExt cx="1242550" cy="1242550"/>
          </a:xfrm>
        </p:grpSpPr>
        <p:sp>
          <p:nvSpPr>
            <p:cNvPr id="1462" name="Google Shape;1462;p15"/>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5"/>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5"/>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5"/>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15"/>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5"/>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5"/>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5"/>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5"/>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5"/>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5"/>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5"/>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5"/>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5"/>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5"/>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5"/>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5"/>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5"/>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0" name="Google Shape;1480;p15"/>
          <p:cNvGrpSpPr/>
          <p:nvPr/>
        </p:nvGrpSpPr>
        <p:grpSpPr>
          <a:xfrm>
            <a:off x="-1442947" y="-1125415"/>
            <a:ext cx="2214473" cy="2214597"/>
            <a:chOff x="2924725" y="208150"/>
            <a:chExt cx="1242550" cy="1242550"/>
          </a:xfrm>
        </p:grpSpPr>
        <p:sp>
          <p:nvSpPr>
            <p:cNvPr id="1481" name="Google Shape;1481;p15"/>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5"/>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5"/>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5"/>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5"/>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5"/>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5"/>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5"/>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5"/>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5"/>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5"/>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5"/>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5"/>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5"/>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15"/>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15"/>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5"/>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5"/>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15"/>
          <p:cNvGrpSpPr/>
          <p:nvPr/>
        </p:nvGrpSpPr>
        <p:grpSpPr>
          <a:xfrm>
            <a:off x="7518421" y="-1240345"/>
            <a:ext cx="394386" cy="3137876"/>
            <a:chOff x="7324500" y="2391875"/>
            <a:chExt cx="177300" cy="1410725"/>
          </a:xfrm>
        </p:grpSpPr>
        <p:sp>
          <p:nvSpPr>
            <p:cNvPr id="1500" name="Google Shape;1500;p15"/>
            <p:cNvSpPr/>
            <p:nvPr/>
          </p:nvSpPr>
          <p:spPr>
            <a:xfrm>
              <a:off x="7324500" y="3625150"/>
              <a:ext cx="177300" cy="177450"/>
            </a:xfrm>
            <a:custGeom>
              <a:avLst/>
              <a:gdLst/>
              <a:ahLst/>
              <a:cxnLst/>
              <a:rect l="l" t="t" r="r" b="b"/>
              <a:pathLst>
                <a:path w="7092" h="7098" extrusionOk="0">
                  <a:moveTo>
                    <a:pt x="3549" y="673"/>
                  </a:moveTo>
                  <a:lnTo>
                    <a:pt x="4393" y="1510"/>
                  </a:lnTo>
                  <a:lnTo>
                    <a:pt x="5581" y="1510"/>
                  </a:lnTo>
                  <a:lnTo>
                    <a:pt x="5581" y="2700"/>
                  </a:lnTo>
                  <a:lnTo>
                    <a:pt x="6426" y="3548"/>
                  </a:lnTo>
                  <a:lnTo>
                    <a:pt x="5581" y="4398"/>
                  </a:lnTo>
                  <a:lnTo>
                    <a:pt x="5581" y="5581"/>
                  </a:lnTo>
                  <a:lnTo>
                    <a:pt x="4393" y="5581"/>
                  </a:lnTo>
                  <a:lnTo>
                    <a:pt x="3543" y="6425"/>
                  </a:lnTo>
                  <a:lnTo>
                    <a:pt x="2693" y="5581"/>
                  </a:lnTo>
                  <a:lnTo>
                    <a:pt x="1510" y="5581"/>
                  </a:lnTo>
                  <a:lnTo>
                    <a:pt x="1510" y="4398"/>
                  </a:lnTo>
                  <a:lnTo>
                    <a:pt x="667" y="3548"/>
                  </a:lnTo>
                  <a:lnTo>
                    <a:pt x="1510" y="2700"/>
                  </a:lnTo>
                  <a:lnTo>
                    <a:pt x="1510" y="1510"/>
                  </a:lnTo>
                  <a:lnTo>
                    <a:pt x="2700" y="1510"/>
                  </a:lnTo>
                  <a:lnTo>
                    <a:pt x="3549" y="673"/>
                  </a:lnTo>
                  <a:close/>
                  <a:moveTo>
                    <a:pt x="3549" y="1"/>
                  </a:moveTo>
                  <a:lnTo>
                    <a:pt x="2509" y="1041"/>
                  </a:lnTo>
                  <a:lnTo>
                    <a:pt x="1035" y="1041"/>
                  </a:lnTo>
                  <a:lnTo>
                    <a:pt x="1035" y="2508"/>
                  </a:lnTo>
                  <a:lnTo>
                    <a:pt x="1" y="3548"/>
                  </a:lnTo>
                  <a:lnTo>
                    <a:pt x="1035" y="4590"/>
                  </a:lnTo>
                  <a:lnTo>
                    <a:pt x="1035" y="6057"/>
                  </a:lnTo>
                  <a:lnTo>
                    <a:pt x="2509" y="6057"/>
                  </a:lnTo>
                  <a:lnTo>
                    <a:pt x="3549" y="7097"/>
                  </a:lnTo>
                  <a:lnTo>
                    <a:pt x="4583" y="6057"/>
                  </a:lnTo>
                  <a:lnTo>
                    <a:pt x="6058" y="6057"/>
                  </a:lnTo>
                  <a:lnTo>
                    <a:pt x="6058" y="4590"/>
                  </a:lnTo>
                  <a:lnTo>
                    <a:pt x="7092" y="3548"/>
                  </a:lnTo>
                  <a:lnTo>
                    <a:pt x="6058" y="2508"/>
                  </a:lnTo>
                  <a:lnTo>
                    <a:pt x="6058" y="1041"/>
                  </a:lnTo>
                  <a:lnTo>
                    <a:pt x="4583" y="1041"/>
                  </a:lnTo>
                  <a:lnTo>
                    <a:pt x="3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5"/>
            <p:cNvSpPr/>
            <p:nvPr/>
          </p:nvSpPr>
          <p:spPr>
            <a:xfrm>
              <a:off x="7411275" y="2391875"/>
              <a:ext cx="3725" cy="1239250"/>
            </a:xfrm>
            <a:custGeom>
              <a:avLst/>
              <a:gdLst/>
              <a:ahLst/>
              <a:cxnLst/>
              <a:rect l="l" t="t" r="r" b="b"/>
              <a:pathLst>
                <a:path w="149" h="49570" extrusionOk="0">
                  <a:moveTo>
                    <a:pt x="1" y="0"/>
                  </a:moveTo>
                  <a:lnTo>
                    <a:pt x="1" y="49570"/>
                  </a:lnTo>
                  <a:lnTo>
                    <a:pt x="149" y="49570"/>
                  </a:lnTo>
                  <a:lnTo>
                    <a:pt x="1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1">
  <p:cSld name="BLANK_1_1_1">
    <p:spTree>
      <p:nvGrpSpPr>
        <p:cNvPr id="1" name="Shape 1502"/>
        <p:cNvGrpSpPr/>
        <p:nvPr/>
      </p:nvGrpSpPr>
      <p:grpSpPr>
        <a:xfrm>
          <a:off x="0" y="0"/>
          <a:ext cx="0" cy="0"/>
          <a:chOff x="0" y="0"/>
          <a:chExt cx="0" cy="0"/>
        </a:xfrm>
      </p:grpSpPr>
      <p:sp>
        <p:nvSpPr>
          <p:cNvPr id="1503" name="Google Shape;1503;p16"/>
          <p:cNvSpPr txBox="1">
            <a:spLocks noGrp="1"/>
          </p:cNvSpPr>
          <p:nvPr>
            <p:ph type="title"/>
          </p:nvPr>
        </p:nvSpPr>
        <p:spPr>
          <a:xfrm>
            <a:off x="712600" y="2983100"/>
            <a:ext cx="6043500" cy="531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504" name="Google Shape;1504;p16"/>
          <p:cNvSpPr txBox="1">
            <a:spLocks noGrp="1"/>
          </p:cNvSpPr>
          <p:nvPr>
            <p:ph type="subTitle" idx="1"/>
          </p:nvPr>
        </p:nvSpPr>
        <p:spPr>
          <a:xfrm>
            <a:off x="712600" y="1607075"/>
            <a:ext cx="6043500" cy="136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None/>
              <a:defRPr sz="27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1505" name="Google Shape;1505;p16"/>
          <p:cNvGrpSpPr/>
          <p:nvPr/>
        </p:nvGrpSpPr>
        <p:grpSpPr>
          <a:xfrm>
            <a:off x="210775" y="-1392437"/>
            <a:ext cx="351500" cy="2497475"/>
            <a:chOff x="4378150" y="1221025"/>
            <a:chExt cx="351500" cy="2497475"/>
          </a:xfrm>
        </p:grpSpPr>
        <p:sp>
          <p:nvSpPr>
            <p:cNvPr id="1506" name="Google Shape;1506;p16"/>
            <p:cNvSpPr/>
            <p:nvPr/>
          </p:nvSpPr>
          <p:spPr>
            <a:xfrm>
              <a:off x="4378150" y="3385050"/>
              <a:ext cx="351500" cy="333450"/>
            </a:xfrm>
            <a:custGeom>
              <a:avLst/>
              <a:gdLst/>
              <a:ahLst/>
              <a:cxnLst/>
              <a:rect l="l" t="t" r="r" b="b"/>
              <a:pathLst>
                <a:path w="14060" h="13338" extrusionOk="0">
                  <a:moveTo>
                    <a:pt x="7030" y="2311"/>
                  </a:moveTo>
                  <a:lnTo>
                    <a:pt x="8226" y="5076"/>
                  </a:lnTo>
                  <a:cubicBezTo>
                    <a:pt x="8324" y="5299"/>
                    <a:pt x="8529" y="5451"/>
                    <a:pt x="8770" y="5478"/>
                  </a:cubicBezTo>
                  <a:lnTo>
                    <a:pt x="11776" y="5763"/>
                  </a:lnTo>
                  <a:lnTo>
                    <a:pt x="9510" y="7752"/>
                  </a:lnTo>
                  <a:cubicBezTo>
                    <a:pt x="9332" y="7913"/>
                    <a:pt x="9251" y="8154"/>
                    <a:pt x="9305" y="8395"/>
                  </a:cubicBezTo>
                  <a:lnTo>
                    <a:pt x="9965" y="11339"/>
                  </a:lnTo>
                  <a:lnTo>
                    <a:pt x="7360" y="9804"/>
                  </a:lnTo>
                  <a:cubicBezTo>
                    <a:pt x="7262" y="9742"/>
                    <a:pt x="7146" y="9706"/>
                    <a:pt x="7030" y="9706"/>
                  </a:cubicBezTo>
                  <a:cubicBezTo>
                    <a:pt x="6914" y="9706"/>
                    <a:pt x="6798" y="9742"/>
                    <a:pt x="6691" y="9804"/>
                  </a:cubicBezTo>
                  <a:lnTo>
                    <a:pt x="4095" y="11339"/>
                  </a:lnTo>
                  <a:lnTo>
                    <a:pt x="4755" y="8395"/>
                  </a:lnTo>
                  <a:cubicBezTo>
                    <a:pt x="4809" y="8154"/>
                    <a:pt x="4729" y="7913"/>
                    <a:pt x="4550" y="7752"/>
                  </a:cubicBezTo>
                  <a:lnTo>
                    <a:pt x="2284" y="5763"/>
                  </a:lnTo>
                  <a:lnTo>
                    <a:pt x="5291" y="5478"/>
                  </a:lnTo>
                  <a:cubicBezTo>
                    <a:pt x="5531" y="5451"/>
                    <a:pt x="5737" y="5299"/>
                    <a:pt x="5835" y="5076"/>
                  </a:cubicBezTo>
                  <a:lnTo>
                    <a:pt x="7030" y="2311"/>
                  </a:lnTo>
                  <a:close/>
                  <a:moveTo>
                    <a:pt x="7030" y="0"/>
                  </a:moveTo>
                  <a:cubicBezTo>
                    <a:pt x="6771" y="0"/>
                    <a:pt x="6531" y="152"/>
                    <a:pt x="6424" y="393"/>
                  </a:cubicBezTo>
                  <a:lnTo>
                    <a:pt x="4773" y="4202"/>
                  </a:lnTo>
                  <a:lnTo>
                    <a:pt x="643" y="4594"/>
                  </a:lnTo>
                  <a:cubicBezTo>
                    <a:pt x="384" y="4612"/>
                    <a:pt x="161" y="4791"/>
                    <a:pt x="81" y="5040"/>
                  </a:cubicBezTo>
                  <a:cubicBezTo>
                    <a:pt x="0" y="5290"/>
                    <a:pt x="81" y="5567"/>
                    <a:pt x="277" y="5736"/>
                  </a:cubicBezTo>
                  <a:lnTo>
                    <a:pt x="3381" y="8484"/>
                  </a:lnTo>
                  <a:lnTo>
                    <a:pt x="2480" y="12534"/>
                  </a:lnTo>
                  <a:cubicBezTo>
                    <a:pt x="2427" y="12793"/>
                    <a:pt x="2525" y="13060"/>
                    <a:pt x="2739" y="13212"/>
                  </a:cubicBezTo>
                  <a:cubicBezTo>
                    <a:pt x="2851" y="13295"/>
                    <a:pt x="2987" y="13338"/>
                    <a:pt x="3126" y="13338"/>
                  </a:cubicBezTo>
                  <a:cubicBezTo>
                    <a:pt x="3240" y="13338"/>
                    <a:pt x="3357" y="13308"/>
                    <a:pt x="3462" y="13248"/>
                  </a:cubicBezTo>
                  <a:lnTo>
                    <a:pt x="7030" y="11134"/>
                  </a:lnTo>
                  <a:lnTo>
                    <a:pt x="10599" y="13248"/>
                  </a:lnTo>
                  <a:cubicBezTo>
                    <a:pt x="10706" y="13310"/>
                    <a:pt x="10822" y="13337"/>
                    <a:pt x="10938" y="13337"/>
                  </a:cubicBezTo>
                  <a:cubicBezTo>
                    <a:pt x="11071" y="13337"/>
                    <a:pt x="11205" y="13292"/>
                    <a:pt x="11321" y="13212"/>
                  </a:cubicBezTo>
                  <a:cubicBezTo>
                    <a:pt x="11535" y="13060"/>
                    <a:pt x="11633" y="12793"/>
                    <a:pt x="11580" y="12534"/>
                  </a:cubicBezTo>
                  <a:lnTo>
                    <a:pt x="10679" y="8484"/>
                  </a:lnTo>
                  <a:lnTo>
                    <a:pt x="13783" y="5736"/>
                  </a:lnTo>
                  <a:cubicBezTo>
                    <a:pt x="13980" y="5567"/>
                    <a:pt x="14060" y="5290"/>
                    <a:pt x="13980" y="5040"/>
                  </a:cubicBezTo>
                  <a:cubicBezTo>
                    <a:pt x="13899" y="4791"/>
                    <a:pt x="13676" y="4612"/>
                    <a:pt x="13418" y="4594"/>
                  </a:cubicBezTo>
                  <a:lnTo>
                    <a:pt x="9278" y="4202"/>
                  </a:lnTo>
                  <a:lnTo>
                    <a:pt x="7637" y="393"/>
                  </a:lnTo>
                  <a:cubicBezTo>
                    <a:pt x="7530" y="152"/>
                    <a:pt x="7289" y="0"/>
                    <a:pt x="70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6"/>
            <p:cNvSpPr/>
            <p:nvPr/>
          </p:nvSpPr>
          <p:spPr>
            <a:xfrm>
              <a:off x="4522450" y="2299800"/>
              <a:ext cx="62925" cy="1022600"/>
            </a:xfrm>
            <a:custGeom>
              <a:avLst/>
              <a:gdLst/>
              <a:ahLst/>
              <a:cxnLst/>
              <a:rect l="l" t="t" r="r" b="b"/>
              <a:pathLst>
                <a:path w="2517" h="40904" extrusionOk="0">
                  <a:moveTo>
                    <a:pt x="1258" y="1"/>
                  </a:moveTo>
                  <a:cubicBezTo>
                    <a:pt x="562" y="1"/>
                    <a:pt x="0" y="563"/>
                    <a:pt x="0" y="1258"/>
                  </a:cubicBezTo>
                  <a:cubicBezTo>
                    <a:pt x="0" y="1954"/>
                    <a:pt x="562" y="2516"/>
                    <a:pt x="1258" y="2516"/>
                  </a:cubicBezTo>
                  <a:cubicBezTo>
                    <a:pt x="1954" y="2516"/>
                    <a:pt x="2516" y="1954"/>
                    <a:pt x="2516" y="1258"/>
                  </a:cubicBezTo>
                  <a:cubicBezTo>
                    <a:pt x="2516" y="563"/>
                    <a:pt x="1954" y="1"/>
                    <a:pt x="1258" y="1"/>
                  </a:cubicBezTo>
                  <a:close/>
                  <a:moveTo>
                    <a:pt x="1258" y="5487"/>
                  </a:moveTo>
                  <a:cubicBezTo>
                    <a:pt x="562" y="5487"/>
                    <a:pt x="0" y="6049"/>
                    <a:pt x="0" y="6745"/>
                  </a:cubicBezTo>
                  <a:cubicBezTo>
                    <a:pt x="0" y="7441"/>
                    <a:pt x="562" y="8003"/>
                    <a:pt x="1258" y="8003"/>
                  </a:cubicBezTo>
                  <a:cubicBezTo>
                    <a:pt x="1954" y="8003"/>
                    <a:pt x="2516" y="7441"/>
                    <a:pt x="2516" y="6745"/>
                  </a:cubicBezTo>
                  <a:cubicBezTo>
                    <a:pt x="2516" y="6049"/>
                    <a:pt x="1954" y="5487"/>
                    <a:pt x="1258" y="5487"/>
                  </a:cubicBezTo>
                  <a:close/>
                  <a:moveTo>
                    <a:pt x="1258" y="10973"/>
                  </a:moveTo>
                  <a:cubicBezTo>
                    <a:pt x="562" y="10973"/>
                    <a:pt x="0" y="11535"/>
                    <a:pt x="0" y="12231"/>
                  </a:cubicBezTo>
                  <a:cubicBezTo>
                    <a:pt x="0" y="12927"/>
                    <a:pt x="562" y="13480"/>
                    <a:pt x="1258" y="13480"/>
                  </a:cubicBezTo>
                  <a:cubicBezTo>
                    <a:pt x="1954" y="13480"/>
                    <a:pt x="2516" y="12927"/>
                    <a:pt x="2516" y="12231"/>
                  </a:cubicBezTo>
                  <a:cubicBezTo>
                    <a:pt x="2516" y="11535"/>
                    <a:pt x="1954" y="10973"/>
                    <a:pt x="1258" y="10973"/>
                  </a:cubicBezTo>
                  <a:close/>
                  <a:moveTo>
                    <a:pt x="1258" y="16451"/>
                  </a:moveTo>
                  <a:cubicBezTo>
                    <a:pt x="562" y="16451"/>
                    <a:pt x="0" y="17022"/>
                    <a:pt x="0" y="17709"/>
                  </a:cubicBezTo>
                  <a:cubicBezTo>
                    <a:pt x="0" y="18405"/>
                    <a:pt x="562" y="18976"/>
                    <a:pt x="1258" y="18976"/>
                  </a:cubicBezTo>
                  <a:cubicBezTo>
                    <a:pt x="1954" y="18976"/>
                    <a:pt x="2516" y="18405"/>
                    <a:pt x="2516" y="17709"/>
                  </a:cubicBezTo>
                  <a:cubicBezTo>
                    <a:pt x="2516" y="17022"/>
                    <a:pt x="1954" y="16451"/>
                    <a:pt x="1258" y="16451"/>
                  </a:cubicBezTo>
                  <a:close/>
                  <a:moveTo>
                    <a:pt x="1258" y="21946"/>
                  </a:moveTo>
                  <a:cubicBezTo>
                    <a:pt x="562" y="21946"/>
                    <a:pt x="0" y="22499"/>
                    <a:pt x="0" y="23195"/>
                  </a:cubicBezTo>
                  <a:cubicBezTo>
                    <a:pt x="0" y="23891"/>
                    <a:pt x="562" y="24453"/>
                    <a:pt x="1258" y="24453"/>
                  </a:cubicBezTo>
                  <a:cubicBezTo>
                    <a:pt x="1954" y="24453"/>
                    <a:pt x="2516" y="23891"/>
                    <a:pt x="2516" y="23195"/>
                  </a:cubicBezTo>
                  <a:cubicBezTo>
                    <a:pt x="2516" y="22499"/>
                    <a:pt x="1954" y="21946"/>
                    <a:pt x="1258" y="21946"/>
                  </a:cubicBezTo>
                  <a:close/>
                  <a:moveTo>
                    <a:pt x="1258" y="27424"/>
                  </a:moveTo>
                  <a:cubicBezTo>
                    <a:pt x="562" y="27424"/>
                    <a:pt x="0" y="27986"/>
                    <a:pt x="0" y="28682"/>
                  </a:cubicBezTo>
                  <a:cubicBezTo>
                    <a:pt x="0" y="29377"/>
                    <a:pt x="562" y="29939"/>
                    <a:pt x="1258" y="29939"/>
                  </a:cubicBezTo>
                  <a:cubicBezTo>
                    <a:pt x="1954" y="29939"/>
                    <a:pt x="2516" y="29377"/>
                    <a:pt x="2516" y="28682"/>
                  </a:cubicBezTo>
                  <a:cubicBezTo>
                    <a:pt x="2516" y="27986"/>
                    <a:pt x="1954" y="27424"/>
                    <a:pt x="1258" y="27424"/>
                  </a:cubicBezTo>
                  <a:close/>
                  <a:moveTo>
                    <a:pt x="1258" y="32910"/>
                  </a:moveTo>
                  <a:cubicBezTo>
                    <a:pt x="562" y="32910"/>
                    <a:pt x="0" y="33472"/>
                    <a:pt x="0" y="34168"/>
                  </a:cubicBezTo>
                  <a:cubicBezTo>
                    <a:pt x="0" y="34855"/>
                    <a:pt x="562" y="35426"/>
                    <a:pt x="1258" y="35426"/>
                  </a:cubicBezTo>
                  <a:cubicBezTo>
                    <a:pt x="1954" y="35426"/>
                    <a:pt x="2516" y="34855"/>
                    <a:pt x="2516" y="34168"/>
                  </a:cubicBezTo>
                  <a:cubicBezTo>
                    <a:pt x="2516" y="33472"/>
                    <a:pt x="1954" y="32910"/>
                    <a:pt x="1258" y="32910"/>
                  </a:cubicBezTo>
                  <a:close/>
                  <a:moveTo>
                    <a:pt x="1258" y="38397"/>
                  </a:moveTo>
                  <a:cubicBezTo>
                    <a:pt x="562" y="38397"/>
                    <a:pt x="0" y="38959"/>
                    <a:pt x="0" y="39654"/>
                  </a:cubicBezTo>
                  <a:cubicBezTo>
                    <a:pt x="0" y="40350"/>
                    <a:pt x="562" y="40903"/>
                    <a:pt x="1258" y="40903"/>
                  </a:cubicBezTo>
                  <a:cubicBezTo>
                    <a:pt x="1954" y="40903"/>
                    <a:pt x="2516" y="40350"/>
                    <a:pt x="2516" y="39654"/>
                  </a:cubicBezTo>
                  <a:cubicBezTo>
                    <a:pt x="2516" y="38959"/>
                    <a:pt x="1954" y="38397"/>
                    <a:pt x="1258" y="3839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6"/>
            <p:cNvSpPr/>
            <p:nvPr/>
          </p:nvSpPr>
          <p:spPr>
            <a:xfrm>
              <a:off x="4545425" y="2331250"/>
              <a:ext cx="16975" cy="1079025"/>
            </a:xfrm>
            <a:custGeom>
              <a:avLst/>
              <a:gdLst/>
              <a:ahLst/>
              <a:cxnLst/>
              <a:rect l="l" t="t" r="r" b="b"/>
              <a:pathLst>
                <a:path w="679" h="43161" extrusionOk="0">
                  <a:moveTo>
                    <a:pt x="0" y="0"/>
                  </a:moveTo>
                  <a:lnTo>
                    <a:pt x="0" y="43160"/>
                  </a:lnTo>
                  <a:lnTo>
                    <a:pt x="678" y="43160"/>
                  </a:lnTo>
                  <a:lnTo>
                    <a:pt x="67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6"/>
            <p:cNvSpPr/>
            <p:nvPr/>
          </p:nvSpPr>
          <p:spPr>
            <a:xfrm>
              <a:off x="4522450" y="1221025"/>
              <a:ext cx="62925" cy="1022600"/>
            </a:xfrm>
            <a:custGeom>
              <a:avLst/>
              <a:gdLst/>
              <a:ahLst/>
              <a:cxnLst/>
              <a:rect l="l" t="t" r="r" b="b"/>
              <a:pathLst>
                <a:path w="2517" h="40904" extrusionOk="0">
                  <a:moveTo>
                    <a:pt x="1258" y="1"/>
                  </a:moveTo>
                  <a:cubicBezTo>
                    <a:pt x="562" y="1"/>
                    <a:pt x="0" y="554"/>
                    <a:pt x="0" y="1250"/>
                  </a:cubicBezTo>
                  <a:cubicBezTo>
                    <a:pt x="0" y="1945"/>
                    <a:pt x="562" y="2507"/>
                    <a:pt x="1258" y="2507"/>
                  </a:cubicBezTo>
                  <a:cubicBezTo>
                    <a:pt x="1954" y="2507"/>
                    <a:pt x="2516" y="1945"/>
                    <a:pt x="2516" y="1250"/>
                  </a:cubicBezTo>
                  <a:cubicBezTo>
                    <a:pt x="2516" y="554"/>
                    <a:pt x="1954" y="1"/>
                    <a:pt x="1258" y="1"/>
                  </a:cubicBezTo>
                  <a:close/>
                  <a:moveTo>
                    <a:pt x="1258" y="5478"/>
                  </a:moveTo>
                  <a:cubicBezTo>
                    <a:pt x="562" y="5478"/>
                    <a:pt x="0" y="6049"/>
                    <a:pt x="0" y="6745"/>
                  </a:cubicBezTo>
                  <a:cubicBezTo>
                    <a:pt x="0" y="7432"/>
                    <a:pt x="562" y="7994"/>
                    <a:pt x="1258" y="7994"/>
                  </a:cubicBezTo>
                  <a:cubicBezTo>
                    <a:pt x="1954" y="7994"/>
                    <a:pt x="2516" y="7432"/>
                    <a:pt x="2516" y="6745"/>
                  </a:cubicBezTo>
                  <a:cubicBezTo>
                    <a:pt x="2516" y="6049"/>
                    <a:pt x="1954" y="5478"/>
                    <a:pt x="1258" y="5478"/>
                  </a:cubicBezTo>
                  <a:close/>
                  <a:moveTo>
                    <a:pt x="1258" y="10965"/>
                  </a:moveTo>
                  <a:cubicBezTo>
                    <a:pt x="562" y="10965"/>
                    <a:pt x="0" y="11527"/>
                    <a:pt x="0" y="12222"/>
                  </a:cubicBezTo>
                  <a:cubicBezTo>
                    <a:pt x="0" y="12918"/>
                    <a:pt x="562" y="13480"/>
                    <a:pt x="1258" y="13480"/>
                  </a:cubicBezTo>
                  <a:cubicBezTo>
                    <a:pt x="1954" y="13480"/>
                    <a:pt x="2516" y="12918"/>
                    <a:pt x="2516" y="12222"/>
                  </a:cubicBezTo>
                  <a:cubicBezTo>
                    <a:pt x="2516" y="11527"/>
                    <a:pt x="1954" y="10965"/>
                    <a:pt x="1258" y="10965"/>
                  </a:cubicBezTo>
                  <a:close/>
                  <a:moveTo>
                    <a:pt x="1258" y="16451"/>
                  </a:moveTo>
                  <a:cubicBezTo>
                    <a:pt x="562" y="16451"/>
                    <a:pt x="0" y="17013"/>
                    <a:pt x="0" y="17709"/>
                  </a:cubicBezTo>
                  <a:cubicBezTo>
                    <a:pt x="0" y="18405"/>
                    <a:pt x="562" y="18967"/>
                    <a:pt x="1258" y="18967"/>
                  </a:cubicBezTo>
                  <a:cubicBezTo>
                    <a:pt x="1954" y="18967"/>
                    <a:pt x="2516" y="18405"/>
                    <a:pt x="2516" y="17709"/>
                  </a:cubicBezTo>
                  <a:cubicBezTo>
                    <a:pt x="2516" y="17013"/>
                    <a:pt x="1954" y="16451"/>
                    <a:pt x="1258" y="16451"/>
                  </a:cubicBezTo>
                  <a:close/>
                  <a:moveTo>
                    <a:pt x="1258" y="21937"/>
                  </a:moveTo>
                  <a:cubicBezTo>
                    <a:pt x="562" y="21937"/>
                    <a:pt x="0" y="22499"/>
                    <a:pt x="0" y="23195"/>
                  </a:cubicBezTo>
                  <a:cubicBezTo>
                    <a:pt x="0" y="23891"/>
                    <a:pt x="562" y="24453"/>
                    <a:pt x="1258" y="24453"/>
                  </a:cubicBezTo>
                  <a:cubicBezTo>
                    <a:pt x="1954" y="24453"/>
                    <a:pt x="2516" y="23891"/>
                    <a:pt x="2516" y="23195"/>
                  </a:cubicBezTo>
                  <a:cubicBezTo>
                    <a:pt x="2516" y="22499"/>
                    <a:pt x="1954" y="21937"/>
                    <a:pt x="1258" y="21937"/>
                  </a:cubicBezTo>
                  <a:close/>
                  <a:moveTo>
                    <a:pt x="1258" y="27424"/>
                  </a:moveTo>
                  <a:cubicBezTo>
                    <a:pt x="562" y="27424"/>
                    <a:pt x="0" y="27986"/>
                    <a:pt x="0" y="28673"/>
                  </a:cubicBezTo>
                  <a:cubicBezTo>
                    <a:pt x="0" y="29369"/>
                    <a:pt x="562" y="29940"/>
                    <a:pt x="1258" y="29940"/>
                  </a:cubicBezTo>
                  <a:cubicBezTo>
                    <a:pt x="1954" y="29940"/>
                    <a:pt x="2516" y="29369"/>
                    <a:pt x="2516" y="28673"/>
                  </a:cubicBezTo>
                  <a:cubicBezTo>
                    <a:pt x="2516" y="27986"/>
                    <a:pt x="1954" y="27424"/>
                    <a:pt x="1258" y="27424"/>
                  </a:cubicBezTo>
                  <a:close/>
                  <a:moveTo>
                    <a:pt x="1258" y="32910"/>
                  </a:moveTo>
                  <a:cubicBezTo>
                    <a:pt x="562" y="32910"/>
                    <a:pt x="0" y="33463"/>
                    <a:pt x="0" y="34159"/>
                  </a:cubicBezTo>
                  <a:cubicBezTo>
                    <a:pt x="0" y="34855"/>
                    <a:pt x="562" y="35417"/>
                    <a:pt x="1258" y="35417"/>
                  </a:cubicBezTo>
                  <a:cubicBezTo>
                    <a:pt x="1954" y="35417"/>
                    <a:pt x="2516" y="34855"/>
                    <a:pt x="2516" y="34159"/>
                  </a:cubicBezTo>
                  <a:cubicBezTo>
                    <a:pt x="2516" y="33463"/>
                    <a:pt x="1954" y="32910"/>
                    <a:pt x="1258" y="32910"/>
                  </a:cubicBezTo>
                  <a:close/>
                  <a:moveTo>
                    <a:pt x="1258" y="38388"/>
                  </a:moveTo>
                  <a:cubicBezTo>
                    <a:pt x="562" y="38388"/>
                    <a:pt x="0" y="38950"/>
                    <a:pt x="0" y="39646"/>
                  </a:cubicBezTo>
                  <a:cubicBezTo>
                    <a:pt x="0" y="40341"/>
                    <a:pt x="562" y="40903"/>
                    <a:pt x="1258" y="40903"/>
                  </a:cubicBezTo>
                  <a:cubicBezTo>
                    <a:pt x="1954" y="40903"/>
                    <a:pt x="2516" y="40341"/>
                    <a:pt x="2516" y="39646"/>
                  </a:cubicBezTo>
                  <a:cubicBezTo>
                    <a:pt x="2516" y="38950"/>
                    <a:pt x="1954" y="38388"/>
                    <a:pt x="1258" y="383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6"/>
            <p:cNvSpPr/>
            <p:nvPr/>
          </p:nvSpPr>
          <p:spPr>
            <a:xfrm>
              <a:off x="4545425" y="1252250"/>
              <a:ext cx="16975" cy="1079025"/>
            </a:xfrm>
            <a:custGeom>
              <a:avLst/>
              <a:gdLst/>
              <a:ahLst/>
              <a:cxnLst/>
              <a:rect l="l" t="t" r="r" b="b"/>
              <a:pathLst>
                <a:path w="679" h="43161" extrusionOk="0">
                  <a:moveTo>
                    <a:pt x="0" y="1"/>
                  </a:moveTo>
                  <a:lnTo>
                    <a:pt x="0" y="43160"/>
                  </a:lnTo>
                  <a:lnTo>
                    <a:pt x="678" y="43160"/>
                  </a:lnTo>
                  <a:lnTo>
                    <a:pt x="67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1" name="Google Shape;1511;p16"/>
          <p:cNvGrpSpPr/>
          <p:nvPr/>
        </p:nvGrpSpPr>
        <p:grpSpPr>
          <a:xfrm>
            <a:off x="7223750" y="3798860"/>
            <a:ext cx="2415313" cy="2415313"/>
            <a:chOff x="277450" y="4273200"/>
            <a:chExt cx="870289" cy="870289"/>
          </a:xfrm>
        </p:grpSpPr>
        <p:sp>
          <p:nvSpPr>
            <p:cNvPr id="1512" name="Google Shape;1512;p16"/>
            <p:cNvSpPr/>
            <p:nvPr/>
          </p:nvSpPr>
          <p:spPr>
            <a:xfrm>
              <a:off x="325701" y="4321451"/>
              <a:ext cx="773783" cy="773783"/>
            </a:xfrm>
            <a:custGeom>
              <a:avLst/>
              <a:gdLst/>
              <a:ahLst/>
              <a:cxnLst/>
              <a:rect l="l" t="t" r="r" b="b"/>
              <a:pathLst>
                <a:path w="48076" h="48076" extrusionOk="0">
                  <a:moveTo>
                    <a:pt x="23962" y="0"/>
                  </a:moveTo>
                  <a:lnTo>
                    <a:pt x="16977" y="6985"/>
                  </a:lnTo>
                  <a:lnTo>
                    <a:pt x="7092" y="6985"/>
                  </a:lnTo>
                  <a:lnTo>
                    <a:pt x="7092" y="16870"/>
                  </a:lnTo>
                  <a:lnTo>
                    <a:pt x="0" y="23962"/>
                  </a:lnTo>
                  <a:lnTo>
                    <a:pt x="7092" y="31054"/>
                  </a:lnTo>
                  <a:lnTo>
                    <a:pt x="7092" y="41090"/>
                  </a:lnTo>
                  <a:lnTo>
                    <a:pt x="17120" y="41090"/>
                  </a:lnTo>
                  <a:lnTo>
                    <a:pt x="24114" y="48076"/>
                  </a:lnTo>
                  <a:lnTo>
                    <a:pt x="31099" y="41090"/>
                  </a:lnTo>
                  <a:lnTo>
                    <a:pt x="40983" y="41090"/>
                  </a:lnTo>
                  <a:lnTo>
                    <a:pt x="40983" y="31206"/>
                  </a:lnTo>
                  <a:lnTo>
                    <a:pt x="48076" y="24114"/>
                  </a:lnTo>
                  <a:lnTo>
                    <a:pt x="40983" y="17022"/>
                  </a:lnTo>
                  <a:lnTo>
                    <a:pt x="40983" y="6985"/>
                  </a:lnTo>
                  <a:lnTo>
                    <a:pt x="30956" y="6985"/>
                  </a:lnTo>
                  <a:lnTo>
                    <a:pt x="23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16"/>
            <p:cNvSpPr/>
            <p:nvPr/>
          </p:nvSpPr>
          <p:spPr>
            <a:xfrm>
              <a:off x="277450" y="4273200"/>
              <a:ext cx="870289" cy="870289"/>
            </a:xfrm>
            <a:custGeom>
              <a:avLst/>
              <a:gdLst/>
              <a:ahLst/>
              <a:cxnLst/>
              <a:rect l="l" t="t" r="r" b="b"/>
              <a:pathLst>
                <a:path w="54072" h="54072" extrusionOk="0">
                  <a:moveTo>
                    <a:pt x="26960" y="1410"/>
                  </a:moveTo>
                  <a:lnTo>
                    <a:pt x="34409" y="8859"/>
                  </a:lnTo>
                  <a:lnTo>
                    <a:pt x="45097" y="8859"/>
                  </a:lnTo>
                  <a:lnTo>
                    <a:pt x="45097" y="19556"/>
                  </a:lnTo>
                  <a:lnTo>
                    <a:pt x="52662" y="27112"/>
                  </a:lnTo>
                  <a:lnTo>
                    <a:pt x="45097" y="34677"/>
                  </a:lnTo>
                  <a:lnTo>
                    <a:pt x="45097" y="45212"/>
                  </a:lnTo>
                  <a:lnTo>
                    <a:pt x="34561" y="45212"/>
                  </a:lnTo>
                  <a:lnTo>
                    <a:pt x="27112" y="52662"/>
                  </a:lnTo>
                  <a:lnTo>
                    <a:pt x="19663" y="45212"/>
                  </a:lnTo>
                  <a:lnTo>
                    <a:pt x="8975" y="45212"/>
                  </a:lnTo>
                  <a:lnTo>
                    <a:pt x="8975" y="34516"/>
                  </a:lnTo>
                  <a:lnTo>
                    <a:pt x="1410" y="26960"/>
                  </a:lnTo>
                  <a:lnTo>
                    <a:pt x="8975" y="19395"/>
                  </a:lnTo>
                  <a:lnTo>
                    <a:pt x="8975" y="8859"/>
                  </a:lnTo>
                  <a:lnTo>
                    <a:pt x="19502" y="8859"/>
                  </a:lnTo>
                  <a:lnTo>
                    <a:pt x="26960" y="1410"/>
                  </a:lnTo>
                  <a:close/>
                  <a:moveTo>
                    <a:pt x="26960" y="1"/>
                  </a:moveTo>
                  <a:lnTo>
                    <a:pt x="19092" y="7860"/>
                  </a:lnTo>
                  <a:lnTo>
                    <a:pt x="7976" y="7860"/>
                  </a:lnTo>
                  <a:lnTo>
                    <a:pt x="7976" y="18985"/>
                  </a:lnTo>
                  <a:lnTo>
                    <a:pt x="1" y="26960"/>
                  </a:lnTo>
                  <a:lnTo>
                    <a:pt x="7976" y="34927"/>
                  </a:lnTo>
                  <a:lnTo>
                    <a:pt x="7976" y="46212"/>
                  </a:lnTo>
                  <a:lnTo>
                    <a:pt x="19252" y="46212"/>
                  </a:lnTo>
                  <a:lnTo>
                    <a:pt x="27112" y="54071"/>
                  </a:lnTo>
                  <a:lnTo>
                    <a:pt x="34980" y="46212"/>
                  </a:lnTo>
                  <a:lnTo>
                    <a:pt x="46096" y="46212"/>
                  </a:lnTo>
                  <a:lnTo>
                    <a:pt x="46096" y="35087"/>
                  </a:lnTo>
                  <a:lnTo>
                    <a:pt x="54071" y="27112"/>
                  </a:lnTo>
                  <a:lnTo>
                    <a:pt x="46096" y="19136"/>
                  </a:lnTo>
                  <a:lnTo>
                    <a:pt x="46096" y="7860"/>
                  </a:lnTo>
                  <a:lnTo>
                    <a:pt x="34820" y="7860"/>
                  </a:lnTo>
                  <a:lnTo>
                    <a:pt x="269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6"/>
            <p:cNvSpPr/>
            <p:nvPr/>
          </p:nvSpPr>
          <p:spPr>
            <a:xfrm>
              <a:off x="354847" y="4350742"/>
              <a:ext cx="715197" cy="715053"/>
            </a:xfrm>
            <a:custGeom>
              <a:avLst/>
              <a:gdLst/>
              <a:ahLst/>
              <a:cxnLst/>
              <a:rect l="l" t="t" r="r" b="b"/>
              <a:pathLst>
                <a:path w="44436" h="44427" extrusionOk="0">
                  <a:moveTo>
                    <a:pt x="22151" y="0"/>
                  </a:moveTo>
                  <a:lnTo>
                    <a:pt x="15692" y="6459"/>
                  </a:lnTo>
                  <a:lnTo>
                    <a:pt x="6557" y="6459"/>
                  </a:lnTo>
                  <a:lnTo>
                    <a:pt x="6557" y="15594"/>
                  </a:lnTo>
                  <a:lnTo>
                    <a:pt x="0" y="22142"/>
                  </a:lnTo>
                  <a:lnTo>
                    <a:pt x="6557" y="28699"/>
                  </a:lnTo>
                  <a:lnTo>
                    <a:pt x="6557" y="37968"/>
                  </a:lnTo>
                  <a:lnTo>
                    <a:pt x="15826" y="37968"/>
                  </a:lnTo>
                  <a:lnTo>
                    <a:pt x="22285" y="44427"/>
                  </a:lnTo>
                  <a:lnTo>
                    <a:pt x="28744" y="37968"/>
                  </a:lnTo>
                  <a:lnTo>
                    <a:pt x="37879" y="37968"/>
                  </a:lnTo>
                  <a:lnTo>
                    <a:pt x="37879" y="28833"/>
                  </a:lnTo>
                  <a:lnTo>
                    <a:pt x="44436" y="22276"/>
                  </a:lnTo>
                  <a:lnTo>
                    <a:pt x="37879" y="15728"/>
                  </a:lnTo>
                  <a:lnTo>
                    <a:pt x="37879" y="6459"/>
                  </a:lnTo>
                  <a:lnTo>
                    <a:pt x="28610" y="6459"/>
                  </a:lnTo>
                  <a:lnTo>
                    <a:pt x="22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16"/>
          <p:cNvGrpSpPr/>
          <p:nvPr/>
        </p:nvGrpSpPr>
        <p:grpSpPr>
          <a:xfrm>
            <a:off x="7434825" y="-239606"/>
            <a:ext cx="1749716" cy="2996783"/>
            <a:chOff x="7517700" y="-239606"/>
            <a:chExt cx="1749716" cy="2996783"/>
          </a:xfrm>
        </p:grpSpPr>
        <p:sp>
          <p:nvSpPr>
            <p:cNvPr id="1516" name="Google Shape;1516;p16"/>
            <p:cNvSpPr/>
            <p:nvPr/>
          </p:nvSpPr>
          <p:spPr>
            <a:xfrm>
              <a:off x="7539768" y="-215009"/>
              <a:ext cx="1700791" cy="716431"/>
            </a:xfrm>
            <a:custGeom>
              <a:avLst/>
              <a:gdLst/>
              <a:ahLst/>
              <a:cxnLst/>
              <a:rect l="l" t="t" r="r" b="b"/>
              <a:pathLst>
                <a:path w="31600" h="13311" extrusionOk="0">
                  <a:moveTo>
                    <a:pt x="242" y="0"/>
                  </a:moveTo>
                  <a:lnTo>
                    <a:pt x="1" y="152"/>
                  </a:lnTo>
                  <a:cubicBezTo>
                    <a:pt x="28" y="197"/>
                    <a:pt x="2695" y="4434"/>
                    <a:pt x="7896" y="8056"/>
                  </a:cubicBezTo>
                  <a:cubicBezTo>
                    <a:pt x="11607" y="10643"/>
                    <a:pt x="17236" y="13311"/>
                    <a:pt x="24614" y="13311"/>
                  </a:cubicBezTo>
                  <a:cubicBezTo>
                    <a:pt x="26791" y="13311"/>
                    <a:pt x="29119" y="13079"/>
                    <a:pt x="31599" y="12543"/>
                  </a:cubicBezTo>
                  <a:lnTo>
                    <a:pt x="31537" y="12258"/>
                  </a:lnTo>
                  <a:cubicBezTo>
                    <a:pt x="29077" y="12791"/>
                    <a:pt x="26765" y="13023"/>
                    <a:pt x="24605" y="13023"/>
                  </a:cubicBezTo>
                  <a:cubicBezTo>
                    <a:pt x="17305" y="13023"/>
                    <a:pt x="11744" y="10378"/>
                    <a:pt x="8074" y="7824"/>
                  </a:cubicBezTo>
                  <a:cubicBezTo>
                    <a:pt x="2918" y="4238"/>
                    <a:pt x="268" y="36"/>
                    <a:pt x="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6"/>
            <p:cNvSpPr/>
            <p:nvPr/>
          </p:nvSpPr>
          <p:spPr>
            <a:xfrm>
              <a:off x="7539768" y="-215009"/>
              <a:ext cx="1700791" cy="716431"/>
            </a:xfrm>
            <a:custGeom>
              <a:avLst/>
              <a:gdLst/>
              <a:ahLst/>
              <a:cxnLst/>
              <a:rect l="l" t="t" r="r" b="b"/>
              <a:pathLst>
                <a:path w="31600" h="13311" extrusionOk="0">
                  <a:moveTo>
                    <a:pt x="242" y="0"/>
                  </a:moveTo>
                  <a:lnTo>
                    <a:pt x="1" y="152"/>
                  </a:lnTo>
                  <a:cubicBezTo>
                    <a:pt x="28" y="197"/>
                    <a:pt x="2695" y="4434"/>
                    <a:pt x="7896" y="8056"/>
                  </a:cubicBezTo>
                  <a:cubicBezTo>
                    <a:pt x="11607" y="10643"/>
                    <a:pt x="17236" y="13311"/>
                    <a:pt x="24614" y="13311"/>
                  </a:cubicBezTo>
                  <a:cubicBezTo>
                    <a:pt x="26791" y="13311"/>
                    <a:pt x="29119" y="13079"/>
                    <a:pt x="31599" y="12543"/>
                  </a:cubicBezTo>
                  <a:lnTo>
                    <a:pt x="31537" y="12258"/>
                  </a:lnTo>
                  <a:cubicBezTo>
                    <a:pt x="29077" y="12791"/>
                    <a:pt x="26765" y="13023"/>
                    <a:pt x="24605" y="13023"/>
                  </a:cubicBezTo>
                  <a:cubicBezTo>
                    <a:pt x="17305" y="13023"/>
                    <a:pt x="11744" y="10378"/>
                    <a:pt x="8074" y="7824"/>
                  </a:cubicBezTo>
                  <a:cubicBezTo>
                    <a:pt x="2918" y="4238"/>
                    <a:pt x="268" y="36"/>
                    <a:pt x="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6"/>
            <p:cNvSpPr/>
            <p:nvPr/>
          </p:nvSpPr>
          <p:spPr>
            <a:xfrm>
              <a:off x="7517700" y="-239606"/>
              <a:ext cx="57213" cy="57321"/>
            </a:xfrm>
            <a:custGeom>
              <a:avLst/>
              <a:gdLst/>
              <a:ahLst/>
              <a:cxnLst/>
              <a:rect l="l" t="t" r="r" b="b"/>
              <a:pathLst>
                <a:path w="1063" h="1065" extrusionOk="0">
                  <a:moveTo>
                    <a:pt x="534" y="1"/>
                  </a:moveTo>
                  <a:cubicBezTo>
                    <a:pt x="499" y="1"/>
                    <a:pt x="463" y="4"/>
                    <a:pt x="429" y="11"/>
                  </a:cubicBezTo>
                  <a:cubicBezTo>
                    <a:pt x="393" y="20"/>
                    <a:pt x="357" y="29"/>
                    <a:pt x="331" y="38"/>
                  </a:cubicBezTo>
                  <a:cubicBezTo>
                    <a:pt x="295" y="56"/>
                    <a:pt x="259" y="65"/>
                    <a:pt x="232" y="92"/>
                  </a:cubicBezTo>
                  <a:cubicBezTo>
                    <a:pt x="206" y="109"/>
                    <a:pt x="179" y="127"/>
                    <a:pt x="152" y="154"/>
                  </a:cubicBezTo>
                  <a:cubicBezTo>
                    <a:pt x="134" y="181"/>
                    <a:pt x="108" y="208"/>
                    <a:pt x="90" y="234"/>
                  </a:cubicBezTo>
                  <a:cubicBezTo>
                    <a:pt x="72" y="261"/>
                    <a:pt x="54" y="297"/>
                    <a:pt x="36" y="324"/>
                  </a:cubicBezTo>
                  <a:cubicBezTo>
                    <a:pt x="27" y="359"/>
                    <a:pt x="18" y="395"/>
                    <a:pt x="9" y="431"/>
                  </a:cubicBezTo>
                  <a:cubicBezTo>
                    <a:pt x="0" y="457"/>
                    <a:pt x="0" y="493"/>
                    <a:pt x="0" y="529"/>
                  </a:cubicBezTo>
                  <a:cubicBezTo>
                    <a:pt x="0" y="672"/>
                    <a:pt x="54" y="805"/>
                    <a:pt x="152" y="903"/>
                  </a:cubicBezTo>
                  <a:cubicBezTo>
                    <a:pt x="259" y="1011"/>
                    <a:pt x="393" y="1064"/>
                    <a:pt x="527" y="1064"/>
                  </a:cubicBezTo>
                  <a:cubicBezTo>
                    <a:pt x="670" y="1064"/>
                    <a:pt x="803" y="1011"/>
                    <a:pt x="910" y="903"/>
                  </a:cubicBezTo>
                  <a:cubicBezTo>
                    <a:pt x="1009" y="805"/>
                    <a:pt x="1062" y="672"/>
                    <a:pt x="1062" y="529"/>
                  </a:cubicBezTo>
                  <a:cubicBezTo>
                    <a:pt x="1062" y="493"/>
                    <a:pt x="1062" y="457"/>
                    <a:pt x="1053" y="431"/>
                  </a:cubicBezTo>
                  <a:cubicBezTo>
                    <a:pt x="1044" y="395"/>
                    <a:pt x="1035" y="359"/>
                    <a:pt x="1017" y="324"/>
                  </a:cubicBezTo>
                  <a:cubicBezTo>
                    <a:pt x="1009" y="297"/>
                    <a:pt x="991" y="261"/>
                    <a:pt x="973" y="234"/>
                  </a:cubicBezTo>
                  <a:cubicBezTo>
                    <a:pt x="955" y="208"/>
                    <a:pt x="928" y="181"/>
                    <a:pt x="910" y="154"/>
                  </a:cubicBezTo>
                  <a:cubicBezTo>
                    <a:pt x="811" y="55"/>
                    <a:pt x="672" y="1"/>
                    <a:pt x="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6"/>
            <p:cNvSpPr/>
            <p:nvPr/>
          </p:nvSpPr>
          <p:spPr>
            <a:xfrm>
              <a:off x="7590684" y="-136267"/>
              <a:ext cx="1551918" cy="659272"/>
            </a:xfrm>
            <a:custGeom>
              <a:avLst/>
              <a:gdLst/>
              <a:ahLst/>
              <a:cxnLst/>
              <a:rect l="l" t="t" r="r" b="b"/>
              <a:pathLst>
                <a:path w="28834" h="12249" extrusionOk="0">
                  <a:moveTo>
                    <a:pt x="598" y="0"/>
                  </a:moveTo>
                  <a:cubicBezTo>
                    <a:pt x="479" y="0"/>
                    <a:pt x="360" y="39"/>
                    <a:pt x="259" y="116"/>
                  </a:cubicBezTo>
                  <a:cubicBezTo>
                    <a:pt x="36" y="304"/>
                    <a:pt x="0" y="643"/>
                    <a:pt x="188" y="875"/>
                  </a:cubicBezTo>
                  <a:cubicBezTo>
                    <a:pt x="295" y="1000"/>
                    <a:pt x="447" y="1062"/>
                    <a:pt x="598" y="1062"/>
                  </a:cubicBezTo>
                  <a:cubicBezTo>
                    <a:pt x="714" y="1062"/>
                    <a:pt x="839" y="1026"/>
                    <a:pt x="937" y="946"/>
                  </a:cubicBezTo>
                  <a:cubicBezTo>
                    <a:pt x="1160" y="759"/>
                    <a:pt x="1196" y="420"/>
                    <a:pt x="1009" y="197"/>
                  </a:cubicBezTo>
                  <a:cubicBezTo>
                    <a:pt x="903" y="66"/>
                    <a:pt x="751" y="0"/>
                    <a:pt x="598" y="0"/>
                  </a:cubicBezTo>
                  <a:close/>
                  <a:moveTo>
                    <a:pt x="2190" y="1791"/>
                  </a:moveTo>
                  <a:cubicBezTo>
                    <a:pt x="2058" y="1791"/>
                    <a:pt x="1925" y="1840"/>
                    <a:pt x="1820" y="1936"/>
                  </a:cubicBezTo>
                  <a:cubicBezTo>
                    <a:pt x="1606" y="2141"/>
                    <a:pt x="1606" y="2480"/>
                    <a:pt x="1803" y="2695"/>
                  </a:cubicBezTo>
                  <a:cubicBezTo>
                    <a:pt x="1910" y="2802"/>
                    <a:pt x="2052" y="2855"/>
                    <a:pt x="2186" y="2855"/>
                  </a:cubicBezTo>
                  <a:cubicBezTo>
                    <a:pt x="2320" y="2855"/>
                    <a:pt x="2454" y="2811"/>
                    <a:pt x="2552" y="2704"/>
                  </a:cubicBezTo>
                  <a:cubicBezTo>
                    <a:pt x="2766" y="2507"/>
                    <a:pt x="2775" y="2168"/>
                    <a:pt x="2570" y="1954"/>
                  </a:cubicBezTo>
                  <a:cubicBezTo>
                    <a:pt x="2465" y="1845"/>
                    <a:pt x="2328" y="1791"/>
                    <a:pt x="2190" y="1791"/>
                  </a:cubicBezTo>
                  <a:close/>
                  <a:moveTo>
                    <a:pt x="3906" y="3459"/>
                  </a:moveTo>
                  <a:cubicBezTo>
                    <a:pt x="3762" y="3459"/>
                    <a:pt x="3620" y="3517"/>
                    <a:pt x="3515" y="3631"/>
                  </a:cubicBezTo>
                  <a:cubicBezTo>
                    <a:pt x="3319" y="3854"/>
                    <a:pt x="3337" y="4193"/>
                    <a:pt x="3551" y="4390"/>
                  </a:cubicBezTo>
                  <a:cubicBezTo>
                    <a:pt x="3658" y="4479"/>
                    <a:pt x="3783" y="4523"/>
                    <a:pt x="3908" y="4523"/>
                  </a:cubicBezTo>
                  <a:cubicBezTo>
                    <a:pt x="4051" y="4523"/>
                    <a:pt x="4202" y="4461"/>
                    <a:pt x="4300" y="4345"/>
                  </a:cubicBezTo>
                  <a:cubicBezTo>
                    <a:pt x="4497" y="4131"/>
                    <a:pt x="4479" y="3792"/>
                    <a:pt x="4265" y="3596"/>
                  </a:cubicBezTo>
                  <a:cubicBezTo>
                    <a:pt x="4160" y="3504"/>
                    <a:pt x="4033" y="3459"/>
                    <a:pt x="3906" y="3459"/>
                  </a:cubicBezTo>
                  <a:close/>
                  <a:moveTo>
                    <a:pt x="5746" y="4994"/>
                  </a:moveTo>
                  <a:cubicBezTo>
                    <a:pt x="5588" y="4994"/>
                    <a:pt x="5431" y="5065"/>
                    <a:pt x="5326" y="5201"/>
                  </a:cubicBezTo>
                  <a:cubicBezTo>
                    <a:pt x="5139" y="5433"/>
                    <a:pt x="5184" y="5763"/>
                    <a:pt x="5416" y="5951"/>
                  </a:cubicBezTo>
                  <a:cubicBezTo>
                    <a:pt x="5514" y="6022"/>
                    <a:pt x="5630" y="6058"/>
                    <a:pt x="5746" y="6058"/>
                  </a:cubicBezTo>
                  <a:cubicBezTo>
                    <a:pt x="5906" y="6058"/>
                    <a:pt x="6058" y="5986"/>
                    <a:pt x="6165" y="5853"/>
                  </a:cubicBezTo>
                  <a:cubicBezTo>
                    <a:pt x="6343" y="5621"/>
                    <a:pt x="6299" y="5282"/>
                    <a:pt x="6067" y="5103"/>
                  </a:cubicBezTo>
                  <a:cubicBezTo>
                    <a:pt x="5971" y="5029"/>
                    <a:pt x="5858" y="4994"/>
                    <a:pt x="5746" y="4994"/>
                  </a:cubicBezTo>
                  <a:close/>
                  <a:moveTo>
                    <a:pt x="7686" y="6389"/>
                  </a:moveTo>
                  <a:cubicBezTo>
                    <a:pt x="7513" y="6389"/>
                    <a:pt x="7345" y="6472"/>
                    <a:pt x="7244" y="6629"/>
                  </a:cubicBezTo>
                  <a:cubicBezTo>
                    <a:pt x="7084" y="6870"/>
                    <a:pt x="7155" y="7200"/>
                    <a:pt x="7396" y="7360"/>
                  </a:cubicBezTo>
                  <a:cubicBezTo>
                    <a:pt x="7485" y="7423"/>
                    <a:pt x="7592" y="7449"/>
                    <a:pt x="7690" y="7449"/>
                  </a:cubicBezTo>
                  <a:cubicBezTo>
                    <a:pt x="7860" y="7449"/>
                    <a:pt x="8029" y="7369"/>
                    <a:pt x="8136" y="7209"/>
                  </a:cubicBezTo>
                  <a:cubicBezTo>
                    <a:pt x="8297" y="6968"/>
                    <a:pt x="8226" y="6638"/>
                    <a:pt x="7985" y="6477"/>
                  </a:cubicBezTo>
                  <a:cubicBezTo>
                    <a:pt x="7892" y="6418"/>
                    <a:pt x="7788" y="6389"/>
                    <a:pt x="7686" y="6389"/>
                  </a:cubicBezTo>
                  <a:close/>
                  <a:moveTo>
                    <a:pt x="9744" y="7624"/>
                  </a:moveTo>
                  <a:cubicBezTo>
                    <a:pt x="9554" y="7624"/>
                    <a:pt x="9370" y="7724"/>
                    <a:pt x="9278" y="7896"/>
                  </a:cubicBezTo>
                  <a:cubicBezTo>
                    <a:pt x="9136" y="8154"/>
                    <a:pt x="9225" y="8484"/>
                    <a:pt x="9484" y="8618"/>
                  </a:cubicBezTo>
                  <a:cubicBezTo>
                    <a:pt x="9564" y="8663"/>
                    <a:pt x="9653" y="8690"/>
                    <a:pt x="9742" y="8690"/>
                  </a:cubicBezTo>
                  <a:cubicBezTo>
                    <a:pt x="9930" y="8690"/>
                    <a:pt x="10108" y="8591"/>
                    <a:pt x="10206" y="8413"/>
                  </a:cubicBezTo>
                  <a:cubicBezTo>
                    <a:pt x="10349" y="8154"/>
                    <a:pt x="10251" y="7833"/>
                    <a:pt x="10001" y="7690"/>
                  </a:cubicBezTo>
                  <a:cubicBezTo>
                    <a:pt x="9920" y="7645"/>
                    <a:pt x="9831" y="7624"/>
                    <a:pt x="9744" y="7624"/>
                  </a:cubicBezTo>
                  <a:close/>
                  <a:moveTo>
                    <a:pt x="11880" y="8694"/>
                  </a:moveTo>
                  <a:cubicBezTo>
                    <a:pt x="11677" y="8694"/>
                    <a:pt x="11484" y="8814"/>
                    <a:pt x="11393" y="9011"/>
                  </a:cubicBezTo>
                  <a:cubicBezTo>
                    <a:pt x="11277" y="9278"/>
                    <a:pt x="11393" y="9591"/>
                    <a:pt x="11660" y="9706"/>
                  </a:cubicBezTo>
                  <a:cubicBezTo>
                    <a:pt x="11732" y="9742"/>
                    <a:pt x="11812" y="9760"/>
                    <a:pt x="11883" y="9760"/>
                  </a:cubicBezTo>
                  <a:cubicBezTo>
                    <a:pt x="12080" y="9760"/>
                    <a:pt x="12276" y="9635"/>
                    <a:pt x="12365" y="9439"/>
                  </a:cubicBezTo>
                  <a:cubicBezTo>
                    <a:pt x="12490" y="9171"/>
                    <a:pt x="12365" y="8859"/>
                    <a:pt x="12097" y="8743"/>
                  </a:cubicBezTo>
                  <a:cubicBezTo>
                    <a:pt x="12026" y="8710"/>
                    <a:pt x="11952" y="8694"/>
                    <a:pt x="11880" y="8694"/>
                  </a:cubicBezTo>
                  <a:close/>
                  <a:moveTo>
                    <a:pt x="14104" y="9578"/>
                  </a:moveTo>
                  <a:cubicBezTo>
                    <a:pt x="13886" y="9578"/>
                    <a:pt x="13674" y="9719"/>
                    <a:pt x="13596" y="9938"/>
                  </a:cubicBezTo>
                  <a:cubicBezTo>
                    <a:pt x="13507" y="10215"/>
                    <a:pt x="13650" y="10518"/>
                    <a:pt x="13926" y="10616"/>
                  </a:cubicBezTo>
                  <a:cubicBezTo>
                    <a:pt x="13989" y="10634"/>
                    <a:pt x="14042" y="10643"/>
                    <a:pt x="14105" y="10643"/>
                  </a:cubicBezTo>
                  <a:cubicBezTo>
                    <a:pt x="14319" y="10643"/>
                    <a:pt x="14524" y="10509"/>
                    <a:pt x="14604" y="10286"/>
                  </a:cubicBezTo>
                  <a:cubicBezTo>
                    <a:pt x="14702" y="10010"/>
                    <a:pt x="14560" y="9706"/>
                    <a:pt x="14274" y="9608"/>
                  </a:cubicBezTo>
                  <a:cubicBezTo>
                    <a:pt x="14219" y="9588"/>
                    <a:pt x="14161" y="9578"/>
                    <a:pt x="14104" y="9578"/>
                  </a:cubicBezTo>
                  <a:close/>
                  <a:moveTo>
                    <a:pt x="16391" y="10279"/>
                  </a:moveTo>
                  <a:cubicBezTo>
                    <a:pt x="16154" y="10279"/>
                    <a:pt x="15940" y="10437"/>
                    <a:pt x="15880" y="10679"/>
                  </a:cubicBezTo>
                  <a:cubicBezTo>
                    <a:pt x="15800" y="10955"/>
                    <a:pt x="15978" y="11250"/>
                    <a:pt x="16255" y="11321"/>
                  </a:cubicBezTo>
                  <a:cubicBezTo>
                    <a:pt x="16299" y="11339"/>
                    <a:pt x="16353" y="11339"/>
                    <a:pt x="16388" y="11339"/>
                  </a:cubicBezTo>
                  <a:cubicBezTo>
                    <a:pt x="16629" y="11339"/>
                    <a:pt x="16843" y="11178"/>
                    <a:pt x="16906" y="10938"/>
                  </a:cubicBezTo>
                  <a:cubicBezTo>
                    <a:pt x="16977" y="10661"/>
                    <a:pt x="16808" y="10367"/>
                    <a:pt x="16522" y="10295"/>
                  </a:cubicBezTo>
                  <a:cubicBezTo>
                    <a:pt x="16478" y="10284"/>
                    <a:pt x="16434" y="10279"/>
                    <a:pt x="16391" y="10279"/>
                  </a:cubicBezTo>
                  <a:close/>
                  <a:moveTo>
                    <a:pt x="18721" y="10777"/>
                  </a:moveTo>
                  <a:cubicBezTo>
                    <a:pt x="18471" y="10777"/>
                    <a:pt x="18248" y="10961"/>
                    <a:pt x="18208" y="11223"/>
                  </a:cubicBezTo>
                  <a:cubicBezTo>
                    <a:pt x="18155" y="11509"/>
                    <a:pt x="18351" y="11785"/>
                    <a:pt x="18645" y="11830"/>
                  </a:cubicBezTo>
                  <a:cubicBezTo>
                    <a:pt x="18672" y="11839"/>
                    <a:pt x="18699" y="11839"/>
                    <a:pt x="18735" y="11839"/>
                  </a:cubicBezTo>
                  <a:cubicBezTo>
                    <a:pt x="18984" y="11839"/>
                    <a:pt x="19208" y="11660"/>
                    <a:pt x="19252" y="11393"/>
                  </a:cubicBezTo>
                  <a:cubicBezTo>
                    <a:pt x="19306" y="11107"/>
                    <a:pt x="19109" y="10831"/>
                    <a:pt x="18815" y="10786"/>
                  </a:cubicBezTo>
                  <a:cubicBezTo>
                    <a:pt x="18783" y="10780"/>
                    <a:pt x="18752" y="10777"/>
                    <a:pt x="18721" y="10777"/>
                  </a:cubicBezTo>
                  <a:close/>
                  <a:moveTo>
                    <a:pt x="28269" y="10833"/>
                  </a:moveTo>
                  <a:cubicBezTo>
                    <a:pt x="28243" y="10833"/>
                    <a:pt x="28217" y="10835"/>
                    <a:pt x="28191" y="10839"/>
                  </a:cubicBezTo>
                  <a:cubicBezTo>
                    <a:pt x="27897" y="10884"/>
                    <a:pt x="27691" y="11152"/>
                    <a:pt x="27736" y="11446"/>
                  </a:cubicBezTo>
                  <a:cubicBezTo>
                    <a:pt x="27781" y="11714"/>
                    <a:pt x="28004" y="11901"/>
                    <a:pt x="28262" y="11901"/>
                  </a:cubicBezTo>
                  <a:cubicBezTo>
                    <a:pt x="28289" y="11901"/>
                    <a:pt x="28316" y="11901"/>
                    <a:pt x="28343" y="11892"/>
                  </a:cubicBezTo>
                  <a:cubicBezTo>
                    <a:pt x="28628" y="11856"/>
                    <a:pt x="28833" y="11580"/>
                    <a:pt x="28789" y="11294"/>
                  </a:cubicBezTo>
                  <a:cubicBezTo>
                    <a:pt x="28756" y="11027"/>
                    <a:pt x="28525" y="10833"/>
                    <a:pt x="28269" y="10833"/>
                  </a:cubicBezTo>
                  <a:close/>
                  <a:moveTo>
                    <a:pt x="21103" y="11078"/>
                  </a:moveTo>
                  <a:cubicBezTo>
                    <a:pt x="20829" y="11078"/>
                    <a:pt x="20598" y="11284"/>
                    <a:pt x="20572" y="11562"/>
                  </a:cubicBezTo>
                  <a:cubicBezTo>
                    <a:pt x="20546" y="11856"/>
                    <a:pt x="20769" y="12115"/>
                    <a:pt x="21063" y="12142"/>
                  </a:cubicBezTo>
                  <a:lnTo>
                    <a:pt x="21108" y="12142"/>
                  </a:lnTo>
                  <a:cubicBezTo>
                    <a:pt x="21375" y="12142"/>
                    <a:pt x="21616" y="11928"/>
                    <a:pt x="21634" y="11651"/>
                  </a:cubicBezTo>
                  <a:cubicBezTo>
                    <a:pt x="21661" y="11366"/>
                    <a:pt x="21438" y="11107"/>
                    <a:pt x="21152" y="11080"/>
                  </a:cubicBezTo>
                  <a:cubicBezTo>
                    <a:pt x="21136" y="11079"/>
                    <a:pt x="21119" y="11078"/>
                    <a:pt x="21103" y="11078"/>
                  </a:cubicBezTo>
                  <a:close/>
                  <a:moveTo>
                    <a:pt x="25879" y="11097"/>
                  </a:moveTo>
                  <a:cubicBezTo>
                    <a:pt x="25868" y="11097"/>
                    <a:pt x="25856" y="11097"/>
                    <a:pt x="25845" y="11098"/>
                  </a:cubicBezTo>
                  <a:cubicBezTo>
                    <a:pt x="25550" y="11125"/>
                    <a:pt x="25336" y="11375"/>
                    <a:pt x="25354" y="11669"/>
                  </a:cubicBezTo>
                  <a:cubicBezTo>
                    <a:pt x="25381" y="11946"/>
                    <a:pt x="25613" y="12160"/>
                    <a:pt x="25889" y="12160"/>
                  </a:cubicBezTo>
                  <a:lnTo>
                    <a:pt x="25925" y="12160"/>
                  </a:lnTo>
                  <a:cubicBezTo>
                    <a:pt x="26219" y="12142"/>
                    <a:pt x="26434" y="11883"/>
                    <a:pt x="26416" y="11589"/>
                  </a:cubicBezTo>
                  <a:cubicBezTo>
                    <a:pt x="26399" y="11306"/>
                    <a:pt x="26159" y="11097"/>
                    <a:pt x="25879" y="11097"/>
                  </a:cubicBezTo>
                  <a:close/>
                  <a:moveTo>
                    <a:pt x="23499" y="11178"/>
                  </a:moveTo>
                  <a:cubicBezTo>
                    <a:pt x="23204" y="11178"/>
                    <a:pt x="22963" y="11419"/>
                    <a:pt x="22963" y="11714"/>
                  </a:cubicBezTo>
                  <a:cubicBezTo>
                    <a:pt x="22963" y="12008"/>
                    <a:pt x="23195" y="12249"/>
                    <a:pt x="23490" y="12249"/>
                  </a:cubicBezTo>
                  <a:lnTo>
                    <a:pt x="23499" y="12249"/>
                  </a:lnTo>
                  <a:cubicBezTo>
                    <a:pt x="23784" y="12249"/>
                    <a:pt x="24025" y="12008"/>
                    <a:pt x="24025" y="11714"/>
                  </a:cubicBezTo>
                  <a:cubicBezTo>
                    <a:pt x="24025" y="11419"/>
                    <a:pt x="23793" y="11187"/>
                    <a:pt x="23499" y="1117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6"/>
            <p:cNvSpPr/>
            <p:nvPr/>
          </p:nvSpPr>
          <p:spPr>
            <a:xfrm>
              <a:off x="9210257" y="424295"/>
              <a:ext cx="57159" cy="56944"/>
            </a:xfrm>
            <a:custGeom>
              <a:avLst/>
              <a:gdLst/>
              <a:ahLst/>
              <a:cxnLst/>
              <a:rect l="l" t="t" r="r" b="b"/>
              <a:pathLst>
                <a:path w="1062" h="1058" extrusionOk="0">
                  <a:moveTo>
                    <a:pt x="528" y="1"/>
                  </a:moveTo>
                  <a:cubicBezTo>
                    <a:pt x="388" y="1"/>
                    <a:pt x="250" y="50"/>
                    <a:pt x="152" y="148"/>
                  </a:cubicBezTo>
                  <a:cubicBezTo>
                    <a:pt x="125" y="175"/>
                    <a:pt x="107" y="201"/>
                    <a:pt x="89" y="228"/>
                  </a:cubicBezTo>
                  <a:cubicBezTo>
                    <a:pt x="72" y="264"/>
                    <a:pt x="54" y="291"/>
                    <a:pt x="36" y="326"/>
                  </a:cubicBezTo>
                  <a:cubicBezTo>
                    <a:pt x="27" y="353"/>
                    <a:pt x="18" y="389"/>
                    <a:pt x="9" y="424"/>
                  </a:cubicBezTo>
                  <a:cubicBezTo>
                    <a:pt x="0" y="460"/>
                    <a:pt x="0" y="487"/>
                    <a:pt x="0" y="523"/>
                  </a:cubicBezTo>
                  <a:cubicBezTo>
                    <a:pt x="0" y="558"/>
                    <a:pt x="0" y="594"/>
                    <a:pt x="9" y="630"/>
                  </a:cubicBezTo>
                  <a:cubicBezTo>
                    <a:pt x="18" y="665"/>
                    <a:pt x="27" y="701"/>
                    <a:pt x="36" y="728"/>
                  </a:cubicBezTo>
                  <a:cubicBezTo>
                    <a:pt x="54" y="763"/>
                    <a:pt x="72" y="790"/>
                    <a:pt x="89" y="817"/>
                  </a:cubicBezTo>
                  <a:cubicBezTo>
                    <a:pt x="107" y="853"/>
                    <a:pt x="125" y="879"/>
                    <a:pt x="152" y="906"/>
                  </a:cubicBezTo>
                  <a:cubicBezTo>
                    <a:pt x="179" y="924"/>
                    <a:pt x="205" y="951"/>
                    <a:pt x="232" y="969"/>
                  </a:cubicBezTo>
                  <a:cubicBezTo>
                    <a:pt x="268" y="986"/>
                    <a:pt x="295" y="1004"/>
                    <a:pt x="330" y="1013"/>
                  </a:cubicBezTo>
                  <a:cubicBezTo>
                    <a:pt x="357" y="1031"/>
                    <a:pt x="393" y="1040"/>
                    <a:pt x="428" y="1049"/>
                  </a:cubicBezTo>
                  <a:cubicBezTo>
                    <a:pt x="464" y="1058"/>
                    <a:pt x="491" y="1058"/>
                    <a:pt x="527" y="1058"/>
                  </a:cubicBezTo>
                  <a:cubicBezTo>
                    <a:pt x="562" y="1058"/>
                    <a:pt x="598" y="1058"/>
                    <a:pt x="634" y="1049"/>
                  </a:cubicBezTo>
                  <a:cubicBezTo>
                    <a:pt x="669" y="1040"/>
                    <a:pt x="705" y="1031"/>
                    <a:pt x="732" y="1013"/>
                  </a:cubicBezTo>
                  <a:cubicBezTo>
                    <a:pt x="767" y="1004"/>
                    <a:pt x="794" y="986"/>
                    <a:pt x="821" y="969"/>
                  </a:cubicBezTo>
                  <a:cubicBezTo>
                    <a:pt x="857" y="951"/>
                    <a:pt x="883" y="924"/>
                    <a:pt x="901" y="906"/>
                  </a:cubicBezTo>
                  <a:cubicBezTo>
                    <a:pt x="928" y="879"/>
                    <a:pt x="955" y="853"/>
                    <a:pt x="973" y="817"/>
                  </a:cubicBezTo>
                  <a:cubicBezTo>
                    <a:pt x="990" y="790"/>
                    <a:pt x="1008" y="763"/>
                    <a:pt x="1017" y="728"/>
                  </a:cubicBezTo>
                  <a:cubicBezTo>
                    <a:pt x="1035" y="701"/>
                    <a:pt x="1044" y="665"/>
                    <a:pt x="1053" y="630"/>
                  </a:cubicBezTo>
                  <a:cubicBezTo>
                    <a:pt x="1062" y="594"/>
                    <a:pt x="1062" y="558"/>
                    <a:pt x="1062" y="523"/>
                  </a:cubicBezTo>
                  <a:cubicBezTo>
                    <a:pt x="1062" y="487"/>
                    <a:pt x="1062" y="460"/>
                    <a:pt x="1053" y="424"/>
                  </a:cubicBezTo>
                  <a:cubicBezTo>
                    <a:pt x="1044" y="389"/>
                    <a:pt x="1035" y="353"/>
                    <a:pt x="1017" y="326"/>
                  </a:cubicBezTo>
                  <a:cubicBezTo>
                    <a:pt x="1008" y="291"/>
                    <a:pt x="990" y="264"/>
                    <a:pt x="973" y="228"/>
                  </a:cubicBezTo>
                  <a:cubicBezTo>
                    <a:pt x="955" y="201"/>
                    <a:pt x="928" y="175"/>
                    <a:pt x="910" y="148"/>
                  </a:cubicBezTo>
                  <a:cubicBezTo>
                    <a:pt x="808" y="50"/>
                    <a:pt x="667" y="1"/>
                    <a:pt x="5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16"/>
            <p:cNvSpPr/>
            <p:nvPr/>
          </p:nvSpPr>
          <p:spPr>
            <a:xfrm>
              <a:off x="8511156" y="1443424"/>
              <a:ext cx="320298" cy="303989"/>
            </a:xfrm>
            <a:custGeom>
              <a:avLst/>
              <a:gdLst/>
              <a:ahLst/>
              <a:cxnLst/>
              <a:rect l="l" t="t" r="r" b="b"/>
              <a:pathLst>
                <a:path w="5951" h="5648" extrusionOk="0">
                  <a:moveTo>
                    <a:pt x="2971" y="982"/>
                  </a:moveTo>
                  <a:lnTo>
                    <a:pt x="3479" y="2150"/>
                  </a:lnTo>
                  <a:cubicBezTo>
                    <a:pt x="3524" y="2240"/>
                    <a:pt x="3613" y="2311"/>
                    <a:pt x="3711" y="2320"/>
                  </a:cubicBezTo>
                  <a:lnTo>
                    <a:pt x="4987" y="2436"/>
                  </a:lnTo>
                  <a:lnTo>
                    <a:pt x="4024" y="3283"/>
                  </a:lnTo>
                  <a:cubicBezTo>
                    <a:pt x="3952" y="3346"/>
                    <a:pt x="3916" y="3453"/>
                    <a:pt x="3934" y="3551"/>
                  </a:cubicBezTo>
                  <a:lnTo>
                    <a:pt x="4220" y="4800"/>
                  </a:lnTo>
                  <a:lnTo>
                    <a:pt x="3114" y="4149"/>
                  </a:lnTo>
                  <a:cubicBezTo>
                    <a:pt x="3073" y="4122"/>
                    <a:pt x="3024" y="4109"/>
                    <a:pt x="2975" y="4109"/>
                  </a:cubicBezTo>
                  <a:cubicBezTo>
                    <a:pt x="2926" y="4109"/>
                    <a:pt x="2877" y="4122"/>
                    <a:pt x="2837" y="4149"/>
                  </a:cubicBezTo>
                  <a:lnTo>
                    <a:pt x="1731" y="4800"/>
                  </a:lnTo>
                  <a:lnTo>
                    <a:pt x="2007" y="3551"/>
                  </a:lnTo>
                  <a:cubicBezTo>
                    <a:pt x="2034" y="3453"/>
                    <a:pt x="1998" y="3346"/>
                    <a:pt x="1927" y="3283"/>
                  </a:cubicBezTo>
                  <a:lnTo>
                    <a:pt x="964" y="2436"/>
                  </a:lnTo>
                  <a:lnTo>
                    <a:pt x="2239" y="2320"/>
                  </a:lnTo>
                  <a:cubicBezTo>
                    <a:pt x="2337" y="2311"/>
                    <a:pt x="2427" y="2240"/>
                    <a:pt x="2462" y="2150"/>
                  </a:cubicBezTo>
                  <a:lnTo>
                    <a:pt x="2971" y="982"/>
                  </a:lnTo>
                  <a:close/>
                  <a:moveTo>
                    <a:pt x="2971" y="1"/>
                  </a:moveTo>
                  <a:cubicBezTo>
                    <a:pt x="2864" y="1"/>
                    <a:pt x="2766" y="63"/>
                    <a:pt x="2721" y="170"/>
                  </a:cubicBezTo>
                  <a:lnTo>
                    <a:pt x="2025" y="1776"/>
                  </a:lnTo>
                  <a:lnTo>
                    <a:pt x="277" y="1945"/>
                  </a:lnTo>
                  <a:cubicBezTo>
                    <a:pt x="161" y="1954"/>
                    <a:pt x="72" y="2026"/>
                    <a:pt x="36" y="2133"/>
                  </a:cubicBezTo>
                  <a:cubicBezTo>
                    <a:pt x="0" y="2240"/>
                    <a:pt x="36" y="2356"/>
                    <a:pt x="116" y="2427"/>
                  </a:cubicBezTo>
                  <a:lnTo>
                    <a:pt x="1428" y="3596"/>
                  </a:lnTo>
                  <a:lnTo>
                    <a:pt x="1053" y="5309"/>
                  </a:lnTo>
                  <a:cubicBezTo>
                    <a:pt x="1026" y="5416"/>
                    <a:pt x="1071" y="5523"/>
                    <a:pt x="1160" y="5594"/>
                  </a:cubicBezTo>
                  <a:cubicBezTo>
                    <a:pt x="1204" y="5630"/>
                    <a:pt x="1267" y="5648"/>
                    <a:pt x="1320" y="5648"/>
                  </a:cubicBezTo>
                  <a:cubicBezTo>
                    <a:pt x="1374" y="5648"/>
                    <a:pt x="1419" y="5630"/>
                    <a:pt x="1463" y="5603"/>
                  </a:cubicBezTo>
                  <a:lnTo>
                    <a:pt x="2971" y="4711"/>
                  </a:lnTo>
                  <a:lnTo>
                    <a:pt x="4487" y="5603"/>
                  </a:lnTo>
                  <a:cubicBezTo>
                    <a:pt x="4533" y="5632"/>
                    <a:pt x="4582" y="5646"/>
                    <a:pt x="4631" y="5646"/>
                  </a:cubicBezTo>
                  <a:cubicBezTo>
                    <a:pt x="4688" y="5646"/>
                    <a:pt x="4743" y="5627"/>
                    <a:pt x="4791" y="5594"/>
                  </a:cubicBezTo>
                  <a:cubicBezTo>
                    <a:pt x="4880" y="5523"/>
                    <a:pt x="4925" y="5416"/>
                    <a:pt x="4898" y="5309"/>
                  </a:cubicBezTo>
                  <a:lnTo>
                    <a:pt x="4514" y="3596"/>
                  </a:lnTo>
                  <a:lnTo>
                    <a:pt x="5834" y="2427"/>
                  </a:lnTo>
                  <a:cubicBezTo>
                    <a:pt x="5915" y="2356"/>
                    <a:pt x="5950" y="2240"/>
                    <a:pt x="5915" y="2133"/>
                  </a:cubicBezTo>
                  <a:cubicBezTo>
                    <a:pt x="5879" y="2026"/>
                    <a:pt x="5790" y="1954"/>
                    <a:pt x="5674" y="1945"/>
                  </a:cubicBezTo>
                  <a:lnTo>
                    <a:pt x="3925" y="1776"/>
                  </a:lnTo>
                  <a:lnTo>
                    <a:pt x="3230" y="170"/>
                  </a:lnTo>
                  <a:cubicBezTo>
                    <a:pt x="3185" y="63"/>
                    <a:pt x="3087" y="1"/>
                    <a:pt x="2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6"/>
            <p:cNvSpPr/>
            <p:nvPr/>
          </p:nvSpPr>
          <p:spPr>
            <a:xfrm>
              <a:off x="8642698" y="454812"/>
              <a:ext cx="57213" cy="931506"/>
            </a:xfrm>
            <a:custGeom>
              <a:avLst/>
              <a:gdLst/>
              <a:ahLst/>
              <a:cxnLst/>
              <a:rect l="l" t="t" r="r" b="b"/>
              <a:pathLst>
                <a:path w="1063" h="17307" extrusionOk="0">
                  <a:moveTo>
                    <a:pt x="527" y="0"/>
                  </a:moveTo>
                  <a:cubicBezTo>
                    <a:pt x="232" y="0"/>
                    <a:pt x="1" y="232"/>
                    <a:pt x="1" y="527"/>
                  </a:cubicBezTo>
                  <a:cubicBezTo>
                    <a:pt x="1" y="821"/>
                    <a:pt x="232" y="1062"/>
                    <a:pt x="527" y="1062"/>
                  </a:cubicBezTo>
                  <a:cubicBezTo>
                    <a:pt x="821" y="1062"/>
                    <a:pt x="1062" y="821"/>
                    <a:pt x="1062" y="527"/>
                  </a:cubicBezTo>
                  <a:cubicBezTo>
                    <a:pt x="1062" y="232"/>
                    <a:pt x="821" y="0"/>
                    <a:pt x="527" y="0"/>
                  </a:cubicBezTo>
                  <a:close/>
                  <a:moveTo>
                    <a:pt x="527" y="2320"/>
                  </a:moveTo>
                  <a:cubicBezTo>
                    <a:pt x="232" y="2320"/>
                    <a:pt x="1" y="2561"/>
                    <a:pt x="1" y="2846"/>
                  </a:cubicBezTo>
                  <a:cubicBezTo>
                    <a:pt x="1" y="3140"/>
                    <a:pt x="232" y="3381"/>
                    <a:pt x="527" y="3381"/>
                  </a:cubicBezTo>
                  <a:cubicBezTo>
                    <a:pt x="821" y="3381"/>
                    <a:pt x="1062" y="3140"/>
                    <a:pt x="1062" y="2846"/>
                  </a:cubicBezTo>
                  <a:cubicBezTo>
                    <a:pt x="1062" y="2561"/>
                    <a:pt x="821" y="2320"/>
                    <a:pt x="527" y="2320"/>
                  </a:cubicBezTo>
                  <a:close/>
                  <a:moveTo>
                    <a:pt x="527" y="4639"/>
                  </a:moveTo>
                  <a:cubicBezTo>
                    <a:pt x="232" y="4639"/>
                    <a:pt x="1" y="4880"/>
                    <a:pt x="1" y="5174"/>
                  </a:cubicBezTo>
                  <a:cubicBezTo>
                    <a:pt x="1" y="5469"/>
                    <a:pt x="232" y="5701"/>
                    <a:pt x="527" y="5701"/>
                  </a:cubicBezTo>
                  <a:cubicBezTo>
                    <a:pt x="821" y="5701"/>
                    <a:pt x="1062" y="5469"/>
                    <a:pt x="1062" y="5174"/>
                  </a:cubicBezTo>
                  <a:cubicBezTo>
                    <a:pt x="1062" y="4880"/>
                    <a:pt x="821" y="4639"/>
                    <a:pt x="527" y="4639"/>
                  </a:cubicBezTo>
                  <a:close/>
                  <a:moveTo>
                    <a:pt x="527" y="6959"/>
                  </a:moveTo>
                  <a:cubicBezTo>
                    <a:pt x="232" y="6959"/>
                    <a:pt x="1" y="7199"/>
                    <a:pt x="1" y="7494"/>
                  </a:cubicBezTo>
                  <a:cubicBezTo>
                    <a:pt x="1" y="7788"/>
                    <a:pt x="232" y="8020"/>
                    <a:pt x="527" y="8020"/>
                  </a:cubicBezTo>
                  <a:cubicBezTo>
                    <a:pt x="821" y="8020"/>
                    <a:pt x="1062" y="7788"/>
                    <a:pt x="1062" y="7494"/>
                  </a:cubicBezTo>
                  <a:cubicBezTo>
                    <a:pt x="1062" y="7199"/>
                    <a:pt x="821" y="6959"/>
                    <a:pt x="527" y="6959"/>
                  </a:cubicBezTo>
                  <a:close/>
                  <a:moveTo>
                    <a:pt x="527" y="9287"/>
                  </a:moveTo>
                  <a:cubicBezTo>
                    <a:pt x="232" y="9287"/>
                    <a:pt x="1" y="9519"/>
                    <a:pt x="1" y="9813"/>
                  </a:cubicBezTo>
                  <a:cubicBezTo>
                    <a:pt x="1" y="10108"/>
                    <a:pt x="232" y="10349"/>
                    <a:pt x="527" y="10349"/>
                  </a:cubicBezTo>
                  <a:cubicBezTo>
                    <a:pt x="821" y="10349"/>
                    <a:pt x="1062" y="10108"/>
                    <a:pt x="1062" y="9813"/>
                  </a:cubicBezTo>
                  <a:cubicBezTo>
                    <a:pt x="1062" y="9519"/>
                    <a:pt x="821" y="9287"/>
                    <a:pt x="527" y="9287"/>
                  </a:cubicBezTo>
                  <a:close/>
                  <a:moveTo>
                    <a:pt x="527" y="11606"/>
                  </a:moveTo>
                  <a:cubicBezTo>
                    <a:pt x="232" y="11606"/>
                    <a:pt x="1" y="11838"/>
                    <a:pt x="1" y="12133"/>
                  </a:cubicBezTo>
                  <a:cubicBezTo>
                    <a:pt x="1" y="12427"/>
                    <a:pt x="232" y="12668"/>
                    <a:pt x="527" y="12668"/>
                  </a:cubicBezTo>
                  <a:cubicBezTo>
                    <a:pt x="821" y="12668"/>
                    <a:pt x="1062" y="12427"/>
                    <a:pt x="1062" y="12133"/>
                  </a:cubicBezTo>
                  <a:cubicBezTo>
                    <a:pt x="1062" y="11838"/>
                    <a:pt x="821" y="11606"/>
                    <a:pt x="527" y="11606"/>
                  </a:cubicBezTo>
                  <a:close/>
                  <a:moveTo>
                    <a:pt x="527" y="13926"/>
                  </a:moveTo>
                  <a:cubicBezTo>
                    <a:pt x="232" y="13926"/>
                    <a:pt x="1" y="14167"/>
                    <a:pt x="1" y="14461"/>
                  </a:cubicBezTo>
                  <a:cubicBezTo>
                    <a:pt x="1" y="14747"/>
                    <a:pt x="232" y="14987"/>
                    <a:pt x="527" y="14987"/>
                  </a:cubicBezTo>
                  <a:cubicBezTo>
                    <a:pt x="821" y="14987"/>
                    <a:pt x="1062" y="14747"/>
                    <a:pt x="1062" y="14461"/>
                  </a:cubicBezTo>
                  <a:cubicBezTo>
                    <a:pt x="1062" y="14167"/>
                    <a:pt x="821" y="13926"/>
                    <a:pt x="527" y="13926"/>
                  </a:cubicBezTo>
                  <a:close/>
                  <a:moveTo>
                    <a:pt x="527" y="16245"/>
                  </a:moveTo>
                  <a:cubicBezTo>
                    <a:pt x="232" y="16245"/>
                    <a:pt x="1" y="16486"/>
                    <a:pt x="1" y="16781"/>
                  </a:cubicBezTo>
                  <a:cubicBezTo>
                    <a:pt x="1" y="17075"/>
                    <a:pt x="232" y="17307"/>
                    <a:pt x="527" y="17307"/>
                  </a:cubicBezTo>
                  <a:cubicBezTo>
                    <a:pt x="821" y="17307"/>
                    <a:pt x="1062" y="17075"/>
                    <a:pt x="1062" y="16781"/>
                  </a:cubicBezTo>
                  <a:cubicBezTo>
                    <a:pt x="1062" y="16486"/>
                    <a:pt x="821" y="16245"/>
                    <a:pt x="527" y="1624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6"/>
            <p:cNvSpPr/>
            <p:nvPr/>
          </p:nvSpPr>
          <p:spPr>
            <a:xfrm>
              <a:off x="8663366" y="483123"/>
              <a:ext cx="15878" cy="983391"/>
            </a:xfrm>
            <a:custGeom>
              <a:avLst/>
              <a:gdLst/>
              <a:ahLst/>
              <a:cxnLst/>
              <a:rect l="l" t="t" r="r" b="b"/>
              <a:pathLst>
                <a:path w="295" h="18271" extrusionOk="0">
                  <a:moveTo>
                    <a:pt x="0" y="1"/>
                  </a:moveTo>
                  <a:lnTo>
                    <a:pt x="0" y="18271"/>
                  </a:lnTo>
                  <a:lnTo>
                    <a:pt x="295" y="18271"/>
                  </a:lnTo>
                  <a:lnTo>
                    <a:pt x="2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6"/>
            <p:cNvSpPr/>
            <p:nvPr/>
          </p:nvSpPr>
          <p:spPr>
            <a:xfrm>
              <a:off x="7847094" y="781299"/>
              <a:ext cx="320298" cy="303667"/>
            </a:xfrm>
            <a:custGeom>
              <a:avLst/>
              <a:gdLst/>
              <a:ahLst/>
              <a:cxnLst/>
              <a:rect l="l" t="t" r="r" b="b"/>
              <a:pathLst>
                <a:path w="5951" h="5642" extrusionOk="0">
                  <a:moveTo>
                    <a:pt x="2971" y="973"/>
                  </a:moveTo>
                  <a:lnTo>
                    <a:pt x="3480" y="2150"/>
                  </a:lnTo>
                  <a:cubicBezTo>
                    <a:pt x="3515" y="2240"/>
                    <a:pt x="3604" y="2302"/>
                    <a:pt x="3711" y="2311"/>
                  </a:cubicBezTo>
                  <a:lnTo>
                    <a:pt x="4978" y="2436"/>
                  </a:lnTo>
                  <a:lnTo>
                    <a:pt x="4024" y="3283"/>
                  </a:lnTo>
                  <a:cubicBezTo>
                    <a:pt x="3943" y="3346"/>
                    <a:pt x="3917" y="3453"/>
                    <a:pt x="3935" y="3551"/>
                  </a:cubicBezTo>
                  <a:lnTo>
                    <a:pt x="4211" y="4800"/>
                  </a:lnTo>
                  <a:lnTo>
                    <a:pt x="3114" y="4149"/>
                  </a:lnTo>
                  <a:cubicBezTo>
                    <a:pt x="3069" y="4122"/>
                    <a:pt x="3025" y="4113"/>
                    <a:pt x="2971" y="4113"/>
                  </a:cubicBezTo>
                  <a:cubicBezTo>
                    <a:pt x="2926" y="4113"/>
                    <a:pt x="2873" y="4122"/>
                    <a:pt x="2828" y="4149"/>
                  </a:cubicBezTo>
                  <a:lnTo>
                    <a:pt x="1731" y="4800"/>
                  </a:lnTo>
                  <a:lnTo>
                    <a:pt x="2008" y="3551"/>
                  </a:lnTo>
                  <a:cubicBezTo>
                    <a:pt x="2034" y="3453"/>
                    <a:pt x="1999" y="3346"/>
                    <a:pt x="1918" y="3283"/>
                  </a:cubicBezTo>
                  <a:lnTo>
                    <a:pt x="964" y="2436"/>
                  </a:lnTo>
                  <a:lnTo>
                    <a:pt x="2231" y="2311"/>
                  </a:lnTo>
                  <a:cubicBezTo>
                    <a:pt x="2338" y="2302"/>
                    <a:pt x="2427" y="2240"/>
                    <a:pt x="2463" y="2150"/>
                  </a:cubicBezTo>
                  <a:lnTo>
                    <a:pt x="2971" y="973"/>
                  </a:lnTo>
                  <a:close/>
                  <a:moveTo>
                    <a:pt x="2971" y="0"/>
                  </a:moveTo>
                  <a:cubicBezTo>
                    <a:pt x="2864" y="0"/>
                    <a:pt x="2757" y="63"/>
                    <a:pt x="2712" y="161"/>
                  </a:cubicBezTo>
                  <a:lnTo>
                    <a:pt x="2016" y="1776"/>
                  </a:lnTo>
                  <a:lnTo>
                    <a:pt x="268" y="1945"/>
                  </a:lnTo>
                  <a:cubicBezTo>
                    <a:pt x="161" y="1954"/>
                    <a:pt x="63" y="2026"/>
                    <a:pt x="27" y="2133"/>
                  </a:cubicBezTo>
                  <a:cubicBezTo>
                    <a:pt x="0" y="2240"/>
                    <a:pt x="27" y="2356"/>
                    <a:pt x="116" y="2427"/>
                  </a:cubicBezTo>
                  <a:lnTo>
                    <a:pt x="1428" y="3587"/>
                  </a:lnTo>
                  <a:lnTo>
                    <a:pt x="1044" y="5300"/>
                  </a:lnTo>
                  <a:cubicBezTo>
                    <a:pt x="1026" y="5416"/>
                    <a:pt x="1062" y="5523"/>
                    <a:pt x="1151" y="5594"/>
                  </a:cubicBezTo>
                  <a:cubicBezTo>
                    <a:pt x="1197" y="5626"/>
                    <a:pt x="1253" y="5642"/>
                    <a:pt x="1310" y="5642"/>
                  </a:cubicBezTo>
                  <a:cubicBezTo>
                    <a:pt x="1363" y="5642"/>
                    <a:pt x="1416" y="5629"/>
                    <a:pt x="1463" y="5603"/>
                  </a:cubicBezTo>
                  <a:lnTo>
                    <a:pt x="2971" y="4711"/>
                  </a:lnTo>
                  <a:lnTo>
                    <a:pt x="4488" y="5603"/>
                  </a:lnTo>
                  <a:cubicBezTo>
                    <a:pt x="4523" y="5630"/>
                    <a:pt x="4577" y="5639"/>
                    <a:pt x="4621" y="5639"/>
                  </a:cubicBezTo>
                  <a:cubicBezTo>
                    <a:pt x="4684" y="5639"/>
                    <a:pt x="4737" y="5621"/>
                    <a:pt x="4791" y="5594"/>
                  </a:cubicBezTo>
                  <a:cubicBezTo>
                    <a:pt x="4880" y="5523"/>
                    <a:pt x="4925" y="5416"/>
                    <a:pt x="4898" y="5300"/>
                  </a:cubicBezTo>
                  <a:lnTo>
                    <a:pt x="4514" y="3587"/>
                  </a:lnTo>
                  <a:lnTo>
                    <a:pt x="5835" y="2427"/>
                  </a:lnTo>
                  <a:cubicBezTo>
                    <a:pt x="5915" y="2356"/>
                    <a:pt x="5951" y="2240"/>
                    <a:pt x="5915" y="2133"/>
                  </a:cubicBezTo>
                  <a:cubicBezTo>
                    <a:pt x="5879" y="2026"/>
                    <a:pt x="5781" y="1954"/>
                    <a:pt x="5674" y="1945"/>
                  </a:cubicBezTo>
                  <a:lnTo>
                    <a:pt x="3926" y="1776"/>
                  </a:lnTo>
                  <a:lnTo>
                    <a:pt x="3230" y="161"/>
                  </a:lnTo>
                  <a:cubicBezTo>
                    <a:pt x="3185" y="63"/>
                    <a:pt x="3087" y="0"/>
                    <a:pt x="29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6"/>
            <p:cNvSpPr/>
            <p:nvPr/>
          </p:nvSpPr>
          <p:spPr>
            <a:xfrm>
              <a:off x="7978152" y="219016"/>
              <a:ext cx="57698" cy="557063"/>
            </a:xfrm>
            <a:custGeom>
              <a:avLst/>
              <a:gdLst/>
              <a:ahLst/>
              <a:cxnLst/>
              <a:rect l="l" t="t" r="r" b="b"/>
              <a:pathLst>
                <a:path w="1072" h="10350" extrusionOk="0">
                  <a:moveTo>
                    <a:pt x="536" y="1"/>
                  </a:moveTo>
                  <a:cubicBezTo>
                    <a:pt x="242" y="1"/>
                    <a:pt x="1" y="242"/>
                    <a:pt x="1" y="536"/>
                  </a:cubicBezTo>
                  <a:cubicBezTo>
                    <a:pt x="1" y="831"/>
                    <a:pt x="242" y="1063"/>
                    <a:pt x="536" y="1063"/>
                  </a:cubicBezTo>
                  <a:cubicBezTo>
                    <a:pt x="830" y="1063"/>
                    <a:pt x="1071" y="831"/>
                    <a:pt x="1071" y="536"/>
                  </a:cubicBezTo>
                  <a:cubicBezTo>
                    <a:pt x="1071" y="242"/>
                    <a:pt x="830" y="1"/>
                    <a:pt x="536" y="1"/>
                  </a:cubicBezTo>
                  <a:close/>
                  <a:moveTo>
                    <a:pt x="536" y="2320"/>
                  </a:moveTo>
                  <a:cubicBezTo>
                    <a:pt x="242" y="2320"/>
                    <a:pt x="1" y="2561"/>
                    <a:pt x="1" y="2856"/>
                  </a:cubicBezTo>
                  <a:cubicBezTo>
                    <a:pt x="1" y="3150"/>
                    <a:pt x="242" y="3382"/>
                    <a:pt x="536" y="3382"/>
                  </a:cubicBezTo>
                  <a:cubicBezTo>
                    <a:pt x="830" y="3382"/>
                    <a:pt x="1071" y="3150"/>
                    <a:pt x="1071" y="2856"/>
                  </a:cubicBezTo>
                  <a:cubicBezTo>
                    <a:pt x="1071" y="2561"/>
                    <a:pt x="830" y="2320"/>
                    <a:pt x="536" y="2320"/>
                  </a:cubicBezTo>
                  <a:close/>
                  <a:moveTo>
                    <a:pt x="536" y="4640"/>
                  </a:moveTo>
                  <a:cubicBezTo>
                    <a:pt x="242" y="4640"/>
                    <a:pt x="1" y="4881"/>
                    <a:pt x="1" y="5175"/>
                  </a:cubicBezTo>
                  <a:cubicBezTo>
                    <a:pt x="1" y="5470"/>
                    <a:pt x="242" y="5710"/>
                    <a:pt x="536" y="5710"/>
                  </a:cubicBezTo>
                  <a:cubicBezTo>
                    <a:pt x="830" y="5710"/>
                    <a:pt x="1071" y="5470"/>
                    <a:pt x="1071" y="5175"/>
                  </a:cubicBezTo>
                  <a:cubicBezTo>
                    <a:pt x="1071" y="4881"/>
                    <a:pt x="830" y="4640"/>
                    <a:pt x="536" y="4640"/>
                  </a:cubicBezTo>
                  <a:close/>
                  <a:moveTo>
                    <a:pt x="536" y="6968"/>
                  </a:moveTo>
                  <a:cubicBezTo>
                    <a:pt x="242" y="6968"/>
                    <a:pt x="1" y="7200"/>
                    <a:pt x="1" y="7495"/>
                  </a:cubicBezTo>
                  <a:cubicBezTo>
                    <a:pt x="1" y="7789"/>
                    <a:pt x="242" y="8030"/>
                    <a:pt x="536" y="8030"/>
                  </a:cubicBezTo>
                  <a:cubicBezTo>
                    <a:pt x="830" y="8030"/>
                    <a:pt x="1071" y="7789"/>
                    <a:pt x="1071" y="7495"/>
                  </a:cubicBezTo>
                  <a:cubicBezTo>
                    <a:pt x="1071" y="7200"/>
                    <a:pt x="830" y="6968"/>
                    <a:pt x="536" y="6968"/>
                  </a:cubicBezTo>
                  <a:close/>
                  <a:moveTo>
                    <a:pt x="536" y="9288"/>
                  </a:moveTo>
                  <a:cubicBezTo>
                    <a:pt x="242" y="9288"/>
                    <a:pt x="1" y="9520"/>
                    <a:pt x="1" y="9814"/>
                  </a:cubicBezTo>
                  <a:cubicBezTo>
                    <a:pt x="1" y="10108"/>
                    <a:pt x="242" y="10349"/>
                    <a:pt x="536" y="10349"/>
                  </a:cubicBezTo>
                  <a:cubicBezTo>
                    <a:pt x="830" y="10349"/>
                    <a:pt x="1071" y="10108"/>
                    <a:pt x="1071" y="9814"/>
                  </a:cubicBezTo>
                  <a:cubicBezTo>
                    <a:pt x="1071" y="9520"/>
                    <a:pt x="830" y="9288"/>
                    <a:pt x="536" y="92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6"/>
            <p:cNvSpPr/>
            <p:nvPr/>
          </p:nvSpPr>
          <p:spPr>
            <a:xfrm>
              <a:off x="7999304" y="247865"/>
              <a:ext cx="15393" cy="556040"/>
            </a:xfrm>
            <a:custGeom>
              <a:avLst/>
              <a:gdLst/>
              <a:ahLst/>
              <a:cxnLst/>
              <a:rect l="l" t="t" r="r" b="b"/>
              <a:pathLst>
                <a:path w="286" h="10331" extrusionOk="0">
                  <a:moveTo>
                    <a:pt x="0" y="0"/>
                  </a:moveTo>
                  <a:lnTo>
                    <a:pt x="0" y="10331"/>
                  </a:lnTo>
                  <a:lnTo>
                    <a:pt x="286" y="10331"/>
                  </a:lnTo>
                  <a:lnTo>
                    <a:pt x="2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6"/>
            <p:cNvSpPr/>
            <p:nvPr/>
          </p:nvSpPr>
          <p:spPr>
            <a:xfrm>
              <a:off x="8324823" y="381344"/>
              <a:ext cx="57698" cy="1431840"/>
            </a:xfrm>
            <a:custGeom>
              <a:avLst/>
              <a:gdLst/>
              <a:ahLst/>
              <a:cxnLst/>
              <a:rect l="l" t="t" r="r" b="b"/>
              <a:pathLst>
                <a:path w="1072" h="26603" extrusionOk="0">
                  <a:moveTo>
                    <a:pt x="536" y="0"/>
                  </a:moveTo>
                  <a:cubicBezTo>
                    <a:pt x="242" y="0"/>
                    <a:pt x="1" y="241"/>
                    <a:pt x="1" y="536"/>
                  </a:cubicBezTo>
                  <a:cubicBezTo>
                    <a:pt x="1" y="830"/>
                    <a:pt x="242" y="1062"/>
                    <a:pt x="536" y="1062"/>
                  </a:cubicBezTo>
                  <a:cubicBezTo>
                    <a:pt x="830" y="1062"/>
                    <a:pt x="1071" y="830"/>
                    <a:pt x="1071" y="536"/>
                  </a:cubicBezTo>
                  <a:cubicBezTo>
                    <a:pt x="1071" y="241"/>
                    <a:pt x="830" y="0"/>
                    <a:pt x="536" y="0"/>
                  </a:cubicBezTo>
                  <a:close/>
                  <a:moveTo>
                    <a:pt x="536" y="2320"/>
                  </a:moveTo>
                  <a:cubicBezTo>
                    <a:pt x="242" y="2320"/>
                    <a:pt x="1" y="2561"/>
                    <a:pt x="1" y="2855"/>
                  </a:cubicBezTo>
                  <a:cubicBezTo>
                    <a:pt x="1" y="3149"/>
                    <a:pt x="242" y="3381"/>
                    <a:pt x="536" y="3381"/>
                  </a:cubicBezTo>
                  <a:cubicBezTo>
                    <a:pt x="830" y="3381"/>
                    <a:pt x="1071" y="3149"/>
                    <a:pt x="1071" y="2855"/>
                  </a:cubicBezTo>
                  <a:cubicBezTo>
                    <a:pt x="1071" y="2561"/>
                    <a:pt x="830" y="2320"/>
                    <a:pt x="536" y="2320"/>
                  </a:cubicBezTo>
                  <a:close/>
                  <a:moveTo>
                    <a:pt x="536" y="4639"/>
                  </a:moveTo>
                  <a:cubicBezTo>
                    <a:pt x="242" y="4639"/>
                    <a:pt x="1" y="4880"/>
                    <a:pt x="1" y="5174"/>
                  </a:cubicBezTo>
                  <a:cubicBezTo>
                    <a:pt x="1" y="5469"/>
                    <a:pt x="242" y="5710"/>
                    <a:pt x="536" y="5710"/>
                  </a:cubicBezTo>
                  <a:cubicBezTo>
                    <a:pt x="830" y="5710"/>
                    <a:pt x="1071" y="5469"/>
                    <a:pt x="1071" y="5174"/>
                  </a:cubicBezTo>
                  <a:cubicBezTo>
                    <a:pt x="1071" y="4880"/>
                    <a:pt x="830" y="4639"/>
                    <a:pt x="536" y="4639"/>
                  </a:cubicBezTo>
                  <a:close/>
                  <a:moveTo>
                    <a:pt x="536" y="6968"/>
                  </a:moveTo>
                  <a:cubicBezTo>
                    <a:pt x="242" y="6968"/>
                    <a:pt x="1" y="7200"/>
                    <a:pt x="1" y="7494"/>
                  </a:cubicBezTo>
                  <a:cubicBezTo>
                    <a:pt x="1" y="7788"/>
                    <a:pt x="242" y="8029"/>
                    <a:pt x="536" y="8029"/>
                  </a:cubicBezTo>
                  <a:cubicBezTo>
                    <a:pt x="830" y="8029"/>
                    <a:pt x="1071" y="7788"/>
                    <a:pt x="1071" y="7494"/>
                  </a:cubicBezTo>
                  <a:cubicBezTo>
                    <a:pt x="1071" y="7200"/>
                    <a:pt x="830" y="6968"/>
                    <a:pt x="536" y="6968"/>
                  </a:cubicBezTo>
                  <a:close/>
                  <a:moveTo>
                    <a:pt x="536" y="9287"/>
                  </a:moveTo>
                  <a:cubicBezTo>
                    <a:pt x="242" y="9287"/>
                    <a:pt x="1" y="9519"/>
                    <a:pt x="1" y="9813"/>
                  </a:cubicBezTo>
                  <a:cubicBezTo>
                    <a:pt x="1" y="10108"/>
                    <a:pt x="242" y="10349"/>
                    <a:pt x="536" y="10349"/>
                  </a:cubicBezTo>
                  <a:cubicBezTo>
                    <a:pt x="830" y="10349"/>
                    <a:pt x="1071" y="10108"/>
                    <a:pt x="1071" y="9813"/>
                  </a:cubicBezTo>
                  <a:cubicBezTo>
                    <a:pt x="1071" y="9519"/>
                    <a:pt x="830" y="9287"/>
                    <a:pt x="536" y="9287"/>
                  </a:cubicBezTo>
                  <a:close/>
                  <a:moveTo>
                    <a:pt x="536" y="11607"/>
                  </a:moveTo>
                  <a:cubicBezTo>
                    <a:pt x="242" y="11607"/>
                    <a:pt x="1" y="11847"/>
                    <a:pt x="1" y="12142"/>
                  </a:cubicBezTo>
                  <a:cubicBezTo>
                    <a:pt x="1" y="12436"/>
                    <a:pt x="242" y="12668"/>
                    <a:pt x="536" y="12668"/>
                  </a:cubicBezTo>
                  <a:cubicBezTo>
                    <a:pt x="830" y="12668"/>
                    <a:pt x="1071" y="12436"/>
                    <a:pt x="1071" y="12142"/>
                  </a:cubicBezTo>
                  <a:cubicBezTo>
                    <a:pt x="1071" y="11847"/>
                    <a:pt x="830" y="11607"/>
                    <a:pt x="536" y="11607"/>
                  </a:cubicBezTo>
                  <a:close/>
                  <a:moveTo>
                    <a:pt x="536" y="13926"/>
                  </a:moveTo>
                  <a:cubicBezTo>
                    <a:pt x="242" y="13926"/>
                    <a:pt x="1" y="14167"/>
                    <a:pt x="1" y="14461"/>
                  </a:cubicBezTo>
                  <a:cubicBezTo>
                    <a:pt x="1" y="14756"/>
                    <a:pt x="242" y="14988"/>
                    <a:pt x="536" y="14988"/>
                  </a:cubicBezTo>
                  <a:cubicBezTo>
                    <a:pt x="830" y="14988"/>
                    <a:pt x="1071" y="14756"/>
                    <a:pt x="1071" y="14461"/>
                  </a:cubicBezTo>
                  <a:cubicBezTo>
                    <a:pt x="1071" y="14167"/>
                    <a:pt x="830" y="13926"/>
                    <a:pt x="536" y="13926"/>
                  </a:cubicBezTo>
                  <a:close/>
                  <a:moveTo>
                    <a:pt x="536" y="16245"/>
                  </a:moveTo>
                  <a:cubicBezTo>
                    <a:pt x="242" y="16245"/>
                    <a:pt x="1" y="16486"/>
                    <a:pt x="1" y="16781"/>
                  </a:cubicBezTo>
                  <a:cubicBezTo>
                    <a:pt x="1" y="17075"/>
                    <a:pt x="242" y="17316"/>
                    <a:pt x="536" y="17316"/>
                  </a:cubicBezTo>
                  <a:cubicBezTo>
                    <a:pt x="830" y="17316"/>
                    <a:pt x="1071" y="17075"/>
                    <a:pt x="1071" y="16781"/>
                  </a:cubicBezTo>
                  <a:cubicBezTo>
                    <a:pt x="1071" y="16486"/>
                    <a:pt x="830" y="16245"/>
                    <a:pt x="536" y="16245"/>
                  </a:cubicBezTo>
                  <a:close/>
                  <a:moveTo>
                    <a:pt x="536" y="18574"/>
                  </a:moveTo>
                  <a:cubicBezTo>
                    <a:pt x="242" y="18574"/>
                    <a:pt x="1" y="18806"/>
                    <a:pt x="1" y="19100"/>
                  </a:cubicBezTo>
                  <a:cubicBezTo>
                    <a:pt x="1" y="19395"/>
                    <a:pt x="242" y="19635"/>
                    <a:pt x="536" y="19635"/>
                  </a:cubicBezTo>
                  <a:cubicBezTo>
                    <a:pt x="830" y="19635"/>
                    <a:pt x="1071" y="19395"/>
                    <a:pt x="1071" y="19100"/>
                  </a:cubicBezTo>
                  <a:cubicBezTo>
                    <a:pt x="1071" y="18806"/>
                    <a:pt x="830" y="18574"/>
                    <a:pt x="536" y="18574"/>
                  </a:cubicBezTo>
                  <a:close/>
                  <a:moveTo>
                    <a:pt x="536" y="20893"/>
                  </a:moveTo>
                  <a:cubicBezTo>
                    <a:pt x="242" y="20893"/>
                    <a:pt x="1" y="21134"/>
                    <a:pt x="1" y="21420"/>
                  </a:cubicBezTo>
                  <a:cubicBezTo>
                    <a:pt x="1" y="21714"/>
                    <a:pt x="242" y="21955"/>
                    <a:pt x="536" y="21955"/>
                  </a:cubicBezTo>
                  <a:cubicBezTo>
                    <a:pt x="830" y="21955"/>
                    <a:pt x="1071" y="21714"/>
                    <a:pt x="1071" y="21420"/>
                  </a:cubicBezTo>
                  <a:cubicBezTo>
                    <a:pt x="1071" y="21134"/>
                    <a:pt x="830" y="20893"/>
                    <a:pt x="536" y="20893"/>
                  </a:cubicBezTo>
                  <a:close/>
                  <a:moveTo>
                    <a:pt x="536" y="23213"/>
                  </a:moveTo>
                  <a:cubicBezTo>
                    <a:pt x="242" y="23213"/>
                    <a:pt x="1" y="23454"/>
                    <a:pt x="1" y="23748"/>
                  </a:cubicBezTo>
                  <a:cubicBezTo>
                    <a:pt x="1" y="24042"/>
                    <a:pt x="242" y="24274"/>
                    <a:pt x="536" y="24274"/>
                  </a:cubicBezTo>
                  <a:cubicBezTo>
                    <a:pt x="830" y="24274"/>
                    <a:pt x="1071" y="24042"/>
                    <a:pt x="1071" y="23748"/>
                  </a:cubicBezTo>
                  <a:cubicBezTo>
                    <a:pt x="1071" y="23454"/>
                    <a:pt x="830" y="23213"/>
                    <a:pt x="536" y="23213"/>
                  </a:cubicBezTo>
                  <a:close/>
                  <a:moveTo>
                    <a:pt x="536" y="25532"/>
                  </a:moveTo>
                  <a:cubicBezTo>
                    <a:pt x="242" y="25532"/>
                    <a:pt x="1" y="25773"/>
                    <a:pt x="1" y="26067"/>
                  </a:cubicBezTo>
                  <a:cubicBezTo>
                    <a:pt x="1" y="26362"/>
                    <a:pt x="242" y="26603"/>
                    <a:pt x="536" y="26603"/>
                  </a:cubicBezTo>
                  <a:cubicBezTo>
                    <a:pt x="830" y="26603"/>
                    <a:pt x="1071" y="26362"/>
                    <a:pt x="1071" y="26067"/>
                  </a:cubicBezTo>
                  <a:cubicBezTo>
                    <a:pt x="1071" y="25773"/>
                    <a:pt x="830" y="25532"/>
                    <a:pt x="536" y="2553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6"/>
            <p:cNvSpPr/>
            <p:nvPr/>
          </p:nvSpPr>
          <p:spPr>
            <a:xfrm>
              <a:off x="8345975" y="410139"/>
              <a:ext cx="15393" cy="1481787"/>
            </a:xfrm>
            <a:custGeom>
              <a:avLst/>
              <a:gdLst/>
              <a:ahLst/>
              <a:cxnLst/>
              <a:rect l="l" t="t" r="r" b="b"/>
              <a:pathLst>
                <a:path w="286" h="27531" extrusionOk="0">
                  <a:moveTo>
                    <a:pt x="0" y="1"/>
                  </a:moveTo>
                  <a:lnTo>
                    <a:pt x="0" y="27531"/>
                  </a:lnTo>
                  <a:lnTo>
                    <a:pt x="286" y="27531"/>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6"/>
            <p:cNvSpPr/>
            <p:nvPr/>
          </p:nvSpPr>
          <p:spPr>
            <a:xfrm>
              <a:off x="8124119" y="1872658"/>
              <a:ext cx="459590" cy="239672"/>
            </a:xfrm>
            <a:custGeom>
              <a:avLst/>
              <a:gdLst/>
              <a:ahLst/>
              <a:cxnLst/>
              <a:rect l="l" t="t" r="r" b="b"/>
              <a:pathLst>
                <a:path w="8539" h="4453" extrusionOk="0">
                  <a:moveTo>
                    <a:pt x="4265" y="376"/>
                  </a:moveTo>
                  <a:cubicBezTo>
                    <a:pt x="4729" y="724"/>
                    <a:pt x="6094" y="1446"/>
                    <a:pt x="7048" y="1749"/>
                  </a:cubicBezTo>
                  <a:cubicBezTo>
                    <a:pt x="7566" y="1910"/>
                    <a:pt x="7941" y="2311"/>
                    <a:pt x="8065" y="2847"/>
                  </a:cubicBezTo>
                  <a:cubicBezTo>
                    <a:pt x="8181" y="3320"/>
                    <a:pt x="8074" y="3810"/>
                    <a:pt x="7798" y="4122"/>
                  </a:cubicBezTo>
                  <a:lnTo>
                    <a:pt x="741" y="4122"/>
                  </a:lnTo>
                  <a:cubicBezTo>
                    <a:pt x="465" y="3810"/>
                    <a:pt x="358" y="3320"/>
                    <a:pt x="465" y="2847"/>
                  </a:cubicBezTo>
                  <a:cubicBezTo>
                    <a:pt x="598" y="2311"/>
                    <a:pt x="964" y="1910"/>
                    <a:pt x="1482" y="1749"/>
                  </a:cubicBezTo>
                  <a:cubicBezTo>
                    <a:pt x="2436" y="1446"/>
                    <a:pt x="3810" y="724"/>
                    <a:pt x="4265" y="376"/>
                  </a:cubicBezTo>
                  <a:close/>
                  <a:moveTo>
                    <a:pt x="4265" y="1"/>
                  </a:moveTo>
                  <a:cubicBezTo>
                    <a:pt x="4220" y="10"/>
                    <a:pt x="4167" y="28"/>
                    <a:pt x="4140" y="72"/>
                  </a:cubicBezTo>
                  <a:cubicBezTo>
                    <a:pt x="3988" y="188"/>
                    <a:pt x="2588" y="1054"/>
                    <a:pt x="1384" y="1428"/>
                  </a:cubicBezTo>
                  <a:cubicBezTo>
                    <a:pt x="750" y="1633"/>
                    <a:pt x="295" y="2115"/>
                    <a:pt x="144" y="2766"/>
                  </a:cubicBezTo>
                  <a:cubicBezTo>
                    <a:pt x="1" y="3382"/>
                    <a:pt x="161" y="4024"/>
                    <a:pt x="554" y="4408"/>
                  </a:cubicBezTo>
                  <a:cubicBezTo>
                    <a:pt x="590" y="4435"/>
                    <a:pt x="625" y="4452"/>
                    <a:pt x="670" y="4452"/>
                  </a:cubicBezTo>
                  <a:lnTo>
                    <a:pt x="7860" y="4452"/>
                  </a:lnTo>
                  <a:cubicBezTo>
                    <a:pt x="7905" y="4452"/>
                    <a:pt x="7949" y="4435"/>
                    <a:pt x="7976" y="4408"/>
                  </a:cubicBezTo>
                  <a:cubicBezTo>
                    <a:pt x="8369" y="4024"/>
                    <a:pt x="8538" y="3382"/>
                    <a:pt x="8387" y="2775"/>
                  </a:cubicBezTo>
                  <a:cubicBezTo>
                    <a:pt x="8235" y="2115"/>
                    <a:pt x="7789" y="1633"/>
                    <a:pt x="7147" y="1428"/>
                  </a:cubicBezTo>
                  <a:cubicBezTo>
                    <a:pt x="5951" y="1054"/>
                    <a:pt x="4542" y="188"/>
                    <a:pt x="4399" y="72"/>
                  </a:cubicBezTo>
                  <a:cubicBezTo>
                    <a:pt x="4372" y="28"/>
                    <a:pt x="4319" y="1"/>
                    <a:pt x="42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6"/>
            <p:cNvSpPr/>
            <p:nvPr/>
          </p:nvSpPr>
          <p:spPr>
            <a:xfrm>
              <a:off x="8222560" y="1872658"/>
              <a:ext cx="262708" cy="239672"/>
            </a:xfrm>
            <a:custGeom>
              <a:avLst/>
              <a:gdLst/>
              <a:ahLst/>
              <a:cxnLst/>
              <a:rect l="l" t="t" r="r" b="b"/>
              <a:pathLst>
                <a:path w="4881" h="4453" extrusionOk="0">
                  <a:moveTo>
                    <a:pt x="2436" y="456"/>
                  </a:moveTo>
                  <a:cubicBezTo>
                    <a:pt x="2730" y="822"/>
                    <a:pt x="3373" y="1446"/>
                    <a:pt x="3846" y="1732"/>
                  </a:cubicBezTo>
                  <a:cubicBezTo>
                    <a:pt x="4381" y="2053"/>
                    <a:pt x="4532" y="3435"/>
                    <a:pt x="4229" y="4122"/>
                  </a:cubicBezTo>
                  <a:lnTo>
                    <a:pt x="643" y="4122"/>
                  </a:lnTo>
                  <a:cubicBezTo>
                    <a:pt x="349" y="3435"/>
                    <a:pt x="491" y="2053"/>
                    <a:pt x="1027" y="1732"/>
                  </a:cubicBezTo>
                  <a:cubicBezTo>
                    <a:pt x="1508" y="1446"/>
                    <a:pt x="2142" y="822"/>
                    <a:pt x="2436" y="456"/>
                  </a:cubicBezTo>
                  <a:close/>
                  <a:moveTo>
                    <a:pt x="2436" y="1"/>
                  </a:moveTo>
                  <a:cubicBezTo>
                    <a:pt x="2374" y="1"/>
                    <a:pt x="2311" y="46"/>
                    <a:pt x="2284" y="108"/>
                  </a:cubicBezTo>
                  <a:cubicBezTo>
                    <a:pt x="2204" y="233"/>
                    <a:pt x="1473" y="1080"/>
                    <a:pt x="857" y="1446"/>
                  </a:cubicBezTo>
                  <a:cubicBezTo>
                    <a:pt x="81" y="1910"/>
                    <a:pt x="1" y="3632"/>
                    <a:pt x="393" y="4363"/>
                  </a:cubicBezTo>
                  <a:cubicBezTo>
                    <a:pt x="429" y="4417"/>
                    <a:pt x="482" y="4452"/>
                    <a:pt x="545" y="4452"/>
                  </a:cubicBezTo>
                  <a:lnTo>
                    <a:pt x="4336" y="4452"/>
                  </a:lnTo>
                  <a:cubicBezTo>
                    <a:pt x="4399" y="4452"/>
                    <a:pt x="4452" y="4417"/>
                    <a:pt x="4479" y="4363"/>
                  </a:cubicBezTo>
                  <a:cubicBezTo>
                    <a:pt x="4880" y="3632"/>
                    <a:pt x="4800" y="1910"/>
                    <a:pt x="4015" y="1446"/>
                  </a:cubicBezTo>
                  <a:cubicBezTo>
                    <a:pt x="3400" y="1080"/>
                    <a:pt x="2668" y="233"/>
                    <a:pt x="2597" y="108"/>
                  </a:cubicBezTo>
                  <a:cubicBezTo>
                    <a:pt x="2570" y="46"/>
                    <a:pt x="2507" y="1"/>
                    <a:pt x="24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16"/>
            <p:cNvSpPr/>
            <p:nvPr/>
          </p:nvSpPr>
          <p:spPr>
            <a:xfrm>
              <a:off x="8124119" y="2517990"/>
              <a:ext cx="459590" cy="239187"/>
            </a:xfrm>
            <a:custGeom>
              <a:avLst/>
              <a:gdLst/>
              <a:ahLst/>
              <a:cxnLst/>
              <a:rect l="l" t="t" r="r" b="b"/>
              <a:pathLst>
                <a:path w="8539" h="4444" extrusionOk="0">
                  <a:moveTo>
                    <a:pt x="7798" y="331"/>
                  </a:moveTo>
                  <a:cubicBezTo>
                    <a:pt x="8074" y="634"/>
                    <a:pt x="8181" y="1125"/>
                    <a:pt x="8065" y="1606"/>
                  </a:cubicBezTo>
                  <a:cubicBezTo>
                    <a:pt x="7941" y="2142"/>
                    <a:pt x="7566" y="2543"/>
                    <a:pt x="7048" y="2704"/>
                  </a:cubicBezTo>
                  <a:cubicBezTo>
                    <a:pt x="6103" y="3007"/>
                    <a:pt x="4729" y="3730"/>
                    <a:pt x="4265" y="4069"/>
                  </a:cubicBezTo>
                  <a:cubicBezTo>
                    <a:pt x="3801" y="3721"/>
                    <a:pt x="2436" y="3007"/>
                    <a:pt x="1482" y="2704"/>
                  </a:cubicBezTo>
                  <a:cubicBezTo>
                    <a:pt x="964" y="2543"/>
                    <a:pt x="598" y="2142"/>
                    <a:pt x="465" y="1606"/>
                  </a:cubicBezTo>
                  <a:cubicBezTo>
                    <a:pt x="358" y="1134"/>
                    <a:pt x="465" y="643"/>
                    <a:pt x="741" y="331"/>
                  </a:cubicBezTo>
                  <a:close/>
                  <a:moveTo>
                    <a:pt x="670" y="1"/>
                  </a:moveTo>
                  <a:cubicBezTo>
                    <a:pt x="625" y="1"/>
                    <a:pt x="590" y="19"/>
                    <a:pt x="554" y="45"/>
                  </a:cubicBezTo>
                  <a:cubicBezTo>
                    <a:pt x="161" y="429"/>
                    <a:pt x="1" y="1071"/>
                    <a:pt x="144" y="1678"/>
                  </a:cubicBezTo>
                  <a:cubicBezTo>
                    <a:pt x="295" y="2329"/>
                    <a:pt x="750" y="2820"/>
                    <a:pt x="1384" y="3025"/>
                  </a:cubicBezTo>
                  <a:cubicBezTo>
                    <a:pt x="2588" y="3400"/>
                    <a:pt x="3988" y="4256"/>
                    <a:pt x="4140" y="4381"/>
                  </a:cubicBezTo>
                  <a:cubicBezTo>
                    <a:pt x="4167" y="4417"/>
                    <a:pt x="4212" y="4443"/>
                    <a:pt x="4265" y="4443"/>
                  </a:cubicBezTo>
                  <a:cubicBezTo>
                    <a:pt x="4319" y="4443"/>
                    <a:pt x="4363" y="4426"/>
                    <a:pt x="4399" y="4381"/>
                  </a:cubicBezTo>
                  <a:cubicBezTo>
                    <a:pt x="4542" y="4265"/>
                    <a:pt x="5951" y="3400"/>
                    <a:pt x="7147" y="3025"/>
                  </a:cubicBezTo>
                  <a:cubicBezTo>
                    <a:pt x="7789" y="2820"/>
                    <a:pt x="8235" y="2329"/>
                    <a:pt x="8387" y="1678"/>
                  </a:cubicBezTo>
                  <a:cubicBezTo>
                    <a:pt x="8538" y="1071"/>
                    <a:pt x="8369" y="429"/>
                    <a:pt x="7976" y="45"/>
                  </a:cubicBezTo>
                  <a:cubicBezTo>
                    <a:pt x="7949" y="19"/>
                    <a:pt x="7905" y="1"/>
                    <a:pt x="7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6"/>
            <p:cNvSpPr/>
            <p:nvPr/>
          </p:nvSpPr>
          <p:spPr>
            <a:xfrm>
              <a:off x="8222560" y="2517990"/>
              <a:ext cx="262708" cy="239187"/>
            </a:xfrm>
            <a:custGeom>
              <a:avLst/>
              <a:gdLst/>
              <a:ahLst/>
              <a:cxnLst/>
              <a:rect l="l" t="t" r="r" b="b"/>
              <a:pathLst>
                <a:path w="4881" h="4444" extrusionOk="0">
                  <a:moveTo>
                    <a:pt x="4229" y="331"/>
                  </a:moveTo>
                  <a:cubicBezTo>
                    <a:pt x="4532" y="1018"/>
                    <a:pt x="4381" y="2400"/>
                    <a:pt x="3846" y="2722"/>
                  </a:cubicBezTo>
                  <a:cubicBezTo>
                    <a:pt x="3373" y="3007"/>
                    <a:pt x="2730" y="3632"/>
                    <a:pt x="2436" y="3997"/>
                  </a:cubicBezTo>
                  <a:cubicBezTo>
                    <a:pt x="2142" y="3632"/>
                    <a:pt x="1508" y="3007"/>
                    <a:pt x="1027" y="2722"/>
                  </a:cubicBezTo>
                  <a:cubicBezTo>
                    <a:pt x="491" y="2400"/>
                    <a:pt x="349" y="1018"/>
                    <a:pt x="643" y="331"/>
                  </a:cubicBezTo>
                  <a:close/>
                  <a:moveTo>
                    <a:pt x="545" y="1"/>
                  </a:moveTo>
                  <a:cubicBezTo>
                    <a:pt x="482" y="1"/>
                    <a:pt x="429" y="36"/>
                    <a:pt x="393" y="90"/>
                  </a:cubicBezTo>
                  <a:cubicBezTo>
                    <a:pt x="1" y="821"/>
                    <a:pt x="81" y="2534"/>
                    <a:pt x="857" y="3007"/>
                  </a:cubicBezTo>
                  <a:cubicBezTo>
                    <a:pt x="1473" y="3373"/>
                    <a:pt x="2204" y="4220"/>
                    <a:pt x="2284" y="4345"/>
                  </a:cubicBezTo>
                  <a:cubicBezTo>
                    <a:pt x="2311" y="4408"/>
                    <a:pt x="2374" y="4443"/>
                    <a:pt x="2436" y="4443"/>
                  </a:cubicBezTo>
                  <a:cubicBezTo>
                    <a:pt x="2507" y="4443"/>
                    <a:pt x="2570" y="4408"/>
                    <a:pt x="2597" y="4345"/>
                  </a:cubicBezTo>
                  <a:cubicBezTo>
                    <a:pt x="2668" y="4220"/>
                    <a:pt x="3400" y="3373"/>
                    <a:pt x="4015" y="3007"/>
                  </a:cubicBezTo>
                  <a:cubicBezTo>
                    <a:pt x="4800" y="2534"/>
                    <a:pt x="4880" y="821"/>
                    <a:pt x="4479" y="90"/>
                  </a:cubicBezTo>
                  <a:cubicBezTo>
                    <a:pt x="4452" y="36"/>
                    <a:pt x="4399" y="1"/>
                    <a:pt x="43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16"/>
            <p:cNvSpPr/>
            <p:nvPr/>
          </p:nvSpPr>
          <p:spPr>
            <a:xfrm>
              <a:off x="8089565" y="2117066"/>
              <a:ext cx="528698" cy="395703"/>
            </a:xfrm>
            <a:custGeom>
              <a:avLst/>
              <a:gdLst/>
              <a:ahLst/>
              <a:cxnLst/>
              <a:rect l="l" t="t" r="r" b="b"/>
              <a:pathLst>
                <a:path w="9823" h="7352" extrusionOk="0">
                  <a:moveTo>
                    <a:pt x="8217" y="340"/>
                  </a:moveTo>
                  <a:cubicBezTo>
                    <a:pt x="8235" y="375"/>
                    <a:pt x="8270" y="429"/>
                    <a:pt x="8306" y="491"/>
                  </a:cubicBezTo>
                  <a:cubicBezTo>
                    <a:pt x="8377" y="598"/>
                    <a:pt x="8449" y="714"/>
                    <a:pt x="8538" y="839"/>
                  </a:cubicBezTo>
                  <a:cubicBezTo>
                    <a:pt x="8939" y="1419"/>
                    <a:pt x="9484" y="2213"/>
                    <a:pt x="9484" y="3676"/>
                  </a:cubicBezTo>
                  <a:cubicBezTo>
                    <a:pt x="9484" y="5139"/>
                    <a:pt x="8939" y="5942"/>
                    <a:pt x="8538" y="6522"/>
                  </a:cubicBezTo>
                  <a:cubicBezTo>
                    <a:pt x="8449" y="6647"/>
                    <a:pt x="8377" y="6763"/>
                    <a:pt x="8306" y="6870"/>
                  </a:cubicBezTo>
                  <a:cubicBezTo>
                    <a:pt x="8270" y="6932"/>
                    <a:pt x="8235" y="6986"/>
                    <a:pt x="8217" y="7022"/>
                  </a:cubicBezTo>
                  <a:lnTo>
                    <a:pt x="1606" y="7022"/>
                  </a:lnTo>
                  <a:cubicBezTo>
                    <a:pt x="1579" y="6986"/>
                    <a:pt x="1544" y="6932"/>
                    <a:pt x="1508" y="6870"/>
                  </a:cubicBezTo>
                  <a:cubicBezTo>
                    <a:pt x="1446" y="6763"/>
                    <a:pt x="1365" y="6647"/>
                    <a:pt x="1285" y="6522"/>
                  </a:cubicBezTo>
                  <a:cubicBezTo>
                    <a:pt x="884" y="5942"/>
                    <a:pt x="331" y="5139"/>
                    <a:pt x="331" y="3676"/>
                  </a:cubicBezTo>
                  <a:cubicBezTo>
                    <a:pt x="331" y="2213"/>
                    <a:pt x="884" y="1419"/>
                    <a:pt x="1285" y="839"/>
                  </a:cubicBezTo>
                  <a:cubicBezTo>
                    <a:pt x="1365" y="714"/>
                    <a:pt x="1446" y="598"/>
                    <a:pt x="1508" y="491"/>
                  </a:cubicBezTo>
                  <a:cubicBezTo>
                    <a:pt x="1544" y="429"/>
                    <a:pt x="1579" y="375"/>
                    <a:pt x="1606" y="340"/>
                  </a:cubicBezTo>
                  <a:close/>
                  <a:moveTo>
                    <a:pt x="1517" y="1"/>
                  </a:moveTo>
                  <a:cubicBezTo>
                    <a:pt x="1464" y="1"/>
                    <a:pt x="1410" y="27"/>
                    <a:pt x="1374" y="81"/>
                  </a:cubicBezTo>
                  <a:cubicBezTo>
                    <a:pt x="1374" y="81"/>
                    <a:pt x="1321" y="161"/>
                    <a:pt x="1223" y="322"/>
                  </a:cubicBezTo>
                  <a:cubicBezTo>
                    <a:pt x="1169" y="420"/>
                    <a:pt x="1089" y="527"/>
                    <a:pt x="1009" y="652"/>
                  </a:cubicBezTo>
                  <a:cubicBezTo>
                    <a:pt x="607" y="1232"/>
                    <a:pt x="0" y="2115"/>
                    <a:pt x="0" y="3676"/>
                  </a:cubicBezTo>
                  <a:cubicBezTo>
                    <a:pt x="0" y="5246"/>
                    <a:pt x="607" y="6129"/>
                    <a:pt x="1009" y="6709"/>
                  </a:cubicBezTo>
                  <a:cubicBezTo>
                    <a:pt x="1089" y="6834"/>
                    <a:pt x="1169" y="6941"/>
                    <a:pt x="1223" y="7039"/>
                  </a:cubicBezTo>
                  <a:cubicBezTo>
                    <a:pt x="1321" y="7191"/>
                    <a:pt x="1374" y="7280"/>
                    <a:pt x="1374" y="7280"/>
                  </a:cubicBezTo>
                  <a:cubicBezTo>
                    <a:pt x="1410" y="7325"/>
                    <a:pt x="1464" y="7352"/>
                    <a:pt x="1517" y="7352"/>
                  </a:cubicBezTo>
                  <a:lnTo>
                    <a:pt x="8306" y="7352"/>
                  </a:lnTo>
                  <a:cubicBezTo>
                    <a:pt x="8359" y="7352"/>
                    <a:pt x="8413" y="7325"/>
                    <a:pt x="8440" y="7280"/>
                  </a:cubicBezTo>
                  <a:cubicBezTo>
                    <a:pt x="8440" y="7280"/>
                    <a:pt x="8502" y="7191"/>
                    <a:pt x="8591" y="7039"/>
                  </a:cubicBezTo>
                  <a:cubicBezTo>
                    <a:pt x="8654" y="6941"/>
                    <a:pt x="8725" y="6834"/>
                    <a:pt x="8814" y="6709"/>
                  </a:cubicBezTo>
                  <a:cubicBezTo>
                    <a:pt x="9216" y="6129"/>
                    <a:pt x="9823" y="5246"/>
                    <a:pt x="9823" y="3676"/>
                  </a:cubicBezTo>
                  <a:cubicBezTo>
                    <a:pt x="9823" y="2115"/>
                    <a:pt x="9216" y="1232"/>
                    <a:pt x="8814" y="652"/>
                  </a:cubicBezTo>
                  <a:cubicBezTo>
                    <a:pt x="8725" y="527"/>
                    <a:pt x="8654" y="420"/>
                    <a:pt x="8591" y="322"/>
                  </a:cubicBezTo>
                  <a:cubicBezTo>
                    <a:pt x="8502" y="161"/>
                    <a:pt x="8440" y="72"/>
                    <a:pt x="8440" y="72"/>
                  </a:cubicBezTo>
                  <a:cubicBezTo>
                    <a:pt x="8413" y="27"/>
                    <a:pt x="8359" y="1"/>
                    <a:pt x="83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6"/>
            <p:cNvSpPr/>
            <p:nvPr/>
          </p:nvSpPr>
          <p:spPr>
            <a:xfrm>
              <a:off x="8205283" y="2117066"/>
              <a:ext cx="297262" cy="395703"/>
            </a:xfrm>
            <a:custGeom>
              <a:avLst/>
              <a:gdLst/>
              <a:ahLst/>
              <a:cxnLst/>
              <a:rect l="l" t="t" r="r" b="b"/>
              <a:pathLst>
                <a:path w="5523" h="7352" extrusionOk="0">
                  <a:moveTo>
                    <a:pt x="4523" y="340"/>
                  </a:moveTo>
                  <a:cubicBezTo>
                    <a:pt x="4675" y="634"/>
                    <a:pt x="5192" y="1776"/>
                    <a:pt x="5192" y="3676"/>
                  </a:cubicBezTo>
                  <a:cubicBezTo>
                    <a:pt x="5192" y="5585"/>
                    <a:pt x="4675" y="6727"/>
                    <a:pt x="4523" y="7022"/>
                  </a:cubicBezTo>
                  <a:lnTo>
                    <a:pt x="1000" y="7022"/>
                  </a:lnTo>
                  <a:cubicBezTo>
                    <a:pt x="848" y="6727"/>
                    <a:pt x="331" y="5585"/>
                    <a:pt x="331" y="3676"/>
                  </a:cubicBezTo>
                  <a:cubicBezTo>
                    <a:pt x="331" y="1776"/>
                    <a:pt x="848" y="634"/>
                    <a:pt x="1000" y="340"/>
                  </a:cubicBezTo>
                  <a:close/>
                  <a:moveTo>
                    <a:pt x="901" y="1"/>
                  </a:moveTo>
                  <a:cubicBezTo>
                    <a:pt x="839" y="1"/>
                    <a:pt x="785" y="36"/>
                    <a:pt x="759" y="81"/>
                  </a:cubicBezTo>
                  <a:cubicBezTo>
                    <a:pt x="732" y="135"/>
                    <a:pt x="0" y="1348"/>
                    <a:pt x="0" y="3676"/>
                  </a:cubicBezTo>
                  <a:cubicBezTo>
                    <a:pt x="0" y="6013"/>
                    <a:pt x="732" y="7227"/>
                    <a:pt x="759" y="7271"/>
                  </a:cubicBezTo>
                  <a:cubicBezTo>
                    <a:pt x="785" y="7325"/>
                    <a:pt x="839" y="7352"/>
                    <a:pt x="901" y="7352"/>
                  </a:cubicBezTo>
                  <a:lnTo>
                    <a:pt x="4622" y="7352"/>
                  </a:lnTo>
                  <a:cubicBezTo>
                    <a:pt x="4675" y="7352"/>
                    <a:pt x="4729" y="7325"/>
                    <a:pt x="4755" y="7271"/>
                  </a:cubicBezTo>
                  <a:cubicBezTo>
                    <a:pt x="4791" y="7227"/>
                    <a:pt x="5523" y="6013"/>
                    <a:pt x="5523" y="3676"/>
                  </a:cubicBezTo>
                  <a:cubicBezTo>
                    <a:pt x="5523" y="1348"/>
                    <a:pt x="4791" y="135"/>
                    <a:pt x="4755" y="81"/>
                  </a:cubicBezTo>
                  <a:cubicBezTo>
                    <a:pt x="4729" y="36"/>
                    <a:pt x="4675" y="1"/>
                    <a:pt x="46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6"/>
            <p:cNvSpPr/>
            <p:nvPr/>
          </p:nvSpPr>
          <p:spPr>
            <a:xfrm>
              <a:off x="8143818" y="2097852"/>
              <a:ext cx="420192" cy="35577"/>
            </a:xfrm>
            <a:custGeom>
              <a:avLst/>
              <a:gdLst/>
              <a:ahLst/>
              <a:cxnLst/>
              <a:rect l="l" t="t" r="r" b="b"/>
              <a:pathLst>
                <a:path w="7807" h="661" extrusionOk="0">
                  <a:moveTo>
                    <a:pt x="331" y="1"/>
                  </a:moveTo>
                  <a:cubicBezTo>
                    <a:pt x="143" y="1"/>
                    <a:pt x="1" y="144"/>
                    <a:pt x="1" y="331"/>
                  </a:cubicBezTo>
                  <a:cubicBezTo>
                    <a:pt x="1" y="420"/>
                    <a:pt x="36" y="500"/>
                    <a:pt x="99" y="563"/>
                  </a:cubicBezTo>
                  <a:cubicBezTo>
                    <a:pt x="152" y="625"/>
                    <a:pt x="241" y="661"/>
                    <a:pt x="331" y="661"/>
                  </a:cubicBezTo>
                  <a:lnTo>
                    <a:pt x="7476" y="661"/>
                  </a:lnTo>
                  <a:cubicBezTo>
                    <a:pt x="7655" y="661"/>
                    <a:pt x="7806" y="509"/>
                    <a:pt x="7806" y="331"/>
                  </a:cubicBezTo>
                  <a:cubicBezTo>
                    <a:pt x="7806" y="242"/>
                    <a:pt x="7771" y="153"/>
                    <a:pt x="7708" y="99"/>
                  </a:cubicBezTo>
                  <a:cubicBezTo>
                    <a:pt x="7646" y="37"/>
                    <a:pt x="7566" y="1"/>
                    <a:pt x="74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6"/>
            <p:cNvSpPr/>
            <p:nvPr/>
          </p:nvSpPr>
          <p:spPr>
            <a:xfrm>
              <a:off x="8143818" y="2497860"/>
              <a:ext cx="420192" cy="35577"/>
            </a:xfrm>
            <a:custGeom>
              <a:avLst/>
              <a:gdLst/>
              <a:ahLst/>
              <a:cxnLst/>
              <a:rect l="l" t="t" r="r" b="b"/>
              <a:pathLst>
                <a:path w="7807" h="661" extrusionOk="0">
                  <a:moveTo>
                    <a:pt x="331" y="0"/>
                  </a:moveTo>
                  <a:cubicBezTo>
                    <a:pt x="143" y="0"/>
                    <a:pt x="1" y="143"/>
                    <a:pt x="1" y="330"/>
                  </a:cubicBezTo>
                  <a:cubicBezTo>
                    <a:pt x="1" y="419"/>
                    <a:pt x="36" y="509"/>
                    <a:pt x="99" y="562"/>
                  </a:cubicBezTo>
                  <a:cubicBezTo>
                    <a:pt x="152" y="625"/>
                    <a:pt x="241" y="660"/>
                    <a:pt x="331" y="660"/>
                  </a:cubicBezTo>
                  <a:lnTo>
                    <a:pt x="7476" y="660"/>
                  </a:lnTo>
                  <a:cubicBezTo>
                    <a:pt x="7655" y="660"/>
                    <a:pt x="7806" y="517"/>
                    <a:pt x="7806" y="330"/>
                  </a:cubicBezTo>
                  <a:cubicBezTo>
                    <a:pt x="7806" y="241"/>
                    <a:pt x="7771" y="152"/>
                    <a:pt x="7708" y="98"/>
                  </a:cubicBezTo>
                  <a:cubicBezTo>
                    <a:pt x="7646" y="36"/>
                    <a:pt x="7566" y="0"/>
                    <a:pt x="74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6"/>
            <p:cNvSpPr/>
            <p:nvPr/>
          </p:nvSpPr>
          <p:spPr>
            <a:xfrm>
              <a:off x="8335856" y="1864047"/>
              <a:ext cx="35630" cy="35577"/>
            </a:xfrm>
            <a:custGeom>
              <a:avLst/>
              <a:gdLst/>
              <a:ahLst/>
              <a:cxnLst/>
              <a:rect l="l" t="t" r="r" b="b"/>
              <a:pathLst>
                <a:path w="662" h="661" extrusionOk="0">
                  <a:moveTo>
                    <a:pt x="331" y="0"/>
                  </a:moveTo>
                  <a:cubicBezTo>
                    <a:pt x="153" y="0"/>
                    <a:pt x="1" y="152"/>
                    <a:pt x="1" y="330"/>
                  </a:cubicBezTo>
                  <a:cubicBezTo>
                    <a:pt x="1" y="518"/>
                    <a:pt x="153" y="660"/>
                    <a:pt x="331" y="660"/>
                  </a:cubicBezTo>
                  <a:cubicBezTo>
                    <a:pt x="518" y="660"/>
                    <a:pt x="661" y="518"/>
                    <a:pt x="661" y="330"/>
                  </a:cubicBezTo>
                  <a:cubicBezTo>
                    <a:pt x="661" y="152"/>
                    <a:pt x="518" y="0"/>
                    <a:pt x="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16"/>
          <p:cNvGrpSpPr/>
          <p:nvPr/>
        </p:nvGrpSpPr>
        <p:grpSpPr>
          <a:xfrm>
            <a:off x="379924" y="4277151"/>
            <a:ext cx="665361" cy="656157"/>
            <a:chOff x="379924" y="4310451"/>
            <a:chExt cx="665361" cy="656157"/>
          </a:xfrm>
        </p:grpSpPr>
        <p:sp>
          <p:nvSpPr>
            <p:cNvPr id="1539" name="Google Shape;1539;p16"/>
            <p:cNvSpPr/>
            <p:nvPr/>
          </p:nvSpPr>
          <p:spPr>
            <a:xfrm>
              <a:off x="379924" y="4310451"/>
              <a:ext cx="665361" cy="656157"/>
            </a:xfrm>
            <a:custGeom>
              <a:avLst/>
              <a:gdLst/>
              <a:ahLst/>
              <a:cxnLst/>
              <a:rect l="l" t="t" r="r" b="b"/>
              <a:pathLst>
                <a:path w="46480" h="45837" extrusionOk="0">
                  <a:moveTo>
                    <a:pt x="23240" y="0"/>
                  </a:moveTo>
                  <a:cubicBezTo>
                    <a:pt x="22455" y="0"/>
                    <a:pt x="21741" y="428"/>
                    <a:pt x="21340" y="1133"/>
                  </a:cubicBezTo>
                  <a:cubicBezTo>
                    <a:pt x="20697" y="2266"/>
                    <a:pt x="17620" y="3961"/>
                    <a:pt x="14765" y="4371"/>
                  </a:cubicBezTo>
                  <a:cubicBezTo>
                    <a:pt x="12115" y="4746"/>
                    <a:pt x="10162" y="6396"/>
                    <a:pt x="9377" y="8912"/>
                  </a:cubicBezTo>
                  <a:cubicBezTo>
                    <a:pt x="6593" y="9590"/>
                    <a:pt x="4782" y="11588"/>
                    <a:pt x="4372" y="14443"/>
                  </a:cubicBezTo>
                  <a:cubicBezTo>
                    <a:pt x="3962" y="17298"/>
                    <a:pt x="2267" y="20376"/>
                    <a:pt x="1134" y="21018"/>
                  </a:cubicBezTo>
                  <a:cubicBezTo>
                    <a:pt x="429" y="21419"/>
                    <a:pt x="1" y="22133"/>
                    <a:pt x="1" y="22918"/>
                  </a:cubicBezTo>
                  <a:cubicBezTo>
                    <a:pt x="1" y="23703"/>
                    <a:pt x="429" y="24417"/>
                    <a:pt x="1134" y="24818"/>
                  </a:cubicBezTo>
                  <a:cubicBezTo>
                    <a:pt x="2267" y="25461"/>
                    <a:pt x="3962" y="28538"/>
                    <a:pt x="4372" y="31393"/>
                  </a:cubicBezTo>
                  <a:cubicBezTo>
                    <a:pt x="4773" y="34257"/>
                    <a:pt x="6593" y="36255"/>
                    <a:pt x="9377" y="36924"/>
                  </a:cubicBezTo>
                  <a:cubicBezTo>
                    <a:pt x="10162" y="39440"/>
                    <a:pt x="12115" y="41090"/>
                    <a:pt x="14765" y="41465"/>
                  </a:cubicBezTo>
                  <a:cubicBezTo>
                    <a:pt x="17620" y="41875"/>
                    <a:pt x="20697" y="43570"/>
                    <a:pt x="21340" y="44703"/>
                  </a:cubicBezTo>
                  <a:cubicBezTo>
                    <a:pt x="21750" y="45408"/>
                    <a:pt x="22455" y="45836"/>
                    <a:pt x="23249" y="45836"/>
                  </a:cubicBezTo>
                  <a:cubicBezTo>
                    <a:pt x="24034" y="45836"/>
                    <a:pt x="24748" y="45408"/>
                    <a:pt x="25149" y="44703"/>
                  </a:cubicBezTo>
                  <a:cubicBezTo>
                    <a:pt x="25791" y="43570"/>
                    <a:pt x="28869" y="41875"/>
                    <a:pt x="31724" y="41465"/>
                  </a:cubicBezTo>
                  <a:cubicBezTo>
                    <a:pt x="34373" y="41090"/>
                    <a:pt x="36327" y="39440"/>
                    <a:pt x="37112" y="36924"/>
                  </a:cubicBezTo>
                  <a:cubicBezTo>
                    <a:pt x="39896" y="36255"/>
                    <a:pt x="41707" y="34257"/>
                    <a:pt x="42117" y="31393"/>
                  </a:cubicBezTo>
                  <a:cubicBezTo>
                    <a:pt x="42527" y="28538"/>
                    <a:pt x="44222" y="25461"/>
                    <a:pt x="45355" y="24818"/>
                  </a:cubicBezTo>
                  <a:cubicBezTo>
                    <a:pt x="46060" y="24417"/>
                    <a:pt x="46479" y="23703"/>
                    <a:pt x="46479" y="22918"/>
                  </a:cubicBezTo>
                  <a:cubicBezTo>
                    <a:pt x="46479" y="22133"/>
                    <a:pt x="46060" y="21419"/>
                    <a:pt x="45355" y="21018"/>
                  </a:cubicBezTo>
                  <a:cubicBezTo>
                    <a:pt x="44222" y="20376"/>
                    <a:pt x="42527" y="17298"/>
                    <a:pt x="42117" y="14443"/>
                  </a:cubicBezTo>
                  <a:cubicBezTo>
                    <a:pt x="41707" y="11588"/>
                    <a:pt x="39896" y="9590"/>
                    <a:pt x="37112" y="8912"/>
                  </a:cubicBezTo>
                  <a:cubicBezTo>
                    <a:pt x="36327" y="6396"/>
                    <a:pt x="34373" y="4746"/>
                    <a:pt x="31724" y="4371"/>
                  </a:cubicBezTo>
                  <a:cubicBezTo>
                    <a:pt x="28869" y="3961"/>
                    <a:pt x="25791" y="2266"/>
                    <a:pt x="25149" y="1133"/>
                  </a:cubicBezTo>
                  <a:cubicBezTo>
                    <a:pt x="24739" y="428"/>
                    <a:pt x="24034" y="0"/>
                    <a:pt x="23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16"/>
            <p:cNvSpPr/>
            <p:nvPr/>
          </p:nvSpPr>
          <p:spPr>
            <a:xfrm>
              <a:off x="387711" y="4318238"/>
              <a:ext cx="649915" cy="640568"/>
            </a:xfrm>
            <a:custGeom>
              <a:avLst/>
              <a:gdLst/>
              <a:ahLst/>
              <a:cxnLst/>
              <a:rect l="l" t="t" r="r" b="b"/>
              <a:pathLst>
                <a:path w="45401" h="44748" extrusionOk="0">
                  <a:moveTo>
                    <a:pt x="22696" y="0"/>
                  </a:moveTo>
                  <a:cubicBezTo>
                    <a:pt x="22107" y="0"/>
                    <a:pt x="21572" y="321"/>
                    <a:pt x="21269" y="857"/>
                  </a:cubicBezTo>
                  <a:cubicBezTo>
                    <a:pt x="20475" y="2257"/>
                    <a:pt x="17085" y="3961"/>
                    <a:pt x="14301" y="4363"/>
                  </a:cubicBezTo>
                  <a:cubicBezTo>
                    <a:pt x="11741" y="4728"/>
                    <a:pt x="9912" y="6370"/>
                    <a:pt x="9261" y="8832"/>
                  </a:cubicBezTo>
                  <a:cubicBezTo>
                    <a:pt x="6558" y="9367"/>
                    <a:pt x="4756" y="11241"/>
                    <a:pt x="4363" y="13979"/>
                  </a:cubicBezTo>
                  <a:cubicBezTo>
                    <a:pt x="3962" y="16763"/>
                    <a:pt x="2258" y="20144"/>
                    <a:pt x="857" y="20947"/>
                  </a:cubicBezTo>
                  <a:cubicBezTo>
                    <a:pt x="322" y="21250"/>
                    <a:pt x="1" y="21785"/>
                    <a:pt x="1" y="22374"/>
                  </a:cubicBezTo>
                  <a:cubicBezTo>
                    <a:pt x="1" y="22963"/>
                    <a:pt x="322" y="23498"/>
                    <a:pt x="857" y="23801"/>
                  </a:cubicBezTo>
                  <a:cubicBezTo>
                    <a:pt x="2258" y="24604"/>
                    <a:pt x="3962" y="27994"/>
                    <a:pt x="4363" y="30769"/>
                  </a:cubicBezTo>
                  <a:cubicBezTo>
                    <a:pt x="4756" y="33507"/>
                    <a:pt x="6558" y="35381"/>
                    <a:pt x="9261" y="35916"/>
                  </a:cubicBezTo>
                  <a:cubicBezTo>
                    <a:pt x="9921" y="38378"/>
                    <a:pt x="11741" y="40020"/>
                    <a:pt x="14301" y="40386"/>
                  </a:cubicBezTo>
                  <a:cubicBezTo>
                    <a:pt x="17085" y="40787"/>
                    <a:pt x="20475" y="42491"/>
                    <a:pt x="21269" y="43891"/>
                  </a:cubicBezTo>
                  <a:cubicBezTo>
                    <a:pt x="21572" y="44427"/>
                    <a:pt x="22107" y="44748"/>
                    <a:pt x="22705" y="44748"/>
                  </a:cubicBezTo>
                  <a:cubicBezTo>
                    <a:pt x="23294" y="44748"/>
                    <a:pt x="23829" y="44427"/>
                    <a:pt x="24132" y="43891"/>
                  </a:cubicBezTo>
                  <a:cubicBezTo>
                    <a:pt x="24926" y="42491"/>
                    <a:pt x="28316" y="40787"/>
                    <a:pt x="31100" y="40386"/>
                  </a:cubicBezTo>
                  <a:cubicBezTo>
                    <a:pt x="33660" y="40020"/>
                    <a:pt x="35489" y="38378"/>
                    <a:pt x="36140" y="35916"/>
                  </a:cubicBezTo>
                  <a:cubicBezTo>
                    <a:pt x="38843" y="35381"/>
                    <a:pt x="40645" y="33507"/>
                    <a:pt x="41038" y="30778"/>
                  </a:cubicBezTo>
                  <a:cubicBezTo>
                    <a:pt x="41439" y="27994"/>
                    <a:pt x="43143" y="24604"/>
                    <a:pt x="44544" y="23801"/>
                  </a:cubicBezTo>
                  <a:cubicBezTo>
                    <a:pt x="45079" y="23498"/>
                    <a:pt x="45400" y="22963"/>
                    <a:pt x="45400" y="22374"/>
                  </a:cubicBezTo>
                  <a:cubicBezTo>
                    <a:pt x="45400" y="21785"/>
                    <a:pt x="45079" y="21250"/>
                    <a:pt x="44544" y="20947"/>
                  </a:cubicBezTo>
                  <a:cubicBezTo>
                    <a:pt x="43143" y="20144"/>
                    <a:pt x="41439" y="16763"/>
                    <a:pt x="41038" y="13979"/>
                  </a:cubicBezTo>
                  <a:cubicBezTo>
                    <a:pt x="40645" y="11241"/>
                    <a:pt x="38843" y="9367"/>
                    <a:pt x="36140" y="8832"/>
                  </a:cubicBezTo>
                  <a:cubicBezTo>
                    <a:pt x="35480" y="6370"/>
                    <a:pt x="33660" y="4728"/>
                    <a:pt x="31100" y="4363"/>
                  </a:cubicBezTo>
                  <a:cubicBezTo>
                    <a:pt x="28316" y="3961"/>
                    <a:pt x="24926" y="2257"/>
                    <a:pt x="24132" y="857"/>
                  </a:cubicBezTo>
                  <a:cubicBezTo>
                    <a:pt x="23829" y="321"/>
                    <a:pt x="23294" y="0"/>
                    <a:pt x="226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6"/>
            <p:cNvSpPr/>
            <p:nvPr/>
          </p:nvSpPr>
          <p:spPr>
            <a:xfrm>
              <a:off x="405460" y="4336617"/>
              <a:ext cx="614414" cy="603807"/>
            </a:xfrm>
            <a:custGeom>
              <a:avLst/>
              <a:gdLst/>
              <a:ahLst/>
              <a:cxnLst/>
              <a:rect l="l" t="t" r="r" b="b"/>
              <a:pathLst>
                <a:path w="42921" h="42180" extrusionOk="0">
                  <a:moveTo>
                    <a:pt x="21460" y="1"/>
                  </a:moveTo>
                  <a:cubicBezTo>
                    <a:pt x="21351" y="1"/>
                    <a:pt x="21242" y="72"/>
                    <a:pt x="21162" y="215"/>
                  </a:cubicBezTo>
                  <a:cubicBezTo>
                    <a:pt x="20073" y="2133"/>
                    <a:pt x="16210" y="3944"/>
                    <a:pt x="13249" y="4363"/>
                  </a:cubicBezTo>
                  <a:cubicBezTo>
                    <a:pt x="10777" y="4720"/>
                    <a:pt x="9680" y="6344"/>
                    <a:pt x="9270" y="7923"/>
                  </a:cubicBezTo>
                  <a:cubicBezTo>
                    <a:pt x="9145" y="8387"/>
                    <a:pt x="8770" y="8726"/>
                    <a:pt x="8306" y="8824"/>
                  </a:cubicBezTo>
                  <a:cubicBezTo>
                    <a:pt x="6620" y="9163"/>
                    <a:pt x="4791" y="10233"/>
                    <a:pt x="4408" y="12874"/>
                  </a:cubicBezTo>
                  <a:cubicBezTo>
                    <a:pt x="3989" y="15844"/>
                    <a:pt x="2178" y="19698"/>
                    <a:pt x="260" y="20796"/>
                  </a:cubicBezTo>
                  <a:cubicBezTo>
                    <a:pt x="1" y="20947"/>
                    <a:pt x="1" y="21242"/>
                    <a:pt x="260" y="21393"/>
                  </a:cubicBezTo>
                  <a:cubicBezTo>
                    <a:pt x="2178" y="22482"/>
                    <a:pt x="3989" y="26336"/>
                    <a:pt x="4408" y="29306"/>
                  </a:cubicBezTo>
                  <a:cubicBezTo>
                    <a:pt x="4791" y="31947"/>
                    <a:pt x="6620" y="33026"/>
                    <a:pt x="8306" y="33365"/>
                  </a:cubicBezTo>
                  <a:cubicBezTo>
                    <a:pt x="8770" y="33455"/>
                    <a:pt x="9145" y="33794"/>
                    <a:pt x="9270" y="34257"/>
                  </a:cubicBezTo>
                  <a:cubicBezTo>
                    <a:pt x="9680" y="35836"/>
                    <a:pt x="10777" y="37460"/>
                    <a:pt x="13249" y="37817"/>
                  </a:cubicBezTo>
                  <a:cubicBezTo>
                    <a:pt x="16210" y="38236"/>
                    <a:pt x="20073" y="40047"/>
                    <a:pt x="21162" y="41965"/>
                  </a:cubicBezTo>
                  <a:cubicBezTo>
                    <a:pt x="21242" y="42108"/>
                    <a:pt x="21351" y="42179"/>
                    <a:pt x="21460" y="42179"/>
                  </a:cubicBezTo>
                  <a:cubicBezTo>
                    <a:pt x="21570" y="42179"/>
                    <a:pt x="21679" y="42108"/>
                    <a:pt x="21759" y="41965"/>
                  </a:cubicBezTo>
                  <a:cubicBezTo>
                    <a:pt x="22848" y="40047"/>
                    <a:pt x="26702" y="38236"/>
                    <a:pt x="29672" y="37817"/>
                  </a:cubicBezTo>
                  <a:cubicBezTo>
                    <a:pt x="32143" y="37460"/>
                    <a:pt x="33241" y="35836"/>
                    <a:pt x="33651" y="34257"/>
                  </a:cubicBezTo>
                  <a:cubicBezTo>
                    <a:pt x="33776" y="33794"/>
                    <a:pt x="34151" y="33455"/>
                    <a:pt x="34615" y="33365"/>
                  </a:cubicBezTo>
                  <a:cubicBezTo>
                    <a:pt x="36301" y="33026"/>
                    <a:pt x="38129" y="31947"/>
                    <a:pt x="38513" y="29306"/>
                  </a:cubicBezTo>
                  <a:cubicBezTo>
                    <a:pt x="38932" y="26336"/>
                    <a:pt x="40743" y="22482"/>
                    <a:pt x="42661" y="21393"/>
                  </a:cubicBezTo>
                  <a:cubicBezTo>
                    <a:pt x="42920" y="21242"/>
                    <a:pt x="42920" y="20947"/>
                    <a:pt x="42661" y="20796"/>
                  </a:cubicBezTo>
                  <a:cubicBezTo>
                    <a:pt x="40743" y="19698"/>
                    <a:pt x="38932" y="15844"/>
                    <a:pt x="38513" y="12874"/>
                  </a:cubicBezTo>
                  <a:cubicBezTo>
                    <a:pt x="38129" y="10233"/>
                    <a:pt x="36301" y="9163"/>
                    <a:pt x="34615" y="8824"/>
                  </a:cubicBezTo>
                  <a:cubicBezTo>
                    <a:pt x="34151" y="8726"/>
                    <a:pt x="33776" y="8387"/>
                    <a:pt x="33651" y="7923"/>
                  </a:cubicBezTo>
                  <a:cubicBezTo>
                    <a:pt x="33241" y="6344"/>
                    <a:pt x="32143" y="4720"/>
                    <a:pt x="29672" y="4363"/>
                  </a:cubicBezTo>
                  <a:cubicBezTo>
                    <a:pt x="26702" y="3944"/>
                    <a:pt x="22848" y="2133"/>
                    <a:pt x="21759" y="215"/>
                  </a:cubicBezTo>
                  <a:cubicBezTo>
                    <a:pt x="21679" y="72"/>
                    <a:pt x="21570" y="1"/>
                    <a:pt x="214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16"/>
          <p:cNvGrpSpPr/>
          <p:nvPr/>
        </p:nvGrpSpPr>
        <p:grpSpPr>
          <a:xfrm>
            <a:off x="3364350" y="-1644190"/>
            <a:ext cx="2415313" cy="2415313"/>
            <a:chOff x="277450" y="4273200"/>
            <a:chExt cx="870289" cy="870289"/>
          </a:xfrm>
        </p:grpSpPr>
        <p:sp>
          <p:nvSpPr>
            <p:cNvPr id="1543" name="Google Shape;1543;p16"/>
            <p:cNvSpPr/>
            <p:nvPr/>
          </p:nvSpPr>
          <p:spPr>
            <a:xfrm>
              <a:off x="325701" y="4321451"/>
              <a:ext cx="773783" cy="773783"/>
            </a:xfrm>
            <a:custGeom>
              <a:avLst/>
              <a:gdLst/>
              <a:ahLst/>
              <a:cxnLst/>
              <a:rect l="l" t="t" r="r" b="b"/>
              <a:pathLst>
                <a:path w="48076" h="48076" extrusionOk="0">
                  <a:moveTo>
                    <a:pt x="23962" y="0"/>
                  </a:moveTo>
                  <a:lnTo>
                    <a:pt x="16977" y="6985"/>
                  </a:lnTo>
                  <a:lnTo>
                    <a:pt x="7092" y="6985"/>
                  </a:lnTo>
                  <a:lnTo>
                    <a:pt x="7092" y="16870"/>
                  </a:lnTo>
                  <a:lnTo>
                    <a:pt x="0" y="23962"/>
                  </a:lnTo>
                  <a:lnTo>
                    <a:pt x="7092" y="31054"/>
                  </a:lnTo>
                  <a:lnTo>
                    <a:pt x="7092" y="41090"/>
                  </a:lnTo>
                  <a:lnTo>
                    <a:pt x="17120" y="41090"/>
                  </a:lnTo>
                  <a:lnTo>
                    <a:pt x="24114" y="48076"/>
                  </a:lnTo>
                  <a:lnTo>
                    <a:pt x="31099" y="41090"/>
                  </a:lnTo>
                  <a:lnTo>
                    <a:pt x="40983" y="41090"/>
                  </a:lnTo>
                  <a:lnTo>
                    <a:pt x="40983" y="31206"/>
                  </a:lnTo>
                  <a:lnTo>
                    <a:pt x="48076" y="24114"/>
                  </a:lnTo>
                  <a:lnTo>
                    <a:pt x="40983" y="17022"/>
                  </a:lnTo>
                  <a:lnTo>
                    <a:pt x="40983" y="6985"/>
                  </a:lnTo>
                  <a:lnTo>
                    <a:pt x="30956" y="6985"/>
                  </a:lnTo>
                  <a:lnTo>
                    <a:pt x="23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16"/>
            <p:cNvSpPr/>
            <p:nvPr/>
          </p:nvSpPr>
          <p:spPr>
            <a:xfrm>
              <a:off x="277450" y="4273200"/>
              <a:ext cx="870289" cy="870289"/>
            </a:xfrm>
            <a:custGeom>
              <a:avLst/>
              <a:gdLst/>
              <a:ahLst/>
              <a:cxnLst/>
              <a:rect l="l" t="t" r="r" b="b"/>
              <a:pathLst>
                <a:path w="54072" h="54072" extrusionOk="0">
                  <a:moveTo>
                    <a:pt x="26960" y="1410"/>
                  </a:moveTo>
                  <a:lnTo>
                    <a:pt x="34409" y="8859"/>
                  </a:lnTo>
                  <a:lnTo>
                    <a:pt x="45097" y="8859"/>
                  </a:lnTo>
                  <a:lnTo>
                    <a:pt x="45097" y="19556"/>
                  </a:lnTo>
                  <a:lnTo>
                    <a:pt x="52662" y="27112"/>
                  </a:lnTo>
                  <a:lnTo>
                    <a:pt x="45097" y="34677"/>
                  </a:lnTo>
                  <a:lnTo>
                    <a:pt x="45097" y="45212"/>
                  </a:lnTo>
                  <a:lnTo>
                    <a:pt x="34561" y="45212"/>
                  </a:lnTo>
                  <a:lnTo>
                    <a:pt x="27112" y="52662"/>
                  </a:lnTo>
                  <a:lnTo>
                    <a:pt x="19663" y="45212"/>
                  </a:lnTo>
                  <a:lnTo>
                    <a:pt x="8975" y="45212"/>
                  </a:lnTo>
                  <a:lnTo>
                    <a:pt x="8975" y="34516"/>
                  </a:lnTo>
                  <a:lnTo>
                    <a:pt x="1410" y="26960"/>
                  </a:lnTo>
                  <a:lnTo>
                    <a:pt x="8975" y="19395"/>
                  </a:lnTo>
                  <a:lnTo>
                    <a:pt x="8975" y="8859"/>
                  </a:lnTo>
                  <a:lnTo>
                    <a:pt x="19502" y="8859"/>
                  </a:lnTo>
                  <a:lnTo>
                    <a:pt x="26960" y="1410"/>
                  </a:lnTo>
                  <a:close/>
                  <a:moveTo>
                    <a:pt x="26960" y="1"/>
                  </a:moveTo>
                  <a:lnTo>
                    <a:pt x="19092" y="7860"/>
                  </a:lnTo>
                  <a:lnTo>
                    <a:pt x="7976" y="7860"/>
                  </a:lnTo>
                  <a:lnTo>
                    <a:pt x="7976" y="18985"/>
                  </a:lnTo>
                  <a:lnTo>
                    <a:pt x="1" y="26960"/>
                  </a:lnTo>
                  <a:lnTo>
                    <a:pt x="7976" y="34927"/>
                  </a:lnTo>
                  <a:lnTo>
                    <a:pt x="7976" y="46212"/>
                  </a:lnTo>
                  <a:lnTo>
                    <a:pt x="19252" y="46212"/>
                  </a:lnTo>
                  <a:lnTo>
                    <a:pt x="27112" y="54071"/>
                  </a:lnTo>
                  <a:lnTo>
                    <a:pt x="34980" y="46212"/>
                  </a:lnTo>
                  <a:lnTo>
                    <a:pt x="46096" y="46212"/>
                  </a:lnTo>
                  <a:lnTo>
                    <a:pt x="46096" y="35087"/>
                  </a:lnTo>
                  <a:lnTo>
                    <a:pt x="54071" y="27112"/>
                  </a:lnTo>
                  <a:lnTo>
                    <a:pt x="46096" y="19136"/>
                  </a:lnTo>
                  <a:lnTo>
                    <a:pt x="46096" y="7860"/>
                  </a:lnTo>
                  <a:lnTo>
                    <a:pt x="34820" y="7860"/>
                  </a:lnTo>
                  <a:lnTo>
                    <a:pt x="269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16"/>
            <p:cNvSpPr/>
            <p:nvPr/>
          </p:nvSpPr>
          <p:spPr>
            <a:xfrm>
              <a:off x="354847" y="4350742"/>
              <a:ext cx="715197" cy="715053"/>
            </a:xfrm>
            <a:custGeom>
              <a:avLst/>
              <a:gdLst/>
              <a:ahLst/>
              <a:cxnLst/>
              <a:rect l="l" t="t" r="r" b="b"/>
              <a:pathLst>
                <a:path w="44436" h="44427" extrusionOk="0">
                  <a:moveTo>
                    <a:pt x="22151" y="0"/>
                  </a:moveTo>
                  <a:lnTo>
                    <a:pt x="15692" y="6459"/>
                  </a:lnTo>
                  <a:lnTo>
                    <a:pt x="6557" y="6459"/>
                  </a:lnTo>
                  <a:lnTo>
                    <a:pt x="6557" y="15594"/>
                  </a:lnTo>
                  <a:lnTo>
                    <a:pt x="0" y="22142"/>
                  </a:lnTo>
                  <a:lnTo>
                    <a:pt x="6557" y="28699"/>
                  </a:lnTo>
                  <a:lnTo>
                    <a:pt x="6557" y="37968"/>
                  </a:lnTo>
                  <a:lnTo>
                    <a:pt x="15826" y="37968"/>
                  </a:lnTo>
                  <a:lnTo>
                    <a:pt x="22285" y="44427"/>
                  </a:lnTo>
                  <a:lnTo>
                    <a:pt x="28744" y="37968"/>
                  </a:lnTo>
                  <a:lnTo>
                    <a:pt x="37879" y="37968"/>
                  </a:lnTo>
                  <a:lnTo>
                    <a:pt x="37879" y="28833"/>
                  </a:lnTo>
                  <a:lnTo>
                    <a:pt x="44436" y="22276"/>
                  </a:lnTo>
                  <a:lnTo>
                    <a:pt x="37879" y="15728"/>
                  </a:lnTo>
                  <a:lnTo>
                    <a:pt x="37879" y="6459"/>
                  </a:lnTo>
                  <a:lnTo>
                    <a:pt x="28610" y="6459"/>
                  </a:lnTo>
                  <a:lnTo>
                    <a:pt x="22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2">
  <p:cSld name="BLANK_1_1_1_3">
    <p:spTree>
      <p:nvGrpSpPr>
        <p:cNvPr id="1" name="Shape 1546"/>
        <p:cNvGrpSpPr/>
        <p:nvPr/>
      </p:nvGrpSpPr>
      <p:grpSpPr>
        <a:xfrm>
          <a:off x="0" y="0"/>
          <a:ext cx="0" cy="0"/>
          <a:chOff x="0" y="0"/>
          <a:chExt cx="0" cy="0"/>
        </a:xfrm>
      </p:grpSpPr>
      <p:sp>
        <p:nvSpPr>
          <p:cNvPr id="1547" name="Google Shape;1547;p17"/>
          <p:cNvSpPr txBox="1">
            <a:spLocks noGrp="1"/>
          </p:cNvSpPr>
          <p:nvPr>
            <p:ph type="title"/>
          </p:nvPr>
        </p:nvSpPr>
        <p:spPr>
          <a:xfrm>
            <a:off x="2387900" y="2983100"/>
            <a:ext cx="6043500" cy="53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2400"/>
            </a:lvl1pPr>
            <a:lvl2pPr lvl="1" algn="r" rtl="0">
              <a:spcBef>
                <a:spcPts val="0"/>
              </a:spcBef>
              <a:spcAft>
                <a:spcPts val="0"/>
              </a:spcAft>
              <a:buSzPts val="3000"/>
              <a:buNone/>
              <a:defRPr sz="3000"/>
            </a:lvl2pPr>
            <a:lvl3pPr lvl="2" algn="r" rtl="0">
              <a:spcBef>
                <a:spcPts val="0"/>
              </a:spcBef>
              <a:spcAft>
                <a:spcPts val="0"/>
              </a:spcAft>
              <a:buSzPts val="3000"/>
              <a:buNone/>
              <a:defRPr sz="3000"/>
            </a:lvl3pPr>
            <a:lvl4pPr lvl="3" algn="r" rtl="0">
              <a:spcBef>
                <a:spcPts val="0"/>
              </a:spcBef>
              <a:spcAft>
                <a:spcPts val="0"/>
              </a:spcAft>
              <a:buSzPts val="3000"/>
              <a:buNone/>
              <a:defRPr sz="3000"/>
            </a:lvl4pPr>
            <a:lvl5pPr lvl="4" algn="r" rtl="0">
              <a:spcBef>
                <a:spcPts val="0"/>
              </a:spcBef>
              <a:spcAft>
                <a:spcPts val="0"/>
              </a:spcAft>
              <a:buSzPts val="3000"/>
              <a:buNone/>
              <a:defRPr sz="3000"/>
            </a:lvl5pPr>
            <a:lvl6pPr lvl="5" algn="r" rtl="0">
              <a:spcBef>
                <a:spcPts val="0"/>
              </a:spcBef>
              <a:spcAft>
                <a:spcPts val="0"/>
              </a:spcAft>
              <a:buSzPts val="3000"/>
              <a:buNone/>
              <a:defRPr sz="3000"/>
            </a:lvl6pPr>
            <a:lvl7pPr lvl="6" algn="r" rtl="0">
              <a:spcBef>
                <a:spcPts val="0"/>
              </a:spcBef>
              <a:spcAft>
                <a:spcPts val="0"/>
              </a:spcAft>
              <a:buSzPts val="3000"/>
              <a:buNone/>
              <a:defRPr sz="3000"/>
            </a:lvl7pPr>
            <a:lvl8pPr lvl="7" algn="r" rtl="0">
              <a:spcBef>
                <a:spcPts val="0"/>
              </a:spcBef>
              <a:spcAft>
                <a:spcPts val="0"/>
              </a:spcAft>
              <a:buSzPts val="3000"/>
              <a:buNone/>
              <a:defRPr sz="3000"/>
            </a:lvl8pPr>
            <a:lvl9pPr lvl="8" algn="r" rtl="0">
              <a:spcBef>
                <a:spcPts val="0"/>
              </a:spcBef>
              <a:spcAft>
                <a:spcPts val="0"/>
              </a:spcAft>
              <a:buSzPts val="3000"/>
              <a:buNone/>
              <a:defRPr sz="3000"/>
            </a:lvl9pPr>
          </a:lstStyle>
          <a:p>
            <a:endParaRPr/>
          </a:p>
        </p:txBody>
      </p:sp>
      <p:sp>
        <p:nvSpPr>
          <p:cNvPr id="1548" name="Google Shape;1548;p17"/>
          <p:cNvSpPr txBox="1">
            <a:spLocks noGrp="1"/>
          </p:cNvSpPr>
          <p:nvPr>
            <p:ph type="subTitle" idx="1"/>
          </p:nvPr>
        </p:nvSpPr>
        <p:spPr>
          <a:xfrm>
            <a:off x="2387900" y="1607075"/>
            <a:ext cx="6043500" cy="1368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500"/>
              <a:buNone/>
              <a:defRPr sz="2700"/>
            </a:lvl1pPr>
            <a:lvl2pPr lvl="1" algn="r" rtl="0">
              <a:lnSpc>
                <a:spcPct val="100000"/>
              </a:lnSpc>
              <a:spcBef>
                <a:spcPts val="0"/>
              </a:spcBef>
              <a:spcAft>
                <a:spcPts val="0"/>
              </a:spcAft>
              <a:buSzPts val="2500"/>
              <a:buNone/>
              <a:defRPr sz="2500"/>
            </a:lvl2pPr>
            <a:lvl3pPr lvl="2" algn="r" rtl="0">
              <a:lnSpc>
                <a:spcPct val="100000"/>
              </a:lnSpc>
              <a:spcBef>
                <a:spcPts val="0"/>
              </a:spcBef>
              <a:spcAft>
                <a:spcPts val="0"/>
              </a:spcAft>
              <a:buSzPts val="2500"/>
              <a:buNone/>
              <a:defRPr sz="2500"/>
            </a:lvl3pPr>
            <a:lvl4pPr lvl="3" algn="r" rtl="0">
              <a:lnSpc>
                <a:spcPct val="100000"/>
              </a:lnSpc>
              <a:spcBef>
                <a:spcPts val="0"/>
              </a:spcBef>
              <a:spcAft>
                <a:spcPts val="0"/>
              </a:spcAft>
              <a:buSzPts val="2500"/>
              <a:buNone/>
              <a:defRPr sz="2500"/>
            </a:lvl4pPr>
            <a:lvl5pPr lvl="4" algn="r" rtl="0">
              <a:lnSpc>
                <a:spcPct val="100000"/>
              </a:lnSpc>
              <a:spcBef>
                <a:spcPts val="0"/>
              </a:spcBef>
              <a:spcAft>
                <a:spcPts val="0"/>
              </a:spcAft>
              <a:buSzPts val="2500"/>
              <a:buNone/>
              <a:defRPr sz="2500"/>
            </a:lvl5pPr>
            <a:lvl6pPr lvl="5" algn="r" rtl="0">
              <a:lnSpc>
                <a:spcPct val="100000"/>
              </a:lnSpc>
              <a:spcBef>
                <a:spcPts val="0"/>
              </a:spcBef>
              <a:spcAft>
                <a:spcPts val="0"/>
              </a:spcAft>
              <a:buSzPts val="2500"/>
              <a:buNone/>
              <a:defRPr sz="2500"/>
            </a:lvl6pPr>
            <a:lvl7pPr lvl="6" algn="r" rtl="0">
              <a:lnSpc>
                <a:spcPct val="100000"/>
              </a:lnSpc>
              <a:spcBef>
                <a:spcPts val="0"/>
              </a:spcBef>
              <a:spcAft>
                <a:spcPts val="0"/>
              </a:spcAft>
              <a:buSzPts val="2500"/>
              <a:buNone/>
              <a:defRPr sz="2500"/>
            </a:lvl7pPr>
            <a:lvl8pPr lvl="7" algn="r" rtl="0">
              <a:lnSpc>
                <a:spcPct val="100000"/>
              </a:lnSpc>
              <a:spcBef>
                <a:spcPts val="0"/>
              </a:spcBef>
              <a:spcAft>
                <a:spcPts val="0"/>
              </a:spcAft>
              <a:buSzPts val="2500"/>
              <a:buNone/>
              <a:defRPr sz="2500"/>
            </a:lvl8pPr>
            <a:lvl9pPr lvl="8" algn="r" rtl="0">
              <a:lnSpc>
                <a:spcPct val="100000"/>
              </a:lnSpc>
              <a:spcBef>
                <a:spcPts val="0"/>
              </a:spcBef>
              <a:spcAft>
                <a:spcPts val="0"/>
              </a:spcAft>
              <a:buSzPts val="2500"/>
              <a:buNone/>
              <a:defRPr sz="2500"/>
            </a:lvl9pPr>
          </a:lstStyle>
          <a:p>
            <a:endParaRPr/>
          </a:p>
        </p:txBody>
      </p:sp>
      <p:grpSp>
        <p:nvGrpSpPr>
          <p:cNvPr id="1549" name="Google Shape;1549;p17"/>
          <p:cNvGrpSpPr/>
          <p:nvPr/>
        </p:nvGrpSpPr>
        <p:grpSpPr>
          <a:xfrm>
            <a:off x="4190511" y="156829"/>
            <a:ext cx="762985" cy="762897"/>
            <a:chOff x="8021087" y="4295195"/>
            <a:chExt cx="1136578" cy="1136447"/>
          </a:xfrm>
        </p:grpSpPr>
        <p:sp>
          <p:nvSpPr>
            <p:cNvPr id="1550" name="Google Shape;1550;p17"/>
            <p:cNvSpPr/>
            <p:nvPr/>
          </p:nvSpPr>
          <p:spPr>
            <a:xfrm>
              <a:off x="8084049" y="4358026"/>
              <a:ext cx="1010657" cy="1010788"/>
            </a:xfrm>
            <a:custGeom>
              <a:avLst/>
              <a:gdLst/>
              <a:ahLst/>
              <a:cxnLst/>
              <a:rect l="l" t="t" r="r" b="b"/>
              <a:pathLst>
                <a:path w="61994" h="62002" extrusionOk="0">
                  <a:moveTo>
                    <a:pt x="30903" y="1"/>
                  </a:moveTo>
                  <a:lnTo>
                    <a:pt x="21893" y="9011"/>
                  </a:lnTo>
                  <a:lnTo>
                    <a:pt x="9145" y="9011"/>
                  </a:lnTo>
                  <a:lnTo>
                    <a:pt x="9145" y="21759"/>
                  </a:lnTo>
                  <a:lnTo>
                    <a:pt x="1" y="30903"/>
                  </a:lnTo>
                  <a:lnTo>
                    <a:pt x="9145" y="40056"/>
                  </a:lnTo>
                  <a:lnTo>
                    <a:pt x="9145" y="52982"/>
                  </a:lnTo>
                  <a:lnTo>
                    <a:pt x="22080" y="52982"/>
                  </a:lnTo>
                  <a:lnTo>
                    <a:pt x="31091" y="62002"/>
                  </a:lnTo>
                  <a:lnTo>
                    <a:pt x="40101" y="52982"/>
                  </a:lnTo>
                  <a:lnTo>
                    <a:pt x="52849" y="52982"/>
                  </a:lnTo>
                  <a:lnTo>
                    <a:pt x="52849" y="40234"/>
                  </a:lnTo>
                  <a:lnTo>
                    <a:pt x="61993" y="31090"/>
                  </a:lnTo>
                  <a:lnTo>
                    <a:pt x="52849" y="21946"/>
                  </a:lnTo>
                  <a:lnTo>
                    <a:pt x="52849" y="9011"/>
                  </a:lnTo>
                  <a:lnTo>
                    <a:pt x="39914" y="9011"/>
                  </a:lnTo>
                  <a:lnTo>
                    <a:pt x="309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17"/>
            <p:cNvSpPr/>
            <p:nvPr/>
          </p:nvSpPr>
          <p:spPr>
            <a:xfrm>
              <a:off x="8021087" y="4295195"/>
              <a:ext cx="1136578" cy="1136447"/>
            </a:xfrm>
            <a:custGeom>
              <a:avLst/>
              <a:gdLst/>
              <a:ahLst/>
              <a:cxnLst/>
              <a:rect l="l" t="t" r="r" b="b"/>
              <a:pathLst>
                <a:path w="69718" h="69710" extrusionOk="0">
                  <a:moveTo>
                    <a:pt x="34756" y="1812"/>
                  </a:moveTo>
                  <a:lnTo>
                    <a:pt x="44364" y="11420"/>
                  </a:lnTo>
                  <a:lnTo>
                    <a:pt x="58147" y="11420"/>
                  </a:lnTo>
                  <a:lnTo>
                    <a:pt x="58147" y="25203"/>
                  </a:lnTo>
                  <a:lnTo>
                    <a:pt x="67898" y="34953"/>
                  </a:lnTo>
                  <a:lnTo>
                    <a:pt x="58147" y="44704"/>
                  </a:lnTo>
                  <a:lnTo>
                    <a:pt x="58147" y="58291"/>
                  </a:lnTo>
                  <a:lnTo>
                    <a:pt x="44570" y="58291"/>
                  </a:lnTo>
                  <a:lnTo>
                    <a:pt x="34962" y="67899"/>
                  </a:lnTo>
                  <a:lnTo>
                    <a:pt x="25354" y="58291"/>
                  </a:lnTo>
                  <a:lnTo>
                    <a:pt x="11571" y="58291"/>
                  </a:lnTo>
                  <a:lnTo>
                    <a:pt x="11571" y="44499"/>
                  </a:lnTo>
                  <a:lnTo>
                    <a:pt x="1820" y="34748"/>
                  </a:lnTo>
                  <a:lnTo>
                    <a:pt x="11571" y="24997"/>
                  </a:lnTo>
                  <a:lnTo>
                    <a:pt x="11571" y="11420"/>
                  </a:lnTo>
                  <a:lnTo>
                    <a:pt x="25148" y="11420"/>
                  </a:lnTo>
                  <a:lnTo>
                    <a:pt x="34756" y="1812"/>
                  </a:lnTo>
                  <a:close/>
                  <a:moveTo>
                    <a:pt x="34756" y="1"/>
                  </a:moveTo>
                  <a:lnTo>
                    <a:pt x="24622" y="10135"/>
                  </a:lnTo>
                  <a:lnTo>
                    <a:pt x="10286" y="10135"/>
                  </a:lnTo>
                  <a:lnTo>
                    <a:pt x="10286" y="24471"/>
                  </a:lnTo>
                  <a:lnTo>
                    <a:pt x="0" y="34748"/>
                  </a:lnTo>
                  <a:lnTo>
                    <a:pt x="10286" y="45034"/>
                  </a:lnTo>
                  <a:lnTo>
                    <a:pt x="10286" y="59575"/>
                  </a:lnTo>
                  <a:lnTo>
                    <a:pt x="24827" y="59575"/>
                  </a:lnTo>
                  <a:lnTo>
                    <a:pt x="34962" y="69709"/>
                  </a:lnTo>
                  <a:lnTo>
                    <a:pt x="45096" y="59575"/>
                  </a:lnTo>
                  <a:lnTo>
                    <a:pt x="59432" y="59575"/>
                  </a:lnTo>
                  <a:lnTo>
                    <a:pt x="59432" y="45239"/>
                  </a:lnTo>
                  <a:lnTo>
                    <a:pt x="69718" y="34953"/>
                  </a:lnTo>
                  <a:lnTo>
                    <a:pt x="59432" y="24676"/>
                  </a:lnTo>
                  <a:lnTo>
                    <a:pt x="59432" y="10135"/>
                  </a:lnTo>
                  <a:lnTo>
                    <a:pt x="44891" y="10135"/>
                  </a:lnTo>
                  <a:lnTo>
                    <a:pt x="347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7"/>
            <p:cNvSpPr/>
            <p:nvPr/>
          </p:nvSpPr>
          <p:spPr>
            <a:xfrm>
              <a:off x="8121871" y="4393371"/>
              <a:ext cx="937051" cy="937051"/>
            </a:xfrm>
            <a:custGeom>
              <a:avLst/>
              <a:gdLst/>
              <a:ahLst/>
              <a:cxnLst/>
              <a:rect l="l" t="t" r="r" b="b"/>
              <a:pathLst>
                <a:path w="57479" h="57479" extrusionOk="0">
                  <a:moveTo>
                    <a:pt x="28655" y="0"/>
                  </a:moveTo>
                  <a:lnTo>
                    <a:pt x="20296" y="8351"/>
                  </a:lnTo>
                  <a:lnTo>
                    <a:pt x="8484" y="8351"/>
                  </a:lnTo>
                  <a:lnTo>
                    <a:pt x="8484" y="20171"/>
                  </a:lnTo>
                  <a:lnTo>
                    <a:pt x="0" y="28646"/>
                  </a:lnTo>
                  <a:lnTo>
                    <a:pt x="8484" y="37130"/>
                  </a:lnTo>
                  <a:lnTo>
                    <a:pt x="8484" y="49119"/>
                  </a:lnTo>
                  <a:lnTo>
                    <a:pt x="20474" y="49119"/>
                  </a:lnTo>
                  <a:lnTo>
                    <a:pt x="28824" y="57478"/>
                  </a:lnTo>
                  <a:lnTo>
                    <a:pt x="37183" y="49119"/>
                  </a:lnTo>
                  <a:lnTo>
                    <a:pt x="49004" y="49119"/>
                  </a:lnTo>
                  <a:lnTo>
                    <a:pt x="49004" y="37299"/>
                  </a:lnTo>
                  <a:lnTo>
                    <a:pt x="57479" y="28824"/>
                  </a:lnTo>
                  <a:lnTo>
                    <a:pt x="49004" y="20340"/>
                  </a:lnTo>
                  <a:lnTo>
                    <a:pt x="49004" y="8351"/>
                  </a:lnTo>
                  <a:lnTo>
                    <a:pt x="37014" y="8351"/>
                  </a:lnTo>
                  <a:lnTo>
                    <a:pt x="286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3" name="Google Shape;1553;p17"/>
          <p:cNvGrpSpPr/>
          <p:nvPr/>
        </p:nvGrpSpPr>
        <p:grpSpPr>
          <a:xfrm>
            <a:off x="8381679" y="-566125"/>
            <a:ext cx="879624" cy="2268101"/>
            <a:chOff x="8323519" y="219016"/>
            <a:chExt cx="984360" cy="2538161"/>
          </a:xfrm>
        </p:grpSpPr>
        <p:sp>
          <p:nvSpPr>
            <p:cNvPr id="1554" name="Google Shape;1554;p17"/>
            <p:cNvSpPr/>
            <p:nvPr/>
          </p:nvSpPr>
          <p:spPr>
            <a:xfrm>
              <a:off x="8987581" y="1443424"/>
              <a:ext cx="320298" cy="303989"/>
            </a:xfrm>
            <a:custGeom>
              <a:avLst/>
              <a:gdLst/>
              <a:ahLst/>
              <a:cxnLst/>
              <a:rect l="l" t="t" r="r" b="b"/>
              <a:pathLst>
                <a:path w="5951" h="5648" extrusionOk="0">
                  <a:moveTo>
                    <a:pt x="2971" y="982"/>
                  </a:moveTo>
                  <a:lnTo>
                    <a:pt x="3479" y="2150"/>
                  </a:lnTo>
                  <a:cubicBezTo>
                    <a:pt x="3524" y="2240"/>
                    <a:pt x="3613" y="2311"/>
                    <a:pt x="3711" y="2320"/>
                  </a:cubicBezTo>
                  <a:lnTo>
                    <a:pt x="4987" y="2436"/>
                  </a:lnTo>
                  <a:lnTo>
                    <a:pt x="4024" y="3283"/>
                  </a:lnTo>
                  <a:cubicBezTo>
                    <a:pt x="3952" y="3346"/>
                    <a:pt x="3916" y="3453"/>
                    <a:pt x="3934" y="3551"/>
                  </a:cubicBezTo>
                  <a:lnTo>
                    <a:pt x="4220" y="4800"/>
                  </a:lnTo>
                  <a:lnTo>
                    <a:pt x="3114" y="4149"/>
                  </a:lnTo>
                  <a:cubicBezTo>
                    <a:pt x="3073" y="4122"/>
                    <a:pt x="3024" y="4109"/>
                    <a:pt x="2975" y="4109"/>
                  </a:cubicBezTo>
                  <a:cubicBezTo>
                    <a:pt x="2926" y="4109"/>
                    <a:pt x="2877" y="4122"/>
                    <a:pt x="2837" y="4149"/>
                  </a:cubicBezTo>
                  <a:lnTo>
                    <a:pt x="1731" y="4800"/>
                  </a:lnTo>
                  <a:lnTo>
                    <a:pt x="2007" y="3551"/>
                  </a:lnTo>
                  <a:cubicBezTo>
                    <a:pt x="2034" y="3453"/>
                    <a:pt x="1998" y="3346"/>
                    <a:pt x="1927" y="3283"/>
                  </a:cubicBezTo>
                  <a:lnTo>
                    <a:pt x="964" y="2436"/>
                  </a:lnTo>
                  <a:lnTo>
                    <a:pt x="2239" y="2320"/>
                  </a:lnTo>
                  <a:cubicBezTo>
                    <a:pt x="2337" y="2311"/>
                    <a:pt x="2427" y="2240"/>
                    <a:pt x="2462" y="2150"/>
                  </a:cubicBezTo>
                  <a:lnTo>
                    <a:pt x="2971" y="982"/>
                  </a:lnTo>
                  <a:close/>
                  <a:moveTo>
                    <a:pt x="2971" y="1"/>
                  </a:moveTo>
                  <a:cubicBezTo>
                    <a:pt x="2864" y="1"/>
                    <a:pt x="2766" y="63"/>
                    <a:pt x="2721" y="170"/>
                  </a:cubicBezTo>
                  <a:lnTo>
                    <a:pt x="2025" y="1776"/>
                  </a:lnTo>
                  <a:lnTo>
                    <a:pt x="277" y="1945"/>
                  </a:lnTo>
                  <a:cubicBezTo>
                    <a:pt x="161" y="1954"/>
                    <a:pt x="72" y="2026"/>
                    <a:pt x="36" y="2133"/>
                  </a:cubicBezTo>
                  <a:cubicBezTo>
                    <a:pt x="0" y="2240"/>
                    <a:pt x="36" y="2356"/>
                    <a:pt x="116" y="2427"/>
                  </a:cubicBezTo>
                  <a:lnTo>
                    <a:pt x="1428" y="3596"/>
                  </a:lnTo>
                  <a:lnTo>
                    <a:pt x="1053" y="5309"/>
                  </a:lnTo>
                  <a:cubicBezTo>
                    <a:pt x="1026" y="5416"/>
                    <a:pt x="1071" y="5523"/>
                    <a:pt x="1160" y="5594"/>
                  </a:cubicBezTo>
                  <a:cubicBezTo>
                    <a:pt x="1204" y="5630"/>
                    <a:pt x="1267" y="5648"/>
                    <a:pt x="1320" y="5648"/>
                  </a:cubicBezTo>
                  <a:cubicBezTo>
                    <a:pt x="1374" y="5648"/>
                    <a:pt x="1419" y="5630"/>
                    <a:pt x="1463" y="5603"/>
                  </a:cubicBezTo>
                  <a:lnTo>
                    <a:pt x="2971" y="4711"/>
                  </a:lnTo>
                  <a:lnTo>
                    <a:pt x="4487" y="5603"/>
                  </a:lnTo>
                  <a:cubicBezTo>
                    <a:pt x="4533" y="5632"/>
                    <a:pt x="4582" y="5646"/>
                    <a:pt x="4631" y="5646"/>
                  </a:cubicBezTo>
                  <a:cubicBezTo>
                    <a:pt x="4688" y="5646"/>
                    <a:pt x="4743" y="5627"/>
                    <a:pt x="4791" y="5594"/>
                  </a:cubicBezTo>
                  <a:cubicBezTo>
                    <a:pt x="4880" y="5523"/>
                    <a:pt x="4925" y="5416"/>
                    <a:pt x="4898" y="5309"/>
                  </a:cubicBezTo>
                  <a:lnTo>
                    <a:pt x="4514" y="3596"/>
                  </a:lnTo>
                  <a:lnTo>
                    <a:pt x="5834" y="2427"/>
                  </a:lnTo>
                  <a:cubicBezTo>
                    <a:pt x="5915" y="2356"/>
                    <a:pt x="5950" y="2240"/>
                    <a:pt x="5915" y="2133"/>
                  </a:cubicBezTo>
                  <a:cubicBezTo>
                    <a:pt x="5879" y="2026"/>
                    <a:pt x="5790" y="1954"/>
                    <a:pt x="5674" y="1945"/>
                  </a:cubicBezTo>
                  <a:lnTo>
                    <a:pt x="3925" y="1776"/>
                  </a:lnTo>
                  <a:lnTo>
                    <a:pt x="3230" y="170"/>
                  </a:lnTo>
                  <a:cubicBezTo>
                    <a:pt x="3185" y="63"/>
                    <a:pt x="3087" y="1"/>
                    <a:pt x="2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17"/>
            <p:cNvSpPr/>
            <p:nvPr/>
          </p:nvSpPr>
          <p:spPr>
            <a:xfrm>
              <a:off x="9119123" y="454812"/>
              <a:ext cx="57213" cy="931506"/>
            </a:xfrm>
            <a:custGeom>
              <a:avLst/>
              <a:gdLst/>
              <a:ahLst/>
              <a:cxnLst/>
              <a:rect l="l" t="t" r="r" b="b"/>
              <a:pathLst>
                <a:path w="1063" h="17307" extrusionOk="0">
                  <a:moveTo>
                    <a:pt x="527" y="0"/>
                  </a:moveTo>
                  <a:cubicBezTo>
                    <a:pt x="232" y="0"/>
                    <a:pt x="1" y="232"/>
                    <a:pt x="1" y="527"/>
                  </a:cubicBezTo>
                  <a:cubicBezTo>
                    <a:pt x="1" y="821"/>
                    <a:pt x="232" y="1062"/>
                    <a:pt x="527" y="1062"/>
                  </a:cubicBezTo>
                  <a:cubicBezTo>
                    <a:pt x="821" y="1062"/>
                    <a:pt x="1062" y="821"/>
                    <a:pt x="1062" y="527"/>
                  </a:cubicBezTo>
                  <a:cubicBezTo>
                    <a:pt x="1062" y="232"/>
                    <a:pt x="821" y="0"/>
                    <a:pt x="527" y="0"/>
                  </a:cubicBezTo>
                  <a:close/>
                  <a:moveTo>
                    <a:pt x="527" y="2320"/>
                  </a:moveTo>
                  <a:cubicBezTo>
                    <a:pt x="232" y="2320"/>
                    <a:pt x="1" y="2561"/>
                    <a:pt x="1" y="2846"/>
                  </a:cubicBezTo>
                  <a:cubicBezTo>
                    <a:pt x="1" y="3140"/>
                    <a:pt x="232" y="3381"/>
                    <a:pt x="527" y="3381"/>
                  </a:cubicBezTo>
                  <a:cubicBezTo>
                    <a:pt x="821" y="3381"/>
                    <a:pt x="1062" y="3140"/>
                    <a:pt x="1062" y="2846"/>
                  </a:cubicBezTo>
                  <a:cubicBezTo>
                    <a:pt x="1062" y="2561"/>
                    <a:pt x="821" y="2320"/>
                    <a:pt x="527" y="2320"/>
                  </a:cubicBezTo>
                  <a:close/>
                  <a:moveTo>
                    <a:pt x="527" y="4639"/>
                  </a:moveTo>
                  <a:cubicBezTo>
                    <a:pt x="232" y="4639"/>
                    <a:pt x="1" y="4880"/>
                    <a:pt x="1" y="5174"/>
                  </a:cubicBezTo>
                  <a:cubicBezTo>
                    <a:pt x="1" y="5469"/>
                    <a:pt x="232" y="5701"/>
                    <a:pt x="527" y="5701"/>
                  </a:cubicBezTo>
                  <a:cubicBezTo>
                    <a:pt x="821" y="5701"/>
                    <a:pt x="1062" y="5469"/>
                    <a:pt x="1062" y="5174"/>
                  </a:cubicBezTo>
                  <a:cubicBezTo>
                    <a:pt x="1062" y="4880"/>
                    <a:pt x="821" y="4639"/>
                    <a:pt x="527" y="4639"/>
                  </a:cubicBezTo>
                  <a:close/>
                  <a:moveTo>
                    <a:pt x="527" y="6959"/>
                  </a:moveTo>
                  <a:cubicBezTo>
                    <a:pt x="232" y="6959"/>
                    <a:pt x="1" y="7199"/>
                    <a:pt x="1" y="7494"/>
                  </a:cubicBezTo>
                  <a:cubicBezTo>
                    <a:pt x="1" y="7788"/>
                    <a:pt x="232" y="8020"/>
                    <a:pt x="527" y="8020"/>
                  </a:cubicBezTo>
                  <a:cubicBezTo>
                    <a:pt x="821" y="8020"/>
                    <a:pt x="1062" y="7788"/>
                    <a:pt x="1062" y="7494"/>
                  </a:cubicBezTo>
                  <a:cubicBezTo>
                    <a:pt x="1062" y="7199"/>
                    <a:pt x="821" y="6959"/>
                    <a:pt x="527" y="6959"/>
                  </a:cubicBezTo>
                  <a:close/>
                  <a:moveTo>
                    <a:pt x="527" y="9287"/>
                  </a:moveTo>
                  <a:cubicBezTo>
                    <a:pt x="232" y="9287"/>
                    <a:pt x="1" y="9519"/>
                    <a:pt x="1" y="9813"/>
                  </a:cubicBezTo>
                  <a:cubicBezTo>
                    <a:pt x="1" y="10108"/>
                    <a:pt x="232" y="10349"/>
                    <a:pt x="527" y="10349"/>
                  </a:cubicBezTo>
                  <a:cubicBezTo>
                    <a:pt x="821" y="10349"/>
                    <a:pt x="1062" y="10108"/>
                    <a:pt x="1062" y="9813"/>
                  </a:cubicBezTo>
                  <a:cubicBezTo>
                    <a:pt x="1062" y="9519"/>
                    <a:pt x="821" y="9287"/>
                    <a:pt x="527" y="9287"/>
                  </a:cubicBezTo>
                  <a:close/>
                  <a:moveTo>
                    <a:pt x="527" y="11606"/>
                  </a:moveTo>
                  <a:cubicBezTo>
                    <a:pt x="232" y="11606"/>
                    <a:pt x="1" y="11838"/>
                    <a:pt x="1" y="12133"/>
                  </a:cubicBezTo>
                  <a:cubicBezTo>
                    <a:pt x="1" y="12427"/>
                    <a:pt x="232" y="12668"/>
                    <a:pt x="527" y="12668"/>
                  </a:cubicBezTo>
                  <a:cubicBezTo>
                    <a:pt x="821" y="12668"/>
                    <a:pt x="1062" y="12427"/>
                    <a:pt x="1062" y="12133"/>
                  </a:cubicBezTo>
                  <a:cubicBezTo>
                    <a:pt x="1062" y="11838"/>
                    <a:pt x="821" y="11606"/>
                    <a:pt x="527" y="11606"/>
                  </a:cubicBezTo>
                  <a:close/>
                  <a:moveTo>
                    <a:pt x="527" y="13926"/>
                  </a:moveTo>
                  <a:cubicBezTo>
                    <a:pt x="232" y="13926"/>
                    <a:pt x="1" y="14167"/>
                    <a:pt x="1" y="14461"/>
                  </a:cubicBezTo>
                  <a:cubicBezTo>
                    <a:pt x="1" y="14747"/>
                    <a:pt x="232" y="14987"/>
                    <a:pt x="527" y="14987"/>
                  </a:cubicBezTo>
                  <a:cubicBezTo>
                    <a:pt x="821" y="14987"/>
                    <a:pt x="1062" y="14747"/>
                    <a:pt x="1062" y="14461"/>
                  </a:cubicBezTo>
                  <a:cubicBezTo>
                    <a:pt x="1062" y="14167"/>
                    <a:pt x="821" y="13926"/>
                    <a:pt x="527" y="13926"/>
                  </a:cubicBezTo>
                  <a:close/>
                  <a:moveTo>
                    <a:pt x="527" y="16245"/>
                  </a:moveTo>
                  <a:cubicBezTo>
                    <a:pt x="232" y="16245"/>
                    <a:pt x="1" y="16486"/>
                    <a:pt x="1" y="16781"/>
                  </a:cubicBezTo>
                  <a:cubicBezTo>
                    <a:pt x="1" y="17075"/>
                    <a:pt x="232" y="17307"/>
                    <a:pt x="527" y="17307"/>
                  </a:cubicBezTo>
                  <a:cubicBezTo>
                    <a:pt x="821" y="17307"/>
                    <a:pt x="1062" y="17075"/>
                    <a:pt x="1062" y="16781"/>
                  </a:cubicBezTo>
                  <a:cubicBezTo>
                    <a:pt x="1062" y="16486"/>
                    <a:pt x="821" y="16245"/>
                    <a:pt x="527" y="1624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7"/>
            <p:cNvSpPr/>
            <p:nvPr/>
          </p:nvSpPr>
          <p:spPr>
            <a:xfrm>
              <a:off x="9139791" y="483123"/>
              <a:ext cx="15878" cy="983391"/>
            </a:xfrm>
            <a:custGeom>
              <a:avLst/>
              <a:gdLst/>
              <a:ahLst/>
              <a:cxnLst/>
              <a:rect l="l" t="t" r="r" b="b"/>
              <a:pathLst>
                <a:path w="295" h="18271" extrusionOk="0">
                  <a:moveTo>
                    <a:pt x="0" y="1"/>
                  </a:moveTo>
                  <a:lnTo>
                    <a:pt x="0" y="18271"/>
                  </a:lnTo>
                  <a:lnTo>
                    <a:pt x="295" y="18271"/>
                  </a:lnTo>
                  <a:lnTo>
                    <a:pt x="2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7"/>
            <p:cNvSpPr/>
            <p:nvPr/>
          </p:nvSpPr>
          <p:spPr>
            <a:xfrm>
              <a:off x="8323519" y="781299"/>
              <a:ext cx="320298" cy="303667"/>
            </a:xfrm>
            <a:custGeom>
              <a:avLst/>
              <a:gdLst/>
              <a:ahLst/>
              <a:cxnLst/>
              <a:rect l="l" t="t" r="r" b="b"/>
              <a:pathLst>
                <a:path w="5951" h="5642" extrusionOk="0">
                  <a:moveTo>
                    <a:pt x="2971" y="973"/>
                  </a:moveTo>
                  <a:lnTo>
                    <a:pt x="3480" y="2150"/>
                  </a:lnTo>
                  <a:cubicBezTo>
                    <a:pt x="3515" y="2240"/>
                    <a:pt x="3604" y="2302"/>
                    <a:pt x="3711" y="2311"/>
                  </a:cubicBezTo>
                  <a:lnTo>
                    <a:pt x="4978" y="2436"/>
                  </a:lnTo>
                  <a:lnTo>
                    <a:pt x="4024" y="3283"/>
                  </a:lnTo>
                  <a:cubicBezTo>
                    <a:pt x="3943" y="3346"/>
                    <a:pt x="3917" y="3453"/>
                    <a:pt x="3935" y="3551"/>
                  </a:cubicBezTo>
                  <a:lnTo>
                    <a:pt x="4211" y="4800"/>
                  </a:lnTo>
                  <a:lnTo>
                    <a:pt x="3114" y="4149"/>
                  </a:lnTo>
                  <a:cubicBezTo>
                    <a:pt x="3069" y="4122"/>
                    <a:pt x="3025" y="4113"/>
                    <a:pt x="2971" y="4113"/>
                  </a:cubicBezTo>
                  <a:cubicBezTo>
                    <a:pt x="2926" y="4113"/>
                    <a:pt x="2873" y="4122"/>
                    <a:pt x="2828" y="4149"/>
                  </a:cubicBezTo>
                  <a:lnTo>
                    <a:pt x="1731" y="4800"/>
                  </a:lnTo>
                  <a:lnTo>
                    <a:pt x="2008" y="3551"/>
                  </a:lnTo>
                  <a:cubicBezTo>
                    <a:pt x="2034" y="3453"/>
                    <a:pt x="1999" y="3346"/>
                    <a:pt x="1918" y="3283"/>
                  </a:cubicBezTo>
                  <a:lnTo>
                    <a:pt x="964" y="2436"/>
                  </a:lnTo>
                  <a:lnTo>
                    <a:pt x="2231" y="2311"/>
                  </a:lnTo>
                  <a:cubicBezTo>
                    <a:pt x="2338" y="2302"/>
                    <a:pt x="2427" y="2240"/>
                    <a:pt x="2463" y="2150"/>
                  </a:cubicBezTo>
                  <a:lnTo>
                    <a:pt x="2971" y="973"/>
                  </a:lnTo>
                  <a:close/>
                  <a:moveTo>
                    <a:pt x="2971" y="0"/>
                  </a:moveTo>
                  <a:cubicBezTo>
                    <a:pt x="2864" y="0"/>
                    <a:pt x="2757" y="63"/>
                    <a:pt x="2712" y="161"/>
                  </a:cubicBezTo>
                  <a:lnTo>
                    <a:pt x="2016" y="1776"/>
                  </a:lnTo>
                  <a:lnTo>
                    <a:pt x="268" y="1945"/>
                  </a:lnTo>
                  <a:cubicBezTo>
                    <a:pt x="161" y="1954"/>
                    <a:pt x="63" y="2026"/>
                    <a:pt x="27" y="2133"/>
                  </a:cubicBezTo>
                  <a:cubicBezTo>
                    <a:pt x="0" y="2240"/>
                    <a:pt x="27" y="2356"/>
                    <a:pt x="116" y="2427"/>
                  </a:cubicBezTo>
                  <a:lnTo>
                    <a:pt x="1428" y="3587"/>
                  </a:lnTo>
                  <a:lnTo>
                    <a:pt x="1044" y="5300"/>
                  </a:lnTo>
                  <a:cubicBezTo>
                    <a:pt x="1026" y="5416"/>
                    <a:pt x="1062" y="5523"/>
                    <a:pt x="1151" y="5594"/>
                  </a:cubicBezTo>
                  <a:cubicBezTo>
                    <a:pt x="1197" y="5626"/>
                    <a:pt x="1253" y="5642"/>
                    <a:pt x="1310" y="5642"/>
                  </a:cubicBezTo>
                  <a:cubicBezTo>
                    <a:pt x="1363" y="5642"/>
                    <a:pt x="1416" y="5629"/>
                    <a:pt x="1463" y="5603"/>
                  </a:cubicBezTo>
                  <a:lnTo>
                    <a:pt x="2971" y="4711"/>
                  </a:lnTo>
                  <a:lnTo>
                    <a:pt x="4488" y="5603"/>
                  </a:lnTo>
                  <a:cubicBezTo>
                    <a:pt x="4523" y="5630"/>
                    <a:pt x="4577" y="5639"/>
                    <a:pt x="4621" y="5639"/>
                  </a:cubicBezTo>
                  <a:cubicBezTo>
                    <a:pt x="4684" y="5639"/>
                    <a:pt x="4737" y="5621"/>
                    <a:pt x="4791" y="5594"/>
                  </a:cubicBezTo>
                  <a:cubicBezTo>
                    <a:pt x="4880" y="5523"/>
                    <a:pt x="4925" y="5416"/>
                    <a:pt x="4898" y="5300"/>
                  </a:cubicBezTo>
                  <a:lnTo>
                    <a:pt x="4514" y="3587"/>
                  </a:lnTo>
                  <a:lnTo>
                    <a:pt x="5835" y="2427"/>
                  </a:lnTo>
                  <a:cubicBezTo>
                    <a:pt x="5915" y="2356"/>
                    <a:pt x="5951" y="2240"/>
                    <a:pt x="5915" y="2133"/>
                  </a:cubicBezTo>
                  <a:cubicBezTo>
                    <a:pt x="5879" y="2026"/>
                    <a:pt x="5781" y="1954"/>
                    <a:pt x="5674" y="1945"/>
                  </a:cubicBezTo>
                  <a:lnTo>
                    <a:pt x="3926" y="1776"/>
                  </a:lnTo>
                  <a:lnTo>
                    <a:pt x="3230" y="161"/>
                  </a:lnTo>
                  <a:cubicBezTo>
                    <a:pt x="3185" y="63"/>
                    <a:pt x="3087" y="0"/>
                    <a:pt x="29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7"/>
            <p:cNvSpPr/>
            <p:nvPr/>
          </p:nvSpPr>
          <p:spPr>
            <a:xfrm>
              <a:off x="8454577" y="219016"/>
              <a:ext cx="57698" cy="557063"/>
            </a:xfrm>
            <a:custGeom>
              <a:avLst/>
              <a:gdLst/>
              <a:ahLst/>
              <a:cxnLst/>
              <a:rect l="l" t="t" r="r" b="b"/>
              <a:pathLst>
                <a:path w="1072" h="10350" extrusionOk="0">
                  <a:moveTo>
                    <a:pt x="536" y="1"/>
                  </a:moveTo>
                  <a:cubicBezTo>
                    <a:pt x="242" y="1"/>
                    <a:pt x="1" y="242"/>
                    <a:pt x="1" y="536"/>
                  </a:cubicBezTo>
                  <a:cubicBezTo>
                    <a:pt x="1" y="831"/>
                    <a:pt x="242" y="1063"/>
                    <a:pt x="536" y="1063"/>
                  </a:cubicBezTo>
                  <a:cubicBezTo>
                    <a:pt x="830" y="1063"/>
                    <a:pt x="1071" y="831"/>
                    <a:pt x="1071" y="536"/>
                  </a:cubicBezTo>
                  <a:cubicBezTo>
                    <a:pt x="1071" y="242"/>
                    <a:pt x="830" y="1"/>
                    <a:pt x="536" y="1"/>
                  </a:cubicBezTo>
                  <a:close/>
                  <a:moveTo>
                    <a:pt x="536" y="2320"/>
                  </a:moveTo>
                  <a:cubicBezTo>
                    <a:pt x="242" y="2320"/>
                    <a:pt x="1" y="2561"/>
                    <a:pt x="1" y="2856"/>
                  </a:cubicBezTo>
                  <a:cubicBezTo>
                    <a:pt x="1" y="3150"/>
                    <a:pt x="242" y="3382"/>
                    <a:pt x="536" y="3382"/>
                  </a:cubicBezTo>
                  <a:cubicBezTo>
                    <a:pt x="830" y="3382"/>
                    <a:pt x="1071" y="3150"/>
                    <a:pt x="1071" y="2856"/>
                  </a:cubicBezTo>
                  <a:cubicBezTo>
                    <a:pt x="1071" y="2561"/>
                    <a:pt x="830" y="2320"/>
                    <a:pt x="536" y="2320"/>
                  </a:cubicBezTo>
                  <a:close/>
                  <a:moveTo>
                    <a:pt x="536" y="4640"/>
                  </a:moveTo>
                  <a:cubicBezTo>
                    <a:pt x="242" y="4640"/>
                    <a:pt x="1" y="4881"/>
                    <a:pt x="1" y="5175"/>
                  </a:cubicBezTo>
                  <a:cubicBezTo>
                    <a:pt x="1" y="5470"/>
                    <a:pt x="242" y="5710"/>
                    <a:pt x="536" y="5710"/>
                  </a:cubicBezTo>
                  <a:cubicBezTo>
                    <a:pt x="830" y="5710"/>
                    <a:pt x="1071" y="5470"/>
                    <a:pt x="1071" y="5175"/>
                  </a:cubicBezTo>
                  <a:cubicBezTo>
                    <a:pt x="1071" y="4881"/>
                    <a:pt x="830" y="4640"/>
                    <a:pt x="536" y="4640"/>
                  </a:cubicBezTo>
                  <a:close/>
                  <a:moveTo>
                    <a:pt x="536" y="6968"/>
                  </a:moveTo>
                  <a:cubicBezTo>
                    <a:pt x="242" y="6968"/>
                    <a:pt x="1" y="7200"/>
                    <a:pt x="1" y="7495"/>
                  </a:cubicBezTo>
                  <a:cubicBezTo>
                    <a:pt x="1" y="7789"/>
                    <a:pt x="242" y="8030"/>
                    <a:pt x="536" y="8030"/>
                  </a:cubicBezTo>
                  <a:cubicBezTo>
                    <a:pt x="830" y="8030"/>
                    <a:pt x="1071" y="7789"/>
                    <a:pt x="1071" y="7495"/>
                  </a:cubicBezTo>
                  <a:cubicBezTo>
                    <a:pt x="1071" y="7200"/>
                    <a:pt x="830" y="6968"/>
                    <a:pt x="536" y="6968"/>
                  </a:cubicBezTo>
                  <a:close/>
                  <a:moveTo>
                    <a:pt x="536" y="9288"/>
                  </a:moveTo>
                  <a:cubicBezTo>
                    <a:pt x="242" y="9288"/>
                    <a:pt x="1" y="9520"/>
                    <a:pt x="1" y="9814"/>
                  </a:cubicBezTo>
                  <a:cubicBezTo>
                    <a:pt x="1" y="10108"/>
                    <a:pt x="242" y="10349"/>
                    <a:pt x="536" y="10349"/>
                  </a:cubicBezTo>
                  <a:cubicBezTo>
                    <a:pt x="830" y="10349"/>
                    <a:pt x="1071" y="10108"/>
                    <a:pt x="1071" y="9814"/>
                  </a:cubicBezTo>
                  <a:cubicBezTo>
                    <a:pt x="1071" y="9520"/>
                    <a:pt x="830" y="9288"/>
                    <a:pt x="536" y="92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7"/>
            <p:cNvSpPr/>
            <p:nvPr/>
          </p:nvSpPr>
          <p:spPr>
            <a:xfrm>
              <a:off x="8475729" y="247865"/>
              <a:ext cx="15393" cy="556040"/>
            </a:xfrm>
            <a:custGeom>
              <a:avLst/>
              <a:gdLst/>
              <a:ahLst/>
              <a:cxnLst/>
              <a:rect l="l" t="t" r="r" b="b"/>
              <a:pathLst>
                <a:path w="286" h="10331" extrusionOk="0">
                  <a:moveTo>
                    <a:pt x="0" y="0"/>
                  </a:moveTo>
                  <a:lnTo>
                    <a:pt x="0" y="10331"/>
                  </a:lnTo>
                  <a:lnTo>
                    <a:pt x="286" y="10331"/>
                  </a:lnTo>
                  <a:lnTo>
                    <a:pt x="2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17"/>
            <p:cNvSpPr/>
            <p:nvPr/>
          </p:nvSpPr>
          <p:spPr>
            <a:xfrm>
              <a:off x="8801248" y="381344"/>
              <a:ext cx="57698" cy="1431840"/>
            </a:xfrm>
            <a:custGeom>
              <a:avLst/>
              <a:gdLst/>
              <a:ahLst/>
              <a:cxnLst/>
              <a:rect l="l" t="t" r="r" b="b"/>
              <a:pathLst>
                <a:path w="1072" h="26603" extrusionOk="0">
                  <a:moveTo>
                    <a:pt x="536" y="0"/>
                  </a:moveTo>
                  <a:cubicBezTo>
                    <a:pt x="242" y="0"/>
                    <a:pt x="1" y="241"/>
                    <a:pt x="1" y="536"/>
                  </a:cubicBezTo>
                  <a:cubicBezTo>
                    <a:pt x="1" y="830"/>
                    <a:pt x="242" y="1062"/>
                    <a:pt x="536" y="1062"/>
                  </a:cubicBezTo>
                  <a:cubicBezTo>
                    <a:pt x="830" y="1062"/>
                    <a:pt x="1071" y="830"/>
                    <a:pt x="1071" y="536"/>
                  </a:cubicBezTo>
                  <a:cubicBezTo>
                    <a:pt x="1071" y="241"/>
                    <a:pt x="830" y="0"/>
                    <a:pt x="536" y="0"/>
                  </a:cubicBezTo>
                  <a:close/>
                  <a:moveTo>
                    <a:pt x="536" y="2320"/>
                  </a:moveTo>
                  <a:cubicBezTo>
                    <a:pt x="242" y="2320"/>
                    <a:pt x="1" y="2561"/>
                    <a:pt x="1" y="2855"/>
                  </a:cubicBezTo>
                  <a:cubicBezTo>
                    <a:pt x="1" y="3149"/>
                    <a:pt x="242" y="3381"/>
                    <a:pt x="536" y="3381"/>
                  </a:cubicBezTo>
                  <a:cubicBezTo>
                    <a:pt x="830" y="3381"/>
                    <a:pt x="1071" y="3149"/>
                    <a:pt x="1071" y="2855"/>
                  </a:cubicBezTo>
                  <a:cubicBezTo>
                    <a:pt x="1071" y="2561"/>
                    <a:pt x="830" y="2320"/>
                    <a:pt x="536" y="2320"/>
                  </a:cubicBezTo>
                  <a:close/>
                  <a:moveTo>
                    <a:pt x="536" y="4639"/>
                  </a:moveTo>
                  <a:cubicBezTo>
                    <a:pt x="242" y="4639"/>
                    <a:pt x="1" y="4880"/>
                    <a:pt x="1" y="5174"/>
                  </a:cubicBezTo>
                  <a:cubicBezTo>
                    <a:pt x="1" y="5469"/>
                    <a:pt x="242" y="5710"/>
                    <a:pt x="536" y="5710"/>
                  </a:cubicBezTo>
                  <a:cubicBezTo>
                    <a:pt x="830" y="5710"/>
                    <a:pt x="1071" y="5469"/>
                    <a:pt x="1071" y="5174"/>
                  </a:cubicBezTo>
                  <a:cubicBezTo>
                    <a:pt x="1071" y="4880"/>
                    <a:pt x="830" y="4639"/>
                    <a:pt x="536" y="4639"/>
                  </a:cubicBezTo>
                  <a:close/>
                  <a:moveTo>
                    <a:pt x="536" y="6968"/>
                  </a:moveTo>
                  <a:cubicBezTo>
                    <a:pt x="242" y="6968"/>
                    <a:pt x="1" y="7200"/>
                    <a:pt x="1" y="7494"/>
                  </a:cubicBezTo>
                  <a:cubicBezTo>
                    <a:pt x="1" y="7788"/>
                    <a:pt x="242" y="8029"/>
                    <a:pt x="536" y="8029"/>
                  </a:cubicBezTo>
                  <a:cubicBezTo>
                    <a:pt x="830" y="8029"/>
                    <a:pt x="1071" y="7788"/>
                    <a:pt x="1071" y="7494"/>
                  </a:cubicBezTo>
                  <a:cubicBezTo>
                    <a:pt x="1071" y="7200"/>
                    <a:pt x="830" y="6968"/>
                    <a:pt x="536" y="6968"/>
                  </a:cubicBezTo>
                  <a:close/>
                  <a:moveTo>
                    <a:pt x="536" y="9287"/>
                  </a:moveTo>
                  <a:cubicBezTo>
                    <a:pt x="242" y="9287"/>
                    <a:pt x="1" y="9519"/>
                    <a:pt x="1" y="9813"/>
                  </a:cubicBezTo>
                  <a:cubicBezTo>
                    <a:pt x="1" y="10108"/>
                    <a:pt x="242" y="10349"/>
                    <a:pt x="536" y="10349"/>
                  </a:cubicBezTo>
                  <a:cubicBezTo>
                    <a:pt x="830" y="10349"/>
                    <a:pt x="1071" y="10108"/>
                    <a:pt x="1071" y="9813"/>
                  </a:cubicBezTo>
                  <a:cubicBezTo>
                    <a:pt x="1071" y="9519"/>
                    <a:pt x="830" y="9287"/>
                    <a:pt x="536" y="9287"/>
                  </a:cubicBezTo>
                  <a:close/>
                  <a:moveTo>
                    <a:pt x="536" y="11607"/>
                  </a:moveTo>
                  <a:cubicBezTo>
                    <a:pt x="242" y="11607"/>
                    <a:pt x="1" y="11847"/>
                    <a:pt x="1" y="12142"/>
                  </a:cubicBezTo>
                  <a:cubicBezTo>
                    <a:pt x="1" y="12436"/>
                    <a:pt x="242" y="12668"/>
                    <a:pt x="536" y="12668"/>
                  </a:cubicBezTo>
                  <a:cubicBezTo>
                    <a:pt x="830" y="12668"/>
                    <a:pt x="1071" y="12436"/>
                    <a:pt x="1071" y="12142"/>
                  </a:cubicBezTo>
                  <a:cubicBezTo>
                    <a:pt x="1071" y="11847"/>
                    <a:pt x="830" y="11607"/>
                    <a:pt x="536" y="11607"/>
                  </a:cubicBezTo>
                  <a:close/>
                  <a:moveTo>
                    <a:pt x="536" y="13926"/>
                  </a:moveTo>
                  <a:cubicBezTo>
                    <a:pt x="242" y="13926"/>
                    <a:pt x="1" y="14167"/>
                    <a:pt x="1" y="14461"/>
                  </a:cubicBezTo>
                  <a:cubicBezTo>
                    <a:pt x="1" y="14756"/>
                    <a:pt x="242" y="14988"/>
                    <a:pt x="536" y="14988"/>
                  </a:cubicBezTo>
                  <a:cubicBezTo>
                    <a:pt x="830" y="14988"/>
                    <a:pt x="1071" y="14756"/>
                    <a:pt x="1071" y="14461"/>
                  </a:cubicBezTo>
                  <a:cubicBezTo>
                    <a:pt x="1071" y="14167"/>
                    <a:pt x="830" y="13926"/>
                    <a:pt x="536" y="13926"/>
                  </a:cubicBezTo>
                  <a:close/>
                  <a:moveTo>
                    <a:pt x="536" y="16245"/>
                  </a:moveTo>
                  <a:cubicBezTo>
                    <a:pt x="242" y="16245"/>
                    <a:pt x="1" y="16486"/>
                    <a:pt x="1" y="16781"/>
                  </a:cubicBezTo>
                  <a:cubicBezTo>
                    <a:pt x="1" y="17075"/>
                    <a:pt x="242" y="17316"/>
                    <a:pt x="536" y="17316"/>
                  </a:cubicBezTo>
                  <a:cubicBezTo>
                    <a:pt x="830" y="17316"/>
                    <a:pt x="1071" y="17075"/>
                    <a:pt x="1071" y="16781"/>
                  </a:cubicBezTo>
                  <a:cubicBezTo>
                    <a:pt x="1071" y="16486"/>
                    <a:pt x="830" y="16245"/>
                    <a:pt x="536" y="16245"/>
                  </a:cubicBezTo>
                  <a:close/>
                  <a:moveTo>
                    <a:pt x="536" y="18574"/>
                  </a:moveTo>
                  <a:cubicBezTo>
                    <a:pt x="242" y="18574"/>
                    <a:pt x="1" y="18806"/>
                    <a:pt x="1" y="19100"/>
                  </a:cubicBezTo>
                  <a:cubicBezTo>
                    <a:pt x="1" y="19395"/>
                    <a:pt x="242" y="19635"/>
                    <a:pt x="536" y="19635"/>
                  </a:cubicBezTo>
                  <a:cubicBezTo>
                    <a:pt x="830" y="19635"/>
                    <a:pt x="1071" y="19395"/>
                    <a:pt x="1071" y="19100"/>
                  </a:cubicBezTo>
                  <a:cubicBezTo>
                    <a:pt x="1071" y="18806"/>
                    <a:pt x="830" y="18574"/>
                    <a:pt x="536" y="18574"/>
                  </a:cubicBezTo>
                  <a:close/>
                  <a:moveTo>
                    <a:pt x="536" y="20893"/>
                  </a:moveTo>
                  <a:cubicBezTo>
                    <a:pt x="242" y="20893"/>
                    <a:pt x="1" y="21134"/>
                    <a:pt x="1" y="21420"/>
                  </a:cubicBezTo>
                  <a:cubicBezTo>
                    <a:pt x="1" y="21714"/>
                    <a:pt x="242" y="21955"/>
                    <a:pt x="536" y="21955"/>
                  </a:cubicBezTo>
                  <a:cubicBezTo>
                    <a:pt x="830" y="21955"/>
                    <a:pt x="1071" y="21714"/>
                    <a:pt x="1071" y="21420"/>
                  </a:cubicBezTo>
                  <a:cubicBezTo>
                    <a:pt x="1071" y="21134"/>
                    <a:pt x="830" y="20893"/>
                    <a:pt x="536" y="20893"/>
                  </a:cubicBezTo>
                  <a:close/>
                  <a:moveTo>
                    <a:pt x="536" y="23213"/>
                  </a:moveTo>
                  <a:cubicBezTo>
                    <a:pt x="242" y="23213"/>
                    <a:pt x="1" y="23454"/>
                    <a:pt x="1" y="23748"/>
                  </a:cubicBezTo>
                  <a:cubicBezTo>
                    <a:pt x="1" y="24042"/>
                    <a:pt x="242" y="24274"/>
                    <a:pt x="536" y="24274"/>
                  </a:cubicBezTo>
                  <a:cubicBezTo>
                    <a:pt x="830" y="24274"/>
                    <a:pt x="1071" y="24042"/>
                    <a:pt x="1071" y="23748"/>
                  </a:cubicBezTo>
                  <a:cubicBezTo>
                    <a:pt x="1071" y="23454"/>
                    <a:pt x="830" y="23213"/>
                    <a:pt x="536" y="23213"/>
                  </a:cubicBezTo>
                  <a:close/>
                  <a:moveTo>
                    <a:pt x="536" y="25532"/>
                  </a:moveTo>
                  <a:cubicBezTo>
                    <a:pt x="242" y="25532"/>
                    <a:pt x="1" y="25773"/>
                    <a:pt x="1" y="26067"/>
                  </a:cubicBezTo>
                  <a:cubicBezTo>
                    <a:pt x="1" y="26362"/>
                    <a:pt x="242" y="26603"/>
                    <a:pt x="536" y="26603"/>
                  </a:cubicBezTo>
                  <a:cubicBezTo>
                    <a:pt x="830" y="26603"/>
                    <a:pt x="1071" y="26362"/>
                    <a:pt x="1071" y="26067"/>
                  </a:cubicBezTo>
                  <a:cubicBezTo>
                    <a:pt x="1071" y="25773"/>
                    <a:pt x="830" y="25532"/>
                    <a:pt x="536" y="2553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7"/>
            <p:cNvSpPr/>
            <p:nvPr/>
          </p:nvSpPr>
          <p:spPr>
            <a:xfrm>
              <a:off x="8822400" y="410139"/>
              <a:ext cx="15393" cy="1481787"/>
            </a:xfrm>
            <a:custGeom>
              <a:avLst/>
              <a:gdLst/>
              <a:ahLst/>
              <a:cxnLst/>
              <a:rect l="l" t="t" r="r" b="b"/>
              <a:pathLst>
                <a:path w="286" h="27531" extrusionOk="0">
                  <a:moveTo>
                    <a:pt x="0" y="1"/>
                  </a:moveTo>
                  <a:lnTo>
                    <a:pt x="0" y="27531"/>
                  </a:lnTo>
                  <a:lnTo>
                    <a:pt x="286" y="27531"/>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7"/>
            <p:cNvSpPr/>
            <p:nvPr/>
          </p:nvSpPr>
          <p:spPr>
            <a:xfrm>
              <a:off x="8600544" y="1872658"/>
              <a:ext cx="459590" cy="239672"/>
            </a:xfrm>
            <a:custGeom>
              <a:avLst/>
              <a:gdLst/>
              <a:ahLst/>
              <a:cxnLst/>
              <a:rect l="l" t="t" r="r" b="b"/>
              <a:pathLst>
                <a:path w="8539" h="4453" extrusionOk="0">
                  <a:moveTo>
                    <a:pt x="4265" y="376"/>
                  </a:moveTo>
                  <a:cubicBezTo>
                    <a:pt x="4729" y="724"/>
                    <a:pt x="6094" y="1446"/>
                    <a:pt x="7048" y="1749"/>
                  </a:cubicBezTo>
                  <a:cubicBezTo>
                    <a:pt x="7566" y="1910"/>
                    <a:pt x="7941" y="2311"/>
                    <a:pt x="8065" y="2847"/>
                  </a:cubicBezTo>
                  <a:cubicBezTo>
                    <a:pt x="8181" y="3320"/>
                    <a:pt x="8074" y="3810"/>
                    <a:pt x="7798" y="4122"/>
                  </a:cubicBezTo>
                  <a:lnTo>
                    <a:pt x="741" y="4122"/>
                  </a:lnTo>
                  <a:cubicBezTo>
                    <a:pt x="465" y="3810"/>
                    <a:pt x="358" y="3320"/>
                    <a:pt x="465" y="2847"/>
                  </a:cubicBezTo>
                  <a:cubicBezTo>
                    <a:pt x="598" y="2311"/>
                    <a:pt x="964" y="1910"/>
                    <a:pt x="1482" y="1749"/>
                  </a:cubicBezTo>
                  <a:cubicBezTo>
                    <a:pt x="2436" y="1446"/>
                    <a:pt x="3810" y="724"/>
                    <a:pt x="4265" y="376"/>
                  </a:cubicBezTo>
                  <a:close/>
                  <a:moveTo>
                    <a:pt x="4265" y="1"/>
                  </a:moveTo>
                  <a:cubicBezTo>
                    <a:pt x="4220" y="10"/>
                    <a:pt x="4167" y="28"/>
                    <a:pt x="4140" y="72"/>
                  </a:cubicBezTo>
                  <a:cubicBezTo>
                    <a:pt x="3988" y="188"/>
                    <a:pt x="2588" y="1054"/>
                    <a:pt x="1384" y="1428"/>
                  </a:cubicBezTo>
                  <a:cubicBezTo>
                    <a:pt x="750" y="1633"/>
                    <a:pt x="295" y="2115"/>
                    <a:pt x="144" y="2766"/>
                  </a:cubicBezTo>
                  <a:cubicBezTo>
                    <a:pt x="1" y="3382"/>
                    <a:pt x="161" y="4024"/>
                    <a:pt x="554" y="4408"/>
                  </a:cubicBezTo>
                  <a:cubicBezTo>
                    <a:pt x="590" y="4435"/>
                    <a:pt x="625" y="4452"/>
                    <a:pt x="670" y="4452"/>
                  </a:cubicBezTo>
                  <a:lnTo>
                    <a:pt x="7860" y="4452"/>
                  </a:lnTo>
                  <a:cubicBezTo>
                    <a:pt x="7905" y="4452"/>
                    <a:pt x="7949" y="4435"/>
                    <a:pt x="7976" y="4408"/>
                  </a:cubicBezTo>
                  <a:cubicBezTo>
                    <a:pt x="8369" y="4024"/>
                    <a:pt x="8538" y="3382"/>
                    <a:pt x="8387" y="2775"/>
                  </a:cubicBezTo>
                  <a:cubicBezTo>
                    <a:pt x="8235" y="2115"/>
                    <a:pt x="7789" y="1633"/>
                    <a:pt x="7147" y="1428"/>
                  </a:cubicBezTo>
                  <a:cubicBezTo>
                    <a:pt x="5951" y="1054"/>
                    <a:pt x="4542" y="188"/>
                    <a:pt x="4399" y="72"/>
                  </a:cubicBezTo>
                  <a:cubicBezTo>
                    <a:pt x="4372" y="28"/>
                    <a:pt x="4319" y="1"/>
                    <a:pt x="42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7"/>
            <p:cNvSpPr/>
            <p:nvPr/>
          </p:nvSpPr>
          <p:spPr>
            <a:xfrm>
              <a:off x="8698985" y="1872658"/>
              <a:ext cx="262708" cy="239672"/>
            </a:xfrm>
            <a:custGeom>
              <a:avLst/>
              <a:gdLst/>
              <a:ahLst/>
              <a:cxnLst/>
              <a:rect l="l" t="t" r="r" b="b"/>
              <a:pathLst>
                <a:path w="4881" h="4453" extrusionOk="0">
                  <a:moveTo>
                    <a:pt x="2436" y="456"/>
                  </a:moveTo>
                  <a:cubicBezTo>
                    <a:pt x="2730" y="822"/>
                    <a:pt x="3373" y="1446"/>
                    <a:pt x="3846" y="1732"/>
                  </a:cubicBezTo>
                  <a:cubicBezTo>
                    <a:pt x="4381" y="2053"/>
                    <a:pt x="4532" y="3435"/>
                    <a:pt x="4229" y="4122"/>
                  </a:cubicBezTo>
                  <a:lnTo>
                    <a:pt x="643" y="4122"/>
                  </a:lnTo>
                  <a:cubicBezTo>
                    <a:pt x="349" y="3435"/>
                    <a:pt x="491" y="2053"/>
                    <a:pt x="1027" y="1732"/>
                  </a:cubicBezTo>
                  <a:cubicBezTo>
                    <a:pt x="1508" y="1446"/>
                    <a:pt x="2142" y="822"/>
                    <a:pt x="2436" y="456"/>
                  </a:cubicBezTo>
                  <a:close/>
                  <a:moveTo>
                    <a:pt x="2436" y="1"/>
                  </a:moveTo>
                  <a:cubicBezTo>
                    <a:pt x="2374" y="1"/>
                    <a:pt x="2311" y="46"/>
                    <a:pt x="2284" y="108"/>
                  </a:cubicBezTo>
                  <a:cubicBezTo>
                    <a:pt x="2204" y="233"/>
                    <a:pt x="1473" y="1080"/>
                    <a:pt x="857" y="1446"/>
                  </a:cubicBezTo>
                  <a:cubicBezTo>
                    <a:pt x="81" y="1910"/>
                    <a:pt x="1" y="3632"/>
                    <a:pt x="393" y="4363"/>
                  </a:cubicBezTo>
                  <a:cubicBezTo>
                    <a:pt x="429" y="4417"/>
                    <a:pt x="482" y="4452"/>
                    <a:pt x="545" y="4452"/>
                  </a:cubicBezTo>
                  <a:lnTo>
                    <a:pt x="4336" y="4452"/>
                  </a:lnTo>
                  <a:cubicBezTo>
                    <a:pt x="4399" y="4452"/>
                    <a:pt x="4452" y="4417"/>
                    <a:pt x="4479" y="4363"/>
                  </a:cubicBezTo>
                  <a:cubicBezTo>
                    <a:pt x="4880" y="3632"/>
                    <a:pt x="4800" y="1910"/>
                    <a:pt x="4015" y="1446"/>
                  </a:cubicBezTo>
                  <a:cubicBezTo>
                    <a:pt x="3400" y="1080"/>
                    <a:pt x="2668" y="233"/>
                    <a:pt x="2597" y="108"/>
                  </a:cubicBezTo>
                  <a:cubicBezTo>
                    <a:pt x="2570" y="46"/>
                    <a:pt x="2507" y="1"/>
                    <a:pt x="24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7"/>
            <p:cNvSpPr/>
            <p:nvPr/>
          </p:nvSpPr>
          <p:spPr>
            <a:xfrm>
              <a:off x="8600544" y="2517990"/>
              <a:ext cx="459590" cy="239187"/>
            </a:xfrm>
            <a:custGeom>
              <a:avLst/>
              <a:gdLst/>
              <a:ahLst/>
              <a:cxnLst/>
              <a:rect l="l" t="t" r="r" b="b"/>
              <a:pathLst>
                <a:path w="8539" h="4444" extrusionOk="0">
                  <a:moveTo>
                    <a:pt x="7798" y="331"/>
                  </a:moveTo>
                  <a:cubicBezTo>
                    <a:pt x="8074" y="634"/>
                    <a:pt x="8181" y="1125"/>
                    <a:pt x="8065" y="1606"/>
                  </a:cubicBezTo>
                  <a:cubicBezTo>
                    <a:pt x="7941" y="2142"/>
                    <a:pt x="7566" y="2543"/>
                    <a:pt x="7048" y="2704"/>
                  </a:cubicBezTo>
                  <a:cubicBezTo>
                    <a:pt x="6103" y="3007"/>
                    <a:pt x="4729" y="3730"/>
                    <a:pt x="4265" y="4069"/>
                  </a:cubicBezTo>
                  <a:cubicBezTo>
                    <a:pt x="3801" y="3721"/>
                    <a:pt x="2436" y="3007"/>
                    <a:pt x="1482" y="2704"/>
                  </a:cubicBezTo>
                  <a:cubicBezTo>
                    <a:pt x="964" y="2543"/>
                    <a:pt x="598" y="2142"/>
                    <a:pt x="465" y="1606"/>
                  </a:cubicBezTo>
                  <a:cubicBezTo>
                    <a:pt x="358" y="1134"/>
                    <a:pt x="465" y="643"/>
                    <a:pt x="741" y="331"/>
                  </a:cubicBezTo>
                  <a:close/>
                  <a:moveTo>
                    <a:pt x="670" y="1"/>
                  </a:moveTo>
                  <a:cubicBezTo>
                    <a:pt x="625" y="1"/>
                    <a:pt x="590" y="19"/>
                    <a:pt x="554" y="45"/>
                  </a:cubicBezTo>
                  <a:cubicBezTo>
                    <a:pt x="161" y="429"/>
                    <a:pt x="1" y="1071"/>
                    <a:pt x="144" y="1678"/>
                  </a:cubicBezTo>
                  <a:cubicBezTo>
                    <a:pt x="295" y="2329"/>
                    <a:pt x="750" y="2820"/>
                    <a:pt x="1384" y="3025"/>
                  </a:cubicBezTo>
                  <a:cubicBezTo>
                    <a:pt x="2588" y="3400"/>
                    <a:pt x="3988" y="4256"/>
                    <a:pt x="4140" y="4381"/>
                  </a:cubicBezTo>
                  <a:cubicBezTo>
                    <a:pt x="4167" y="4417"/>
                    <a:pt x="4212" y="4443"/>
                    <a:pt x="4265" y="4443"/>
                  </a:cubicBezTo>
                  <a:cubicBezTo>
                    <a:pt x="4319" y="4443"/>
                    <a:pt x="4363" y="4426"/>
                    <a:pt x="4399" y="4381"/>
                  </a:cubicBezTo>
                  <a:cubicBezTo>
                    <a:pt x="4542" y="4265"/>
                    <a:pt x="5951" y="3400"/>
                    <a:pt x="7147" y="3025"/>
                  </a:cubicBezTo>
                  <a:cubicBezTo>
                    <a:pt x="7789" y="2820"/>
                    <a:pt x="8235" y="2329"/>
                    <a:pt x="8387" y="1678"/>
                  </a:cubicBezTo>
                  <a:cubicBezTo>
                    <a:pt x="8538" y="1071"/>
                    <a:pt x="8369" y="429"/>
                    <a:pt x="7976" y="45"/>
                  </a:cubicBezTo>
                  <a:cubicBezTo>
                    <a:pt x="7949" y="19"/>
                    <a:pt x="7905" y="1"/>
                    <a:pt x="7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17"/>
            <p:cNvSpPr/>
            <p:nvPr/>
          </p:nvSpPr>
          <p:spPr>
            <a:xfrm>
              <a:off x="8698985" y="2517990"/>
              <a:ext cx="262708" cy="239187"/>
            </a:xfrm>
            <a:custGeom>
              <a:avLst/>
              <a:gdLst/>
              <a:ahLst/>
              <a:cxnLst/>
              <a:rect l="l" t="t" r="r" b="b"/>
              <a:pathLst>
                <a:path w="4881" h="4444" extrusionOk="0">
                  <a:moveTo>
                    <a:pt x="4229" y="331"/>
                  </a:moveTo>
                  <a:cubicBezTo>
                    <a:pt x="4532" y="1018"/>
                    <a:pt x="4381" y="2400"/>
                    <a:pt x="3846" y="2722"/>
                  </a:cubicBezTo>
                  <a:cubicBezTo>
                    <a:pt x="3373" y="3007"/>
                    <a:pt x="2730" y="3632"/>
                    <a:pt x="2436" y="3997"/>
                  </a:cubicBezTo>
                  <a:cubicBezTo>
                    <a:pt x="2142" y="3632"/>
                    <a:pt x="1508" y="3007"/>
                    <a:pt x="1027" y="2722"/>
                  </a:cubicBezTo>
                  <a:cubicBezTo>
                    <a:pt x="491" y="2400"/>
                    <a:pt x="349" y="1018"/>
                    <a:pt x="643" y="331"/>
                  </a:cubicBezTo>
                  <a:close/>
                  <a:moveTo>
                    <a:pt x="545" y="1"/>
                  </a:moveTo>
                  <a:cubicBezTo>
                    <a:pt x="482" y="1"/>
                    <a:pt x="429" y="36"/>
                    <a:pt x="393" y="90"/>
                  </a:cubicBezTo>
                  <a:cubicBezTo>
                    <a:pt x="1" y="821"/>
                    <a:pt x="81" y="2534"/>
                    <a:pt x="857" y="3007"/>
                  </a:cubicBezTo>
                  <a:cubicBezTo>
                    <a:pt x="1473" y="3373"/>
                    <a:pt x="2204" y="4220"/>
                    <a:pt x="2284" y="4345"/>
                  </a:cubicBezTo>
                  <a:cubicBezTo>
                    <a:pt x="2311" y="4408"/>
                    <a:pt x="2374" y="4443"/>
                    <a:pt x="2436" y="4443"/>
                  </a:cubicBezTo>
                  <a:cubicBezTo>
                    <a:pt x="2507" y="4443"/>
                    <a:pt x="2570" y="4408"/>
                    <a:pt x="2597" y="4345"/>
                  </a:cubicBezTo>
                  <a:cubicBezTo>
                    <a:pt x="2668" y="4220"/>
                    <a:pt x="3400" y="3373"/>
                    <a:pt x="4015" y="3007"/>
                  </a:cubicBezTo>
                  <a:cubicBezTo>
                    <a:pt x="4800" y="2534"/>
                    <a:pt x="4880" y="821"/>
                    <a:pt x="4479" y="90"/>
                  </a:cubicBezTo>
                  <a:cubicBezTo>
                    <a:pt x="4452" y="36"/>
                    <a:pt x="4399" y="1"/>
                    <a:pt x="43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17"/>
            <p:cNvSpPr/>
            <p:nvPr/>
          </p:nvSpPr>
          <p:spPr>
            <a:xfrm>
              <a:off x="8565990" y="2117066"/>
              <a:ext cx="528698" cy="395703"/>
            </a:xfrm>
            <a:custGeom>
              <a:avLst/>
              <a:gdLst/>
              <a:ahLst/>
              <a:cxnLst/>
              <a:rect l="l" t="t" r="r" b="b"/>
              <a:pathLst>
                <a:path w="9823" h="7352" extrusionOk="0">
                  <a:moveTo>
                    <a:pt x="8217" y="340"/>
                  </a:moveTo>
                  <a:cubicBezTo>
                    <a:pt x="8235" y="375"/>
                    <a:pt x="8270" y="429"/>
                    <a:pt x="8306" y="491"/>
                  </a:cubicBezTo>
                  <a:cubicBezTo>
                    <a:pt x="8377" y="598"/>
                    <a:pt x="8449" y="714"/>
                    <a:pt x="8538" y="839"/>
                  </a:cubicBezTo>
                  <a:cubicBezTo>
                    <a:pt x="8939" y="1419"/>
                    <a:pt x="9484" y="2213"/>
                    <a:pt x="9484" y="3676"/>
                  </a:cubicBezTo>
                  <a:cubicBezTo>
                    <a:pt x="9484" y="5139"/>
                    <a:pt x="8939" y="5942"/>
                    <a:pt x="8538" y="6522"/>
                  </a:cubicBezTo>
                  <a:cubicBezTo>
                    <a:pt x="8449" y="6647"/>
                    <a:pt x="8377" y="6763"/>
                    <a:pt x="8306" y="6870"/>
                  </a:cubicBezTo>
                  <a:cubicBezTo>
                    <a:pt x="8270" y="6932"/>
                    <a:pt x="8235" y="6986"/>
                    <a:pt x="8217" y="7022"/>
                  </a:cubicBezTo>
                  <a:lnTo>
                    <a:pt x="1606" y="7022"/>
                  </a:lnTo>
                  <a:cubicBezTo>
                    <a:pt x="1579" y="6986"/>
                    <a:pt x="1544" y="6932"/>
                    <a:pt x="1508" y="6870"/>
                  </a:cubicBezTo>
                  <a:cubicBezTo>
                    <a:pt x="1446" y="6763"/>
                    <a:pt x="1365" y="6647"/>
                    <a:pt x="1285" y="6522"/>
                  </a:cubicBezTo>
                  <a:cubicBezTo>
                    <a:pt x="884" y="5942"/>
                    <a:pt x="331" y="5139"/>
                    <a:pt x="331" y="3676"/>
                  </a:cubicBezTo>
                  <a:cubicBezTo>
                    <a:pt x="331" y="2213"/>
                    <a:pt x="884" y="1419"/>
                    <a:pt x="1285" y="839"/>
                  </a:cubicBezTo>
                  <a:cubicBezTo>
                    <a:pt x="1365" y="714"/>
                    <a:pt x="1446" y="598"/>
                    <a:pt x="1508" y="491"/>
                  </a:cubicBezTo>
                  <a:cubicBezTo>
                    <a:pt x="1544" y="429"/>
                    <a:pt x="1579" y="375"/>
                    <a:pt x="1606" y="340"/>
                  </a:cubicBezTo>
                  <a:close/>
                  <a:moveTo>
                    <a:pt x="1517" y="1"/>
                  </a:moveTo>
                  <a:cubicBezTo>
                    <a:pt x="1464" y="1"/>
                    <a:pt x="1410" y="27"/>
                    <a:pt x="1374" y="81"/>
                  </a:cubicBezTo>
                  <a:cubicBezTo>
                    <a:pt x="1374" y="81"/>
                    <a:pt x="1321" y="161"/>
                    <a:pt x="1223" y="322"/>
                  </a:cubicBezTo>
                  <a:cubicBezTo>
                    <a:pt x="1169" y="420"/>
                    <a:pt x="1089" y="527"/>
                    <a:pt x="1009" y="652"/>
                  </a:cubicBezTo>
                  <a:cubicBezTo>
                    <a:pt x="607" y="1232"/>
                    <a:pt x="0" y="2115"/>
                    <a:pt x="0" y="3676"/>
                  </a:cubicBezTo>
                  <a:cubicBezTo>
                    <a:pt x="0" y="5246"/>
                    <a:pt x="607" y="6129"/>
                    <a:pt x="1009" y="6709"/>
                  </a:cubicBezTo>
                  <a:cubicBezTo>
                    <a:pt x="1089" y="6834"/>
                    <a:pt x="1169" y="6941"/>
                    <a:pt x="1223" y="7039"/>
                  </a:cubicBezTo>
                  <a:cubicBezTo>
                    <a:pt x="1321" y="7191"/>
                    <a:pt x="1374" y="7280"/>
                    <a:pt x="1374" y="7280"/>
                  </a:cubicBezTo>
                  <a:cubicBezTo>
                    <a:pt x="1410" y="7325"/>
                    <a:pt x="1464" y="7352"/>
                    <a:pt x="1517" y="7352"/>
                  </a:cubicBezTo>
                  <a:lnTo>
                    <a:pt x="8306" y="7352"/>
                  </a:lnTo>
                  <a:cubicBezTo>
                    <a:pt x="8359" y="7352"/>
                    <a:pt x="8413" y="7325"/>
                    <a:pt x="8440" y="7280"/>
                  </a:cubicBezTo>
                  <a:cubicBezTo>
                    <a:pt x="8440" y="7280"/>
                    <a:pt x="8502" y="7191"/>
                    <a:pt x="8591" y="7039"/>
                  </a:cubicBezTo>
                  <a:cubicBezTo>
                    <a:pt x="8654" y="6941"/>
                    <a:pt x="8725" y="6834"/>
                    <a:pt x="8814" y="6709"/>
                  </a:cubicBezTo>
                  <a:cubicBezTo>
                    <a:pt x="9216" y="6129"/>
                    <a:pt x="9823" y="5246"/>
                    <a:pt x="9823" y="3676"/>
                  </a:cubicBezTo>
                  <a:cubicBezTo>
                    <a:pt x="9823" y="2115"/>
                    <a:pt x="9216" y="1232"/>
                    <a:pt x="8814" y="652"/>
                  </a:cubicBezTo>
                  <a:cubicBezTo>
                    <a:pt x="8725" y="527"/>
                    <a:pt x="8654" y="420"/>
                    <a:pt x="8591" y="322"/>
                  </a:cubicBezTo>
                  <a:cubicBezTo>
                    <a:pt x="8502" y="161"/>
                    <a:pt x="8440" y="72"/>
                    <a:pt x="8440" y="72"/>
                  </a:cubicBezTo>
                  <a:cubicBezTo>
                    <a:pt x="8413" y="27"/>
                    <a:pt x="8359" y="1"/>
                    <a:pt x="83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17"/>
            <p:cNvSpPr/>
            <p:nvPr/>
          </p:nvSpPr>
          <p:spPr>
            <a:xfrm>
              <a:off x="8681708" y="2117066"/>
              <a:ext cx="297262" cy="395703"/>
            </a:xfrm>
            <a:custGeom>
              <a:avLst/>
              <a:gdLst/>
              <a:ahLst/>
              <a:cxnLst/>
              <a:rect l="l" t="t" r="r" b="b"/>
              <a:pathLst>
                <a:path w="5523" h="7352" extrusionOk="0">
                  <a:moveTo>
                    <a:pt x="4523" y="340"/>
                  </a:moveTo>
                  <a:cubicBezTo>
                    <a:pt x="4675" y="634"/>
                    <a:pt x="5192" y="1776"/>
                    <a:pt x="5192" y="3676"/>
                  </a:cubicBezTo>
                  <a:cubicBezTo>
                    <a:pt x="5192" y="5585"/>
                    <a:pt x="4675" y="6727"/>
                    <a:pt x="4523" y="7022"/>
                  </a:cubicBezTo>
                  <a:lnTo>
                    <a:pt x="1000" y="7022"/>
                  </a:lnTo>
                  <a:cubicBezTo>
                    <a:pt x="848" y="6727"/>
                    <a:pt x="331" y="5585"/>
                    <a:pt x="331" y="3676"/>
                  </a:cubicBezTo>
                  <a:cubicBezTo>
                    <a:pt x="331" y="1776"/>
                    <a:pt x="848" y="634"/>
                    <a:pt x="1000" y="340"/>
                  </a:cubicBezTo>
                  <a:close/>
                  <a:moveTo>
                    <a:pt x="901" y="1"/>
                  </a:moveTo>
                  <a:cubicBezTo>
                    <a:pt x="839" y="1"/>
                    <a:pt x="785" y="36"/>
                    <a:pt x="759" y="81"/>
                  </a:cubicBezTo>
                  <a:cubicBezTo>
                    <a:pt x="732" y="135"/>
                    <a:pt x="0" y="1348"/>
                    <a:pt x="0" y="3676"/>
                  </a:cubicBezTo>
                  <a:cubicBezTo>
                    <a:pt x="0" y="6013"/>
                    <a:pt x="732" y="7227"/>
                    <a:pt x="759" y="7271"/>
                  </a:cubicBezTo>
                  <a:cubicBezTo>
                    <a:pt x="785" y="7325"/>
                    <a:pt x="839" y="7352"/>
                    <a:pt x="901" y="7352"/>
                  </a:cubicBezTo>
                  <a:lnTo>
                    <a:pt x="4622" y="7352"/>
                  </a:lnTo>
                  <a:cubicBezTo>
                    <a:pt x="4675" y="7352"/>
                    <a:pt x="4729" y="7325"/>
                    <a:pt x="4755" y="7271"/>
                  </a:cubicBezTo>
                  <a:cubicBezTo>
                    <a:pt x="4791" y="7227"/>
                    <a:pt x="5523" y="6013"/>
                    <a:pt x="5523" y="3676"/>
                  </a:cubicBezTo>
                  <a:cubicBezTo>
                    <a:pt x="5523" y="1348"/>
                    <a:pt x="4791" y="135"/>
                    <a:pt x="4755" y="81"/>
                  </a:cubicBezTo>
                  <a:cubicBezTo>
                    <a:pt x="4729" y="36"/>
                    <a:pt x="4675" y="1"/>
                    <a:pt x="46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17"/>
            <p:cNvSpPr/>
            <p:nvPr/>
          </p:nvSpPr>
          <p:spPr>
            <a:xfrm>
              <a:off x="8620243" y="2097852"/>
              <a:ext cx="420192" cy="35577"/>
            </a:xfrm>
            <a:custGeom>
              <a:avLst/>
              <a:gdLst/>
              <a:ahLst/>
              <a:cxnLst/>
              <a:rect l="l" t="t" r="r" b="b"/>
              <a:pathLst>
                <a:path w="7807" h="661" extrusionOk="0">
                  <a:moveTo>
                    <a:pt x="331" y="1"/>
                  </a:moveTo>
                  <a:cubicBezTo>
                    <a:pt x="143" y="1"/>
                    <a:pt x="1" y="144"/>
                    <a:pt x="1" y="331"/>
                  </a:cubicBezTo>
                  <a:cubicBezTo>
                    <a:pt x="1" y="420"/>
                    <a:pt x="36" y="500"/>
                    <a:pt x="99" y="563"/>
                  </a:cubicBezTo>
                  <a:cubicBezTo>
                    <a:pt x="152" y="625"/>
                    <a:pt x="241" y="661"/>
                    <a:pt x="331" y="661"/>
                  </a:cubicBezTo>
                  <a:lnTo>
                    <a:pt x="7476" y="661"/>
                  </a:lnTo>
                  <a:cubicBezTo>
                    <a:pt x="7655" y="661"/>
                    <a:pt x="7806" y="509"/>
                    <a:pt x="7806" y="331"/>
                  </a:cubicBezTo>
                  <a:cubicBezTo>
                    <a:pt x="7806" y="242"/>
                    <a:pt x="7771" y="153"/>
                    <a:pt x="7708" y="99"/>
                  </a:cubicBezTo>
                  <a:cubicBezTo>
                    <a:pt x="7646" y="37"/>
                    <a:pt x="7566" y="1"/>
                    <a:pt x="74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7"/>
            <p:cNvSpPr/>
            <p:nvPr/>
          </p:nvSpPr>
          <p:spPr>
            <a:xfrm>
              <a:off x="8620243" y="2497860"/>
              <a:ext cx="420192" cy="35577"/>
            </a:xfrm>
            <a:custGeom>
              <a:avLst/>
              <a:gdLst/>
              <a:ahLst/>
              <a:cxnLst/>
              <a:rect l="l" t="t" r="r" b="b"/>
              <a:pathLst>
                <a:path w="7807" h="661" extrusionOk="0">
                  <a:moveTo>
                    <a:pt x="331" y="0"/>
                  </a:moveTo>
                  <a:cubicBezTo>
                    <a:pt x="143" y="0"/>
                    <a:pt x="1" y="143"/>
                    <a:pt x="1" y="330"/>
                  </a:cubicBezTo>
                  <a:cubicBezTo>
                    <a:pt x="1" y="419"/>
                    <a:pt x="36" y="509"/>
                    <a:pt x="99" y="562"/>
                  </a:cubicBezTo>
                  <a:cubicBezTo>
                    <a:pt x="152" y="625"/>
                    <a:pt x="241" y="660"/>
                    <a:pt x="331" y="660"/>
                  </a:cubicBezTo>
                  <a:lnTo>
                    <a:pt x="7476" y="660"/>
                  </a:lnTo>
                  <a:cubicBezTo>
                    <a:pt x="7655" y="660"/>
                    <a:pt x="7806" y="517"/>
                    <a:pt x="7806" y="330"/>
                  </a:cubicBezTo>
                  <a:cubicBezTo>
                    <a:pt x="7806" y="241"/>
                    <a:pt x="7771" y="152"/>
                    <a:pt x="7708" y="98"/>
                  </a:cubicBezTo>
                  <a:cubicBezTo>
                    <a:pt x="7646" y="36"/>
                    <a:pt x="7566" y="0"/>
                    <a:pt x="74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17"/>
            <p:cNvSpPr/>
            <p:nvPr/>
          </p:nvSpPr>
          <p:spPr>
            <a:xfrm>
              <a:off x="8812281" y="1864047"/>
              <a:ext cx="35630" cy="35577"/>
            </a:xfrm>
            <a:custGeom>
              <a:avLst/>
              <a:gdLst/>
              <a:ahLst/>
              <a:cxnLst/>
              <a:rect l="l" t="t" r="r" b="b"/>
              <a:pathLst>
                <a:path w="662" h="661" extrusionOk="0">
                  <a:moveTo>
                    <a:pt x="331" y="0"/>
                  </a:moveTo>
                  <a:cubicBezTo>
                    <a:pt x="153" y="0"/>
                    <a:pt x="1" y="152"/>
                    <a:pt x="1" y="330"/>
                  </a:cubicBezTo>
                  <a:cubicBezTo>
                    <a:pt x="1" y="518"/>
                    <a:pt x="153" y="660"/>
                    <a:pt x="331" y="660"/>
                  </a:cubicBezTo>
                  <a:cubicBezTo>
                    <a:pt x="518" y="660"/>
                    <a:pt x="661" y="518"/>
                    <a:pt x="661" y="330"/>
                  </a:cubicBezTo>
                  <a:cubicBezTo>
                    <a:pt x="661" y="152"/>
                    <a:pt x="518" y="0"/>
                    <a:pt x="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2">
  <p:cSld name="CUSTOM_5_1">
    <p:spTree>
      <p:nvGrpSpPr>
        <p:cNvPr id="1" name="Shape 3156"/>
        <p:cNvGrpSpPr/>
        <p:nvPr/>
      </p:nvGrpSpPr>
      <p:grpSpPr>
        <a:xfrm>
          <a:off x="0" y="0"/>
          <a:ext cx="0" cy="0"/>
          <a:chOff x="0" y="0"/>
          <a:chExt cx="0" cy="0"/>
        </a:xfrm>
      </p:grpSpPr>
      <p:grpSp>
        <p:nvGrpSpPr>
          <p:cNvPr id="3157" name="Google Shape;3157;p49"/>
          <p:cNvGrpSpPr/>
          <p:nvPr/>
        </p:nvGrpSpPr>
        <p:grpSpPr>
          <a:xfrm>
            <a:off x="-1102288" y="-1104765"/>
            <a:ext cx="2415313" cy="2415313"/>
            <a:chOff x="277450" y="4273200"/>
            <a:chExt cx="870289" cy="870289"/>
          </a:xfrm>
        </p:grpSpPr>
        <p:sp>
          <p:nvSpPr>
            <p:cNvPr id="3158" name="Google Shape;3158;p49"/>
            <p:cNvSpPr/>
            <p:nvPr/>
          </p:nvSpPr>
          <p:spPr>
            <a:xfrm>
              <a:off x="325701" y="4321451"/>
              <a:ext cx="773783" cy="773783"/>
            </a:xfrm>
            <a:custGeom>
              <a:avLst/>
              <a:gdLst/>
              <a:ahLst/>
              <a:cxnLst/>
              <a:rect l="l" t="t" r="r" b="b"/>
              <a:pathLst>
                <a:path w="48076" h="48076" extrusionOk="0">
                  <a:moveTo>
                    <a:pt x="23962" y="0"/>
                  </a:moveTo>
                  <a:lnTo>
                    <a:pt x="16977" y="6985"/>
                  </a:lnTo>
                  <a:lnTo>
                    <a:pt x="7092" y="6985"/>
                  </a:lnTo>
                  <a:lnTo>
                    <a:pt x="7092" y="16870"/>
                  </a:lnTo>
                  <a:lnTo>
                    <a:pt x="0" y="23962"/>
                  </a:lnTo>
                  <a:lnTo>
                    <a:pt x="7092" y="31054"/>
                  </a:lnTo>
                  <a:lnTo>
                    <a:pt x="7092" y="41090"/>
                  </a:lnTo>
                  <a:lnTo>
                    <a:pt x="17120" y="41090"/>
                  </a:lnTo>
                  <a:lnTo>
                    <a:pt x="24114" y="48076"/>
                  </a:lnTo>
                  <a:lnTo>
                    <a:pt x="31099" y="41090"/>
                  </a:lnTo>
                  <a:lnTo>
                    <a:pt x="40983" y="41090"/>
                  </a:lnTo>
                  <a:lnTo>
                    <a:pt x="40983" y="31206"/>
                  </a:lnTo>
                  <a:lnTo>
                    <a:pt x="48076" y="24114"/>
                  </a:lnTo>
                  <a:lnTo>
                    <a:pt x="40983" y="17022"/>
                  </a:lnTo>
                  <a:lnTo>
                    <a:pt x="40983" y="6985"/>
                  </a:lnTo>
                  <a:lnTo>
                    <a:pt x="30956" y="6985"/>
                  </a:lnTo>
                  <a:lnTo>
                    <a:pt x="23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49"/>
            <p:cNvSpPr/>
            <p:nvPr/>
          </p:nvSpPr>
          <p:spPr>
            <a:xfrm>
              <a:off x="277450" y="4273200"/>
              <a:ext cx="870289" cy="870289"/>
            </a:xfrm>
            <a:custGeom>
              <a:avLst/>
              <a:gdLst/>
              <a:ahLst/>
              <a:cxnLst/>
              <a:rect l="l" t="t" r="r" b="b"/>
              <a:pathLst>
                <a:path w="54072" h="54072" extrusionOk="0">
                  <a:moveTo>
                    <a:pt x="26960" y="1410"/>
                  </a:moveTo>
                  <a:lnTo>
                    <a:pt x="34409" y="8859"/>
                  </a:lnTo>
                  <a:lnTo>
                    <a:pt x="45097" y="8859"/>
                  </a:lnTo>
                  <a:lnTo>
                    <a:pt x="45097" y="19556"/>
                  </a:lnTo>
                  <a:lnTo>
                    <a:pt x="52662" y="27112"/>
                  </a:lnTo>
                  <a:lnTo>
                    <a:pt x="45097" y="34677"/>
                  </a:lnTo>
                  <a:lnTo>
                    <a:pt x="45097" y="45212"/>
                  </a:lnTo>
                  <a:lnTo>
                    <a:pt x="34561" y="45212"/>
                  </a:lnTo>
                  <a:lnTo>
                    <a:pt x="27112" y="52662"/>
                  </a:lnTo>
                  <a:lnTo>
                    <a:pt x="19663" y="45212"/>
                  </a:lnTo>
                  <a:lnTo>
                    <a:pt x="8975" y="45212"/>
                  </a:lnTo>
                  <a:lnTo>
                    <a:pt x="8975" y="34516"/>
                  </a:lnTo>
                  <a:lnTo>
                    <a:pt x="1410" y="26960"/>
                  </a:lnTo>
                  <a:lnTo>
                    <a:pt x="8975" y="19395"/>
                  </a:lnTo>
                  <a:lnTo>
                    <a:pt x="8975" y="8859"/>
                  </a:lnTo>
                  <a:lnTo>
                    <a:pt x="19502" y="8859"/>
                  </a:lnTo>
                  <a:lnTo>
                    <a:pt x="26960" y="1410"/>
                  </a:lnTo>
                  <a:close/>
                  <a:moveTo>
                    <a:pt x="26960" y="1"/>
                  </a:moveTo>
                  <a:lnTo>
                    <a:pt x="19092" y="7860"/>
                  </a:lnTo>
                  <a:lnTo>
                    <a:pt x="7976" y="7860"/>
                  </a:lnTo>
                  <a:lnTo>
                    <a:pt x="7976" y="18985"/>
                  </a:lnTo>
                  <a:lnTo>
                    <a:pt x="1" y="26960"/>
                  </a:lnTo>
                  <a:lnTo>
                    <a:pt x="7976" y="34927"/>
                  </a:lnTo>
                  <a:lnTo>
                    <a:pt x="7976" y="46212"/>
                  </a:lnTo>
                  <a:lnTo>
                    <a:pt x="19252" y="46212"/>
                  </a:lnTo>
                  <a:lnTo>
                    <a:pt x="27112" y="54071"/>
                  </a:lnTo>
                  <a:lnTo>
                    <a:pt x="34980" y="46212"/>
                  </a:lnTo>
                  <a:lnTo>
                    <a:pt x="46096" y="46212"/>
                  </a:lnTo>
                  <a:lnTo>
                    <a:pt x="46096" y="35087"/>
                  </a:lnTo>
                  <a:lnTo>
                    <a:pt x="54071" y="27112"/>
                  </a:lnTo>
                  <a:lnTo>
                    <a:pt x="46096" y="19136"/>
                  </a:lnTo>
                  <a:lnTo>
                    <a:pt x="46096" y="7860"/>
                  </a:lnTo>
                  <a:lnTo>
                    <a:pt x="34820" y="7860"/>
                  </a:lnTo>
                  <a:lnTo>
                    <a:pt x="269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49"/>
            <p:cNvSpPr/>
            <p:nvPr/>
          </p:nvSpPr>
          <p:spPr>
            <a:xfrm>
              <a:off x="354847" y="4350742"/>
              <a:ext cx="715197" cy="715053"/>
            </a:xfrm>
            <a:custGeom>
              <a:avLst/>
              <a:gdLst/>
              <a:ahLst/>
              <a:cxnLst/>
              <a:rect l="l" t="t" r="r" b="b"/>
              <a:pathLst>
                <a:path w="44436" h="44427" extrusionOk="0">
                  <a:moveTo>
                    <a:pt x="22151" y="0"/>
                  </a:moveTo>
                  <a:lnTo>
                    <a:pt x="15692" y="6459"/>
                  </a:lnTo>
                  <a:lnTo>
                    <a:pt x="6557" y="6459"/>
                  </a:lnTo>
                  <a:lnTo>
                    <a:pt x="6557" y="15594"/>
                  </a:lnTo>
                  <a:lnTo>
                    <a:pt x="0" y="22142"/>
                  </a:lnTo>
                  <a:lnTo>
                    <a:pt x="6557" y="28699"/>
                  </a:lnTo>
                  <a:lnTo>
                    <a:pt x="6557" y="37968"/>
                  </a:lnTo>
                  <a:lnTo>
                    <a:pt x="15826" y="37968"/>
                  </a:lnTo>
                  <a:lnTo>
                    <a:pt x="22285" y="44427"/>
                  </a:lnTo>
                  <a:lnTo>
                    <a:pt x="28744" y="37968"/>
                  </a:lnTo>
                  <a:lnTo>
                    <a:pt x="37879" y="37968"/>
                  </a:lnTo>
                  <a:lnTo>
                    <a:pt x="37879" y="28833"/>
                  </a:lnTo>
                  <a:lnTo>
                    <a:pt x="44436" y="22276"/>
                  </a:lnTo>
                  <a:lnTo>
                    <a:pt x="37879" y="15728"/>
                  </a:lnTo>
                  <a:lnTo>
                    <a:pt x="37879" y="6459"/>
                  </a:lnTo>
                  <a:lnTo>
                    <a:pt x="28610" y="6459"/>
                  </a:lnTo>
                  <a:lnTo>
                    <a:pt x="22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1" name="Google Shape;3161;p49"/>
          <p:cNvGrpSpPr/>
          <p:nvPr/>
        </p:nvGrpSpPr>
        <p:grpSpPr>
          <a:xfrm>
            <a:off x="8098724" y="210201"/>
            <a:ext cx="665361" cy="656157"/>
            <a:chOff x="379924" y="4310451"/>
            <a:chExt cx="665361" cy="656157"/>
          </a:xfrm>
        </p:grpSpPr>
        <p:sp>
          <p:nvSpPr>
            <p:cNvPr id="3162" name="Google Shape;3162;p49"/>
            <p:cNvSpPr/>
            <p:nvPr/>
          </p:nvSpPr>
          <p:spPr>
            <a:xfrm>
              <a:off x="379924" y="4310451"/>
              <a:ext cx="665361" cy="656157"/>
            </a:xfrm>
            <a:custGeom>
              <a:avLst/>
              <a:gdLst/>
              <a:ahLst/>
              <a:cxnLst/>
              <a:rect l="l" t="t" r="r" b="b"/>
              <a:pathLst>
                <a:path w="46480" h="45837" extrusionOk="0">
                  <a:moveTo>
                    <a:pt x="23240" y="0"/>
                  </a:moveTo>
                  <a:cubicBezTo>
                    <a:pt x="22455" y="0"/>
                    <a:pt x="21741" y="428"/>
                    <a:pt x="21340" y="1133"/>
                  </a:cubicBezTo>
                  <a:cubicBezTo>
                    <a:pt x="20697" y="2266"/>
                    <a:pt x="17620" y="3961"/>
                    <a:pt x="14765" y="4371"/>
                  </a:cubicBezTo>
                  <a:cubicBezTo>
                    <a:pt x="12115" y="4746"/>
                    <a:pt x="10162" y="6396"/>
                    <a:pt x="9377" y="8912"/>
                  </a:cubicBezTo>
                  <a:cubicBezTo>
                    <a:pt x="6593" y="9590"/>
                    <a:pt x="4782" y="11588"/>
                    <a:pt x="4372" y="14443"/>
                  </a:cubicBezTo>
                  <a:cubicBezTo>
                    <a:pt x="3962" y="17298"/>
                    <a:pt x="2267" y="20376"/>
                    <a:pt x="1134" y="21018"/>
                  </a:cubicBezTo>
                  <a:cubicBezTo>
                    <a:pt x="429" y="21419"/>
                    <a:pt x="1" y="22133"/>
                    <a:pt x="1" y="22918"/>
                  </a:cubicBezTo>
                  <a:cubicBezTo>
                    <a:pt x="1" y="23703"/>
                    <a:pt x="429" y="24417"/>
                    <a:pt x="1134" y="24818"/>
                  </a:cubicBezTo>
                  <a:cubicBezTo>
                    <a:pt x="2267" y="25461"/>
                    <a:pt x="3962" y="28538"/>
                    <a:pt x="4372" y="31393"/>
                  </a:cubicBezTo>
                  <a:cubicBezTo>
                    <a:pt x="4773" y="34257"/>
                    <a:pt x="6593" y="36255"/>
                    <a:pt x="9377" y="36924"/>
                  </a:cubicBezTo>
                  <a:cubicBezTo>
                    <a:pt x="10162" y="39440"/>
                    <a:pt x="12115" y="41090"/>
                    <a:pt x="14765" y="41465"/>
                  </a:cubicBezTo>
                  <a:cubicBezTo>
                    <a:pt x="17620" y="41875"/>
                    <a:pt x="20697" y="43570"/>
                    <a:pt x="21340" y="44703"/>
                  </a:cubicBezTo>
                  <a:cubicBezTo>
                    <a:pt x="21750" y="45408"/>
                    <a:pt x="22455" y="45836"/>
                    <a:pt x="23249" y="45836"/>
                  </a:cubicBezTo>
                  <a:cubicBezTo>
                    <a:pt x="24034" y="45836"/>
                    <a:pt x="24748" y="45408"/>
                    <a:pt x="25149" y="44703"/>
                  </a:cubicBezTo>
                  <a:cubicBezTo>
                    <a:pt x="25791" y="43570"/>
                    <a:pt x="28869" y="41875"/>
                    <a:pt x="31724" y="41465"/>
                  </a:cubicBezTo>
                  <a:cubicBezTo>
                    <a:pt x="34373" y="41090"/>
                    <a:pt x="36327" y="39440"/>
                    <a:pt x="37112" y="36924"/>
                  </a:cubicBezTo>
                  <a:cubicBezTo>
                    <a:pt x="39896" y="36255"/>
                    <a:pt x="41707" y="34257"/>
                    <a:pt x="42117" y="31393"/>
                  </a:cubicBezTo>
                  <a:cubicBezTo>
                    <a:pt x="42527" y="28538"/>
                    <a:pt x="44222" y="25461"/>
                    <a:pt x="45355" y="24818"/>
                  </a:cubicBezTo>
                  <a:cubicBezTo>
                    <a:pt x="46060" y="24417"/>
                    <a:pt x="46479" y="23703"/>
                    <a:pt x="46479" y="22918"/>
                  </a:cubicBezTo>
                  <a:cubicBezTo>
                    <a:pt x="46479" y="22133"/>
                    <a:pt x="46060" y="21419"/>
                    <a:pt x="45355" y="21018"/>
                  </a:cubicBezTo>
                  <a:cubicBezTo>
                    <a:pt x="44222" y="20376"/>
                    <a:pt x="42527" y="17298"/>
                    <a:pt x="42117" y="14443"/>
                  </a:cubicBezTo>
                  <a:cubicBezTo>
                    <a:pt x="41707" y="11588"/>
                    <a:pt x="39896" y="9590"/>
                    <a:pt x="37112" y="8912"/>
                  </a:cubicBezTo>
                  <a:cubicBezTo>
                    <a:pt x="36327" y="6396"/>
                    <a:pt x="34373" y="4746"/>
                    <a:pt x="31724" y="4371"/>
                  </a:cubicBezTo>
                  <a:cubicBezTo>
                    <a:pt x="28869" y="3961"/>
                    <a:pt x="25791" y="2266"/>
                    <a:pt x="25149" y="1133"/>
                  </a:cubicBezTo>
                  <a:cubicBezTo>
                    <a:pt x="24739" y="428"/>
                    <a:pt x="24034" y="0"/>
                    <a:pt x="23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49"/>
            <p:cNvSpPr/>
            <p:nvPr/>
          </p:nvSpPr>
          <p:spPr>
            <a:xfrm>
              <a:off x="387711" y="4318238"/>
              <a:ext cx="649915" cy="640568"/>
            </a:xfrm>
            <a:custGeom>
              <a:avLst/>
              <a:gdLst/>
              <a:ahLst/>
              <a:cxnLst/>
              <a:rect l="l" t="t" r="r" b="b"/>
              <a:pathLst>
                <a:path w="45401" h="44748" extrusionOk="0">
                  <a:moveTo>
                    <a:pt x="22696" y="0"/>
                  </a:moveTo>
                  <a:cubicBezTo>
                    <a:pt x="22107" y="0"/>
                    <a:pt x="21572" y="321"/>
                    <a:pt x="21269" y="857"/>
                  </a:cubicBezTo>
                  <a:cubicBezTo>
                    <a:pt x="20475" y="2257"/>
                    <a:pt x="17085" y="3961"/>
                    <a:pt x="14301" y="4363"/>
                  </a:cubicBezTo>
                  <a:cubicBezTo>
                    <a:pt x="11741" y="4728"/>
                    <a:pt x="9912" y="6370"/>
                    <a:pt x="9261" y="8832"/>
                  </a:cubicBezTo>
                  <a:cubicBezTo>
                    <a:pt x="6558" y="9367"/>
                    <a:pt x="4756" y="11241"/>
                    <a:pt x="4363" y="13979"/>
                  </a:cubicBezTo>
                  <a:cubicBezTo>
                    <a:pt x="3962" y="16763"/>
                    <a:pt x="2258" y="20144"/>
                    <a:pt x="857" y="20947"/>
                  </a:cubicBezTo>
                  <a:cubicBezTo>
                    <a:pt x="322" y="21250"/>
                    <a:pt x="1" y="21785"/>
                    <a:pt x="1" y="22374"/>
                  </a:cubicBezTo>
                  <a:cubicBezTo>
                    <a:pt x="1" y="22963"/>
                    <a:pt x="322" y="23498"/>
                    <a:pt x="857" y="23801"/>
                  </a:cubicBezTo>
                  <a:cubicBezTo>
                    <a:pt x="2258" y="24604"/>
                    <a:pt x="3962" y="27994"/>
                    <a:pt x="4363" y="30769"/>
                  </a:cubicBezTo>
                  <a:cubicBezTo>
                    <a:pt x="4756" y="33507"/>
                    <a:pt x="6558" y="35381"/>
                    <a:pt x="9261" y="35916"/>
                  </a:cubicBezTo>
                  <a:cubicBezTo>
                    <a:pt x="9921" y="38378"/>
                    <a:pt x="11741" y="40020"/>
                    <a:pt x="14301" y="40386"/>
                  </a:cubicBezTo>
                  <a:cubicBezTo>
                    <a:pt x="17085" y="40787"/>
                    <a:pt x="20475" y="42491"/>
                    <a:pt x="21269" y="43891"/>
                  </a:cubicBezTo>
                  <a:cubicBezTo>
                    <a:pt x="21572" y="44427"/>
                    <a:pt x="22107" y="44748"/>
                    <a:pt x="22705" y="44748"/>
                  </a:cubicBezTo>
                  <a:cubicBezTo>
                    <a:pt x="23294" y="44748"/>
                    <a:pt x="23829" y="44427"/>
                    <a:pt x="24132" y="43891"/>
                  </a:cubicBezTo>
                  <a:cubicBezTo>
                    <a:pt x="24926" y="42491"/>
                    <a:pt x="28316" y="40787"/>
                    <a:pt x="31100" y="40386"/>
                  </a:cubicBezTo>
                  <a:cubicBezTo>
                    <a:pt x="33660" y="40020"/>
                    <a:pt x="35489" y="38378"/>
                    <a:pt x="36140" y="35916"/>
                  </a:cubicBezTo>
                  <a:cubicBezTo>
                    <a:pt x="38843" y="35381"/>
                    <a:pt x="40645" y="33507"/>
                    <a:pt x="41038" y="30778"/>
                  </a:cubicBezTo>
                  <a:cubicBezTo>
                    <a:pt x="41439" y="27994"/>
                    <a:pt x="43143" y="24604"/>
                    <a:pt x="44544" y="23801"/>
                  </a:cubicBezTo>
                  <a:cubicBezTo>
                    <a:pt x="45079" y="23498"/>
                    <a:pt x="45400" y="22963"/>
                    <a:pt x="45400" y="22374"/>
                  </a:cubicBezTo>
                  <a:cubicBezTo>
                    <a:pt x="45400" y="21785"/>
                    <a:pt x="45079" y="21250"/>
                    <a:pt x="44544" y="20947"/>
                  </a:cubicBezTo>
                  <a:cubicBezTo>
                    <a:pt x="43143" y="20144"/>
                    <a:pt x="41439" y="16763"/>
                    <a:pt x="41038" y="13979"/>
                  </a:cubicBezTo>
                  <a:cubicBezTo>
                    <a:pt x="40645" y="11241"/>
                    <a:pt x="38843" y="9367"/>
                    <a:pt x="36140" y="8832"/>
                  </a:cubicBezTo>
                  <a:cubicBezTo>
                    <a:pt x="35480" y="6370"/>
                    <a:pt x="33660" y="4728"/>
                    <a:pt x="31100" y="4363"/>
                  </a:cubicBezTo>
                  <a:cubicBezTo>
                    <a:pt x="28316" y="3961"/>
                    <a:pt x="24926" y="2257"/>
                    <a:pt x="24132" y="857"/>
                  </a:cubicBezTo>
                  <a:cubicBezTo>
                    <a:pt x="23829" y="321"/>
                    <a:pt x="23294" y="0"/>
                    <a:pt x="226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49"/>
            <p:cNvSpPr/>
            <p:nvPr/>
          </p:nvSpPr>
          <p:spPr>
            <a:xfrm>
              <a:off x="405460" y="4336617"/>
              <a:ext cx="614414" cy="603807"/>
            </a:xfrm>
            <a:custGeom>
              <a:avLst/>
              <a:gdLst/>
              <a:ahLst/>
              <a:cxnLst/>
              <a:rect l="l" t="t" r="r" b="b"/>
              <a:pathLst>
                <a:path w="42921" h="42180" extrusionOk="0">
                  <a:moveTo>
                    <a:pt x="21460" y="1"/>
                  </a:moveTo>
                  <a:cubicBezTo>
                    <a:pt x="21351" y="1"/>
                    <a:pt x="21242" y="72"/>
                    <a:pt x="21162" y="215"/>
                  </a:cubicBezTo>
                  <a:cubicBezTo>
                    <a:pt x="20073" y="2133"/>
                    <a:pt x="16210" y="3944"/>
                    <a:pt x="13249" y="4363"/>
                  </a:cubicBezTo>
                  <a:cubicBezTo>
                    <a:pt x="10777" y="4720"/>
                    <a:pt x="9680" y="6344"/>
                    <a:pt x="9270" y="7923"/>
                  </a:cubicBezTo>
                  <a:cubicBezTo>
                    <a:pt x="9145" y="8387"/>
                    <a:pt x="8770" y="8726"/>
                    <a:pt x="8306" y="8824"/>
                  </a:cubicBezTo>
                  <a:cubicBezTo>
                    <a:pt x="6620" y="9163"/>
                    <a:pt x="4791" y="10233"/>
                    <a:pt x="4408" y="12874"/>
                  </a:cubicBezTo>
                  <a:cubicBezTo>
                    <a:pt x="3989" y="15844"/>
                    <a:pt x="2178" y="19698"/>
                    <a:pt x="260" y="20796"/>
                  </a:cubicBezTo>
                  <a:cubicBezTo>
                    <a:pt x="1" y="20947"/>
                    <a:pt x="1" y="21242"/>
                    <a:pt x="260" y="21393"/>
                  </a:cubicBezTo>
                  <a:cubicBezTo>
                    <a:pt x="2178" y="22482"/>
                    <a:pt x="3989" y="26336"/>
                    <a:pt x="4408" y="29306"/>
                  </a:cubicBezTo>
                  <a:cubicBezTo>
                    <a:pt x="4791" y="31947"/>
                    <a:pt x="6620" y="33026"/>
                    <a:pt x="8306" y="33365"/>
                  </a:cubicBezTo>
                  <a:cubicBezTo>
                    <a:pt x="8770" y="33455"/>
                    <a:pt x="9145" y="33794"/>
                    <a:pt x="9270" y="34257"/>
                  </a:cubicBezTo>
                  <a:cubicBezTo>
                    <a:pt x="9680" y="35836"/>
                    <a:pt x="10777" y="37460"/>
                    <a:pt x="13249" y="37817"/>
                  </a:cubicBezTo>
                  <a:cubicBezTo>
                    <a:pt x="16210" y="38236"/>
                    <a:pt x="20073" y="40047"/>
                    <a:pt x="21162" y="41965"/>
                  </a:cubicBezTo>
                  <a:cubicBezTo>
                    <a:pt x="21242" y="42108"/>
                    <a:pt x="21351" y="42179"/>
                    <a:pt x="21460" y="42179"/>
                  </a:cubicBezTo>
                  <a:cubicBezTo>
                    <a:pt x="21570" y="42179"/>
                    <a:pt x="21679" y="42108"/>
                    <a:pt x="21759" y="41965"/>
                  </a:cubicBezTo>
                  <a:cubicBezTo>
                    <a:pt x="22848" y="40047"/>
                    <a:pt x="26702" y="38236"/>
                    <a:pt x="29672" y="37817"/>
                  </a:cubicBezTo>
                  <a:cubicBezTo>
                    <a:pt x="32143" y="37460"/>
                    <a:pt x="33241" y="35836"/>
                    <a:pt x="33651" y="34257"/>
                  </a:cubicBezTo>
                  <a:cubicBezTo>
                    <a:pt x="33776" y="33794"/>
                    <a:pt x="34151" y="33455"/>
                    <a:pt x="34615" y="33365"/>
                  </a:cubicBezTo>
                  <a:cubicBezTo>
                    <a:pt x="36301" y="33026"/>
                    <a:pt x="38129" y="31947"/>
                    <a:pt x="38513" y="29306"/>
                  </a:cubicBezTo>
                  <a:cubicBezTo>
                    <a:pt x="38932" y="26336"/>
                    <a:pt x="40743" y="22482"/>
                    <a:pt x="42661" y="21393"/>
                  </a:cubicBezTo>
                  <a:cubicBezTo>
                    <a:pt x="42920" y="21242"/>
                    <a:pt x="42920" y="20947"/>
                    <a:pt x="42661" y="20796"/>
                  </a:cubicBezTo>
                  <a:cubicBezTo>
                    <a:pt x="40743" y="19698"/>
                    <a:pt x="38932" y="15844"/>
                    <a:pt x="38513" y="12874"/>
                  </a:cubicBezTo>
                  <a:cubicBezTo>
                    <a:pt x="38129" y="10233"/>
                    <a:pt x="36301" y="9163"/>
                    <a:pt x="34615" y="8824"/>
                  </a:cubicBezTo>
                  <a:cubicBezTo>
                    <a:pt x="34151" y="8726"/>
                    <a:pt x="33776" y="8387"/>
                    <a:pt x="33651" y="7923"/>
                  </a:cubicBezTo>
                  <a:cubicBezTo>
                    <a:pt x="33241" y="6344"/>
                    <a:pt x="32143" y="4720"/>
                    <a:pt x="29672" y="4363"/>
                  </a:cubicBezTo>
                  <a:cubicBezTo>
                    <a:pt x="26702" y="3944"/>
                    <a:pt x="22848" y="2133"/>
                    <a:pt x="21759" y="215"/>
                  </a:cubicBezTo>
                  <a:cubicBezTo>
                    <a:pt x="21679" y="72"/>
                    <a:pt x="21570" y="1"/>
                    <a:pt x="214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5" name="Google Shape;3165;p49"/>
          <p:cNvGrpSpPr/>
          <p:nvPr/>
        </p:nvGrpSpPr>
        <p:grpSpPr>
          <a:xfrm>
            <a:off x="-1102288" y="3798860"/>
            <a:ext cx="2415313" cy="2415313"/>
            <a:chOff x="277450" y="4273200"/>
            <a:chExt cx="870289" cy="870289"/>
          </a:xfrm>
        </p:grpSpPr>
        <p:sp>
          <p:nvSpPr>
            <p:cNvPr id="3166" name="Google Shape;3166;p49"/>
            <p:cNvSpPr/>
            <p:nvPr/>
          </p:nvSpPr>
          <p:spPr>
            <a:xfrm>
              <a:off x="325701" y="4321451"/>
              <a:ext cx="773783" cy="773783"/>
            </a:xfrm>
            <a:custGeom>
              <a:avLst/>
              <a:gdLst/>
              <a:ahLst/>
              <a:cxnLst/>
              <a:rect l="l" t="t" r="r" b="b"/>
              <a:pathLst>
                <a:path w="48076" h="48076" extrusionOk="0">
                  <a:moveTo>
                    <a:pt x="23962" y="0"/>
                  </a:moveTo>
                  <a:lnTo>
                    <a:pt x="16977" y="6985"/>
                  </a:lnTo>
                  <a:lnTo>
                    <a:pt x="7092" y="6985"/>
                  </a:lnTo>
                  <a:lnTo>
                    <a:pt x="7092" y="16870"/>
                  </a:lnTo>
                  <a:lnTo>
                    <a:pt x="0" y="23962"/>
                  </a:lnTo>
                  <a:lnTo>
                    <a:pt x="7092" y="31054"/>
                  </a:lnTo>
                  <a:lnTo>
                    <a:pt x="7092" y="41090"/>
                  </a:lnTo>
                  <a:lnTo>
                    <a:pt x="17120" y="41090"/>
                  </a:lnTo>
                  <a:lnTo>
                    <a:pt x="24114" y="48076"/>
                  </a:lnTo>
                  <a:lnTo>
                    <a:pt x="31099" y="41090"/>
                  </a:lnTo>
                  <a:lnTo>
                    <a:pt x="40983" y="41090"/>
                  </a:lnTo>
                  <a:lnTo>
                    <a:pt x="40983" y="31206"/>
                  </a:lnTo>
                  <a:lnTo>
                    <a:pt x="48076" y="24114"/>
                  </a:lnTo>
                  <a:lnTo>
                    <a:pt x="40983" y="17022"/>
                  </a:lnTo>
                  <a:lnTo>
                    <a:pt x="40983" y="6985"/>
                  </a:lnTo>
                  <a:lnTo>
                    <a:pt x="30956" y="6985"/>
                  </a:lnTo>
                  <a:lnTo>
                    <a:pt x="23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49"/>
            <p:cNvSpPr/>
            <p:nvPr/>
          </p:nvSpPr>
          <p:spPr>
            <a:xfrm>
              <a:off x="277450" y="4273200"/>
              <a:ext cx="870289" cy="870289"/>
            </a:xfrm>
            <a:custGeom>
              <a:avLst/>
              <a:gdLst/>
              <a:ahLst/>
              <a:cxnLst/>
              <a:rect l="l" t="t" r="r" b="b"/>
              <a:pathLst>
                <a:path w="54072" h="54072" extrusionOk="0">
                  <a:moveTo>
                    <a:pt x="26960" y="1410"/>
                  </a:moveTo>
                  <a:lnTo>
                    <a:pt x="34409" y="8859"/>
                  </a:lnTo>
                  <a:lnTo>
                    <a:pt x="45097" y="8859"/>
                  </a:lnTo>
                  <a:lnTo>
                    <a:pt x="45097" y="19556"/>
                  </a:lnTo>
                  <a:lnTo>
                    <a:pt x="52662" y="27112"/>
                  </a:lnTo>
                  <a:lnTo>
                    <a:pt x="45097" y="34677"/>
                  </a:lnTo>
                  <a:lnTo>
                    <a:pt x="45097" y="45212"/>
                  </a:lnTo>
                  <a:lnTo>
                    <a:pt x="34561" y="45212"/>
                  </a:lnTo>
                  <a:lnTo>
                    <a:pt x="27112" y="52662"/>
                  </a:lnTo>
                  <a:lnTo>
                    <a:pt x="19663" y="45212"/>
                  </a:lnTo>
                  <a:lnTo>
                    <a:pt x="8975" y="45212"/>
                  </a:lnTo>
                  <a:lnTo>
                    <a:pt x="8975" y="34516"/>
                  </a:lnTo>
                  <a:lnTo>
                    <a:pt x="1410" y="26960"/>
                  </a:lnTo>
                  <a:lnTo>
                    <a:pt x="8975" y="19395"/>
                  </a:lnTo>
                  <a:lnTo>
                    <a:pt x="8975" y="8859"/>
                  </a:lnTo>
                  <a:lnTo>
                    <a:pt x="19502" y="8859"/>
                  </a:lnTo>
                  <a:lnTo>
                    <a:pt x="26960" y="1410"/>
                  </a:lnTo>
                  <a:close/>
                  <a:moveTo>
                    <a:pt x="26960" y="1"/>
                  </a:moveTo>
                  <a:lnTo>
                    <a:pt x="19092" y="7860"/>
                  </a:lnTo>
                  <a:lnTo>
                    <a:pt x="7976" y="7860"/>
                  </a:lnTo>
                  <a:lnTo>
                    <a:pt x="7976" y="18985"/>
                  </a:lnTo>
                  <a:lnTo>
                    <a:pt x="1" y="26960"/>
                  </a:lnTo>
                  <a:lnTo>
                    <a:pt x="7976" y="34927"/>
                  </a:lnTo>
                  <a:lnTo>
                    <a:pt x="7976" y="46212"/>
                  </a:lnTo>
                  <a:lnTo>
                    <a:pt x="19252" y="46212"/>
                  </a:lnTo>
                  <a:lnTo>
                    <a:pt x="27112" y="54071"/>
                  </a:lnTo>
                  <a:lnTo>
                    <a:pt x="34980" y="46212"/>
                  </a:lnTo>
                  <a:lnTo>
                    <a:pt x="46096" y="46212"/>
                  </a:lnTo>
                  <a:lnTo>
                    <a:pt x="46096" y="35087"/>
                  </a:lnTo>
                  <a:lnTo>
                    <a:pt x="54071" y="27112"/>
                  </a:lnTo>
                  <a:lnTo>
                    <a:pt x="46096" y="19136"/>
                  </a:lnTo>
                  <a:lnTo>
                    <a:pt x="46096" y="7860"/>
                  </a:lnTo>
                  <a:lnTo>
                    <a:pt x="34820" y="7860"/>
                  </a:lnTo>
                  <a:lnTo>
                    <a:pt x="269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49"/>
            <p:cNvSpPr/>
            <p:nvPr/>
          </p:nvSpPr>
          <p:spPr>
            <a:xfrm>
              <a:off x="354847" y="4350742"/>
              <a:ext cx="715197" cy="715053"/>
            </a:xfrm>
            <a:custGeom>
              <a:avLst/>
              <a:gdLst/>
              <a:ahLst/>
              <a:cxnLst/>
              <a:rect l="l" t="t" r="r" b="b"/>
              <a:pathLst>
                <a:path w="44436" h="44427" extrusionOk="0">
                  <a:moveTo>
                    <a:pt x="22151" y="0"/>
                  </a:moveTo>
                  <a:lnTo>
                    <a:pt x="15692" y="6459"/>
                  </a:lnTo>
                  <a:lnTo>
                    <a:pt x="6557" y="6459"/>
                  </a:lnTo>
                  <a:lnTo>
                    <a:pt x="6557" y="15594"/>
                  </a:lnTo>
                  <a:lnTo>
                    <a:pt x="0" y="22142"/>
                  </a:lnTo>
                  <a:lnTo>
                    <a:pt x="6557" y="28699"/>
                  </a:lnTo>
                  <a:lnTo>
                    <a:pt x="6557" y="37968"/>
                  </a:lnTo>
                  <a:lnTo>
                    <a:pt x="15826" y="37968"/>
                  </a:lnTo>
                  <a:lnTo>
                    <a:pt x="22285" y="44427"/>
                  </a:lnTo>
                  <a:lnTo>
                    <a:pt x="28744" y="37968"/>
                  </a:lnTo>
                  <a:lnTo>
                    <a:pt x="37879" y="37968"/>
                  </a:lnTo>
                  <a:lnTo>
                    <a:pt x="37879" y="28833"/>
                  </a:lnTo>
                  <a:lnTo>
                    <a:pt x="44436" y="22276"/>
                  </a:lnTo>
                  <a:lnTo>
                    <a:pt x="37879" y="15728"/>
                  </a:lnTo>
                  <a:lnTo>
                    <a:pt x="37879" y="6459"/>
                  </a:lnTo>
                  <a:lnTo>
                    <a:pt x="28610" y="6459"/>
                  </a:lnTo>
                  <a:lnTo>
                    <a:pt x="22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9" name="Google Shape;3169;p49"/>
          <p:cNvGrpSpPr/>
          <p:nvPr/>
        </p:nvGrpSpPr>
        <p:grpSpPr>
          <a:xfrm>
            <a:off x="-247661" y="-453748"/>
            <a:ext cx="3269645" cy="3638804"/>
            <a:chOff x="5179217" y="-358190"/>
            <a:chExt cx="2223341" cy="2474367"/>
          </a:xfrm>
        </p:grpSpPr>
        <p:sp>
          <p:nvSpPr>
            <p:cNvPr id="3170" name="Google Shape;3170;p49"/>
            <p:cNvSpPr/>
            <p:nvPr/>
          </p:nvSpPr>
          <p:spPr>
            <a:xfrm>
              <a:off x="6237289" y="1066355"/>
              <a:ext cx="255953" cy="242920"/>
            </a:xfrm>
            <a:custGeom>
              <a:avLst/>
              <a:gdLst/>
              <a:ahLst/>
              <a:cxnLst/>
              <a:rect l="l" t="t" r="r" b="b"/>
              <a:pathLst>
                <a:path w="5951" h="5648" extrusionOk="0">
                  <a:moveTo>
                    <a:pt x="2971" y="982"/>
                  </a:moveTo>
                  <a:lnTo>
                    <a:pt x="3479" y="2150"/>
                  </a:lnTo>
                  <a:cubicBezTo>
                    <a:pt x="3524" y="2240"/>
                    <a:pt x="3613" y="2311"/>
                    <a:pt x="3711" y="2320"/>
                  </a:cubicBezTo>
                  <a:lnTo>
                    <a:pt x="4987" y="2436"/>
                  </a:lnTo>
                  <a:lnTo>
                    <a:pt x="4024" y="3283"/>
                  </a:lnTo>
                  <a:cubicBezTo>
                    <a:pt x="3952" y="3346"/>
                    <a:pt x="3916" y="3453"/>
                    <a:pt x="3934" y="3551"/>
                  </a:cubicBezTo>
                  <a:lnTo>
                    <a:pt x="4220" y="4800"/>
                  </a:lnTo>
                  <a:lnTo>
                    <a:pt x="3114" y="4149"/>
                  </a:lnTo>
                  <a:cubicBezTo>
                    <a:pt x="3073" y="4122"/>
                    <a:pt x="3024" y="4109"/>
                    <a:pt x="2975" y="4109"/>
                  </a:cubicBezTo>
                  <a:cubicBezTo>
                    <a:pt x="2926" y="4109"/>
                    <a:pt x="2877" y="4122"/>
                    <a:pt x="2837" y="4149"/>
                  </a:cubicBezTo>
                  <a:lnTo>
                    <a:pt x="1731" y="4800"/>
                  </a:lnTo>
                  <a:lnTo>
                    <a:pt x="2007" y="3551"/>
                  </a:lnTo>
                  <a:cubicBezTo>
                    <a:pt x="2034" y="3453"/>
                    <a:pt x="1998" y="3346"/>
                    <a:pt x="1927" y="3283"/>
                  </a:cubicBezTo>
                  <a:lnTo>
                    <a:pt x="964" y="2436"/>
                  </a:lnTo>
                  <a:lnTo>
                    <a:pt x="2239" y="2320"/>
                  </a:lnTo>
                  <a:cubicBezTo>
                    <a:pt x="2337" y="2311"/>
                    <a:pt x="2427" y="2240"/>
                    <a:pt x="2462" y="2150"/>
                  </a:cubicBezTo>
                  <a:lnTo>
                    <a:pt x="2971" y="982"/>
                  </a:lnTo>
                  <a:close/>
                  <a:moveTo>
                    <a:pt x="2971" y="1"/>
                  </a:moveTo>
                  <a:cubicBezTo>
                    <a:pt x="2864" y="1"/>
                    <a:pt x="2766" y="63"/>
                    <a:pt x="2721" y="170"/>
                  </a:cubicBezTo>
                  <a:lnTo>
                    <a:pt x="2025" y="1776"/>
                  </a:lnTo>
                  <a:lnTo>
                    <a:pt x="277" y="1945"/>
                  </a:lnTo>
                  <a:cubicBezTo>
                    <a:pt x="161" y="1954"/>
                    <a:pt x="72" y="2026"/>
                    <a:pt x="36" y="2133"/>
                  </a:cubicBezTo>
                  <a:cubicBezTo>
                    <a:pt x="0" y="2240"/>
                    <a:pt x="36" y="2356"/>
                    <a:pt x="116" y="2427"/>
                  </a:cubicBezTo>
                  <a:lnTo>
                    <a:pt x="1428" y="3596"/>
                  </a:lnTo>
                  <a:lnTo>
                    <a:pt x="1053" y="5309"/>
                  </a:lnTo>
                  <a:cubicBezTo>
                    <a:pt x="1026" y="5416"/>
                    <a:pt x="1071" y="5523"/>
                    <a:pt x="1160" y="5594"/>
                  </a:cubicBezTo>
                  <a:cubicBezTo>
                    <a:pt x="1204" y="5630"/>
                    <a:pt x="1267" y="5648"/>
                    <a:pt x="1320" y="5648"/>
                  </a:cubicBezTo>
                  <a:cubicBezTo>
                    <a:pt x="1374" y="5648"/>
                    <a:pt x="1419" y="5630"/>
                    <a:pt x="1463" y="5603"/>
                  </a:cubicBezTo>
                  <a:lnTo>
                    <a:pt x="2971" y="4711"/>
                  </a:lnTo>
                  <a:lnTo>
                    <a:pt x="4487" y="5603"/>
                  </a:lnTo>
                  <a:cubicBezTo>
                    <a:pt x="4533" y="5632"/>
                    <a:pt x="4582" y="5646"/>
                    <a:pt x="4631" y="5646"/>
                  </a:cubicBezTo>
                  <a:cubicBezTo>
                    <a:pt x="4688" y="5646"/>
                    <a:pt x="4743" y="5627"/>
                    <a:pt x="4791" y="5594"/>
                  </a:cubicBezTo>
                  <a:cubicBezTo>
                    <a:pt x="4880" y="5523"/>
                    <a:pt x="4925" y="5416"/>
                    <a:pt x="4898" y="5309"/>
                  </a:cubicBezTo>
                  <a:lnTo>
                    <a:pt x="4514" y="3596"/>
                  </a:lnTo>
                  <a:lnTo>
                    <a:pt x="5834" y="2427"/>
                  </a:lnTo>
                  <a:cubicBezTo>
                    <a:pt x="5915" y="2356"/>
                    <a:pt x="5950" y="2240"/>
                    <a:pt x="5915" y="2133"/>
                  </a:cubicBezTo>
                  <a:cubicBezTo>
                    <a:pt x="5879" y="2026"/>
                    <a:pt x="5790" y="1954"/>
                    <a:pt x="5674" y="1945"/>
                  </a:cubicBezTo>
                  <a:lnTo>
                    <a:pt x="3925" y="1776"/>
                  </a:lnTo>
                  <a:lnTo>
                    <a:pt x="3230" y="170"/>
                  </a:lnTo>
                  <a:cubicBezTo>
                    <a:pt x="3185" y="63"/>
                    <a:pt x="3087" y="1"/>
                    <a:pt x="2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49"/>
            <p:cNvSpPr/>
            <p:nvPr/>
          </p:nvSpPr>
          <p:spPr>
            <a:xfrm>
              <a:off x="6342404" y="276355"/>
              <a:ext cx="45720" cy="744374"/>
            </a:xfrm>
            <a:custGeom>
              <a:avLst/>
              <a:gdLst/>
              <a:ahLst/>
              <a:cxnLst/>
              <a:rect l="l" t="t" r="r" b="b"/>
              <a:pathLst>
                <a:path w="1063" h="17307" extrusionOk="0">
                  <a:moveTo>
                    <a:pt x="527" y="0"/>
                  </a:moveTo>
                  <a:cubicBezTo>
                    <a:pt x="232" y="0"/>
                    <a:pt x="1" y="232"/>
                    <a:pt x="1" y="527"/>
                  </a:cubicBezTo>
                  <a:cubicBezTo>
                    <a:pt x="1" y="821"/>
                    <a:pt x="232" y="1062"/>
                    <a:pt x="527" y="1062"/>
                  </a:cubicBezTo>
                  <a:cubicBezTo>
                    <a:pt x="821" y="1062"/>
                    <a:pt x="1062" y="821"/>
                    <a:pt x="1062" y="527"/>
                  </a:cubicBezTo>
                  <a:cubicBezTo>
                    <a:pt x="1062" y="232"/>
                    <a:pt x="821" y="0"/>
                    <a:pt x="527" y="0"/>
                  </a:cubicBezTo>
                  <a:close/>
                  <a:moveTo>
                    <a:pt x="527" y="2320"/>
                  </a:moveTo>
                  <a:cubicBezTo>
                    <a:pt x="232" y="2320"/>
                    <a:pt x="1" y="2561"/>
                    <a:pt x="1" y="2846"/>
                  </a:cubicBezTo>
                  <a:cubicBezTo>
                    <a:pt x="1" y="3140"/>
                    <a:pt x="232" y="3381"/>
                    <a:pt x="527" y="3381"/>
                  </a:cubicBezTo>
                  <a:cubicBezTo>
                    <a:pt x="821" y="3381"/>
                    <a:pt x="1062" y="3140"/>
                    <a:pt x="1062" y="2846"/>
                  </a:cubicBezTo>
                  <a:cubicBezTo>
                    <a:pt x="1062" y="2561"/>
                    <a:pt x="821" y="2320"/>
                    <a:pt x="527" y="2320"/>
                  </a:cubicBezTo>
                  <a:close/>
                  <a:moveTo>
                    <a:pt x="527" y="4639"/>
                  </a:moveTo>
                  <a:cubicBezTo>
                    <a:pt x="232" y="4639"/>
                    <a:pt x="1" y="4880"/>
                    <a:pt x="1" y="5174"/>
                  </a:cubicBezTo>
                  <a:cubicBezTo>
                    <a:pt x="1" y="5469"/>
                    <a:pt x="232" y="5701"/>
                    <a:pt x="527" y="5701"/>
                  </a:cubicBezTo>
                  <a:cubicBezTo>
                    <a:pt x="821" y="5701"/>
                    <a:pt x="1062" y="5469"/>
                    <a:pt x="1062" y="5174"/>
                  </a:cubicBezTo>
                  <a:cubicBezTo>
                    <a:pt x="1062" y="4880"/>
                    <a:pt x="821" y="4639"/>
                    <a:pt x="527" y="4639"/>
                  </a:cubicBezTo>
                  <a:close/>
                  <a:moveTo>
                    <a:pt x="527" y="6959"/>
                  </a:moveTo>
                  <a:cubicBezTo>
                    <a:pt x="232" y="6959"/>
                    <a:pt x="1" y="7199"/>
                    <a:pt x="1" y="7494"/>
                  </a:cubicBezTo>
                  <a:cubicBezTo>
                    <a:pt x="1" y="7788"/>
                    <a:pt x="232" y="8020"/>
                    <a:pt x="527" y="8020"/>
                  </a:cubicBezTo>
                  <a:cubicBezTo>
                    <a:pt x="821" y="8020"/>
                    <a:pt x="1062" y="7788"/>
                    <a:pt x="1062" y="7494"/>
                  </a:cubicBezTo>
                  <a:cubicBezTo>
                    <a:pt x="1062" y="7199"/>
                    <a:pt x="821" y="6959"/>
                    <a:pt x="527" y="6959"/>
                  </a:cubicBezTo>
                  <a:close/>
                  <a:moveTo>
                    <a:pt x="527" y="9287"/>
                  </a:moveTo>
                  <a:cubicBezTo>
                    <a:pt x="232" y="9287"/>
                    <a:pt x="1" y="9519"/>
                    <a:pt x="1" y="9813"/>
                  </a:cubicBezTo>
                  <a:cubicBezTo>
                    <a:pt x="1" y="10108"/>
                    <a:pt x="232" y="10349"/>
                    <a:pt x="527" y="10349"/>
                  </a:cubicBezTo>
                  <a:cubicBezTo>
                    <a:pt x="821" y="10349"/>
                    <a:pt x="1062" y="10108"/>
                    <a:pt x="1062" y="9813"/>
                  </a:cubicBezTo>
                  <a:cubicBezTo>
                    <a:pt x="1062" y="9519"/>
                    <a:pt x="821" y="9287"/>
                    <a:pt x="527" y="9287"/>
                  </a:cubicBezTo>
                  <a:close/>
                  <a:moveTo>
                    <a:pt x="527" y="11606"/>
                  </a:moveTo>
                  <a:cubicBezTo>
                    <a:pt x="232" y="11606"/>
                    <a:pt x="1" y="11838"/>
                    <a:pt x="1" y="12133"/>
                  </a:cubicBezTo>
                  <a:cubicBezTo>
                    <a:pt x="1" y="12427"/>
                    <a:pt x="232" y="12668"/>
                    <a:pt x="527" y="12668"/>
                  </a:cubicBezTo>
                  <a:cubicBezTo>
                    <a:pt x="821" y="12668"/>
                    <a:pt x="1062" y="12427"/>
                    <a:pt x="1062" y="12133"/>
                  </a:cubicBezTo>
                  <a:cubicBezTo>
                    <a:pt x="1062" y="11838"/>
                    <a:pt x="821" y="11606"/>
                    <a:pt x="527" y="11606"/>
                  </a:cubicBezTo>
                  <a:close/>
                  <a:moveTo>
                    <a:pt x="527" y="13926"/>
                  </a:moveTo>
                  <a:cubicBezTo>
                    <a:pt x="232" y="13926"/>
                    <a:pt x="1" y="14167"/>
                    <a:pt x="1" y="14461"/>
                  </a:cubicBezTo>
                  <a:cubicBezTo>
                    <a:pt x="1" y="14747"/>
                    <a:pt x="232" y="14987"/>
                    <a:pt x="527" y="14987"/>
                  </a:cubicBezTo>
                  <a:cubicBezTo>
                    <a:pt x="821" y="14987"/>
                    <a:pt x="1062" y="14747"/>
                    <a:pt x="1062" y="14461"/>
                  </a:cubicBezTo>
                  <a:cubicBezTo>
                    <a:pt x="1062" y="14167"/>
                    <a:pt x="821" y="13926"/>
                    <a:pt x="527" y="13926"/>
                  </a:cubicBezTo>
                  <a:close/>
                  <a:moveTo>
                    <a:pt x="527" y="16245"/>
                  </a:moveTo>
                  <a:cubicBezTo>
                    <a:pt x="232" y="16245"/>
                    <a:pt x="1" y="16486"/>
                    <a:pt x="1" y="16781"/>
                  </a:cubicBezTo>
                  <a:cubicBezTo>
                    <a:pt x="1" y="17075"/>
                    <a:pt x="232" y="17307"/>
                    <a:pt x="527" y="17307"/>
                  </a:cubicBezTo>
                  <a:cubicBezTo>
                    <a:pt x="821" y="17307"/>
                    <a:pt x="1062" y="17075"/>
                    <a:pt x="1062" y="16781"/>
                  </a:cubicBezTo>
                  <a:cubicBezTo>
                    <a:pt x="1062" y="16486"/>
                    <a:pt x="821" y="16245"/>
                    <a:pt x="527" y="1624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49"/>
            <p:cNvSpPr/>
            <p:nvPr/>
          </p:nvSpPr>
          <p:spPr>
            <a:xfrm>
              <a:off x="6358920" y="298978"/>
              <a:ext cx="12688" cy="785836"/>
            </a:xfrm>
            <a:custGeom>
              <a:avLst/>
              <a:gdLst/>
              <a:ahLst/>
              <a:cxnLst/>
              <a:rect l="l" t="t" r="r" b="b"/>
              <a:pathLst>
                <a:path w="295" h="18271" extrusionOk="0">
                  <a:moveTo>
                    <a:pt x="0" y="1"/>
                  </a:moveTo>
                  <a:lnTo>
                    <a:pt x="0" y="18271"/>
                  </a:lnTo>
                  <a:lnTo>
                    <a:pt x="295" y="18271"/>
                  </a:lnTo>
                  <a:lnTo>
                    <a:pt x="2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49"/>
            <p:cNvSpPr/>
            <p:nvPr/>
          </p:nvSpPr>
          <p:spPr>
            <a:xfrm>
              <a:off x="5706637" y="537251"/>
              <a:ext cx="255953" cy="242662"/>
            </a:xfrm>
            <a:custGeom>
              <a:avLst/>
              <a:gdLst/>
              <a:ahLst/>
              <a:cxnLst/>
              <a:rect l="l" t="t" r="r" b="b"/>
              <a:pathLst>
                <a:path w="5951" h="5642" extrusionOk="0">
                  <a:moveTo>
                    <a:pt x="2971" y="973"/>
                  </a:moveTo>
                  <a:lnTo>
                    <a:pt x="3480" y="2150"/>
                  </a:lnTo>
                  <a:cubicBezTo>
                    <a:pt x="3515" y="2240"/>
                    <a:pt x="3604" y="2302"/>
                    <a:pt x="3711" y="2311"/>
                  </a:cubicBezTo>
                  <a:lnTo>
                    <a:pt x="4978" y="2436"/>
                  </a:lnTo>
                  <a:lnTo>
                    <a:pt x="4024" y="3283"/>
                  </a:lnTo>
                  <a:cubicBezTo>
                    <a:pt x="3943" y="3346"/>
                    <a:pt x="3917" y="3453"/>
                    <a:pt x="3935" y="3551"/>
                  </a:cubicBezTo>
                  <a:lnTo>
                    <a:pt x="4211" y="4800"/>
                  </a:lnTo>
                  <a:lnTo>
                    <a:pt x="3114" y="4149"/>
                  </a:lnTo>
                  <a:cubicBezTo>
                    <a:pt x="3069" y="4122"/>
                    <a:pt x="3025" y="4113"/>
                    <a:pt x="2971" y="4113"/>
                  </a:cubicBezTo>
                  <a:cubicBezTo>
                    <a:pt x="2926" y="4113"/>
                    <a:pt x="2873" y="4122"/>
                    <a:pt x="2828" y="4149"/>
                  </a:cubicBezTo>
                  <a:lnTo>
                    <a:pt x="1731" y="4800"/>
                  </a:lnTo>
                  <a:lnTo>
                    <a:pt x="2008" y="3551"/>
                  </a:lnTo>
                  <a:cubicBezTo>
                    <a:pt x="2034" y="3453"/>
                    <a:pt x="1999" y="3346"/>
                    <a:pt x="1918" y="3283"/>
                  </a:cubicBezTo>
                  <a:lnTo>
                    <a:pt x="964" y="2436"/>
                  </a:lnTo>
                  <a:lnTo>
                    <a:pt x="2231" y="2311"/>
                  </a:lnTo>
                  <a:cubicBezTo>
                    <a:pt x="2338" y="2302"/>
                    <a:pt x="2427" y="2240"/>
                    <a:pt x="2463" y="2150"/>
                  </a:cubicBezTo>
                  <a:lnTo>
                    <a:pt x="2971" y="973"/>
                  </a:lnTo>
                  <a:close/>
                  <a:moveTo>
                    <a:pt x="2971" y="0"/>
                  </a:moveTo>
                  <a:cubicBezTo>
                    <a:pt x="2864" y="0"/>
                    <a:pt x="2757" y="63"/>
                    <a:pt x="2712" y="161"/>
                  </a:cubicBezTo>
                  <a:lnTo>
                    <a:pt x="2016" y="1776"/>
                  </a:lnTo>
                  <a:lnTo>
                    <a:pt x="268" y="1945"/>
                  </a:lnTo>
                  <a:cubicBezTo>
                    <a:pt x="161" y="1954"/>
                    <a:pt x="63" y="2026"/>
                    <a:pt x="27" y="2133"/>
                  </a:cubicBezTo>
                  <a:cubicBezTo>
                    <a:pt x="0" y="2240"/>
                    <a:pt x="27" y="2356"/>
                    <a:pt x="116" y="2427"/>
                  </a:cubicBezTo>
                  <a:lnTo>
                    <a:pt x="1428" y="3587"/>
                  </a:lnTo>
                  <a:lnTo>
                    <a:pt x="1044" y="5300"/>
                  </a:lnTo>
                  <a:cubicBezTo>
                    <a:pt x="1026" y="5416"/>
                    <a:pt x="1062" y="5523"/>
                    <a:pt x="1151" y="5594"/>
                  </a:cubicBezTo>
                  <a:cubicBezTo>
                    <a:pt x="1197" y="5626"/>
                    <a:pt x="1253" y="5642"/>
                    <a:pt x="1310" y="5642"/>
                  </a:cubicBezTo>
                  <a:cubicBezTo>
                    <a:pt x="1363" y="5642"/>
                    <a:pt x="1416" y="5629"/>
                    <a:pt x="1463" y="5603"/>
                  </a:cubicBezTo>
                  <a:lnTo>
                    <a:pt x="2971" y="4711"/>
                  </a:lnTo>
                  <a:lnTo>
                    <a:pt x="4488" y="5603"/>
                  </a:lnTo>
                  <a:cubicBezTo>
                    <a:pt x="4523" y="5630"/>
                    <a:pt x="4577" y="5639"/>
                    <a:pt x="4621" y="5639"/>
                  </a:cubicBezTo>
                  <a:cubicBezTo>
                    <a:pt x="4684" y="5639"/>
                    <a:pt x="4737" y="5621"/>
                    <a:pt x="4791" y="5594"/>
                  </a:cubicBezTo>
                  <a:cubicBezTo>
                    <a:pt x="4880" y="5523"/>
                    <a:pt x="4925" y="5416"/>
                    <a:pt x="4898" y="5300"/>
                  </a:cubicBezTo>
                  <a:lnTo>
                    <a:pt x="4514" y="3587"/>
                  </a:lnTo>
                  <a:lnTo>
                    <a:pt x="5835" y="2427"/>
                  </a:lnTo>
                  <a:cubicBezTo>
                    <a:pt x="5915" y="2356"/>
                    <a:pt x="5951" y="2240"/>
                    <a:pt x="5915" y="2133"/>
                  </a:cubicBezTo>
                  <a:cubicBezTo>
                    <a:pt x="5879" y="2026"/>
                    <a:pt x="5781" y="1954"/>
                    <a:pt x="5674" y="1945"/>
                  </a:cubicBezTo>
                  <a:lnTo>
                    <a:pt x="3926" y="1776"/>
                  </a:lnTo>
                  <a:lnTo>
                    <a:pt x="3230" y="161"/>
                  </a:lnTo>
                  <a:cubicBezTo>
                    <a:pt x="3185" y="63"/>
                    <a:pt x="3087" y="0"/>
                    <a:pt x="29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49"/>
            <p:cNvSpPr/>
            <p:nvPr/>
          </p:nvSpPr>
          <p:spPr>
            <a:xfrm>
              <a:off x="5811365" y="87930"/>
              <a:ext cx="46107" cy="445154"/>
            </a:xfrm>
            <a:custGeom>
              <a:avLst/>
              <a:gdLst/>
              <a:ahLst/>
              <a:cxnLst/>
              <a:rect l="l" t="t" r="r" b="b"/>
              <a:pathLst>
                <a:path w="1072" h="10350" extrusionOk="0">
                  <a:moveTo>
                    <a:pt x="536" y="1"/>
                  </a:moveTo>
                  <a:cubicBezTo>
                    <a:pt x="242" y="1"/>
                    <a:pt x="1" y="242"/>
                    <a:pt x="1" y="536"/>
                  </a:cubicBezTo>
                  <a:cubicBezTo>
                    <a:pt x="1" y="831"/>
                    <a:pt x="242" y="1063"/>
                    <a:pt x="536" y="1063"/>
                  </a:cubicBezTo>
                  <a:cubicBezTo>
                    <a:pt x="830" y="1063"/>
                    <a:pt x="1071" y="831"/>
                    <a:pt x="1071" y="536"/>
                  </a:cubicBezTo>
                  <a:cubicBezTo>
                    <a:pt x="1071" y="242"/>
                    <a:pt x="830" y="1"/>
                    <a:pt x="536" y="1"/>
                  </a:cubicBezTo>
                  <a:close/>
                  <a:moveTo>
                    <a:pt x="536" y="2320"/>
                  </a:moveTo>
                  <a:cubicBezTo>
                    <a:pt x="242" y="2320"/>
                    <a:pt x="1" y="2561"/>
                    <a:pt x="1" y="2856"/>
                  </a:cubicBezTo>
                  <a:cubicBezTo>
                    <a:pt x="1" y="3150"/>
                    <a:pt x="242" y="3382"/>
                    <a:pt x="536" y="3382"/>
                  </a:cubicBezTo>
                  <a:cubicBezTo>
                    <a:pt x="830" y="3382"/>
                    <a:pt x="1071" y="3150"/>
                    <a:pt x="1071" y="2856"/>
                  </a:cubicBezTo>
                  <a:cubicBezTo>
                    <a:pt x="1071" y="2561"/>
                    <a:pt x="830" y="2320"/>
                    <a:pt x="536" y="2320"/>
                  </a:cubicBezTo>
                  <a:close/>
                  <a:moveTo>
                    <a:pt x="536" y="4640"/>
                  </a:moveTo>
                  <a:cubicBezTo>
                    <a:pt x="242" y="4640"/>
                    <a:pt x="1" y="4881"/>
                    <a:pt x="1" y="5175"/>
                  </a:cubicBezTo>
                  <a:cubicBezTo>
                    <a:pt x="1" y="5470"/>
                    <a:pt x="242" y="5710"/>
                    <a:pt x="536" y="5710"/>
                  </a:cubicBezTo>
                  <a:cubicBezTo>
                    <a:pt x="830" y="5710"/>
                    <a:pt x="1071" y="5470"/>
                    <a:pt x="1071" y="5175"/>
                  </a:cubicBezTo>
                  <a:cubicBezTo>
                    <a:pt x="1071" y="4881"/>
                    <a:pt x="830" y="4640"/>
                    <a:pt x="536" y="4640"/>
                  </a:cubicBezTo>
                  <a:close/>
                  <a:moveTo>
                    <a:pt x="536" y="6968"/>
                  </a:moveTo>
                  <a:cubicBezTo>
                    <a:pt x="242" y="6968"/>
                    <a:pt x="1" y="7200"/>
                    <a:pt x="1" y="7495"/>
                  </a:cubicBezTo>
                  <a:cubicBezTo>
                    <a:pt x="1" y="7789"/>
                    <a:pt x="242" y="8030"/>
                    <a:pt x="536" y="8030"/>
                  </a:cubicBezTo>
                  <a:cubicBezTo>
                    <a:pt x="830" y="8030"/>
                    <a:pt x="1071" y="7789"/>
                    <a:pt x="1071" y="7495"/>
                  </a:cubicBezTo>
                  <a:cubicBezTo>
                    <a:pt x="1071" y="7200"/>
                    <a:pt x="830" y="6968"/>
                    <a:pt x="536" y="6968"/>
                  </a:cubicBezTo>
                  <a:close/>
                  <a:moveTo>
                    <a:pt x="536" y="9288"/>
                  </a:moveTo>
                  <a:cubicBezTo>
                    <a:pt x="242" y="9288"/>
                    <a:pt x="1" y="9520"/>
                    <a:pt x="1" y="9814"/>
                  </a:cubicBezTo>
                  <a:cubicBezTo>
                    <a:pt x="1" y="10108"/>
                    <a:pt x="242" y="10349"/>
                    <a:pt x="536" y="10349"/>
                  </a:cubicBezTo>
                  <a:cubicBezTo>
                    <a:pt x="830" y="10349"/>
                    <a:pt x="1071" y="10108"/>
                    <a:pt x="1071" y="9814"/>
                  </a:cubicBezTo>
                  <a:cubicBezTo>
                    <a:pt x="1071" y="9520"/>
                    <a:pt x="830" y="9288"/>
                    <a:pt x="536" y="92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49"/>
            <p:cNvSpPr/>
            <p:nvPr/>
          </p:nvSpPr>
          <p:spPr>
            <a:xfrm>
              <a:off x="5828268" y="110984"/>
              <a:ext cx="12301" cy="444336"/>
            </a:xfrm>
            <a:custGeom>
              <a:avLst/>
              <a:gdLst/>
              <a:ahLst/>
              <a:cxnLst/>
              <a:rect l="l" t="t" r="r" b="b"/>
              <a:pathLst>
                <a:path w="286" h="10331" extrusionOk="0">
                  <a:moveTo>
                    <a:pt x="0" y="0"/>
                  </a:moveTo>
                  <a:lnTo>
                    <a:pt x="0" y="10331"/>
                  </a:lnTo>
                  <a:lnTo>
                    <a:pt x="286" y="10331"/>
                  </a:lnTo>
                  <a:lnTo>
                    <a:pt x="2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9"/>
            <p:cNvSpPr/>
            <p:nvPr/>
          </p:nvSpPr>
          <p:spPr>
            <a:xfrm>
              <a:off x="6088390" y="217647"/>
              <a:ext cx="46107" cy="1144195"/>
            </a:xfrm>
            <a:custGeom>
              <a:avLst/>
              <a:gdLst/>
              <a:ahLst/>
              <a:cxnLst/>
              <a:rect l="l" t="t" r="r" b="b"/>
              <a:pathLst>
                <a:path w="1072" h="26603" extrusionOk="0">
                  <a:moveTo>
                    <a:pt x="536" y="0"/>
                  </a:moveTo>
                  <a:cubicBezTo>
                    <a:pt x="242" y="0"/>
                    <a:pt x="1" y="241"/>
                    <a:pt x="1" y="536"/>
                  </a:cubicBezTo>
                  <a:cubicBezTo>
                    <a:pt x="1" y="830"/>
                    <a:pt x="242" y="1062"/>
                    <a:pt x="536" y="1062"/>
                  </a:cubicBezTo>
                  <a:cubicBezTo>
                    <a:pt x="830" y="1062"/>
                    <a:pt x="1071" y="830"/>
                    <a:pt x="1071" y="536"/>
                  </a:cubicBezTo>
                  <a:cubicBezTo>
                    <a:pt x="1071" y="241"/>
                    <a:pt x="830" y="0"/>
                    <a:pt x="536" y="0"/>
                  </a:cubicBezTo>
                  <a:close/>
                  <a:moveTo>
                    <a:pt x="536" y="2320"/>
                  </a:moveTo>
                  <a:cubicBezTo>
                    <a:pt x="242" y="2320"/>
                    <a:pt x="1" y="2561"/>
                    <a:pt x="1" y="2855"/>
                  </a:cubicBezTo>
                  <a:cubicBezTo>
                    <a:pt x="1" y="3149"/>
                    <a:pt x="242" y="3381"/>
                    <a:pt x="536" y="3381"/>
                  </a:cubicBezTo>
                  <a:cubicBezTo>
                    <a:pt x="830" y="3381"/>
                    <a:pt x="1071" y="3149"/>
                    <a:pt x="1071" y="2855"/>
                  </a:cubicBezTo>
                  <a:cubicBezTo>
                    <a:pt x="1071" y="2561"/>
                    <a:pt x="830" y="2320"/>
                    <a:pt x="536" y="2320"/>
                  </a:cubicBezTo>
                  <a:close/>
                  <a:moveTo>
                    <a:pt x="536" y="4639"/>
                  </a:moveTo>
                  <a:cubicBezTo>
                    <a:pt x="242" y="4639"/>
                    <a:pt x="1" y="4880"/>
                    <a:pt x="1" y="5174"/>
                  </a:cubicBezTo>
                  <a:cubicBezTo>
                    <a:pt x="1" y="5469"/>
                    <a:pt x="242" y="5710"/>
                    <a:pt x="536" y="5710"/>
                  </a:cubicBezTo>
                  <a:cubicBezTo>
                    <a:pt x="830" y="5710"/>
                    <a:pt x="1071" y="5469"/>
                    <a:pt x="1071" y="5174"/>
                  </a:cubicBezTo>
                  <a:cubicBezTo>
                    <a:pt x="1071" y="4880"/>
                    <a:pt x="830" y="4639"/>
                    <a:pt x="536" y="4639"/>
                  </a:cubicBezTo>
                  <a:close/>
                  <a:moveTo>
                    <a:pt x="536" y="6968"/>
                  </a:moveTo>
                  <a:cubicBezTo>
                    <a:pt x="242" y="6968"/>
                    <a:pt x="1" y="7200"/>
                    <a:pt x="1" y="7494"/>
                  </a:cubicBezTo>
                  <a:cubicBezTo>
                    <a:pt x="1" y="7788"/>
                    <a:pt x="242" y="8029"/>
                    <a:pt x="536" y="8029"/>
                  </a:cubicBezTo>
                  <a:cubicBezTo>
                    <a:pt x="830" y="8029"/>
                    <a:pt x="1071" y="7788"/>
                    <a:pt x="1071" y="7494"/>
                  </a:cubicBezTo>
                  <a:cubicBezTo>
                    <a:pt x="1071" y="7200"/>
                    <a:pt x="830" y="6968"/>
                    <a:pt x="536" y="6968"/>
                  </a:cubicBezTo>
                  <a:close/>
                  <a:moveTo>
                    <a:pt x="536" y="9287"/>
                  </a:moveTo>
                  <a:cubicBezTo>
                    <a:pt x="242" y="9287"/>
                    <a:pt x="1" y="9519"/>
                    <a:pt x="1" y="9813"/>
                  </a:cubicBezTo>
                  <a:cubicBezTo>
                    <a:pt x="1" y="10108"/>
                    <a:pt x="242" y="10349"/>
                    <a:pt x="536" y="10349"/>
                  </a:cubicBezTo>
                  <a:cubicBezTo>
                    <a:pt x="830" y="10349"/>
                    <a:pt x="1071" y="10108"/>
                    <a:pt x="1071" y="9813"/>
                  </a:cubicBezTo>
                  <a:cubicBezTo>
                    <a:pt x="1071" y="9519"/>
                    <a:pt x="830" y="9287"/>
                    <a:pt x="536" y="9287"/>
                  </a:cubicBezTo>
                  <a:close/>
                  <a:moveTo>
                    <a:pt x="536" y="11607"/>
                  </a:moveTo>
                  <a:cubicBezTo>
                    <a:pt x="242" y="11607"/>
                    <a:pt x="1" y="11847"/>
                    <a:pt x="1" y="12142"/>
                  </a:cubicBezTo>
                  <a:cubicBezTo>
                    <a:pt x="1" y="12436"/>
                    <a:pt x="242" y="12668"/>
                    <a:pt x="536" y="12668"/>
                  </a:cubicBezTo>
                  <a:cubicBezTo>
                    <a:pt x="830" y="12668"/>
                    <a:pt x="1071" y="12436"/>
                    <a:pt x="1071" y="12142"/>
                  </a:cubicBezTo>
                  <a:cubicBezTo>
                    <a:pt x="1071" y="11847"/>
                    <a:pt x="830" y="11607"/>
                    <a:pt x="536" y="11607"/>
                  </a:cubicBezTo>
                  <a:close/>
                  <a:moveTo>
                    <a:pt x="536" y="13926"/>
                  </a:moveTo>
                  <a:cubicBezTo>
                    <a:pt x="242" y="13926"/>
                    <a:pt x="1" y="14167"/>
                    <a:pt x="1" y="14461"/>
                  </a:cubicBezTo>
                  <a:cubicBezTo>
                    <a:pt x="1" y="14756"/>
                    <a:pt x="242" y="14988"/>
                    <a:pt x="536" y="14988"/>
                  </a:cubicBezTo>
                  <a:cubicBezTo>
                    <a:pt x="830" y="14988"/>
                    <a:pt x="1071" y="14756"/>
                    <a:pt x="1071" y="14461"/>
                  </a:cubicBezTo>
                  <a:cubicBezTo>
                    <a:pt x="1071" y="14167"/>
                    <a:pt x="830" y="13926"/>
                    <a:pt x="536" y="13926"/>
                  </a:cubicBezTo>
                  <a:close/>
                  <a:moveTo>
                    <a:pt x="536" y="16245"/>
                  </a:moveTo>
                  <a:cubicBezTo>
                    <a:pt x="242" y="16245"/>
                    <a:pt x="1" y="16486"/>
                    <a:pt x="1" y="16781"/>
                  </a:cubicBezTo>
                  <a:cubicBezTo>
                    <a:pt x="1" y="17075"/>
                    <a:pt x="242" y="17316"/>
                    <a:pt x="536" y="17316"/>
                  </a:cubicBezTo>
                  <a:cubicBezTo>
                    <a:pt x="830" y="17316"/>
                    <a:pt x="1071" y="17075"/>
                    <a:pt x="1071" y="16781"/>
                  </a:cubicBezTo>
                  <a:cubicBezTo>
                    <a:pt x="1071" y="16486"/>
                    <a:pt x="830" y="16245"/>
                    <a:pt x="536" y="16245"/>
                  </a:cubicBezTo>
                  <a:close/>
                  <a:moveTo>
                    <a:pt x="536" y="18574"/>
                  </a:moveTo>
                  <a:cubicBezTo>
                    <a:pt x="242" y="18574"/>
                    <a:pt x="1" y="18806"/>
                    <a:pt x="1" y="19100"/>
                  </a:cubicBezTo>
                  <a:cubicBezTo>
                    <a:pt x="1" y="19395"/>
                    <a:pt x="242" y="19635"/>
                    <a:pt x="536" y="19635"/>
                  </a:cubicBezTo>
                  <a:cubicBezTo>
                    <a:pt x="830" y="19635"/>
                    <a:pt x="1071" y="19395"/>
                    <a:pt x="1071" y="19100"/>
                  </a:cubicBezTo>
                  <a:cubicBezTo>
                    <a:pt x="1071" y="18806"/>
                    <a:pt x="830" y="18574"/>
                    <a:pt x="536" y="18574"/>
                  </a:cubicBezTo>
                  <a:close/>
                  <a:moveTo>
                    <a:pt x="536" y="20893"/>
                  </a:moveTo>
                  <a:cubicBezTo>
                    <a:pt x="242" y="20893"/>
                    <a:pt x="1" y="21134"/>
                    <a:pt x="1" y="21420"/>
                  </a:cubicBezTo>
                  <a:cubicBezTo>
                    <a:pt x="1" y="21714"/>
                    <a:pt x="242" y="21955"/>
                    <a:pt x="536" y="21955"/>
                  </a:cubicBezTo>
                  <a:cubicBezTo>
                    <a:pt x="830" y="21955"/>
                    <a:pt x="1071" y="21714"/>
                    <a:pt x="1071" y="21420"/>
                  </a:cubicBezTo>
                  <a:cubicBezTo>
                    <a:pt x="1071" y="21134"/>
                    <a:pt x="830" y="20893"/>
                    <a:pt x="536" y="20893"/>
                  </a:cubicBezTo>
                  <a:close/>
                  <a:moveTo>
                    <a:pt x="536" y="23213"/>
                  </a:moveTo>
                  <a:cubicBezTo>
                    <a:pt x="242" y="23213"/>
                    <a:pt x="1" y="23454"/>
                    <a:pt x="1" y="23748"/>
                  </a:cubicBezTo>
                  <a:cubicBezTo>
                    <a:pt x="1" y="24042"/>
                    <a:pt x="242" y="24274"/>
                    <a:pt x="536" y="24274"/>
                  </a:cubicBezTo>
                  <a:cubicBezTo>
                    <a:pt x="830" y="24274"/>
                    <a:pt x="1071" y="24042"/>
                    <a:pt x="1071" y="23748"/>
                  </a:cubicBezTo>
                  <a:cubicBezTo>
                    <a:pt x="1071" y="23454"/>
                    <a:pt x="830" y="23213"/>
                    <a:pt x="536" y="23213"/>
                  </a:cubicBezTo>
                  <a:close/>
                  <a:moveTo>
                    <a:pt x="536" y="25532"/>
                  </a:moveTo>
                  <a:cubicBezTo>
                    <a:pt x="242" y="25532"/>
                    <a:pt x="1" y="25773"/>
                    <a:pt x="1" y="26067"/>
                  </a:cubicBezTo>
                  <a:cubicBezTo>
                    <a:pt x="1" y="26362"/>
                    <a:pt x="242" y="26603"/>
                    <a:pt x="536" y="26603"/>
                  </a:cubicBezTo>
                  <a:cubicBezTo>
                    <a:pt x="830" y="26603"/>
                    <a:pt x="1071" y="26362"/>
                    <a:pt x="1071" y="26067"/>
                  </a:cubicBezTo>
                  <a:cubicBezTo>
                    <a:pt x="1071" y="25773"/>
                    <a:pt x="830" y="25532"/>
                    <a:pt x="536" y="255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9"/>
            <p:cNvSpPr/>
            <p:nvPr/>
          </p:nvSpPr>
          <p:spPr>
            <a:xfrm>
              <a:off x="6105292" y="240657"/>
              <a:ext cx="12301" cy="1184108"/>
            </a:xfrm>
            <a:custGeom>
              <a:avLst/>
              <a:gdLst/>
              <a:ahLst/>
              <a:cxnLst/>
              <a:rect l="l" t="t" r="r" b="b"/>
              <a:pathLst>
                <a:path w="286" h="27531" extrusionOk="0">
                  <a:moveTo>
                    <a:pt x="0" y="1"/>
                  </a:moveTo>
                  <a:lnTo>
                    <a:pt x="0" y="27531"/>
                  </a:lnTo>
                  <a:lnTo>
                    <a:pt x="286" y="27531"/>
                  </a:lnTo>
                  <a:lnTo>
                    <a:pt x="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49"/>
            <p:cNvSpPr/>
            <p:nvPr/>
          </p:nvSpPr>
          <p:spPr>
            <a:xfrm>
              <a:off x="5928007" y="1409356"/>
              <a:ext cx="367262" cy="191524"/>
            </a:xfrm>
            <a:custGeom>
              <a:avLst/>
              <a:gdLst/>
              <a:ahLst/>
              <a:cxnLst/>
              <a:rect l="l" t="t" r="r" b="b"/>
              <a:pathLst>
                <a:path w="8539" h="4453" extrusionOk="0">
                  <a:moveTo>
                    <a:pt x="4265" y="376"/>
                  </a:moveTo>
                  <a:cubicBezTo>
                    <a:pt x="4729" y="724"/>
                    <a:pt x="6094" y="1446"/>
                    <a:pt x="7048" y="1749"/>
                  </a:cubicBezTo>
                  <a:cubicBezTo>
                    <a:pt x="7566" y="1910"/>
                    <a:pt x="7941" y="2311"/>
                    <a:pt x="8065" y="2847"/>
                  </a:cubicBezTo>
                  <a:cubicBezTo>
                    <a:pt x="8181" y="3320"/>
                    <a:pt x="8074" y="3810"/>
                    <a:pt x="7798" y="4122"/>
                  </a:cubicBezTo>
                  <a:lnTo>
                    <a:pt x="741" y="4122"/>
                  </a:lnTo>
                  <a:cubicBezTo>
                    <a:pt x="465" y="3810"/>
                    <a:pt x="358" y="3320"/>
                    <a:pt x="465" y="2847"/>
                  </a:cubicBezTo>
                  <a:cubicBezTo>
                    <a:pt x="598" y="2311"/>
                    <a:pt x="964" y="1910"/>
                    <a:pt x="1482" y="1749"/>
                  </a:cubicBezTo>
                  <a:cubicBezTo>
                    <a:pt x="2436" y="1446"/>
                    <a:pt x="3810" y="724"/>
                    <a:pt x="4265" y="376"/>
                  </a:cubicBezTo>
                  <a:close/>
                  <a:moveTo>
                    <a:pt x="4265" y="1"/>
                  </a:moveTo>
                  <a:cubicBezTo>
                    <a:pt x="4220" y="10"/>
                    <a:pt x="4167" y="28"/>
                    <a:pt x="4140" y="72"/>
                  </a:cubicBezTo>
                  <a:cubicBezTo>
                    <a:pt x="3988" y="188"/>
                    <a:pt x="2588" y="1054"/>
                    <a:pt x="1384" y="1428"/>
                  </a:cubicBezTo>
                  <a:cubicBezTo>
                    <a:pt x="750" y="1633"/>
                    <a:pt x="295" y="2115"/>
                    <a:pt x="144" y="2766"/>
                  </a:cubicBezTo>
                  <a:cubicBezTo>
                    <a:pt x="1" y="3382"/>
                    <a:pt x="161" y="4024"/>
                    <a:pt x="554" y="4408"/>
                  </a:cubicBezTo>
                  <a:cubicBezTo>
                    <a:pt x="590" y="4435"/>
                    <a:pt x="625" y="4452"/>
                    <a:pt x="670" y="4452"/>
                  </a:cubicBezTo>
                  <a:lnTo>
                    <a:pt x="7860" y="4452"/>
                  </a:lnTo>
                  <a:cubicBezTo>
                    <a:pt x="7905" y="4452"/>
                    <a:pt x="7949" y="4435"/>
                    <a:pt x="7976" y="4408"/>
                  </a:cubicBezTo>
                  <a:cubicBezTo>
                    <a:pt x="8369" y="4024"/>
                    <a:pt x="8538" y="3382"/>
                    <a:pt x="8387" y="2775"/>
                  </a:cubicBezTo>
                  <a:cubicBezTo>
                    <a:pt x="8235" y="2115"/>
                    <a:pt x="7789" y="1633"/>
                    <a:pt x="7147" y="1428"/>
                  </a:cubicBezTo>
                  <a:cubicBezTo>
                    <a:pt x="5951" y="1054"/>
                    <a:pt x="4542" y="188"/>
                    <a:pt x="4399" y="72"/>
                  </a:cubicBezTo>
                  <a:cubicBezTo>
                    <a:pt x="4372" y="28"/>
                    <a:pt x="4319" y="1"/>
                    <a:pt x="42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49"/>
            <p:cNvSpPr/>
            <p:nvPr/>
          </p:nvSpPr>
          <p:spPr>
            <a:xfrm>
              <a:off x="6006672" y="1409356"/>
              <a:ext cx="209932" cy="191524"/>
            </a:xfrm>
            <a:custGeom>
              <a:avLst/>
              <a:gdLst/>
              <a:ahLst/>
              <a:cxnLst/>
              <a:rect l="l" t="t" r="r" b="b"/>
              <a:pathLst>
                <a:path w="4881" h="4453" extrusionOk="0">
                  <a:moveTo>
                    <a:pt x="2436" y="456"/>
                  </a:moveTo>
                  <a:cubicBezTo>
                    <a:pt x="2730" y="822"/>
                    <a:pt x="3373" y="1446"/>
                    <a:pt x="3846" y="1732"/>
                  </a:cubicBezTo>
                  <a:cubicBezTo>
                    <a:pt x="4381" y="2053"/>
                    <a:pt x="4532" y="3435"/>
                    <a:pt x="4229" y="4122"/>
                  </a:cubicBezTo>
                  <a:lnTo>
                    <a:pt x="643" y="4122"/>
                  </a:lnTo>
                  <a:cubicBezTo>
                    <a:pt x="349" y="3435"/>
                    <a:pt x="491" y="2053"/>
                    <a:pt x="1027" y="1732"/>
                  </a:cubicBezTo>
                  <a:cubicBezTo>
                    <a:pt x="1508" y="1446"/>
                    <a:pt x="2142" y="822"/>
                    <a:pt x="2436" y="456"/>
                  </a:cubicBezTo>
                  <a:close/>
                  <a:moveTo>
                    <a:pt x="2436" y="1"/>
                  </a:moveTo>
                  <a:cubicBezTo>
                    <a:pt x="2374" y="1"/>
                    <a:pt x="2311" y="46"/>
                    <a:pt x="2284" y="108"/>
                  </a:cubicBezTo>
                  <a:cubicBezTo>
                    <a:pt x="2204" y="233"/>
                    <a:pt x="1473" y="1080"/>
                    <a:pt x="857" y="1446"/>
                  </a:cubicBezTo>
                  <a:cubicBezTo>
                    <a:pt x="81" y="1910"/>
                    <a:pt x="1" y="3632"/>
                    <a:pt x="393" y="4363"/>
                  </a:cubicBezTo>
                  <a:cubicBezTo>
                    <a:pt x="429" y="4417"/>
                    <a:pt x="482" y="4452"/>
                    <a:pt x="545" y="4452"/>
                  </a:cubicBezTo>
                  <a:lnTo>
                    <a:pt x="4336" y="4452"/>
                  </a:lnTo>
                  <a:cubicBezTo>
                    <a:pt x="4399" y="4452"/>
                    <a:pt x="4452" y="4417"/>
                    <a:pt x="4479" y="4363"/>
                  </a:cubicBezTo>
                  <a:cubicBezTo>
                    <a:pt x="4880" y="3632"/>
                    <a:pt x="4800" y="1910"/>
                    <a:pt x="4015" y="1446"/>
                  </a:cubicBezTo>
                  <a:cubicBezTo>
                    <a:pt x="3400" y="1080"/>
                    <a:pt x="2668" y="233"/>
                    <a:pt x="2597" y="108"/>
                  </a:cubicBezTo>
                  <a:cubicBezTo>
                    <a:pt x="2570" y="46"/>
                    <a:pt x="2507" y="1"/>
                    <a:pt x="2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49"/>
            <p:cNvSpPr/>
            <p:nvPr/>
          </p:nvSpPr>
          <p:spPr>
            <a:xfrm>
              <a:off x="5928007" y="1925041"/>
              <a:ext cx="367262" cy="191136"/>
            </a:xfrm>
            <a:custGeom>
              <a:avLst/>
              <a:gdLst/>
              <a:ahLst/>
              <a:cxnLst/>
              <a:rect l="l" t="t" r="r" b="b"/>
              <a:pathLst>
                <a:path w="8539" h="4444" extrusionOk="0">
                  <a:moveTo>
                    <a:pt x="7798" y="331"/>
                  </a:moveTo>
                  <a:cubicBezTo>
                    <a:pt x="8074" y="634"/>
                    <a:pt x="8181" y="1125"/>
                    <a:pt x="8065" y="1606"/>
                  </a:cubicBezTo>
                  <a:cubicBezTo>
                    <a:pt x="7941" y="2142"/>
                    <a:pt x="7566" y="2543"/>
                    <a:pt x="7048" y="2704"/>
                  </a:cubicBezTo>
                  <a:cubicBezTo>
                    <a:pt x="6103" y="3007"/>
                    <a:pt x="4729" y="3730"/>
                    <a:pt x="4265" y="4069"/>
                  </a:cubicBezTo>
                  <a:cubicBezTo>
                    <a:pt x="3801" y="3721"/>
                    <a:pt x="2436" y="3007"/>
                    <a:pt x="1482" y="2704"/>
                  </a:cubicBezTo>
                  <a:cubicBezTo>
                    <a:pt x="964" y="2543"/>
                    <a:pt x="598" y="2142"/>
                    <a:pt x="465" y="1606"/>
                  </a:cubicBezTo>
                  <a:cubicBezTo>
                    <a:pt x="358" y="1134"/>
                    <a:pt x="465" y="643"/>
                    <a:pt x="741" y="331"/>
                  </a:cubicBezTo>
                  <a:close/>
                  <a:moveTo>
                    <a:pt x="670" y="1"/>
                  </a:moveTo>
                  <a:cubicBezTo>
                    <a:pt x="625" y="1"/>
                    <a:pt x="590" y="19"/>
                    <a:pt x="554" y="45"/>
                  </a:cubicBezTo>
                  <a:cubicBezTo>
                    <a:pt x="161" y="429"/>
                    <a:pt x="1" y="1071"/>
                    <a:pt x="144" y="1678"/>
                  </a:cubicBezTo>
                  <a:cubicBezTo>
                    <a:pt x="295" y="2329"/>
                    <a:pt x="750" y="2820"/>
                    <a:pt x="1384" y="3025"/>
                  </a:cubicBezTo>
                  <a:cubicBezTo>
                    <a:pt x="2588" y="3400"/>
                    <a:pt x="3988" y="4256"/>
                    <a:pt x="4140" y="4381"/>
                  </a:cubicBezTo>
                  <a:cubicBezTo>
                    <a:pt x="4167" y="4417"/>
                    <a:pt x="4212" y="4443"/>
                    <a:pt x="4265" y="4443"/>
                  </a:cubicBezTo>
                  <a:cubicBezTo>
                    <a:pt x="4319" y="4443"/>
                    <a:pt x="4363" y="4426"/>
                    <a:pt x="4399" y="4381"/>
                  </a:cubicBezTo>
                  <a:cubicBezTo>
                    <a:pt x="4542" y="4265"/>
                    <a:pt x="5951" y="3400"/>
                    <a:pt x="7147" y="3025"/>
                  </a:cubicBezTo>
                  <a:cubicBezTo>
                    <a:pt x="7789" y="2820"/>
                    <a:pt x="8235" y="2329"/>
                    <a:pt x="8387" y="1678"/>
                  </a:cubicBezTo>
                  <a:cubicBezTo>
                    <a:pt x="8538" y="1071"/>
                    <a:pt x="8369" y="429"/>
                    <a:pt x="7976" y="45"/>
                  </a:cubicBezTo>
                  <a:cubicBezTo>
                    <a:pt x="7949" y="19"/>
                    <a:pt x="7905" y="1"/>
                    <a:pt x="78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49"/>
            <p:cNvSpPr/>
            <p:nvPr/>
          </p:nvSpPr>
          <p:spPr>
            <a:xfrm>
              <a:off x="6006672" y="1925041"/>
              <a:ext cx="209932" cy="191136"/>
            </a:xfrm>
            <a:custGeom>
              <a:avLst/>
              <a:gdLst/>
              <a:ahLst/>
              <a:cxnLst/>
              <a:rect l="l" t="t" r="r" b="b"/>
              <a:pathLst>
                <a:path w="4881" h="4444" extrusionOk="0">
                  <a:moveTo>
                    <a:pt x="4229" y="331"/>
                  </a:moveTo>
                  <a:cubicBezTo>
                    <a:pt x="4532" y="1018"/>
                    <a:pt x="4381" y="2400"/>
                    <a:pt x="3846" y="2722"/>
                  </a:cubicBezTo>
                  <a:cubicBezTo>
                    <a:pt x="3373" y="3007"/>
                    <a:pt x="2730" y="3632"/>
                    <a:pt x="2436" y="3997"/>
                  </a:cubicBezTo>
                  <a:cubicBezTo>
                    <a:pt x="2142" y="3632"/>
                    <a:pt x="1508" y="3007"/>
                    <a:pt x="1027" y="2722"/>
                  </a:cubicBezTo>
                  <a:cubicBezTo>
                    <a:pt x="491" y="2400"/>
                    <a:pt x="349" y="1018"/>
                    <a:pt x="643" y="331"/>
                  </a:cubicBezTo>
                  <a:close/>
                  <a:moveTo>
                    <a:pt x="545" y="1"/>
                  </a:moveTo>
                  <a:cubicBezTo>
                    <a:pt x="482" y="1"/>
                    <a:pt x="429" y="36"/>
                    <a:pt x="393" y="90"/>
                  </a:cubicBezTo>
                  <a:cubicBezTo>
                    <a:pt x="1" y="821"/>
                    <a:pt x="81" y="2534"/>
                    <a:pt x="857" y="3007"/>
                  </a:cubicBezTo>
                  <a:cubicBezTo>
                    <a:pt x="1473" y="3373"/>
                    <a:pt x="2204" y="4220"/>
                    <a:pt x="2284" y="4345"/>
                  </a:cubicBezTo>
                  <a:cubicBezTo>
                    <a:pt x="2311" y="4408"/>
                    <a:pt x="2374" y="4443"/>
                    <a:pt x="2436" y="4443"/>
                  </a:cubicBezTo>
                  <a:cubicBezTo>
                    <a:pt x="2507" y="4443"/>
                    <a:pt x="2570" y="4408"/>
                    <a:pt x="2597" y="4345"/>
                  </a:cubicBezTo>
                  <a:cubicBezTo>
                    <a:pt x="2668" y="4220"/>
                    <a:pt x="3400" y="3373"/>
                    <a:pt x="4015" y="3007"/>
                  </a:cubicBezTo>
                  <a:cubicBezTo>
                    <a:pt x="4800" y="2534"/>
                    <a:pt x="4880" y="821"/>
                    <a:pt x="4479" y="90"/>
                  </a:cubicBezTo>
                  <a:cubicBezTo>
                    <a:pt x="4452" y="36"/>
                    <a:pt x="4399" y="1"/>
                    <a:pt x="43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49"/>
            <p:cNvSpPr/>
            <p:nvPr/>
          </p:nvSpPr>
          <p:spPr>
            <a:xfrm>
              <a:off x="5900395" y="1604663"/>
              <a:ext cx="422487" cy="316210"/>
            </a:xfrm>
            <a:custGeom>
              <a:avLst/>
              <a:gdLst/>
              <a:ahLst/>
              <a:cxnLst/>
              <a:rect l="l" t="t" r="r" b="b"/>
              <a:pathLst>
                <a:path w="9823" h="7352" extrusionOk="0">
                  <a:moveTo>
                    <a:pt x="8217" y="340"/>
                  </a:moveTo>
                  <a:cubicBezTo>
                    <a:pt x="8235" y="375"/>
                    <a:pt x="8270" y="429"/>
                    <a:pt x="8306" y="491"/>
                  </a:cubicBezTo>
                  <a:cubicBezTo>
                    <a:pt x="8377" y="598"/>
                    <a:pt x="8449" y="714"/>
                    <a:pt x="8538" y="839"/>
                  </a:cubicBezTo>
                  <a:cubicBezTo>
                    <a:pt x="8939" y="1419"/>
                    <a:pt x="9484" y="2213"/>
                    <a:pt x="9484" y="3676"/>
                  </a:cubicBezTo>
                  <a:cubicBezTo>
                    <a:pt x="9484" y="5139"/>
                    <a:pt x="8939" y="5942"/>
                    <a:pt x="8538" y="6522"/>
                  </a:cubicBezTo>
                  <a:cubicBezTo>
                    <a:pt x="8449" y="6647"/>
                    <a:pt x="8377" y="6763"/>
                    <a:pt x="8306" y="6870"/>
                  </a:cubicBezTo>
                  <a:cubicBezTo>
                    <a:pt x="8270" y="6932"/>
                    <a:pt x="8235" y="6986"/>
                    <a:pt x="8217" y="7022"/>
                  </a:cubicBezTo>
                  <a:lnTo>
                    <a:pt x="1606" y="7022"/>
                  </a:lnTo>
                  <a:cubicBezTo>
                    <a:pt x="1579" y="6986"/>
                    <a:pt x="1544" y="6932"/>
                    <a:pt x="1508" y="6870"/>
                  </a:cubicBezTo>
                  <a:cubicBezTo>
                    <a:pt x="1446" y="6763"/>
                    <a:pt x="1365" y="6647"/>
                    <a:pt x="1285" y="6522"/>
                  </a:cubicBezTo>
                  <a:cubicBezTo>
                    <a:pt x="884" y="5942"/>
                    <a:pt x="331" y="5139"/>
                    <a:pt x="331" y="3676"/>
                  </a:cubicBezTo>
                  <a:cubicBezTo>
                    <a:pt x="331" y="2213"/>
                    <a:pt x="884" y="1419"/>
                    <a:pt x="1285" y="839"/>
                  </a:cubicBezTo>
                  <a:cubicBezTo>
                    <a:pt x="1365" y="714"/>
                    <a:pt x="1446" y="598"/>
                    <a:pt x="1508" y="491"/>
                  </a:cubicBezTo>
                  <a:cubicBezTo>
                    <a:pt x="1544" y="429"/>
                    <a:pt x="1579" y="375"/>
                    <a:pt x="1606" y="340"/>
                  </a:cubicBezTo>
                  <a:close/>
                  <a:moveTo>
                    <a:pt x="1517" y="1"/>
                  </a:moveTo>
                  <a:cubicBezTo>
                    <a:pt x="1464" y="1"/>
                    <a:pt x="1410" y="27"/>
                    <a:pt x="1374" y="81"/>
                  </a:cubicBezTo>
                  <a:cubicBezTo>
                    <a:pt x="1374" y="81"/>
                    <a:pt x="1321" y="161"/>
                    <a:pt x="1223" y="322"/>
                  </a:cubicBezTo>
                  <a:cubicBezTo>
                    <a:pt x="1169" y="420"/>
                    <a:pt x="1089" y="527"/>
                    <a:pt x="1009" y="652"/>
                  </a:cubicBezTo>
                  <a:cubicBezTo>
                    <a:pt x="607" y="1232"/>
                    <a:pt x="0" y="2115"/>
                    <a:pt x="0" y="3676"/>
                  </a:cubicBezTo>
                  <a:cubicBezTo>
                    <a:pt x="0" y="5246"/>
                    <a:pt x="607" y="6129"/>
                    <a:pt x="1009" y="6709"/>
                  </a:cubicBezTo>
                  <a:cubicBezTo>
                    <a:pt x="1089" y="6834"/>
                    <a:pt x="1169" y="6941"/>
                    <a:pt x="1223" y="7039"/>
                  </a:cubicBezTo>
                  <a:cubicBezTo>
                    <a:pt x="1321" y="7191"/>
                    <a:pt x="1374" y="7280"/>
                    <a:pt x="1374" y="7280"/>
                  </a:cubicBezTo>
                  <a:cubicBezTo>
                    <a:pt x="1410" y="7325"/>
                    <a:pt x="1464" y="7352"/>
                    <a:pt x="1517" y="7352"/>
                  </a:cubicBezTo>
                  <a:lnTo>
                    <a:pt x="8306" y="7352"/>
                  </a:lnTo>
                  <a:cubicBezTo>
                    <a:pt x="8359" y="7352"/>
                    <a:pt x="8413" y="7325"/>
                    <a:pt x="8440" y="7280"/>
                  </a:cubicBezTo>
                  <a:cubicBezTo>
                    <a:pt x="8440" y="7280"/>
                    <a:pt x="8502" y="7191"/>
                    <a:pt x="8591" y="7039"/>
                  </a:cubicBezTo>
                  <a:cubicBezTo>
                    <a:pt x="8654" y="6941"/>
                    <a:pt x="8725" y="6834"/>
                    <a:pt x="8814" y="6709"/>
                  </a:cubicBezTo>
                  <a:cubicBezTo>
                    <a:pt x="9216" y="6129"/>
                    <a:pt x="9823" y="5246"/>
                    <a:pt x="9823" y="3676"/>
                  </a:cubicBezTo>
                  <a:cubicBezTo>
                    <a:pt x="9823" y="2115"/>
                    <a:pt x="9216" y="1232"/>
                    <a:pt x="8814" y="652"/>
                  </a:cubicBezTo>
                  <a:cubicBezTo>
                    <a:pt x="8725" y="527"/>
                    <a:pt x="8654" y="420"/>
                    <a:pt x="8591" y="322"/>
                  </a:cubicBezTo>
                  <a:cubicBezTo>
                    <a:pt x="8502" y="161"/>
                    <a:pt x="8440" y="72"/>
                    <a:pt x="8440" y="72"/>
                  </a:cubicBezTo>
                  <a:cubicBezTo>
                    <a:pt x="8413" y="27"/>
                    <a:pt x="8359" y="1"/>
                    <a:pt x="83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49"/>
            <p:cNvSpPr/>
            <p:nvPr/>
          </p:nvSpPr>
          <p:spPr>
            <a:xfrm>
              <a:off x="5992865" y="1604663"/>
              <a:ext cx="237544" cy="316210"/>
            </a:xfrm>
            <a:custGeom>
              <a:avLst/>
              <a:gdLst/>
              <a:ahLst/>
              <a:cxnLst/>
              <a:rect l="l" t="t" r="r" b="b"/>
              <a:pathLst>
                <a:path w="5523" h="7352" extrusionOk="0">
                  <a:moveTo>
                    <a:pt x="4523" y="340"/>
                  </a:moveTo>
                  <a:cubicBezTo>
                    <a:pt x="4675" y="634"/>
                    <a:pt x="5192" y="1776"/>
                    <a:pt x="5192" y="3676"/>
                  </a:cubicBezTo>
                  <a:cubicBezTo>
                    <a:pt x="5192" y="5585"/>
                    <a:pt x="4675" y="6727"/>
                    <a:pt x="4523" y="7022"/>
                  </a:cubicBezTo>
                  <a:lnTo>
                    <a:pt x="1000" y="7022"/>
                  </a:lnTo>
                  <a:cubicBezTo>
                    <a:pt x="848" y="6727"/>
                    <a:pt x="331" y="5585"/>
                    <a:pt x="331" y="3676"/>
                  </a:cubicBezTo>
                  <a:cubicBezTo>
                    <a:pt x="331" y="1776"/>
                    <a:pt x="848" y="634"/>
                    <a:pt x="1000" y="340"/>
                  </a:cubicBezTo>
                  <a:close/>
                  <a:moveTo>
                    <a:pt x="901" y="1"/>
                  </a:moveTo>
                  <a:cubicBezTo>
                    <a:pt x="839" y="1"/>
                    <a:pt x="785" y="36"/>
                    <a:pt x="759" y="81"/>
                  </a:cubicBezTo>
                  <a:cubicBezTo>
                    <a:pt x="732" y="135"/>
                    <a:pt x="0" y="1348"/>
                    <a:pt x="0" y="3676"/>
                  </a:cubicBezTo>
                  <a:cubicBezTo>
                    <a:pt x="0" y="6013"/>
                    <a:pt x="732" y="7227"/>
                    <a:pt x="759" y="7271"/>
                  </a:cubicBezTo>
                  <a:cubicBezTo>
                    <a:pt x="785" y="7325"/>
                    <a:pt x="839" y="7352"/>
                    <a:pt x="901" y="7352"/>
                  </a:cubicBezTo>
                  <a:lnTo>
                    <a:pt x="4622" y="7352"/>
                  </a:lnTo>
                  <a:cubicBezTo>
                    <a:pt x="4675" y="7352"/>
                    <a:pt x="4729" y="7325"/>
                    <a:pt x="4755" y="7271"/>
                  </a:cubicBezTo>
                  <a:cubicBezTo>
                    <a:pt x="4791" y="7227"/>
                    <a:pt x="5523" y="6013"/>
                    <a:pt x="5523" y="3676"/>
                  </a:cubicBezTo>
                  <a:cubicBezTo>
                    <a:pt x="5523" y="1348"/>
                    <a:pt x="4791" y="135"/>
                    <a:pt x="4755" y="81"/>
                  </a:cubicBezTo>
                  <a:cubicBezTo>
                    <a:pt x="4729" y="36"/>
                    <a:pt x="4675"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49"/>
            <p:cNvSpPr/>
            <p:nvPr/>
          </p:nvSpPr>
          <p:spPr>
            <a:xfrm>
              <a:off x="5943749" y="1589308"/>
              <a:ext cx="335779" cy="28430"/>
            </a:xfrm>
            <a:custGeom>
              <a:avLst/>
              <a:gdLst/>
              <a:ahLst/>
              <a:cxnLst/>
              <a:rect l="l" t="t" r="r" b="b"/>
              <a:pathLst>
                <a:path w="7807" h="661" extrusionOk="0">
                  <a:moveTo>
                    <a:pt x="331" y="1"/>
                  </a:moveTo>
                  <a:cubicBezTo>
                    <a:pt x="143" y="1"/>
                    <a:pt x="1" y="144"/>
                    <a:pt x="1" y="331"/>
                  </a:cubicBezTo>
                  <a:cubicBezTo>
                    <a:pt x="1" y="420"/>
                    <a:pt x="36" y="500"/>
                    <a:pt x="99" y="563"/>
                  </a:cubicBezTo>
                  <a:cubicBezTo>
                    <a:pt x="152" y="625"/>
                    <a:pt x="241" y="661"/>
                    <a:pt x="331" y="661"/>
                  </a:cubicBezTo>
                  <a:lnTo>
                    <a:pt x="7476" y="661"/>
                  </a:lnTo>
                  <a:cubicBezTo>
                    <a:pt x="7655" y="661"/>
                    <a:pt x="7806" y="509"/>
                    <a:pt x="7806" y="331"/>
                  </a:cubicBezTo>
                  <a:cubicBezTo>
                    <a:pt x="7806" y="242"/>
                    <a:pt x="7771" y="153"/>
                    <a:pt x="7708" y="99"/>
                  </a:cubicBezTo>
                  <a:cubicBezTo>
                    <a:pt x="7646" y="37"/>
                    <a:pt x="7566" y="1"/>
                    <a:pt x="7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49"/>
            <p:cNvSpPr/>
            <p:nvPr/>
          </p:nvSpPr>
          <p:spPr>
            <a:xfrm>
              <a:off x="5943749" y="1908955"/>
              <a:ext cx="335779" cy="28430"/>
            </a:xfrm>
            <a:custGeom>
              <a:avLst/>
              <a:gdLst/>
              <a:ahLst/>
              <a:cxnLst/>
              <a:rect l="l" t="t" r="r" b="b"/>
              <a:pathLst>
                <a:path w="7807" h="661" extrusionOk="0">
                  <a:moveTo>
                    <a:pt x="331" y="0"/>
                  </a:moveTo>
                  <a:cubicBezTo>
                    <a:pt x="143" y="0"/>
                    <a:pt x="1" y="143"/>
                    <a:pt x="1" y="330"/>
                  </a:cubicBezTo>
                  <a:cubicBezTo>
                    <a:pt x="1" y="419"/>
                    <a:pt x="36" y="509"/>
                    <a:pt x="99" y="562"/>
                  </a:cubicBezTo>
                  <a:cubicBezTo>
                    <a:pt x="152" y="625"/>
                    <a:pt x="241" y="660"/>
                    <a:pt x="331" y="660"/>
                  </a:cubicBezTo>
                  <a:lnTo>
                    <a:pt x="7476" y="660"/>
                  </a:lnTo>
                  <a:cubicBezTo>
                    <a:pt x="7655" y="660"/>
                    <a:pt x="7806" y="517"/>
                    <a:pt x="7806" y="330"/>
                  </a:cubicBezTo>
                  <a:cubicBezTo>
                    <a:pt x="7806" y="241"/>
                    <a:pt x="7771" y="152"/>
                    <a:pt x="7708" y="98"/>
                  </a:cubicBezTo>
                  <a:cubicBezTo>
                    <a:pt x="7646" y="36"/>
                    <a:pt x="7566" y="0"/>
                    <a:pt x="74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49"/>
            <p:cNvSpPr/>
            <p:nvPr/>
          </p:nvSpPr>
          <p:spPr>
            <a:xfrm>
              <a:off x="6097207" y="1402475"/>
              <a:ext cx="28473" cy="28430"/>
            </a:xfrm>
            <a:custGeom>
              <a:avLst/>
              <a:gdLst/>
              <a:ahLst/>
              <a:cxnLst/>
              <a:rect l="l" t="t" r="r" b="b"/>
              <a:pathLst>
                <a:path w="662" h="661" extrusionOk="0">
                  <a:moveTo>
                    <a:pt x="331" y="0"/>
                  </a:moveTo>
                  <a:cubicBezTo>
                    <a:pt x="153" y="0"/>
                    <a:pt x="1" y="152"/>
                    <a:pt x="1" y="330"/>
                  </a:cubicBezTo>
                  <a:cubicBezTo>
                    <a:pt x="1" y="518"/>
                    <a:pt x="153" y="660"/>
                    <a:pt x="331" y="660"/>
                  </a:cubicBezTo>
                  <a:cubicBezTo>
                    <a:pt x="518" y="660"/>
                    <a:pt x="661" y="518"/>
                    <a:pt x="661" y="330"/>
                  </a:cubicBezTo>
                  <a:cubicBezTo>
                    <a:pt x="661" y="152"/>
                    <a:pt x="518" y="0"/>
                    <a:pt x="3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87" name="Google Shape;3187;p49"/>
            <p:cNvGrpSpPr/>
            <p:nvPr/>
          </p:nvGrpSpPr>
          <p:grpSpPr>
            <a:xfrm rot="384758">
              <a:off x="5201814" y="-238201"/>
              <a:ext cx="2178146" cy="526674"/>
              <a:chOff x="1031200" y="3184325"/>
              <a:chExt cx="1425150" cy="344600"/>
            </a:xfrm>
          </p:grpSpPr>
          <p:sp>
            <p:nvSpPr>
              <p:cNvPr id="3188" name="Google Shape;3188;p49"/>
              <p:cNvSpPr/>
              <p:nvPr/>
            </p:nvSpPr>
            <p:spPr>
              <a:xfrm>
                <a:off x="1031200" y="3184325"/>
                <a:ext cx="1425150" cy="333225"/>
              </a:xfrm>
              <a:custGeom>
                <a:avLst/>
                <a:gdLst/>
                <a:ahLst/>
                <a:cxnLst/>
                <a:rect l="l" t="t" r="r" b="b"/>
                <a:pathLst>
                  <a:path w="57006" h="13329" extrusionOk="0">
                    <a:moveTo>
                      <a:pt x="321" y="0"/>
                    </a:moveTo>
                    <a:lnTo>
                      <a:pt x="0" y="89"/>
                    </a:lnTo>
                    <a:cubicBezTo>
                      <a:pt x="36" y="223"/>
                      <a:pt x="937" y="3453"/>
                      <a:pt x="4916" y="6736"/>
                    </a:cubicBezTo>
                    <a:cubicBezTo>
                      <a:pt x="8573" y="9742"/>
                      <a:pt x="15630" y="13328"/>
                      <a:pt x="28503" y="13328"/>
                    </a:cubicBezTo>
                    <a:cubicBezTo>
                      <a:pt x="41376" y="13328"/>
                      <a:pt x="48433" y="9742"/>
                      <a:pt x="52090" y="6736"/>
                    </a:cubicBezTo>
                    <a:cubicBezTo>
                      <a:pt x="56069" y="3453"/>
                      <a:pt x="56970" y="223"/>
                      <a:pt x="57006" y="89"/>
                    </a:cubicBezTo>
                    <a:lnTo>
                      <a:pt x="56676" y="0"/>
                    </a:lnTo>
                    <a:cubicBezTo>
                      <a:pt x="56667" y="27"/>
                      <a:pt x="55757" y="3283"/>
                      <a:pt x="51849" y="6486"/>
                    </a:cubicBezTo>
                    <a:cubicBezTo>
                      <a:pt x="48236" y="9456"/>
                      <a:pt x="41251" y="12989"/>
                      <a:pt x="28503" y="12989"/>
                    </a:cubicBezTo>
                    <a:cubicBezTo>
                      <a:pt x="15755" y="12989"/>
                      <a:pt x="8770" y="9456"/>
                      <a:pt x="5157" y="6486"/>
                    </a:cubicBezTo>
                    <a:cubicBezTo>
                      <a:pt x="1249" y="3283"/>
                      <a:pt x="330" y="27"/>
                      <a:pt x="3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49"/>
              <p:cNvSpPr/>
              <p:nvPr/>
            </p:nvSpPr>
            <p:spPr>
              <a:xfrm>
                <a:off x="1031200" y="3184325"/>
                <a:ext cx="1425150" cy="333225"/>
              </a:xfrm>
              <a:custGeom>
                <a:avLst/>
                <a:gdLst/>
                <a:ahLst/>
                <a:cxnLst/>
                <a:rect l="l" t="t" r="r" b="b"/>
                <a:pathLst>
                  <a:path w="57006" h="13329" extrusionOk="0">
                    <a:moveTo>
                      <a:pt x="321" y="0"/>
                    </a:moveTo>
                    <a:lnTo>
                      <a:pt x="0" y="89"/>
                    </a:lnTo>
                    <a:cubicBezTo>
                      <a:pt x="36" y="223"/>
                      <a:pt x="937" y="3453"/>
                      <a:pt x="4916" y="6736"/>
                    </a:cubicBezTo>
                    <a:cubicBezTo>
                      <a:pt x="8573" y="9742"/>
                      <a:pt x="15630" y="13328"/>
                      <a:pt x="28503" y="13328"/>
                    </a:cubicBezTo>
                    <a:cubicBezTo>
                      <a:pt x="41376" y="13328"/>
                      <a:pt x="48433" y="9742"/>
                      <a:pt x="52090" y="6736"/>
                    </a:cubicBezTo>
                    <a:cubicBezTo>
                      <a:pt x="56069" y="3453"/>
                      <a:pt x="56970" y="223"/>
                      <a:pt x="57006" y="89"/>
                    </a:cubicBezTo>
                    <a:lnTo>
                      <a:pt x="56676" y="0"/>
                    </a:lnTo>
                    <a:cubicBezTo>
                      <a:pt x="56667" y="27"/>
                      <a:pt x="55757" y="3283"/>
                      <a:pt x="51849" y="6486"/>
                    </a:cubicBezTo>
                    <a:cubicBezTo>
                      <a:pt x="48236" y="9456"/>
                      <a:pt x="41251" y="12989"/>
                      <a:pt x="28503" y="12989"/>
                    </a:cubicBezTo>
                    <a:cubicBezTo>
                      <a:pt x="15755" y="12989"/>
                      <a:pt x="8770" y="9456"/>
                      <a:pt x="5157" y="6486"/>
                    </a:cubicBezTo>
                    <a:cubicBezTo>
                      <a:pt x="1249" y="3283"/>
                      <a:pt x="330" y="27"/>
                      <a:pt x="3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49"/>
              <p:cNvSpPr/>
              <p:nvPr/>
            </p:nvSpPr>
            <p:spPr>
              <a:xfrm>
                <a:off x="1047475" y="3231700"/>
                <a:ext cx="1392150" cy="297225"/>
              </a:xfrm>
              <a:custGeom>
                <a:avLst/>
                <a:gdLst/>
                <a:ahLst/>
                <a:cxnLst/>
                <a:rect l="l" t="t" r="r" b="b"/>
                <a:pathLst>
                  <a:path w="55686" h="11889" extrusionOk="0">
                    <a:moveTo>
                      <a:pt x="710" y="0"/>
                    </a:moveTo>
                    <a:cubicBezTo>
                      <a:pt x="596" y="0"/>
                      <a:pt x="480" y="31"/>
                      <a:pt x="375" y="95"/>
                    </a:cubicBezTo>
                    <a:cubicBezTo>
                      <a:pt x="90" y="282"/>
                      <a:pt x="0" y="666"/>
                      <a:pt x="188" y="960"/>
                    </a:cubicBezTo>
                    <a:cubicBezTo>
                      <a:pt x="304" y="1147"/>
                      <a:pt x="500" y="1245"/>
                      <a:pt x="714" y="1245"/>
                    </a:cubicBezTo>
                    <a:cubicBezTo>
                      <a:pt x="821" y="1245"/>
                      <a:pt x="937" y="1210"/>
                      <a:pt x="1044" y="1147"/>
                    </a:cubicBezTo>
                    <a:cubicBezTo>
                      <a:pt x="1330" y="969"/>
                      <a:pt x="1419" y="585"/>
                      <a:pt x="1232" y="291"/>
                    </a:cubicBezTo>
                    <a:cubicBezTo>
                      <a:pt x="1117" y="101"/>
                      <a:pt x="917" y="0"/>
                      <a:pt x="710" y="0"/>
                    </a:cubicBezTo>
                    <a:close/>
                    <a:moveTo>
                      <a:pt x="54975" y="32"/>
                    </a:moveTo>
                    <a:cubicBezTo>
                      <a:pt x="54769" y="32"/>
                      <a:pt x="54569" y="134"/>
                      <a:pt x="54455" y="318"/>
                    </a:cubicBezTo>
                    <a:cubicBezTo>
                      <a:pt x="54267" y="612"/>
                      <a:pt x="54356" y="996"/>
                      <a:pt x="54642" y="1174"/>
                    </a:cubicBezTo>
                    <a:cubicBezTo>
                      <a:pt x="54749" y="1245"/>
                      <a:pt x="54865" y="1272"/>
                      <a:pt x="54972" y="1272"/>
                    </a:cubicBezTo>
                    <a:cubicBezTo>
                      <a:pt x="55177" y="1272"/>
                      <a:pt x="55382" y="1174"/>
                      <a:pt x="55498" y="987"/>
                    </a:cubicBezTo>
                    <a:cubicBezTo>
                      <a:pt x="55686" y="692"/>
                      <a:pt x="55596" y="309"/>
                      <a:pt x="55311" y="130"/>
                    </a:cubicBezTo>
                    <a:cubicBezTo>
                      <a:pt x="55206" y="63"/>
                      <a:pt x="55089" y="32"/>
                      <a:pt x="54975" y="32"/>
                    </a:cubicBezTo>
                    <a:close/>
                    <a:moveTo>
                      <a:pt x="2384" y="2189"/>
                    </a:moveTo>
                    <a:cubicBezTo>
                      <a:pt x="2235" y="2189"/>
                      <a:pt x="2084" y="2243"/>
                      <a:pt x="1963" y="2352"/>
                    </a:cubicBezTo>
                    <a:cubicBezTo>
                      <a:pt x="1713" y="2584"/>
                      <a:pt x="1695" y="2976"/>
                      <a:pt x="1927" y="3235"/>
                    </a:cubicBezTo>
                    <a:cubicBezTo>
                      <a:pt x="2043" y="3369"/>
                      <a:pt x="2213" y="3431"/>
                      <a:pt x="2382" y="3431"/>
                    </a:cubicBezTo>
                    <a:cubicBezTo>
                      <a:pt x="2393" y="3432"/>
                      <a:pt x="2404" y="3432"/>
                      <a:pt x="2415" y="3432"/>
                    </a:cubicBezTo>
                    <a:cubicBezTo>
                      <a:pt x="2554" y="3432"/>
                      <a:pt x="2686" y="3379"/>
                      <a:pt x="2802" y="3279"/>
                    </a:cubicBezTo>
                    <a:cubicBezTo>
                      <a:pt x="3051" y="3047"/>
                      <a:pt x="3078" y="2655"/>
                      <a:pt x="2846" y="2396"/>
                    </a:cubicBezTo>
                    <a:cubicBezTo>
                      <a:pt x="2723" y="2259"/>
                      <a:pt x="2554" y="2189"/>
                      <a:pt x="2384" y="2189"/>
                    </a:cubicBezTo>
                    <a:close/>
                    <a:moveTo>
                      <a:pt x="53297" y="2216"/>
                    </a:moveTo>
                    <a:cubicBezTo>
                      <a:pt x="53127" y="2216"/>
                      <a:pt x="52958" y="2285"/>
                      <a:pt x="52840" y="2423"/>
                    </a:cubicBezTo>
                    <a:cubicBezTo>
                      <a:pt x="52608" y="2673"/>
                      <a:pt x="52626" y="3065"/>
                      <a:pt x="52876" y="3297"/>
                    </a:cubicBezTo>
                    <a:cubicBezTo>
                      <a:pt x="53000" y="3404"/>
                      <a:pt x="53143" y="3458"/>
                      <a:pt x="53295" y="3458"/>
                    </a:cubicBezTo>
                    <a:cubicBezTo>
                      <a:pt x="53464" y="3458"/>
                      <a:pt x="53634" y="3395"/>
                      <a:pt x="53759" y="3253"/>
                    </a:cubicBezTo>
                    <a:cubicBezTo>
                      <a:pt x="53991" y="3003"/>
                      <a:pt x="53973" y="2610"/>
                      <a:pt x="53714" y="2378"/>
                    </a:cubicBezTo>
                    <a:cubicBezTo>
                      <a:pt x="53597" y="2270"/>
                      <a:pt x="53447" y="2216"/>
                      <a:pt x="53297" y="2216"/>
                    </a:cubicBezTo>
                    <a:close/>
                    <a:moveTo>
                      <a:pt x="4384" y="4090"/>
                    </a:moveTo>
                    <a:cubicBezTo>
                      <a:pt x="4205" y="4090"/>
                      <a:pt x="4025" y="4168"/>
                      <a:pt x="3899" y="4314"/>
                    </a:cubicBezTo>
                    <a:cubicBezTo>
                      <a:pt x="3685" y="4582"/>
                      <a:pt x="3721" y="4974"/>
                      <a:pt x="3988" y="5188"/>
                    </a:cubicBezTo>
                    <a:cubicBezTo>
                      <a:pt x="4104" y="5287"/>
                      <a:pt x="4238" y="5331"/>
                      <a:pt x="4381" y="5331"/>
                    </a:cubicBezTo>
                    <a:cubicBezTo>
                      <a:pt x="4559" y="5331"/>
                      <a:pt x="4738" y="5260"/>
                      <a:pt x="4862" y="5108"/>
                    </a:cubicBezTo>
                    <a:cubicBezTo>
                      <a:pt x="5077" y="4841"/>
                      <a:pt x="5041" y="4448"/>
                      <a:pt x="4773" y="4234"/>
                    </a:cubicBezTo>
                    <a:cubicBezTo>
                      <a:pt x="4661" y="4137"/>
                      <a:pt x="4522" y="4090"/>
                      <a:pt x="4384" y="4090"/>
                    </a:cubicBezTo>
                    <a:close/>
                    <a:moveTo>
                      <a:pt x="51293" y="4113"/>
                    </a:moveTo>
                    <a:cubicBezTo>
                      <a:pt x="51155" y="4113"/>
                      <a:pt x="51017" y="4159"/>
                      <a:pt x="50904" y="4252"/>
                    </a:cubicBezTo>
                    <a:cubicBezTo>
                      <a:pt x="50636" y="4475"/>
                      <a:pt x="50601" y="4858"/>
                      <a:pt x="50815" y="5126"/>
                    </a:cubicBezTo>
                    <a:cubicBezTo>
                      <a:pt x="50940" y="5278"/>
                      <a:pt x="51118" y="5358"/>
                      <a:pt x="51296" y="5358"/>
                    </a:cubicBezTo>
                    <a:cubicBezTo>
                      <a:pt x="51430" y="5358"/>
                      <a:pt x="51573" y="5313"/>
                      <a:pt x="51689" y="5215"/>
                    </a:cubicBezTo>
                    <a:cubicBezTo>
                      <a:pt x="51957" y="5001"/>
                      <a:pt x="51992" y="4609"/>
                      <a:pt x="51778" y="4341"/>
                    </a:cubicBezTo>
                    <a:cubicBezTo>
                      <a:pt x="51652" y="4190"/>
                      <a:pt x="51472" y="4113"/>
                      <a:pt x="51293" y="4113"/>
                    </a:cubicBezTo>
                    <a:close/>
                    <a:moveTo>
                      <a:pt x="6620" y="5697"/>
                    </a:moveTo>
                    <a:cubicBezTo>
                      <a:pt x="6413" y="5697"/>
                      <a:pt x="6209" y="5801"/>
                      <a:pt x="6094" y="5991"/>
                    </a:cubicBezTo>
                    <a:cubicBezTo>
                      <a:pt x="5906" y="6286"/>
                      <a:pt x="5995" y="6669"/>
                      <a:pt x="6290" y="6848"/>
                    </a:cubicBezTo>
                    <a:cubicBezTo>
                      <a:pt x="6388" y="6910"/>
                      <a:pt x="6504" y="6946"/>
                      <a:pt x="6620" y="6946"/>
                    </a:cubicBezTo>
                    <a:cubicBezTo>
                      <a:pt x="6825" y="6946"/>
                      <a:pt x="7030" y="6839"/>
                      <a:pt x="7146" y="6652"/>
                    </a:cubicBezTo>
                    <a:cubicBezTo>
                      <a:pt x="7325" y="6366"/>
                      <a:pt x="7244" y="5982"/>
                      <a:pt x="6950" y="5795"/>
                    </a:cubicBezTo>
                    <a:cubicBezTo>
                      <a:pt x="6849" y="5729"/>
                      <a:pt x="6734" y="5697"/>
                      <a:pt x="6620" y="5697"/>
                    </a:cubicBezTo>
                    <a:close/>
                    <a:moveTo>
                      <a:pt x="49056" y="5719"/>
                    </a:moveTo>
                    <a:cubicBezTo>
                      <a:pt x="48943" y="5719"/>
                      <a:pt x="48829" y="5749"/>
                      <a:pt x="48727" y="5813"/>
                    </a:cubicBezTo>
                    <a:cubicBezTo>
                      <a:pt x="48433" y="5991"/>
                      <a:pt x="48344" y="6375"/>
                      <a:pt x="48531" y="6669"/>
                    </a:cubicBezTo>
                    <a:cubicBezTo>
                      <a:pt x="48647" y="6857"/>
                      <a:pt x="48852" y="6964"/>
                      <a:pt x="49057" y="6964"/>
                    </a:cubicBezTo>
                    <a:cubicBezTo>
                      <a:pt x="49173" y="6964"/>
                      <a:pt x="49280" y="6928"/>
                      <a:pt x="49387" y="6866"/>
                    </a:cubicBezTo>
                    <a:cubicBezTo>
                      <a:pt x="49673" y="6687"/>
                      <a:pt x="49762" y="6304"/>
                      <a:pt x="49584" y="6009"/>
                    </a:cubicBezTo>
                    <a:cubicBezTo>
                      <a:pt x="49463" y="5820"/>
                      <a:pt x="49261" y="5719"/>
                      <a:pt x="49056" y="5719"/>
                    </a:cubicBezTo>
                    <a:close/>
                    <a:moveTo>
                      <a:pt x="9027" y="7033"/>
                    </a:moveTo>
                    <a:cubicBezTo>
                      <a:pt x="8797" y="7033"/>
                      <a:pt x="8577" y="7161"/>
                      <a:pt x="8475" y="7383"/>
                    </a:cubicBezTo>
                    <a:cubicBezTo>
                      <a:pt x="8324" y="7695"/>
                      <a:pt x="8449" y="8070"/>
                      <a:pt x="8761" y="8213"/>
                    </a:cubicBezTo>
                    <a:cubicBezTo>
                      <a:pt x="8850" y="8257"/>
                      <a:pt x="8939" y="8275"/>
                      <a:pt x="9029" y="8275"/>
                    </a:cubicBezTo>
                    <a:cubicBezTo>
                      <a:pt x="9261" y="8275"/>
                      <a:pt x="9484" y="8150"/>
                      <a:pt x="9591" y="7927"/>
                    </a:cubicBezTo>
                    <a:cubicBezTo>
                      <a:pt x="9742" y="7615"/>
                      <a:pt x="9608" y="7249"/>
                      <a:pt x="9305" y="7098"/>
                    </a:cubicBezTo>
                    <a:cubicBezTo>
                      <a:pt x="9215" y="7054"/>
                      <a:pt x="9120" y="7033"/>
                      <a:pt x="9027" y="7033"/>
                    </a:cubicBezTo>
                    <a:close/>
                    <a:moveTo>
                      <a:pt x="46639" y="7048"/>
                    </a:moveTo>
                    <a:cubicBezTo>
                      <a:pt x="46550" y="7048"/>
                      <a:pt x="46459" y="7067"/>
                      <a:pt x="46372" y="7107"/>
                    </a:cubicBezTo>
                    <a:cubicBezTo>
                      <a:pt x="46060" y="7258"/>
                      <a:pt x="45935" y="7633"/>
                      <a:pt x="46078" y="7936"/>
                    </a:cubicBezTo>
                    <a:cubicBezTo>
                      <a:pt x="46185" y="8159"/>
                      <a:pt x="46408" y="8293"/>
                      <a:pt x="46640" y="8293"/>
                    </a:cubicBezTo>
                    <a:cubicBezTo>
                      <a:pt x="46729" y="8293"/>
                      <a:pt x="46827" y="8275"/>
                      <a:pt x="46907" y="8231"/>
                    </a:cubicBezTo>
                    <a:cubicBezTo>
                      <a:pt x="47220" y="8079"/>
                      <a:pt x="47353" y="7704"/>
                      <a:pt x="47202" y="7401"/>
                    </a:cubicBezTo>
                    <a:cubicBezTo>
                      <a:pt x="47092" y="7176"/>
                      <a:pt x="46871" y="7048"/>
                      <a:pt x="46639" y="7048"/>
                    </a:cubicBezTo>
                    <a:close/>
                    <a:moveTo>
                      <a:pt x="11561" y="8117"/>
                    </a:moveTo>
                    <a:cubicBezTo>
                      <a:pt x="11312" y="8117"/>
                      <a:pt x="11078" y="8269"/>
                      <a:pt x="10982" y="8516"/>
                    </a:cubicBezTo>
                    <a:cubicBezTo>
                      <a:pt x="10866" y="8846"/>
                      <a:pt x="11027" y="9203"/>
                      <a:pt x="11348" y="9319"/>
                    </a:cubicBezTo>
                    <a:cubicBezTo>
                      <a:pt x="11419" y="9346"/>
                      <a:pt x="11500" y="9355"/>
                      <a:pt x="11571" y="9355"/>
                    </a:cubicBezTo>
                    <a:cubicBezTo>
                      <a:pt x="11821" y="9355"/>
                      <a:pt x="12053" y="9203"/>
                      <a:pt x="12151" y="8953"/>
                    </a:cubicBezTo>
                    <a:cubicBezTo>
                      <a:pt x="12276" y="8632"/>
                      <a:pt x="12106" y="8275"/>
                      <a:pt x="11785" y="8159"/>
                    </a:cubicBezTo>
                    <a:cubicBezTo>
                      <a:pt x="11711" y="8130"/>
                      <a:pt x="11635" y="8117"/>
                      <a:pt x="11561" y="8117"/>
                    </a:cubicBezTo>
                    <a:close/>
                    <a:moveTo>
                      <a:pt x="44106" y="8127"/>
                    </a:moveTo>
                    <a:cubicBezTo>
                      <a:pt x="44033" y="8127"/>
                      <a:pt x="43957" y="8140"/>
                      <a:pt x="43883" y="8168"/>
                    </a:cubicBezTo>
                    <a:cubicBezTo>
                      <a:pt x="43562" y="8284"/>
                      <a:pt x="43401" y="8641"/>
                      <a:pt x="43517" y="8962"/>
                    </a:cubicBezTo>
                    <a:cubicBezTo>
                      <a:pt x="43615" y="9212"/>
                      <a:pt x="43847" y="9372"/>
                      <a:pt x="44106" y="9372"/>
                    </a:cubicBezTo>
                    <a:cubicBezTo>
                      <a:pt x="44177" y="9372"/>
                      <a:pt x="44249" y="9355"/>
                      <a:pt x="44320" y="9328"/>
                    </a:cubicBezTo>
                    <a:cubicBezTo>
                      <a:pt x="44641" y="9212"/>
                      <a:pt x="44802" y="8855"/>
                      <a:pt x="44686" y="8534"/>
                    </a:cubicBezTo>
                    <a:cubicBezTo>
                      <a:pt x="44596" y="8285"/>
                      <a:pt x="44361" y="8127"/>
                      <a:pt x="44106" y="8127"/>
                    </a:cubicBezTo>
                    <a:close/>
                    <a:moveTo>
                      <a:pt x="14192" y="8967"/>
                    </a:moveTo>
                    <a:cubicBezTo>
                      <a:pt x="13924" y="8967"/>
                      <a:pt x="13670" y="9142"/>
                      <a:pt x="13596" y="9417"/>
                    </a:cubicBezTo>
                    <a:cubicBezTo>
                      <a:pt x="13498" y="9747"/>
                      <a:pt x="13694" y="10095"/>
                      <a:pt x="14024" y="10184"/>
                    </a:cubicBezTo>
                    <a:cubicBezTo>
                      <a:pt x="14078" y="10202"/>
                      <a:pt x="14131" y="10211"/>
                      <a:pt x="14194" y="10211"/>
                    </a:cubicBezTo>
                    <a:cubicBezTo>
                      <a:pt x="14461" y="10211"/>
                      <a:pt x="14711" y="10033"/>
                      <a:pt x="14792" y="9756"/>
                    </a:cubicBezTo>
                    <a:cubicBezTo>
                      <a:pt x="14881" y="9426"/>
                      <a:pt x="14685" y="9087"/>
                      <a:pt x="14354" y="8989"/>
                    </a:cubicBezTo>
                    <a:cubicBezTo>
                      <a:pt x="14300" y="8974"/>
                      <a:pt x="14246" y="8967"/>
                      <a:pt x="14192" y="8967"/>
                    </a:cubicBezTo>
                    <a:close/>
                    <a:moveTo>
                      <a:pt x="41475" y="8976"/>
                    </a:moveTo>
                    <a:cubicBezTo>
                      <a:pt x="41422" y="8976"/>
                      <a:pt x="41368" y="8983"/>
                      <a:pt x="41314" y="8998"/>
                    </a:cubicBezTo>
                    <a:cubicBezTo>
                      <a:pt x="40984" y="9096"/>
                      <a:pt x="40787" y="9435"/>
                      <a:pt x="40886" y="9765"/>
                    </a:cubicBezTo>
                    <a:cubicBezTo>
                      <a:pt x="40957" y="10042"/>
                      <a:pt x="41207" y="10220"/>
                      <a:pt x="41483" y="10220"/>
                    </a:cubicBezTo>
                    <a:cubicBezTo>
                      <a:pt x="41537" y="10220"/>
                      <a:pt x="41590" y="10211"/>
                      <a:pt x="41644" y="10193"/>
                    </a:cubicBezTo>
                    <a:cubicBezTo>
                      <a:pt x="41983" y="10104"/>
                      <a:pt x="42170" y="9765"/>
                      <a:pt x="42081" y="9435"/>
                    </a:cubicBezTo>
                    <a:cubicBezTo>
                      <a:pt x="41999" y="9159"/>
                      <a:pt x="41748" y="8976"/>
                      <a:pt x="41475" y="8976"/>
                    </a:cubicBezTo>
                    <a:close/>
                    <a:moveTo>
                      <a:pt x="16868" y="9618"/>
                    </a:moveTo>
                    <a:cubicBezTo>
                      <a:pt x="16579" y="9618"/>
                      <a:pt x="16326" y="9824"/>
                      <a:pt x="16264" y="10113"/>
                    </a:cubicBezTo>
                    <a:cubicBezTo>
                      <a:pt x="16192" y="10452"/>
                      <a:pt x="16406" y="10782"/>
                      <a:pt x="16745" y="10853"/>
                    </a:cubicBezTo>
                    <a:cubicBezTo>
                      <a:pt x="16790" y="10862"/>
                      <a:pt x="16826" y="10862"/>
                      <a:pt x="16870" y="10862"/>
                    </a:cubicBezTo>
                    <a:cubicBezTo>
                      <a:pt x="17156" y="10862"/>
                      <a:pt x="17414" y="10657"/>
                      <a:pt x="17477" y="10372"/>
                    </a:cubicBezTo>
                    <a:cubicBezTo>
                      <a:pt x="17548" y="10033"/>
                      <a:pt x="17334" y="9703"/>
                      <a:pt x="16995" y="9631"/>
                    </a:cubicBezTo>
                    <a:cubicBezTo>
                      <a:pt x="16952" y="9622"/>
                      <a:pt x="16910" y="9618"/>
                      <a:pt x="16868" y="9618"/>
                    </a:cubicBezTo>
                    <a:close/>
                    <a:moveTo>
                      <a:pt x="38804" y="9626"/>
                    </a:moveTo>
                    <a:cubicBezTo>
                      <a:pt x="38761" y="9626"/>
                      <a:pt x="38717" y="9631"/>
                      <a:pt x="38673" y="9640"/>
                    </a:cubicBezTo>
                    <a:cubicBezTo>
                      <a:pt x="38343" y="9711"/>
                      <a:pt x="38120" y="10033"/>
                      <a:pt x="38191" y="10372"/>
                    </a:cubicBezTo>
                    <a:cubicBezTo>
                      <a:pt x="38254" y="10666"/>
                      <a:pt x="38513" y="10871"/>
                      <a:pt x="38798" y="10871"/>
                    </a:cubicBezTo>
                    <a:cubicBezTo>
                      <a:pt x="38843" y="10871"/>
                      <a:pt x="38887" y="10862"/>
                      <a:pt x="38923" y="10853"/>
                    </a:cubicBezTo>
                    <a:cubicBezTo>
                      <a:pt x="39262" y="10782"/>
                      <a:pt x="39476" y="10461"/>
                      <a:pt x="39414" y="10122"/>
                    </a:cubicBezTo>
                    <a:cubicBezTo>
                      <a:pt x="39352" y="9827"/>
                      <a:pt x="39093" y="9626"/>
                      <a:pt x="38804" y="9626"/>
                    </a:cubicBezTo>
                    <a:close/>
                    <a:moveTo>
                      <a:pt x="19588" y="10090"/>
                    </a:moveTo>
                    <a:cubicBezTo>
                      <a:pt x="19283" y="10090"/>
                      <a:pt x="19016" y="10311"/>
                      <a:pt x="18976" y="10630"/>
                    </a:cubicBezTo>
                    <a:cubicBezTo>
                      <a:pt x="18922" y="10969"/>
                      <a:pt x="19163" y="11282"/>
                      <a:pt x="19502" y="11335"/>
                    </a:cubicBezTo>
                    <a:lnTo>
                      <a:pt x="19502" y="11326"/>
                    </a:lnTo>
                    <a:cubicBezTo>
                      <a:pt x="19529" y="11335"/>
                      <a:pt x="19555" y="11335"/>
                      <a:pt x="19591" y="11335"/>
                    </a:cubicBezTo>
                    <a:cubicBezTo>
                      <a:pt x="19894" y="11335"/>
                      <a:pt x="20153" y="11112"/>
                      <a:pt x="20198" y="10800"/>
                    </a:cubicBezTo>
                    <a:cubicBezTo>
                      <a:pt x="20251" y="10461"/>
                      <a:pt x="20010" y="10149"/>
                      <a:pt x="19671" y="10095"/>
                    </a:cubicBezTo>
                    <a:cubicBezTo>
                      <a:pt x="19643" y="10091"/>
                      <a:pt x="19616" y="10090"/>
                      <a:pt x="19588" y="10090"/>
                    </a:cubicBezTo>
                    <a:close/>
                    <a:moveTo>
                      <a:pt x="36091" y="10097"/>
                    </a:moveTo>
                    <a:cubicBezTo>
                      <a:pt x="36060" y="10097"/>
                      <a:pt x="36029" y="10099"/>
                      <a:pt x="35997" y="10104"/>
                    </a:cubicBezTo>
                    <a:cubicBezTo>
                      <a:pt x="35658" y="10149"/>
                      <a:pt x="35417" y="10470"/>
                      <a:pt x="35471" y="10809"/>
                    </a:cubicBezTo>
                    <a:cubicBezTo>
                      <a:pt x="35515" y="11112"/>
                      <a:pt x="35783" y="11344"/>
                      <a:pt x="36086" y="11344"/>
                    </a:cubicBezTo>
                    <a:cubicBezTo>
                      <a:pt x="36113" y="11344"/>
                      <a:pt x="36140" y="11335"/>
                      <a:pt x="36175" y="11335"/>
                    </a:cubicBezTo>
                    <a:cubicBezTo>
                      <a:pt x="36514" y="11290"/>
                      <a:pt x="36746" y="10969"/>
                      <a:pt x="36702" y="10630"/>
                    </a:cubicBezTo>
                    <a:cubicBezTo>
                      <a:pt x="36653" y="10323"/>
                      <a:pt x="36392" y="10097"/>
                      <a:pt x="36091" y="10097"/>
                    </a:cubicBezTo>
                    <a:close/>
                    <a:moveTo>
                      <a:pt x="22319" y="10413"/>
                    </a:moveTo>
                    <a:cubicBezTo>
                      <a:pt x="22007" y="10413"/>
                      <a:pt x="21739" y="10653"/>
                      <a:pt x="21705" y="10978"/>
                    </a:cubicBezTo>
                    <a:cubicBezTo>
                      <a:pt x="21679" y="11317"/>
                      <a:pt x="21928" y="11621"/>
                      <a:pt x="22267" y="11647"/>
                    </a:cubicBezTo>
                    <a:cubicBezTo>
                      <a:pt x="22294" y="11656"/>
                      <a:pt x="22312" y="11656"/>
                      <a:pt x="22330" y="11656"/>
                    </a:cubicBezTo>
                    <a:cubicBezTo>
                      <a:pt x="22642" y="11656"/>
                      <a:pt x="22919" y="11406"/>
                      <a:pt x="22945" y="11085"/>
                    </a:cubicBezTo>
                    <a:cubicBezTo>
                      <a:pt x="22972" y="10746"/>
                      <a:pt x="22722" y="10443"/>
                      <a:pt x="22383" y="10416"/>
                    </a:cubicBezTo>
                    <a:cubicBezTo>
                      <a:pt x="22362" y="10414"/>
                      <a:pt x="22340" y="10413"/>
                      <a:pt x="22319" y="10413"/>
                    </a:cubicBezTo>
                    <a:close/>
                    <a:moveTo>
                      <a:pt x="33356" y="10413"/>
                    </a:moveTo>
                    <a:cubicBezTo>
                      <a:pt x="33336" y="10413"/>
                      <a:pt x="33315" y="10414"/>
                      <a:pt x="33294" y="10416"/>
                    </a:cubicBezTo>
                    <a:cubicBezTo>
                      <a:pt x="32946" y="10443"/>
                      <a:pt x="32696" y="10746"/>
                      <a:pt x="32723" y="11085"/>
                    </a:cubicBezTo>
                    <a:cubicBezTo>
                      <a:pt x="32750" y="11415"/>
                      <a:pt x="33026" y="11656"/>
                      <a:pt x="33347" y="11656"/>
                    </a:cubicBezTo>
                    <a:lnTo>
                      <a:pt x="33401" y="11656"/>
                    </a:lnTo>
                    <a:cubicBezTo>
                      <a:pt x="33740" y="11621"/>
                      <a:pt x="33999" y="11317"/>
                      <a:pt x="33963" y="10978"/>
                    </a:cubicBezTo>
                    <a:cubicBezTo>
                      <a:pt x="33938" y="10660"/>
                      <a:pt x="33669" y="10413"/>
                      <a:pt x="33356" y="10413"/>
                    </a:cubicBezTo>
                    <a:close/>
                    <a:moveTo>
                      <a:pt x="25087" y="10585"/>
                    </a:moveTo>
                    <a:cubicBezTo>
                      <a:pt x="24747" y="10585"/>
                      <a:pt x="24471" y="10850"/>
                      <a:pt x="24453" y="11183"/>
                    </a:cubicBezTo>
                    <a:cubicBezTo>
                      <a:pt x="24444" y="11531"/>
                      <a:pt x="24712" y="11817"/>
                      <a:pt x="25051" y="11835"/>
                    </a:cubicBezTo>
                    <a:lnTo>
                      <a:pt x="25078" y="11835"/>
                    </a:lnTo>
                    <a:cubicBezTo>
                      <a:pt x="25408" y="11835"/>
                      <a:pt x="25684" y="11567"/>
                      <a:pt x="25702" y="11237"/>
                    </a:cubicBezTo>
                    <a:cubicBezTo>
                      <a:pt x="25711" y="10889"/>
                      <a:pt x="25452" y="10604"/>
                      <a:pt x="25104" y="10586"/>
                    </a:cubicBezTo>
                    <a:cubicBezTo>
                      <a:pt x="25099" y="10586"/>
                      <a:pt x="25093" y="10585"/>
                      <a:pt x="25087" y="10585"/>
                    </a:cubicBezTo>
                    <a:close/>
                    <a:moveTo>
                      <a:pt x="30581" y="10585"/>
                    </a:moveTo>
                    <a:cubicBezTo>
                      <a:pt x="30575" y="10585"/>
                      <a:pt x="30570" y="10586"/>
                      <a:pt x="30564" y="10586"/>
                    </a:cubicBezTo>
                    <a:cubicBezTo>
                      <a:pt x="30225" y="10604"/>
                      <a:pt x="29957" y="10898"/>
                      <a:pt x="29975" y="11237"/>
                    </a:cubicBezTo>
                    <a:cubicBezTo>
                      <a:pt x="29984" y="11576"/>
                      <a:pt x="30261" y="11835"/>
                      <a:pt x="30591" y="11835"/>
                    </a:cubicBezTo>
                    <a:lnTo>
                      <a:pt x="30618" y="11835"/>
                    </a:lnTo>
                    <a:cubicBezTo>
                      <a:pt x="30957" y="11817"/>
                      <a:pt x="31233" y="11531"/>
                      <a:pt x="31215" y="11183"/>
                    </a:cubicBezTo>
                    <a:cubicBezTo>
                      <a:pt x="31198" y="10850"/>
                      <a:pt x="30921" y="10585"/>
                      <a:pt x="30581" y="10585"/>
                    </a:cubicBezTo>
                    <a:close/>
                    <a:moveTo>
                      <a:pt x="27834" y="10648"/>
                    </a:moveTo>
                    <a:cubicBezTo>
                      <a:pt x="27495" y="10648"/>
                      <a:pt x="27219" y="10925"/>
                      <a:pt x="27219" y="11264"/>
                    </a:cubicBezTo>
                    <a:cubicBezTo>
                      <a:pt x="27219" y="11612"/>
                      <a:pt x="27495" y="11888"/>
                      <a:pt x="27834" y="11888"/>
                    </a:cubicBezTo>
                    <a:cubicBezTo>
                      <a:pt x="28182" y="11888"/>
                      <a:pt x="28459" y="11612"/>
                      <a:pt x="28459" y="11264"/>
                    </a:cubicBezTo>
                    <a:cubicBezTo>
                      <a:pt x="28459" y="10925"/>
                      <a:pt x="28182" y="10648"/>
                      <a:pt x="27834" y="106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191" name="Google Shape;3191;p49"/>
          <p:cNvSpPr txBox="1">
            <a:spLocks noGrp="1"/>
          </p:cNvSpPr>
          <p:nvPr>
            <p:ph type="title"/>
          </p:nvPr>
        </p:nvSpPr>
        <p:spPr>
          <a:xfrm>
            <a:off x="3269650" y="1258625"/>
            <a:ext cx="5161800" cy="254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9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40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408"/>
        <p:cNvGrpSpPr/>
        <p:nvPr/>
      </p:nvGrpSpPr>
      <p:grpSpPr>
        <a:xfrm>
          <a:off x="0" y="0"/>
          <a:ext cx="0" cy="0"/>
          <a:chOff x="0" y="0"/>
          <a:chExt cx="0" cy="0"/>
        </a:xfrm>
      </p:grpSpPr>
      <p:grpSp>
        <p:nvGrpSpPr>
          <p:cNvPr id="3409" name="Google Shape;3409;p53"/>
          <p:cNvGrpSpPr/>
          <p:nvPr/>
        </p:nvGrpSpPr>
        <p:grpSpPr>
          <a:xfrm>
            <a:off x="-1276737" y="3801730"/>
            <a:ext cx="2590965" cy="2590965"/>
            <a:chOff x="2924725" y="208150"/>
            <a:chExt cx="1242550" cy="1242550"/>
          </a:xfrm>
        </p:grpSpPr>
        <p:sp>
          <p:nvSpPr>
            <p:cNvPr id="3410" name="Google Shape;3410;p53"/>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53"/>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53"/>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53"/>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3"/>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3"/>
            <p:cNvSpPr/>
            <p:nvPr/>
          </p:nvSpPr>
          <p:spPr>
            <a:xfrm>
              <a:off x="3188344"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3"/>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3"/>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3"/>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3"/>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3"/>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3"/>
            <p:cNvSpPr/>
            <p:nvPr/>
          </p:nvSpPr>
          <p:spPr>
            <a:xfrm>
              <a:off x="3743642"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3"/>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3"/>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53"/>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53"/>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3"/>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3"/>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8" name="Google Shape;3428;p53"/>
          <p:cNvGrpSpPr/>
          <p:nvPr/>
        </p:nvGrpSpPr>
        <p:grpSpPr>
          <a:xfrm>
            <a:off x="8047423" y="153456"/>
            <a:ext cx="762954" cy="763070"/>
            <a:chOff x="940300" y="793900"/>
            <a:chExt cx="1313400" cy="1313600"/>
          </a:xfrm>
        </p:grpSpPr>
        <p:sp>
          <p:nvSpPr>
            <p:cNvPr id="3429" name="Google Shape;3429;p53"/>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3"/>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3"/>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53"/>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53"/>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3"/>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3"/>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3"/>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3"/>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3"/>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3"/>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3"/>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3"/>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3"/>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3"/>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3"/>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53"/>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53"/>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3"/>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3"/>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3"/>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3"/>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3"/>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3"/>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3"/>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3"/>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3"/>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3"/>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3"/>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53"/>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53"/>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53"/>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53"/>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53"/>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53"/>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53"/>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5" name="Google Shape;3465;p53"/>
          <p:cNvGrpSpPr/>
          <p:nvPr/>
        </p:nvGrpSpPr>
        <p:grpSpPr>
          <a:xfrm>
            <a:off x="333623" y="153443"/>
            <a:ext cx="762954" cy="763070"/>
            <a:chOff x="940300" y="793900"/>
            <a:chExt cx="1313400" cy="1313600"/>
          </a:xfrm>
        </p:grpSpPr>
        <p:sp>
          <p:nvSpPr>
            <p:cNvPr id="3466" name="Google Shape;3466;p53"/>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53"/>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53"/>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53"/>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53"/>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53"/>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53"/>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53"/>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53"/>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53"/>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53"/>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53"/>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53"/>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53"/>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53"/>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53"/>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53"/>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53"/>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53"/>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53"/>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53"/>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53"/>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53"/>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53"/>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53"/>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53"/>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53"/>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53"/>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53"/>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53"/>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53"/>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53"/>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53"/>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53"/>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53"/>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53"/>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2" name="Google Shape;3502;p53"/>
          <p:cNvGrpSpPr/>
          <p:nvPr/>
        </p:nvGrpSpPr>
        <p:grpSpPr>
          <a:xfrm>
            <a:off x="1096580" y="-2420972"/>
            <a:ext cx="552396" cy="4394832"/>
            <a:chOff x="7324500" y="2391875"/>
            <a:chExt cx="177300" cy="1410725"/>
          </a:xfrm>
        </p:grpSpPr>
        <p:sp>
          <p:nvSpPr>
            <p:cNvPr id="3503" name="Google Shape;3503;p53"/>
            <p:cNvSpPr/>
            <p:nvPr/>
          </p:nvSpPr>
          <p:spPr>
            <a:xfrm>
              <a:off x="7324500" y="3625150"/>
              <a:ext cx="177300" cy="177450"/>
            </a:xfrm>
            <a:custGeom>
              <a:avLst/>
              <a:gdLst/>
              <a:ahLst/>
              <a:cxnLst/>
              <a:rect l="l" t="t" r="r" b="b"/>
              <a:pathLst>
                <a:path w="7092" h="7098" extrusionOk="0">
                  <a:moveTo>
                    <a:pt x="3549" y="673"/>
                  </a:moveTo>
                  <a:lnTo>
                    <a:pt x="4393" y="1510"/>
                  </a:lnTo>
                  <a:lnTo>
                    <a:pt x="5581" y="1510"/>
                  </a:lnTo>
                  <a:lnTo>
                    <a:pt x="5581" y="2700"/>
                  </a:lnTo>
                  <a:lnTo>
                    <a:pt x="6426" y="3548"/>
                  </a:lnTo>
                  <a:lnTo>
                    <a:pt x="5581" y="4398"/>
                  </a:lnTo>
                  <a:lnTo>
                    <a:pt x="5581" y="5581"/>
                  </a:lnTo>
                  <a:lnTo>
                    <a:pt x="4393" y="5581"/>
                  </a:lnTo>
                  <a:lnTo>
                    <a:pt x="3543" y="6425"/>
                  </a:lnTo>
                  <a:lnTo>
                    <a:pt x="2693" y="5581"/>
                  </a:lnTo>
                  <a:lnTo>
                    <a:pt x="1510" y="5581"/>
                  </a:lnTo>
                  <a:lnTo>
                    <a:pt x="1510" y="4398"/>
                  </a:lnTo>
                  <a:lnTo>
                    <a:pt x="667" y="3548"/>
                  </a:lnTo>
                  <a:lnTo>
                    <a:pt x="1510" y="2700"/>
                  </a:lnTo>
                  <a:lnTo>
                    <a:pt x="1510" y="1510"/>
                  </a:lnTo>
                  <a:lnTo>
                    <a:pt x="2700" y="1510"/>
                  </a:lnTo>
                  <a:lnTo>
                    <a:pt x="3549" y="673"/>
                  </a:lnTo>
                  <a:close/>
                  <a:moveTo>
                    <a:pt x="3549" y="1"/>
                  </a:moveTo>
                  <a:lnTo>
                    <a:pt x="2509" y="1041"/>
                  </a:lnTo>
                  <a:lnTo>
                    <a:pt x="1035" y="1041"/>
                  </a:lnTo>
                  <a:lnTo>
                    <a:pt x="1035" y="2508"/>
                  </a:lnTo>
                  <a:lnTo>
                    <a:pt x="1" y="3548"/>
                  </a:lnTo>
                  <a:lnTo>
                    <a:pt x="1035" y="4590"/>
                  </a:lnTo>
                  <a:lnTo>
                    <a:pt x="1035" y="6057"/>
                  </a:lnTo>
                  <a:lnTo>
                    <a:pt x="2509" y="6057"/>
                  </a:lnTo>
                  <a:lnTo>
                    <a:pt x="3549" y="7097"/>
                  </a:lnTo>
                  <a:lnTo>
                    <a:pt x="4583" y="6057"/>
                  </a:lnTo>
                  <a:lnTo>
                    <a:pt x="6058" y="6057"/>
                  </a:lnTo>
                  <a:lnTo>
                    <a:pt x="6058" y="4590"/>
                  </a:lnTo>
                  <a:lnTo>
                    <a:pt x="7092" y="3548"/>
                  </a:lnTo>
                  <a:lnTo>
                    <a:pt x="6058" y="2508"/>
                  </a:lnTo>
                  <a:lnTo>
                    <a:pt x="6058" y="1041"/>
                  </a:lnTo>
                  <a:lnTo>
                    <a:pt x="4583" y="1041"/>
                  </a:lnTo>
                  <a:lnTo>
                    <a:pt x="3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53"/>
            <p:cNvSpPr/>
            <p:nvPr/>
          </p:nvSpPr>
          <p:spPr>
            <a:xfrm>
              <a:off x="7411275" y="2391875"/>
              <a:ext cx="3725" cy="1239250"/>
            </a:xfrm>
            <a:custGeom>
              <a:avLst/>
              <a:gdLst/>
              <a:ahLst/>
              <a:cxnLst/>
              <a:rect l="l" t="t" r="r" b="b"/>
              <a:pathLst>
                <a:path w="149" h="49570" extrusionOk="0">
                  <a:moveTo>
                    <a:pt x="1" y="0"/>
                  </a:moveTo>
                  <a:lnTo>
                    <a:pt x="1" y="49570"/>
                  </a:lnTo>
                  <a:lnTo>
                    <a:pt x="149" y="49570"/>
                  </a:lnTo>
                  <a:lnTo>
                    <a:pt x="1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5" name="Google Shape;3505;p53"/>
          <p:cNvGrpSpPr/>
          <p:nvPr/>
        </p:nvGrpSpPr>
        <p:grpSpPr>
          <a:xfrm>
            <a:off x="7425992" y="-2337550"/>
            <a:ext cx="552402" cy="3931583"/>
            <a:chOff x="6715575" y="2099409"/>
            <a:chExt cx="177450" cy="1262916"/>
          </a:xfrm>
        </p:grpSpPr>
        <p:sp>
          <p:nvSpPr>
            <p:cNvPr id="3506" name="Google Shape;3506;p53"/>
            <p:cNvSpPr/>
            <p:nvPr/>
          </p:nvSpPr>
          <p:spPr>
            <a:xfrm>
              <a:off x="6715575" y="3184875"/>
              <a:ext cx="177450" cy="177450"/>
            </a:xfrm>
            <a:custGeom>
              <a:avLst/>
              <a:gdLst/>
              <a:ahLst/>
              <a:cxnLst/>
              <a:rect l="l" t="t" r="r" b="b"/>
              <a:pathLst>
                <a:path w="7098" h="7098" extrusionOk="0">
                  <a:moveTo>
                    <a:pt x="3549" y="672"/>
                  </a:moveTo>
                  <a:lnTo>
                    <a:pt x="4399" y="1517"/>
                  </a:lnTo>
                  <a:lnTo>
                    <a:pt x="5581" y="1517"/>
                  </a:lnTo>
                  <a:lnTo>
                    <a:pt x="5581" y="2699"/>
                  </a:lnTo>
                  <a:lnTo>
                    <a:pt x="6426" y="3550"/>
                  </a:lnTo>
                  <a:lnTo>
                    <a:pt x="5581" y="4398"/>
                  </a:lnTo>
                  <a:lnTo>
                    <a:pt x="5581" y="5588"/>
                  </a:lnTo>
                  <a:lnTo>
                    <a:pt x="4399" y="5588"/>
                  </a:lnTo>
                  <a:lnTo>
                    <a:pt x="3549" y="6431"/>
                  </a:lnTo>
                  <a:lnTo>
                    <a:pt x="2700" y="5588"/>
                  </a:lnTo>
                  <a:lnTo>
                    <a:pt x="1516" y="5588"/>
                  </a:lnTo>
                  <a:lnTo>
                    <a:pt x="1516" y="4398"/>
                  </a:lnTo>
                  <a:lnTo>
                    <a:pt x="673" y="3550"/>
                  </a:lnTo>
                  <a:lnTo>
                    <a:pt x="1516" y="2699"/>
                  </a:lnTo>
                  <a:lnTo>
                    <a:pt x="1516" y="1517"/>
                  </a:lnTo>
                  <a:lnTo>
                    <a:pt x="2700" y="1517"/>
                  </a:lnTo>
                  <a:lnTo>
                    <a:pt x="3549" y="672"/>
                  </a:lnTo>
                  <a:close/>
                  <a:moveTo>
                    <a:pt x="3549" y="0"/>
                  </a:moveTo>
                  <a:lnTo>
                    <a:pt x="2509" y="1040"/>
                  </a:lnTo>
                  <a:lnTo>
                    <a:pt x="1041" y="1040"/>
                  </a:lnTo>
                  <a:lnTo>
                    <a:pt x="1041" y="2508"/>
                  </a:lnTo>
                  <a:lnTo>
                    <a:pt x="1" y="3550"/>
                  </a:lnTo>
                  <a:lnTo>
                    <a:pt x="1041" y="4589"/>
                  </a:lnTo>
                  <a:lnTo>
                    <a:pt x="1041" y="6057"/>
                  </a:lnTo>
                  <a:lnTo>
                    <a:pt x="2509" y="6057"/>
                  </a:lnTo>
                  <a:lnTo>
                    <a:pt x="3549" y="7097"/>
                  </a:lnTo>
                  <a:lnTo>
                    <a:pt x="4590" y="6057"/>
                  </a:lnTo>
                  <a:lnTo>
                    <a:pt x="6058" y="6057"/>
                  </a:lnTo>
                  <a:lnTo>
                    <a:pt x="6058" y="4589"/>
                  </a:lnTo>
                  <a:lnTo>
                    <a:pt x="7098" y="3550"/>
                  </a:lnTo>
                  <a:lnTo>
                    <a:pt x="6058" y="2508"/>
                  </a:lnTo>
                  <a:lnTo>
                    <a:pt x="6058" y="1040"/>
                  </a:lnTo>
                  <a:lnTo>
                    <a:pt x="4590" y="1040"/>
                  </a:lnTo>
                  <a:lnTo>
                    <a:pt x="3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53"/>
            <p:cNvSpPr/>
            <p:nvPr/>
          </p:nvSpPr>
          <p:spPr>
            <a:xfrm>
              <a:off x="6802499" y="2099409"/>
              <a:ext cx="3580" cy="1094275"/>
            </a:xfrm>
            <a:custGeom>
              <a:avLst/>
              <a:gdLst/>
              <a:ahLst/>
              <a:cxnLst/>
              <a:rect l="l" t="t" r="r" b="b"/>
              <a:pathLst>
                <a:path w="143" h="28774" extrusionOk="0">
                  <a:moveTo>
                    <a:pt x="0" y="0"/>
                  </a:moveTo>
                  <a:lnTo>
                    <a:pt x="0" y="28773"/>
                  </a:lnTo>
                  <a:lnTo>
                    <a:pt x="143" y="28773"/>
                  </a:lnTo>
                  <a:lnTo>
                    <a:pt x="1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8" name="Google Shape;3508;p53"/>
          <p:cNvGrpSpPr/>
          <p:nvPr/>
        </p:nvGrpSpPr>
        <p:grpSpPr>
          <a:xfrm>
            <a:off x="3816292" y="-3249122"/>
            <a:ext cx="552396" cy="4394832"/>
            <a:chOff x="7324500" y="2391875"/>
            <a:chExt cx="177300" cy="1410725"/>
          </a:xfrm>
        </p:grpSpPr>
        <p:sp>
          <p:nvSpPr>
            <p:cNvPr id="3509" name="Google Shape;3509;p53"/>
            <p:cNvSpPr/>
            <p:nvPr/>
          </p:nvSpPr>
          <p:spPr>
            <a:xfrm>
              <a:off x="7324500" y="3625150"/>
              <a:ext cx="177300" cy="177450"/>
            </a:xfrm>
            <a:custGeom>
              <a:avLst/>
              <a:gdLst/>
              <a:ahLst/>
              <a:cxnLst/>
              <a:rect l="l" t="t" r="r" b="b"/>
              <a:pathLst>
                <a:path w="7092" h="7098" extrusionOk="0">
                  <a:moveTo>
                    <a:pt x="3549" y="673"/>
                  </a:moveTo>
                  <a:lnTo>
                    <a:pt x="4393" y="1510"/>
                  </a:lnTo>
                  <a:lnTo>
                    <a:pt x="5581" y="1510"/>
                  </a:lnTo>
                  <a:lnTo>
                    <a:pt x="5581" y="2700"/>
                  </a:lnTo>
                  <a:lnTo>
                    <a:pt x="6426" y="3548"/>
                  </a:lnTo>
                  <a:lnTo>
                    <a:pt x="5581" y="4398"/>
                  </a:lnTo>
                  <a:lnTo>
                    <a:pt x="5581" y="5581"/>
                  </a:lnTo>
                  <a:lnTo>
                    <a:pt x="4393" y="5581"/>
                  </a:lnTo>
                  <a:lnTo>
                    <a:pt x="3543" y="6425"/>
                  </a:lnTo>
                  <a:lnTo>
                    <a:pt x="2693" y="5581"/>
                  </a:lnTo>
                  <a:lnTo>
                    <a:pt x="1510" y="5581"/>
                  </a:lnTo>
                  <a:lnTo>
                    <a:pt x="1510" y="4398"/>
                  </a:lnTo>
                  <a:lnTo>
                    <a:pt x="667" y="3548"/>
                  </a:lnTo>
                  <a:lnTo>
                    <a:pt x="1510" y="2700"/>
                  </a:lnTo>
                  <a:lnTo>
                    <a:pt x="1510" y="1510"/>
                  </a:lnTo>
                  <a:lnTo>
                    <a:pt x="2700" y="1510"/>
                  </a:lnTo>
                  <a:lnTo>
                    <a:pt x="3549" y="673"/>
                  </a:lnTo>
                  <a:close/>
                  <a:moveTo>
                    <a:pt x="3549" y="1"/>
                  </a:moveTo>
                  <a:lnTo>
                    <a:pt x="2509" y="1041"/>
                  </a:lnTo>
                  <a:lnTo>
                    <a:pt x="1035" y="1041"/>
                  </a:lnTo>
                  <a:lnTo>
                    <a:pt x="1035" y="2508"/>
                  </a:lnTo>
                  <a:lnTo>
                    <a:pt x="1" y="3548"/>
                  </a:lnTo>
                  <a:lnTo>
                    <a:pt x="1035" y="4590"/>
                  </a:lnTo>
                  <a:lnTo>
                    <a:pt x="1035" y="6057"/>
                  </a:lnTo>
                  <a:lnTo>
                    <a:pt x="2509" y="6057"/>
                  </a:lnTo>
                  <a:lnTo>
                    <a:pt x="3549" y="7097"/>
                  </a:lnTo>
                  <a:lnTo>
                    <a:pt x="4583" y="6057"/>
                  </a:lnTo>
                  <a:lnTo>
                    <a:pt x="6058" y="6057"/>
                  </a:lnTo>
                  <a:lnTo>
                    <a:pt x="6058" y="4590"/>
                  </a:lnTo>
                  <a:lnTo>
                    <a:pt x="7092" y="3548"/>
                  </a:lnTo>
                  <a:lnTo>
                    <a:pt x="6058" y="2508"/>
                  </a:lnTo>
                  <a:lnTo>
                    <a:pt x="6058" y="1041"/>
                  </a:lnTo>
                  <a:lnTo>
                    <a:pt x="4583" y="1041"/>
                  </a:lnTo>
                  <a:lnTo>
                    <a:pt x="35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53"/>
            <p:cNvSpPr/>
            <p:nvPr/>
          </p:nvSpPr>
          <p:spPr>
            <a:xfrm>
              <a:off x="7411275" y="2391875"/>
              <a:ext cx="3725" cy="1239250"/>
            </a:xfrm>
            <a:custGeom>
              <a:avLst/>
              <a:gdLst/>
              <a:ahLst/>
              <a:cxnLst/>
              <a:rect l="l" t="t" r="r" b="b"/>
              <a:pathLst>
                <a:path w="149" h="49570" extrusionOk="0">
                  <a:moveTo>
                    <a:pt x="1" y="0"/>
                  </a:moveTo>
                  <a:lnTo>
                    <a:pt x="1" y="49570"/>
                  </a:lnTo>
                  <a:lnTo>
                    <a:pt x="149" y="49570"/>
                  </a:lnTo>
                  <a:lnTo>
                    <a:pt x="1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1" name="Google Shape;3511;p53"/>
          <p:cNvGrpSpPr/>
          <p:nvPr/>
        </p:nvGrpSpPr>
        <p:grpSpPr>
          <a:xfrm>
            <a:off x="7457606" y="2036781"/>
            <a:ext cx="3332271" cy="3332271"/>
            <a:chOff x="2924725" y="208150"/>
            <a:chExt cx="1242550" cy="1242550"/>
          </a:xfrm>
        </p:grpSpPr>
        <p:sp>
          <p:nvSpPr>
            <p:cNvPr id="3512" name="Google Shape;3512;p53"/>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53"/>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53"/>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53"/>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53"/>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53"/>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53"/>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53"/>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53"/>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53"/>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53"/>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53"/>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53"/>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53"/>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53"/>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53"/>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53"/>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53"/>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1pPr>
            <a:lvl2pPr lvl="1"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2pPr>
            <a:lvl3pPr lvl="2"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3pPr>
            <a:lvl4pPr lvl="3"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4pPr>
            <a:lvl5pPr lvl="4"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5pPr>
            <a:lvl6pPr lvl="5"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6pPr>
            <a:lvl7pPr lvl="6"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7pPr>
            <a:lvl8pPr lvl="7"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8pPr>
            <a:lvl9pPr lvl="8" rtl="0">
              <a:spcBef>
                <a:spcPts val="0"/>
              </a:spcBef>
              <a:spcAft>
                <a:spcPts val="0"/>
              </a:spcAft>
              <a:buClr>
                <a:schemeClr val="dk2"/>
              </a:buClr>
              <a:buSzPts val="3300"/>
              <a:buFont typeface="Philosopher"/>
              <a:buNone/>
              <a:defRPr sz="3300" b="1">
                <a:solidFill>
                  <a:schemeClr val="dk2"/>
                </a:solidFill>
                <a:latin typeface="Philosopher"/>
                <a:ea typeface="Philosopher"/>
                <a:cs typeface="Philosopher"/>
                <a:sym typeface="Philosop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accent1"/>
              </a:buClr>
              <a:buSzPts val="1400"/>
              <a:buFont typeface="Manrope"/>
              <a:buChar char="●"/>
              <a:defRPr>
                <a:solidFill>
                  <a:schemeClr val="accent1"/>
                </a:solidFill>
                <a:latin typeface="Manrope"/>
                <a:ea typeface="Manrope"/>
                <a:cs typeface="Manrope"/>
                <a:sym typeface="Manrope"/>
              </a:defRPr>
            </a:lvl1pPr>
            <a:lvl2pPr marL="914400" lvl="1" indent="-317500">
              <a:lnSpc>
                <a:spcPct val="115000"/>
              </a:lnSpc>
              <a:spcBef>
                <a:spcPts val="1600"/>
              </a:spcBef>
              <a:spcAft>
                <a:spcPts val="0"/>
              </a:spcAft>
              <a:buClr>
                <a:schemeClr val="accent1"/>
              </a:buClr>
              <a:buSzPts val="1400"/>
              <a:buFont typeface="Manrope"/>
              <a:buChar char="○"/>
              <a:defRPr>
                <a:solidFill>
                  <a:schemeClr val="accent1"/>
                </a:solidFill>
                <a:latin typeface="Manrope"/>
                <a:ea typeface="Manrope"/>
                <a:cs typeface="Manrope"/>
                <a:sym typeface="Manrope"/>
              </a:defRPr>
            </a:lvl2pPr>
            <a:lvl3pPr marL="1371600" lvl="2" indent="-317500">
              <a:lnSpc>
                <a:spcPct val="115000"/>
              </a:lnSpc>
              <a:spcBef>
                <a:spcPts val="1600"/>
              </a:spcBef>
              <a:spcAft>
                <a:spcPts val="0"/>
              </a:spcAft>
              <a:buClr>
                <a:schemeClr val="accent1"/>
              </a:buClr>
              <a:buSzPts val="1400"/>
              <a:buFont typeface="Manrope"/>
              <a:buChar char="■"/>
              <a:defRPr>
                <a:solidFill>
                  <a:schemeClr val="accent1"/>
                </a:solidFill>
                <a:latin typeface="Manrope"/>
                <a:ea typeface="Manrope"/>
                <a:cs typeface="Manrope"/>
                <a:sym typeface="Manrope"/>
              </a:defRPr>
            </a:lvl3pPr>
            <a:lvl4pPr marL="1828800" lvl="3" indent="-317500">
              <a:lnSpc>
                <a:spcPct val="115000"/>
              </a:lnSpc>
              <a:spcBef>
                <a:spcPts val="1600"/>
              </a:spcBef>
              <a:spcAft>
                <a:spcPts val="0"/>
              </a:spcAft>
              <a:buClr>
                <a:schemeClr val="accent1"/>
              </a:buClr>
              <a:buSzPts val="1400"/>
              <a:buFont typeface="Manrope"/>
              <a:buChar char="●"/>
              <a:defRPr>
                <a:solidFill>
                  <a:schemeClr val="accent1"/>
                </a:solidFill>
                <a:latin typeface="Manrope"/>
                <a:ea typeface="Manrope"/>
                <a:cs typeface="Manrope"/>
                <a:sym typeface="Manrope"/>
              </a:defRPr>
            </a:lvl4pPr>
            <a:lvl5pPr marL="2286000" lvl="4" indent="-317500">
              <a:lnSpc>
                <a:spcPct val="115000"/>
              </a:lnSpc>
              <a:spcBef>
                <a:spcPts val="1600"/>
              </a:spcBef>
              <a:spcAft>
                <a:spcPts val="0"/>
              </a:spcAft>
              <a:buClr>
                <a:schemeClr val="accent1"/>
              </a:buClr>
              <a:buSzPts val="1400"/>
              <a:buFont typeface="Manrope"/>
              <a:buChar char="○"/>
              <a:defRPr>
                <a:solidFill>
                  <a:schemeClr val="accent1"/>
                </a:solidFill>
                <a:latin typeface="Manrope"/>
                <a:ea typeface="Manrope"/>
                <a:cs typeface="Manrope"/>
                <a:sym typeface="Manrope"/>
              </a:defRPr>
            </a:lvl5pPr>
            <a:lvl6pPr marL="2743200" lvl="5" indent="-317500">
              <a:lnSpc>
                <a:spcPct val="115000"/>
              </a:lnSpc>
              <a:spcBef>
                <a:spcPts val="1600"/>
              </a:spcBef>
              <a:spcAft>
                <a:spcPts val="0"/>
              </a:spcAft>
              <a:buClr>
                <a:schemeClr val="accent1"/>
              </a:buClr>
              <a:buSzPts val="1400"/>
              <a:buFont typeface="Manrope"/>
              <a:buChar char="■"/>
              <a:defRPr>
                <a:solidFill>
                  <a:schemeClr val="accent1"/>
                </a:solidFill>
                <a:latin typeface="Manrope"/>
                <a:ea typeface="Manrope"/>
                <a:cs typeface="Manrope"/>
                <a:sym typeface="Manrope"/>
              </a:defRPr>
            </a:lvl6pPr>
            <a:lvl7pPr marL="3200400" lvl="6" indent="-317500">
              <a:lnSpc>
                <a:spcPct val="115000"/>
              </a:lnSpc>
              <a:spcBef>
                <a:spcPts val="1600"/>
              </a:spcBef>
              <a:spcAft>
                <a:spcPts val="0"/>
              </a:spcAft>
              <a:buClr>
                <a:schemeClr val="accent1"/>
              </a:buClr>
              <a:buSzPts val="1400"/>
              <a:buFont typeface="Manrope"/>
              <a:buChar char="●"/>
              <a:defRPr>
                <a:solidFill>
                  <a:schemeClr val="accent1"/>
                </a:solidFill>
                <a:latin typeface="Manrope"/>
                <a:ea typeface="Manrope"/>
                <a:cs typeface="Manrope"/>
                <a:sym typeface="Manrope"/>
              </a:defRPr>
            </a:lvl7pPr>
            <a:lvl8pPr marL="3657600" lvl="7" indent="-317500">
              <a:lnSpc>
                <a:spcPct val="115000"/>
              </a:lnSpc>
              <a:spcBef>
                <a:spcPts val="1600"/>
              </a:spcBef>
              <a:spcAft>
                <a:spcPts val="0"/>
              </a:spcAft>
              <a:buClr>
                <a:schemeClr val="accent1"/>
              </a:buClr>
              <a:buSzPts val="1400"/>
              <a:buFont typeface="Manrope"/>
              <a:buChar char="○"/>
              <a:defRPr>
                <a:solidFill>
                  <a:schemeClr val="accent1"/>
                </a:solidFill>
                <a:latin typeface="Manrope"/>
                <a:ea typeface="Manrope"/>
                <a:cs typeface="Manrope"/>
                <a:sym typeface="Manrope"/>
              </a:defRPr>
            </a:lvl8pPr>
            <a:lvl9pPr marL="4114800" lvl="8" indent="-317500">
              <a:lnSpc>
                <a:spcPct val="115000"/>
              </a:lnSpc>
              <a:spcBef>
                <a:spcPts val="1600"/>
              </a:spcBef>
              <a:spcAft>
                <a:spcPts val="1600"/>
              </a:spcAft>
              <a:buClr>
                <a:schemeClr val="accent1"/>
              </a:buClr>
              <a:buSzPts val="1400"/>
              <a:buFont typeface="Manrope"/>
              <a:buChar char="■"/>
              <a:defRPr>
                <a:solidFill>
                  <a:schemeClr val="accent1"/>
                </a:solidFill>
                <a:latin typeface="Manrope"/>
                <a:ea typeface="Manrope"/>
                <a:cs typeface="Manrope"/>
                <a:sym typeface="Manrop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59" r:id="rId5"/>
    <p:sldLayoutId id="2147483660" r:id="rId6"/>
    <p:sldLayoutId id="2147483661" r:id="rId7"/>
    <p:sldLayoutId id="2147483662" r:id="rId8"/>
    <p:sldLayoutId id="2147483663" r:id="rId9"/>
    <p:sldLayoutId id="2147483695" r:id="rId10"/>
    <p:sldLayoutId id="2147483698" r:id="rId11"/>
    <p:sldLayoutId id="214748369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39">
          <p15:clr>
            <a:srgbClr val="EA4335"/>
          </p15:clr>
        </p15:guide>
        <p15:guide id="2" orient="horz" pos="2901">
          <p15:clr>
            <a:srgbClr val="EA4335"/>
          </p15:clr>
        </p15:guide>
        <p15:guide id="3" pos="449">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39"/>
        <p:cNvGrpSpPr/>
        <p:nvPr/>
      </p:nvGrpSpPr>
      <p:grpSpPr>
        <a:xfrm>
          <a:off x="0" y="0"/>
          <a:ext cx="0" cy="0"/>
          <a:chOff x="0" y="0"/>
          <a:chExt cx="0" cy="0"/>
        </a:xfrm>
      </p:grpSpPr>
      <p:grpSp>
        <p:nvGrpSpPr>
          <p:cNvPr id="3540" name="Google Shape;3540;p57"/>
          <p:cNvGrpSpPr/>
          <p:nvPr/>
        </p:nvGrpSpPr>
        <p:grpSpPr>
          <a:xfrm>
            <a:off x="2322375" y="96591"/>
            <a:ext cx="4499250" cy="4950317"/>
            <a:chOff x="3054150" y="3253800"/>
            <a:chExt cx="1683725" cy="1852525"/>
          </a:xfrm>
        </p:grpSpPr>
        <p:sp>
          <p:nvSpPr>
            <p:cNvPr id="3541" name="Google Shape;3541;p57"/>
            <p:cNvSpPr/>
            <p:nvPr/>
          </p:nvSpPr>
          <p:spPr>
            <a:xfrm>
              <a:off x="3054150" y="3253800"/>
              <a:ext cx="1683725" cy="1852525"/>
            </a:xfrm>
            <a:custGeom>
              <a:avLst/>
              <a:gdLst/>
              <a:ahLst/>
              <a:cxnLst/>
              <a:rect l="l" t="t" r="r" b="b"/>
              <a:pathLst>
                <a:path w="67349" h="74101" extrusionOk="0">
                  <a:moveTo>
                    <a:pt x="33671" y="1196"/>
                  </a:moveTo>
                  <a:cubicBezTo>
                    <a:pt x="34348" y="2058"/>
                    <a:pt x="35959" y="3775"/>
                    <a:pt x="38759" y="4881"/>
                  </a:cubicBezTo>
                  <a:cubicBezTo>
                    <a:pt x="40619" y="5613"/>
                    <a:pt x="41308" y="7585"/>
                    <a:pt x="41398" y="8103"/>
                  </a:cubicBezTo>
                  <a:lnTo>
                    <a:pt x="41398" y="8304"/>
                  </a:lnTo>
                  <a:cubicBezTo>
                    <a:pt x="41398" y="8436"/>
                    <a:pt x="41458" y="8560"/>
                    <a:pt x="41558" y="8644"/>
                  </a:cubicBezTo>
                  <a:cubicBezTo>
                    <a:pt x="41640" y="8707"/>
                    <a:pt x="41739" y="8743"/>
                    <a:pt x="41837" y="8743"/>
                  </a:cubicBezTo>
                  <a:cubicBezTo>
                    <a:pt x="41867" y="8743"/>
                    <a:pt x="41898" y="8739"/>
                    <a:pt x="41927" y="8732"/>
                  </a:cubicBezTo>
                  <a:cubicBezTo>
                    <a:pt x="42616" y="8578"/>
                    <a:pt x="43300" y="8501"/>
                    <a:pt x="43971" y="8501"/>
                  </a:cubicBezTo>
                  <a:cubicBezTo>
                    <a:pt x="48797" y="8501"/>
                    <a:pt x="52887" y="12268"/>
                    <a:pt x="53285" y="17077"/>
                  </a:cubicBezTo>
                  <a:cubicBezTo>
                    <a:pt x="53309" y="17304"/>
                    <a:pt x="53487" y="17475"/>
                    <a:pt x="53713" y="17482"/>
                  </a:cubicBezTo>
                  <a:cubicBezTo>
                    <a:pt x="58812" y="17618"/>
                    <a:pt x="62812" y="21726"/>
                    <a:pt x="62812" y="26826"/>
                  </a:cubicBezTo>
                  <a:cubicBezTo>
                    <a:pt x="62812" y="27580"/>
                    <a:pt x="62712" y="28359"/>
                    <a:pt x="62510" y="29144"/>
                  </a:cubicBezTo>
                  <a:cubicBezTo>
                    <a:pt x="62468" y="29315"/>
                    <a:pt x="62534" y="29493"/>
                    <a:pt x="62677" y="29600"/>
                  </a:cubicBezTo>
                  <a:cubicBezTo>
                    <a:pt x="65089" y="31390"/>
                    <a:pt x="66468" y="34129"/>
                    <a:pt x="66468" y="37113"/>
                  </a:cubicBezTo>
                  <a:cubicBezTo>
                    <a:pt x="66468" y="40085"/>
                    <a:pt x="65095" y="42813"/>
                    <a:pt x="62700" y="44608"/>
                  </a:cubicBezTo>
                  <a:cubicBezTo>
                    <a:pt x="62557" y="44709"/>
                    <a:pt x="62491" y="44888"/>
                    <a:pt x="62534" y="45060"/>
                  </a:cubicBezTo>
                  <a:cubicBezTo>
                    <a:pt x="62718" y="45815"/>
                    <a:pt x="62812" y="46558"/>
                    <a:pt x="62812" y="47283"/>
                  </a:cubicBezTo>
                  <a:cubicBezTo>
                    <a:pt x="62812" y="52097"/>
                    <a:pt x="59205" y="56097"/>
                    <a:pt x="54420" y="56590"/>
                  </a:cubicBezTo>
                  <a:cubicBezTo>
                    <a:pt x="54313" y="56596"/>
                    <a:pt x="54218" y="56650"/>
                    <a:pt x="54141" y="56722"/>
                  </a:cubicBezTo>
                  <a:cubicBezTo>
                    <a:pt x="53855" y="57031"/>
                    <a:pt x="53583" y="57309"/>
                    <a:pt x="53309" y="57577"/>
                  </a:cubicBezTo>
                  <a:cubicBezTo>
                    <a:pt x="53243" y="57643"/>
                    <a:pt x="53202" y="57726"/>
                    <a:pt x="53184" y="57816"/>
                  </a:cubicBezTo>
                  <a:cubicBezTo>
                    <a:pt x="52423" y="62326"/>
                    <a:pt x="48548" y="65601"/>
                    <a:pt x="43971" y="65601"/>
                  </a:cubicBezTo>
                  <a:cubicBezTo>
                    <a:pt x="43300" y="65601"/>
                    <a:pt x="42616" y="65524"/>
                    <a:pt x="41927" y="65376"/>
                  </a:cubicBezTo>
                  <a:cubicBezTo>
                    <a:pt x="41895" y="65368"/>
                    <a:pt x="41863" y="65365"/>
                    <a:pt x="41830" y="65365"/>
                  </a:cubicBezTo>
                  <a:cubicBezTo>
                    <a:pt x="41734" y="65365"/>
                    <a:pt x="41638" y="65397"/>
                    <a:pt x="41558" y="65459"/>
                  </a:cubicBezTo>
                  <a:cubicBezTo>
                    <a:pt x="41458" y="65541"/>
                    <a:pt x="41398" y="65667"/>
                    <a:pt x="41398" y="65804"/>
                  </a:cubicBezTo>
                  <a:lnTo>
                    <a:pt x="41398" y="66005"/>
                  </a:lnTo>
                  <a:cubicBezTo>
                    <a:pt x="41308" y="66517"/>
                    <a:pt x="40619" y="68490"/>
                    <a:pt x="38759" y="69227"/>
                  </a:cubicBezTo>
                  <a:cubicBezTo>
                    <a:pt x="35959" y="70333"/>
                    <a:pt x="34348" y="72050"/>
                    <a:pt x="33671" y="72912"/>
                  </a:cubicBezTo>
                  <a:cubicBezTo>
                    <a:pt x="32999" y="72050"/>
                    <a:pt x="31388" y="70333"/>
                    <a:pt x="28590" y="69227"/>
                  </a:cubicBezTo>
                  <a:cubicBezTo>
                    <a:pt x="26730" y="68490"/>
                    <a:pt x="26039" y="66517"/>
                    <a:pt x="25951" y="66005"/>
                  </a:cubicBezTo>
                  <a:lnTo>
                    <a:pt x="25951" y="65804"/>
                  </a:lnTo>
                  <a:cubicBezTo>
                    <a:pt x="25951" y="65667"/>
                    <a:pt x="25891" y="65541"/>
                    <a:pt x="25790" y="65459"/>
                  </a:cubicBezTo>
                  <a:cubicBezTo>
                    <a:pt x="25710" y="65397"/>
                    <a:pt x="25613" y="65365"/>
                    <a:pt x="25515" y="65365"/>
                  </a:cubicBezTo>
                  <a:cubicBezTo>
                    <a:pt x="25482" y="65365"/>
                    <a:pt x="25449" y="65368"/>
                    <a:pt x="25416" y="65376"/>
                  </a:cubicBezTo>
                  <a:cubicBezTo>
                    <a:pt x="24733" y="65524"/>
                    <a:pt x="24042" y="65601"/>
                    <a:pt x="23377" y="65601"/>
                  </a:cubicBezTo>
                  <a:cubicBezTo>
                    <a:pt x="18800" y="65601"/>
                    <a:pt x="14926" y="62326"/>
                    <a:pt x="14164" y="57816"/>
                  </a:cubicBezTo>
                  <a:cubicBezTo>
                    <a:pt x="14147" y="57726"/>
                    <a:pt x="14105" y="57643"/>
                    <a:pt x="14034" y="57577"/>
                  </a:cubicBezTo>
                  <a:cubicBezTo>
                    <a:pt x="13766" y="57309"/>
                    <a:pt x="13492" y="57037"/>
                    <a:pt x="13201" y="56722"/>
                  </a:cubicBezTo>
                  <a:cubicBezTo>
                    <a:pt x="13130" y="56645"/>
                    <a:pt x="13035" y="56596"/>
                    <a:pt x="12928" y="56590"/>
                  </a:cubicBezTo>
                  <a:cubicBezTo>
                    <a:pt x="8143" y="56097"/>
                    <a:pt x="4535" y="52097"/>
                    <a:pt x="4535" y="47283"/>
                  </a:cubicBezTo>
                  <a:cubicBezTo>
                    <a:pt x="4535" y="46558"/>
                    <a:pt x="4631" y="45815"/>
                    <a:pt x="4809" y="45060"/>
                  </a:cubicBezTo>
                  <a:cubicBezTo>
                    <a:pt x="4850" y="44888"/>
                    <a:pt x="4790" y="44709"/>
                    <a:pt x="4648" y="44608"/>
                  </a:cubicBezTo>
                  <a:cubicBezTo>
                    <a:pt x="2253" y="42813"/>
                    <a:pt x="875" y="40085"/>
                    <a:pt x="875" y="37113"/>
                  </a:cubicBezTo>
                  <a:cubicBezTo>
                    <a:pt x="875" y="34129"/>
                    <a:pt x="2258" y="31390"/>
                    <a:pt x="4672" y="29600"/>
                  </a:cubicBezTo>
                  <a:cubicBezTo>
                    <a:pt x="4815" y="29493"/>
                    <a:pt x="4880" y="29315"/>
                    <a:pt x="4839" y="29144"/>
                  </a:cubicBezTo>
                  <a:cubicBezTo>
                    <a:pt x="4636" y="28359"/>
                    <a:pt x="4535" y="27580"/>
                    <a:pt x="4535" y="26826"/>
                  </a:cubicBezTo>
                  <a:cubicBezTo>
                    <a:pt x="4535" y="21726"/>
                    <a:pt x="8529" y="17618"/>
                    <a:pt x="13635" y="17482"/>
                  </a:cubicBezTo>
                  <a:cubicBezTo>
                    <a:pt x="13856" y="17475"/>
                    <a:pt x="14040" y="17304"/>
                    <a:pt x="14057" y="17077"/>
                  </a:cubicBezTo>
                  <a:cubicBezTo>
                    <a:pt x="14455" y="12268"/>
                    <a:pt x="18550" y="8501"/>
                    <a:pt x="23377" y="8501"/>
                  </a:cubicBezTo>
                  <a:cubicBezTo>
                    <a:pt x="24042" y="8501"/>
                    <a:pt x="24733" y="8578"/>
                    <a:pt x="25416" y="8732"/>
                  </a:cubicBezTo>
                  <a:cubicBezTo>
                    <a:pt x="25446" y="8739"/>
                    <a:pt x="25478" y="8743"/>
                    <a:pt x="25508" y="8743"/>
                  </a:cubicBezTo>
                  <a:cubicBezTo>
                    <a:pt x="25609" y="8743"/>
                    <a:pt x="25708" y="8707"/>
                    <a:pt x="25790" y="8644"/>
                  </a:cubicBezTo>
                  <a:cubicBezTo>
                    <a:pt x="25891" y="8560"/>
                    <a:pt x="25951" y="8436"/>
                    <a:pt x="25951" y="8304"/>
                  </a:cubicBezTo>
                  <a:lnTo>
                    <a:pt x="25951" y="8103"/>
                  </a:lnTo>
                  <a:cubicBezTo>
                    <a:pt x="26039" y="7585"/>
                    <a:pt x="26730" y="5613"/>
                    <a:pt x="28590" y="4881"/>
                  </a:cubicBezTo>
                  <a:cubicBezTo>
                    <a:pt x="31388" y="3775"/>
                    <a:pt x="32999" y="2058"/>
                    <a:pt x="33671" y="1196"/>
                  </a:cubicBezTo>
                  <a:close/>
                  <a:moveTo>
                    <a:pt x="33671" y="1"/>
                  </a:moveTo>
                  <a:cubicBezTo>
                    <a:pt x="33522" y="1"/>
                    <a:pt x="33380" y="85"/>
                    <a:pt x="33297" y="215"/>
                  </a:cubicBezTo>
                  <a:cubicBezTo>
                    <a:pt x="33284" y="239"/>
                    <a:pt x="31781" y="2675"/>
                    <a:pt x="28269" y="4061"/>
                  </a:cubicBezTo>
                  <a:cubicBezTo>
                    <a:pt x="26195" y="4881"/>
                    <a:pt x="25339" y="6878"/>
                    <a:pt x="25125" y="7775"/>
                  </a:cubicBezTo>
                  <a:cubicBezTo>
                    <a:pt x="24536" y="7675"/>
                    <a:pt x="23954" y="7621"/>
                    <a:pt x="23377" y="7621"/>
                  </a:cubicBezTo>
                  <a:cubicBezTo>
                    <a:pt x="20791" y="7621"/>
                    <a:pt x="18325" y="8590"/>
                    <a:pt x="16435" y="10343"/>
                  </a:cubicBezTo>
                  <a:cubicBezTo>
                    <a:pt x="14646" y="12002"/>
                    <a:pt x="13516" y="14218"/>
                    <a:pt x="13225" y="16619"/>
                  </a:cubicBezTo>
                  <a:cubicBezTo>
                    <a:pt x="10693" y="16786"/>
                    <a:pt x="8345" y="17862"/>
                    <a:pt x="6562" y="19686"/>
                  </a:cubicBezTo>
                  <a:cubicBezTo>
                    <a:pt x="4691" y="21606"/>
                    <a:pt x="3656" y="24138"/>
                    <a:pt x="3656" y="26826"/>
                  </a:cubicBezTo>
                  <a:cubicBezTo>
                    <a:pt x="3656" y="27562"/>
                    <a:pt x="3745" y="28316"/>
                    <a:pt x="3917" y="29072"/>
                  </a:cubicBezTo>
                  <a:cubicBezTo>
                    <a:pt x="1427" y="31034"/>
                    <a:pt x="0" y="33945"/>
                    <a:pt x="0" y="37113"/>
                  </a:cubicBezTo>
                  <a:cubicBezTo>
                    <a:pt x="0" y="40270"/>
                    <a:pt x="1415" y="43176"/>
                    <a:pt x="3893" y="45131"/>
                  </a:cubicBezTo>
                  <a:cubicBezTo>
                    <a:pt x="3739" y="45856"/>
                    <a:pt x="3656" y="46582"/>
                    <a:pt x="3656" y="47283"/>
                  </a:cubicBezTo>
                  <a:cubicBezTo>
                    <a:pt x="3656" y="52495"/>
                    <a:pt x="7525" y="56834"/>
                    <a:pt x="12679" y="57440"/>
                  </a:cubicBezTo>
                  <a:cubicBezTo>
                    <a:pt x="12898" y="57679"/>
                    <a:pt x="13112" y="57893"/>
                    <a:pt x="13321" y="58107"/>
                  </a:cubicBezTo>
                  <a:cubicBezTo>
                    <a:pt x="14212" y="62968"/>
                    <a:pt x="18420" y="66481"/>
                    <a:pt x="23377" y="66481"/>
                  </a:cubicBezTo>
                  <a:cubicBezTo>
                    <a:pt x="23954" y="66481"/>
                    <a:pt x="24536" y="66427"/>
                    <a:pt x="25125" y="66326"/>
                  </a:cubicBezTo>
                  <a:cubicBezTo>
                    <a:pt x="25339" y="67230"/>
                    <a:pt x="26195" y="69220"/>
                    <a:pt x="28269" y="70040"/>
                  </a:cubicBezTo>
                  <a:cubicBezTo>
                    <a:pt x="31764" y="71420"/>
                    <a:pt x="33284" y="73869"/>
                    <a:pt x="33297" y="73892"/>
                  </a:cubicBezTo>
                  <a:cubicBezTo>
                    <a:pt x="33380" y="74023"/>
                    <a:pt x="33522" y="74100"/>
                    <a:pt x="33671" y="74100"/>
                  </a:cubicBezTo>
                  <a:cubicBezTo>
                    <a:pt x="33826" y="74100"/>
                    <a:pt x="33969" y="74023"/>
                    <a:pt x="34052" y="73892"/>
                  </a:cubicBezTo>
                  <a:cubicBezTo>
                    <a:pt x="34063" y="73869"/>
                    <a:pt x="35567" y="71426"/>
                    <a:pt x="39080" y="70040"/>
                  </a:cubicBezTo>
                  <a:cubicBezTo>
                    <a:pt x="41154" y="69220"/>
                    <a:pt x="42010" y="67230"/>
                    <a:pt x="42224" y="66326"/>
                  </a:cubicBezTo>
                  <a:cubicBezTo>
                    <a:pt x="42813" y="66427"/>
                    <a:pt x="43395" y="66481"/>
                    <a:pt x="43971" y="66481"/>
                  </a:cubicBezTo>
                  <a:cubicBezTo>
                    <a:pt x="48928" y="66481"/>
                    <a:pt x="53131" y="62968"/>
                    <a:pt x="54022" y="58107"/>
                  </a:cubicBezTo>
                  <a:cubicBezTo>
                    <a:pt x="54236" y="57893"/>
                    <a:pt x="54450" y="57679"/>
                    <a:pt x="54670" y="57440"/>
                  </a:cubicBezTo>
                  <a:cubicBezTo>
                    <a:pt x="59824" y="56834"/>
                    <a:pt x="63687" y="52495"/>
                    <a:pt x="63687" y="47283"/>
                  </a:cubicBezTo>
                  <a:cubicBezTo>
                    <a:pt x="63687" y="46582"/>
                    <a:pt x="63610" y="45856"/>
                    <a:pt x="63454" y="45131"/>
                  </a:cubicBezTo>
                  <a:cubicBezTo>
                    <a:pt x="65933" y="43176"/>
                    <a:pt x="67348" y="40270"/>
                    <a:pt x="67348" y="37113"/>
                  </a:cubicBezTo>
                  <a:cubicBezTo>
                    <a:pt x="67348" y="33945"/>
                    <a:pt x="65922" y="31034"/>
                    <a:pt x="63431" y="29072"/>
                  </a:cubicBezTo>
                  <a:cubicBezTo>
                    <a:pt x="63604" y="28316"/>
                    <a:pt x="63687" y="27562"/>
                    <a:pt x="63687" y="26826"/>
                  </a:cubicBezTo>
                  <a:cubicBezTo>
                    <a:pt x="63687" y="24138"/>
                    <a:pt x="62658" y="21606"/>
                    <a:pt x="60780" y="19686"/>
                  </a:cubicBezTo>
                  <a:cubicBezTo>
                    <a:pt x="59004" y="17862"/>
                    <a:pt x="56650" y="16786"/>
                    <a:pt x="54124" y="16619"/>
                  </a:cubicBezTo>
                  <a:cubicBezTo>
                    <a:pt x="53833" y="14218"/>
                    <a:pt x="52703" y="12002"/>
                    <a:pt x="50914" y="10343"/>
                  </a:cubicBezTo>
                  <a:cubicBezTo>
                    <a:pt x="49018" y="8590"/>
                    <a:pt x="46558" y="7621"/>
                    <a:pt x="43971" y="7621"/>
                  </a:cubicBezTo>
                  <a:cubicBezTo>
                    <a:pt x="43395" y="7621"/>
                    <a:pt x="42813" y="7675"/>
                    <a:pt x="42224" y="7775"/>
                  </a:cubicBezTo>
                  <a:cubicBezTo>
                    <a:pt x="42010" y="6878"/>
                    <a:pt x="41154" y="4881"/>
                    <a:pt x="39080" y="4061"/>
                  </a:cubicBezTo>
                  <a:cubicBezTo>
                    <a:pt x="35585" y="2683"/>
                    <a:pt x="34063" y="239"/>
                    <a:pt x="34052" y="215"/>
                  </a:cubicBezTo>
                  <a:cubicBezTo>
                    <a:pt x="33969" y="85"/>
                    <a:pt x="33826" y="1"/>
                    <a:pt x="336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57"/>
            <p:cNvSpPr/>
            <p:nvPr/>
          </p:nvSpPr>
          <p:spPr>
            <a:xfrm>
              <a:off x="3097088" y="3314838"/>
              <a:ext cx="1597850" cy="1730450"/>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3" name="Google Shape;3543;p57"/>
          <p:cNvSpPr txBox="1">
            <a:spLocks noGrp="1"/>
          </p:cNvSpPr>
          <p:nvPr>
            <p:ph type="ctrTitle"/>
          </p:nvPr>
        </p:nvSpPr>
        <p:spPr>
          <a:xfrm>
            <a:off x="2929050" y="1065793"/>
            <a:ext cx="3285900" cy="228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000" dirty="0">
                <a:solidFill>
                  <a:schemeClr val="accent2"/>
                </a:solidFill>
              </a:rPr>
              <a:t>KONSEP TENTANG TUHAN, MANUSIA DAN AGAMA DALAM MEMBANGUN HARMONI</a:t>
            </a:r>
            <a:endParaRPr sz="3000" dirty="0">
              <a:solidFill>
                <a:schemeClr val="accent2"/>
              </a:solidFill>
            </a:endParaRPr>
          </a:p>
        </p:txBody>
      </p:sp>
      <p:sp>
        <p:nvSpPr>
          <p:cNvPr id="3544" name="Google Shape;3544;p57"/>
          <p:cNvSpPr txBox="1">
            <a:spLocks noGrp="1"/>
          </p:cNvSpPr>
          <p:nvPr>
            <p:ph type="subTitle" idx="1"/>
          </p:nvPr>
        </p:nvSpPr>
        <p:spPr>
          <a:xfrm>
            <a:off x="3387529" y="3781897"/>
            <a:ext cx="2368942" cy="40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400" dirty="0"/>
              <a:t>Oleh :</a:t>
            </a:r>
          </a:p>
          <a:p>
            <a:pPr marL="0" lvl="0" indent="0" algn="ctr" rtl="0">
              <a:spcBef>
                <a:spcPts val="0"/>
              </a:spcBef>
              <a:spcAft>
                <a:spcPts val="0"/>
              </a:spcAft>
              <a:buNone/>
            </a:pPr>
            <a:r>
              <a:rPr lang="en-US" sz="1400" dirty="0" err="1"/>
              <a:t>Silfiana</a:t>
            </a:r>
            <a:r>
              <a:rPr lang="en-US" sz="1400" dirty="0"/>
              <a:t> DN (221344028)</a:t>
            </a:r>
          </a:p>
          <a:p>
            <a:pPr marL="0" lvl="0" indent="0" algn="ctr" rtl="0">
              <a:spcBef>
                <a:spcPts val="0"/>
              </a:spcBef>
              <a:spcAft>
                <a:spcPts val="0"/>
              </a:spcAft>
              <a:buNone/>
            </a:pPr>
            <a:r>
              <a:rPr lang="en-US" sz="1400" dirty="0"/>
              <a:t>Yoga AF (221344032)</a:t>
            </a:r>
            <a:endParaRPr sz="1400" dirty="0"/>
          </a:p>
        </p:txBody>
      </p:sp>
      <p:cxnSp>
        <p:nvCxnSpPr>
          <p:cNvPr id="3545" name="Google Shape;3545;p57"/>
          <p:cNvCxnSpPr/>
          <p:nvPr/>
        </p:nvCxnSpPr>
        <p:spPr>
          <a:xfrm>
            <a:off x="3567150" y="3573089"/>
            <a:ext cx="2009700" cy="0"/>
          </a:xfrm>
          <a:prstGeom prst="straightConnector1">
            <a:avLst/>
          </a:prstGeom>
          <a:noFill/>
          <a:ln w="19050" cap="flat" cmpd="sng">
            <a:solidFill>
              <a:schemeClr val="accent1"/>
            </a:solidFill>
            <a:prstDash val="solid"/>
            <a:round/>
            <a:headEnd type="none" w="med" len="med"/>
            <a:tailEnd type="none" w="med" len="med"/>
          </a:ln>
        </p:spPr>
      </p:cxn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43"/>
                                        </p:tgtEl>
                                        <p:attrNameLst>
                                          <p:attrName>style.visibility</p:attrName>
                                        </p:attrNameLst>
                                      </p:cBhvr>
                                      <p:to>
                                        <p:strVal val="visible"/>
                                      </p:to>
                                    </p:set>
                                    <p:anim calcmode="lin" valueType="num">
                                      <p:cBhvr additive="base">
                                        <p:cTn id="7" dur="500" fill="hold"/>
                                        <p:tgtEl>
                                          <p:spTgt spid="3543"/>
                                        </p:tgtEl>
                                        <p:attrNameLst>
                                          <p:attrName>ppt_x</p:attrName>
                                        </p:attrNameLst>
                                      </p:cBhvr>
                                      <p:tavLst>
                                        <p:tav tm="0">
                                          <p:val>
                                            <p:strVal val="#ppt_x"/>
                                          </p:val>
                                        </p:tav>
                                        <p:tav tm="100000">
                                          <p:val>
                                            <p:strVal val="#ppt_x"/>
                                          </p:val>
                                        </p:tav>
                                      </p:tavLst>
                                    </p:anim>
                                    <p:anim calcmode="lin" valueType="num">
                                      <p:cBhvr additive="base">
                                        <p:cTn id="8" dur="500" fill="hold"/>
                                        <p:tgtEl>
                                          <p:spTgt spid="35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44">
                                            <p:txEl>
                                              <p:pRg st="0" end="0"/>
                                            </p:txEl>
                                          </p:spTgt>
                                        </p:tgtEl>
                                        <p:attrNameLst>
                                          <p:attrName>style.visibility</p:attrName>
                                        </p:attrNameLst>
                                      </p:cBhvr>
                                      <p:to>
                                        <p:strVal val="visible"/>
                                      </p:to>
                                    </p:set>
                                    <p:anim calcmode="lin" valueType="num">
                                      <p:cBhvr additive="base">
                                        <p:cTn id="13" dur="500" fill="hold"/>
                                        <p:tgtEl>
                                          <p:spTgt spid="354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44">
                                            <p:txEl>
                                              <p:pRg st="1" end="1"/>
                                            </p:txEl>
                                          </p:spTgt>
                                        </p:tgtEl>
                                        <p:attrNameLst>
                                          <p:attrName>style.visibility</p:attrName>
                                        </p:attrNameLst>
                                      </p:cBhvr>
                                      <p:to>
                                        <p:strVal val="visible"/>
                                      </p:to>
                                    </p:set>
                                    <p:anim calcmode="lin" valueType="num">
                                      <p:cBhvr additive="base">
                                        <p:cTn id="19" dur="500" fill="hold"/>
                                        <p:tgtEl>
                                          <p:spTgt spid="354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4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544">
                                            <p:txEl>
                                              <p:pRg st="2" end="2"/>
                                            </p:txEl>
                                          </p:spTgt>
                                        </p:tgtEl>
                                        <p:attrNameLst>
                                          <p:attrName>style.visibility</p:attrName>
                                        </p:attrNameLst>
                                      </p:cBhvr>
                                      <p:to>
                                        <p:strVal val="visible"/>
                                      </p:to>
                                    </p:set>
                                    <p:anim calcmode="lin" valueType="num">
                                      <p:cBhvr additive="base">
                                        <p:cTn id="25" dur="500" fill="hold"/>
                                        <p:tgtEl>
                                          <p:spTgt spid="354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4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 grpId="0"/>
      <p:bldP spid="354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56"/>
        <p:cNvGrpSpPr/>
        <p:nvPr/>
      </p:nvGrpSpPr>
      <p:grpSpPr>
        <a:xfrm>
          <a:off x="0" y="0"/>
          <a:ext cx="0" cy="0"/>
          <a:chOff x="0" y="0"/>
          <a:chExt cx="0" cy="0"/>
        </a:xfrm>
      </p:grpSpPr>
      <p:sp>
        <p:nvSpPr>
          <p:cNvPr id="3557" name="Google Shape;3557;p59"/>
          <p:cNvSpPr/>
          <p:nvPr/>
        </p:nvSpPr>
        <p:spPr>
          <a:xfrm>
            <a:off x="687234" y="1625550"/>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59"/>
          <p:cNvSpPr txBox="1">
            <a:spLocks noGrp="1"/>
          </p:cNvSpPr>
          <p:nvPr>
            <p:ph type="title" idx="2"/>
          </p:nvPr>
        </p:nvSpPr>
        <p:spPr>
          <a:xfrm>
            <a:off x="753157" y="1763984"/>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561" name="Google Shape;3561;p59"/>
          <p:cNvSpPr txBox="1">
            <a:spLocks noGrp="1"/>
          </p:cNvSpPr>
          <p:nvPr>
            <p:ph type="title" idx="3"/>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Apa saja yang akan dibahas ?</a:t>
            </a:r>
            <a:endParaRPr dirty="0"/>
          </a:p>
        </p:txBody>
      </p:sp>
      <p:sp>
        <p:nvSpPr>
          <p:cNvPr id="3562" name="Google Shape;3562;p59"/>
          <p:cNvSpPr txBox="1">
            <a:spLocks noGrp="1"/>
          </p:cNvSpPr>
          <p:nvPr>
            <p:ph type="title" idx="4"/>
          </p:nvPr>
        </p:nvSpPr>
        <p:spPr>
          <a:xfrm>
            <a:off x="1581326" y="2212201"/>
            <a:ext cx="2871451" cy="76993"/>
          </a:xfrm>
          <a:prstGeom prst="rect">
            <a:avLst/>
          </a:prstGeom>
        </p:spPr>
        <p:txBody>
          <a:bodyPr spcFirstLastPara="1" wrap="square" lIns="91425" tIns="91425" rIns="91425" bIns="91425" anchor="ctr" anchorCtr="0">
            <a:noAutofit/>
          </a:bodyPr>
          <a:lstStyle/>
          <a:p>
            <a:pPr algn="ctr"/>
            <a:r>
              <a:rPr lang="en-US" sz="2000" dirty="0">
                <a:solidFill>
                  <a:schemeClr val="accent2"/>
                </a:solidFill>
              </a:rPr>
              <a:t>Rasa </a:t>
            </a:r>
            <a:r>
              <a:rPr lang="en-US" sz="2000" dirty="0" err="1">
                <a:solidFill>
                  <a:schemeClr val="accent2"/>
                </a:solidFill>
              </a:rPr>
              <a:t>Kebertuhanan</a:t>
            </a:r>
            <a:r>
              <a:rPr lang="en-US" sz="2000" dirty="0">
                <a:solidFill>
                  <a:schemeClr val="accent2"/>
                </a:solidFill>
              </a:rPr>
              <a:t> </a:t>
            </a:r>
            <a:r>
              <a:rPr lang="en-US" sz="2000" dirty="0" err="1">
                <a:solidFill>
                  <a:schemeClr val="accent2"/>
                </a:solidFill>
              </a:rPr>
              <a:t>Sebagai</a:t>
            </a:r>
            <a:r>
              <a:rPr lang="en-US" sz="2000" dirty="0">
                <a:solidFill>
                  <a:schemeClr val="accent2"/>
                </a:solidFill>
              </a:rPr>
              <a:t> Fitrah </a:t>
            </a:r>
            <a:r>
              <a:rPr lang="en-US" sz="2000" dirty="0" err="1">
                <a:solidFill>
                  <a:schemeClr val="accent2"/>
                </a:solidFill>
              </a:rPr>
              <a:t>Manusia</a:t>
            </a:r>
            <a:br>
              <a:rPr lang="en-US" sz="2000" dirty="0">
                <a:solidFill>
                  <a:schemeClr val="accent2"/>
                </a:solidFill>
              </a:rPr>
            </a:br>
            <a:endParaRPr lang="en-US" sz="2000" b="0" dirty="0">
              <a:solidFill>
                <a:schemeClr val="accent2"/>
              </a:solidFill>
            </a:endParaRPr>
          </a:p>
        </p:txBody>
      </p:sp>
      <p:sp>
        <p:nvSpPr>
          <p:cNvPr id="3563" name="Google Shape;3563;p59"/>
          <p:cNvSpPr txBox="1">
            <a:spLocks noGrp="1"/>
          </p:cNvSpPr>
          <p:nvPr>
            <p:ph type="title" idx="5"/>
          </p:nvPr>
        </p:nvSpPr>
        <p:spPr>
          <a:xfrm>
            <a:off x="727289" y="3470884"/>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565" name="Google Shape;3565;p59"/>
          <p:cNvSpPr txBox="1">
            <a:spLocks noGrp="1"/>
          </p:cNvSpPr>
          <p:nvPr>
            <p:ph type="title" idx="7"/>
          </p:nvPr>
        </p:nvSpPr>
        <p:spPr>
          <a:xfrm>
            <a:off x="1464912" y="3767262"/>
            <a:ext cx="3104281" cy="177549"/>
          </a:xfrm>
          <a:prstGeom prst="rect">
            <a:avLst/>
          </a:prstGeom>
        </p:spPr>
        <p:txBody>
          <a:bodyPr spcFirstLastPara="1" wrap="square" lIns="91425" tIns="91425" rIns="91425" bIns="91425" anchor="ctr" anchorCtr="0">
            <a:noAutofit/>
          </a:bodyPr>
          <a:lstStyle/>
          <a:p>
            <a:pPr algn="ctr"/>
            <a:r>
              <a:rPr lang="es-ES" sz="2000" dirty="0" err="1">
                <a:solidFill>
                  <a:schemeClr val="accent2"/>
                </a:solidFill>
              </a:rPr>
              <a:t>Model</a:t>
            </a:r>
            <a:r>
              <a:rPr lang="es-ES" sz="2000" dirty="0">
                <a:solidFill>
                  <a:schemeClr val="accent2"/>
                </a:solidFill>
              </a:rPr>
              <a:t> – </a:t>
            </a:r>
            <a:r>
              <a:rPr lang="es-ES" sz="2000" dirty="0" err="1">
                <a:solidFill>
                  <a:schemeClr val="accent2"/>
                </a:solidFill>
              </a:rPr>
              <a:t>Model</a:t>
            </a:r>
            <a:r>
              <a:rPr lang="es-ES" sz="2000" dirty="0">
                <a:solidFill>
                  <a:schemeClr val="accent2"/>
                </a:solidFill>
              </a:rPr>
              <a:t> </a:t>
            </a:r>
            <a:r>
              <a:rPr lang="es-ES" sz="2000" dirty="0" err="1">
                <a:solidFill>
                  <a:schemeClr val="accent2"/>
                </a:solidFill>
              </a:rPr>
              <a:t>Artikulasi</a:t>
            </a:r>
            <a:r>
              <a:rPr lang="es-ES" sz="2000" dirty="0">
                <a:solidFill>
                  <a:schemeClr val="accent2"/>
                </a:solidFill>
              </a:rPr>
              <a:t> Rasa </a:t>
            </a:r>
            <a:r>
              <a:rPr lang="es-ES" sz="2000" dirty="0" err="1">
                <a:solidFill>
                  <a:schemeClr val="accent2"/>
                </a:solidFill>
              </a:rPr>
              <a:t>Kebertuhanan</a:t>
            </a:r>
            <a:br>
              <a:rPr lang="es-ES" sz="2000" dirty="0">
                <a:solidFill>
                  <a:schemeClr val="accent2"/>
                </a:solidFill>
              </a:rPr>
            </a:br>
            <a:endParaRPr lang="en-US" sz="2000" dirty="0">
              <a:solidFill>
                <a:schemeClr val="accent2"/>
              </a:solidFill>
            </a:endParaRPr>
          </a:p>
        </p:txBody>
      </p:sp>
      <p:sp>
        <p:nvSpPr>
          <p:cNvPr id="3566" name="Google Shape;3566;p59"/>
          <p:cNvSpPr txBox="1">
            <a:spLocks noGrp="1"/>
          </p:cNvSpPr>
          <p:nvPr>
            <p:ph type="title" idx="8"/>
          </p:nvPr>
        </p:nvSpPr>
        <p:spPr>
          <a:xfrm>
            <a:off x="4872511" y="1763984"/>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569" name="Google Shape;3569;p59"/>
          <p:cNvSpPr txBox="1">
            <a:spLocks noGrp="1"/>
          </p:cNvSpPr>
          <p:nvPr>
            <p:ph type="title" idx="14"/>
          </p:nvPr>
        </p:nvSpPr>
        <p:spPr>
          <a:xfrm>
            <a:off x="4872511" y="3470884"/>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cxnSp>
        <p:nvCxnSpPr>
          <p:cNvPr id="3571" name="Google Shape;3571;p59"/>
          <p:cNvCxnSpPr>
            <a:cxnSpLocks/>
          </p:cNvCxnSpPr>
          <p:nvPr/>
        </p:nvCxnSpPr>
        <p:spPr>
          <a:xfrm>
            <a:off x="661366" y="1108033"/>
            <a:ext cx="5416600" cy="0"/>
          </a:xfrm>
          <a:prstGeom prst="straightConnector1">
            <a:avLst/>
          </a:prstGeom>
          <a:noFill/>
          <a:ln w="19050" cap="flat" cmpd="sng">
            <a:solidFill>
              <a:schemeClr val="accent1"/>
            </a:solidFill>
            <a:prstDash val="solid"/>
            <a:round/>
            <a:headEnd type="none" w="med" len="med"/>
            <a:tailEnd type="none" w="med" len="med"/>
          </a:ln>
        </p:spPr>
      </p:cxnSp>
      <p:sp>
        <p:nvSpPr>
          <p:cNvPr id="3572" name="Google Shape;3572;p59"/>
          <p:cNvSpPr/>
          <p:nvPr/>
        </p:nvSpPr>
        <p:spPr>
          <a:xfrm>
            <a:off x="661366" y="3332450"/>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59"/>
          <p:cNvSpPr/>
          <p:nvPr/>
        </p:nvSpPr>
        <p:spPr>
          <a:xfrm>
            <a:off x="4806563" y="1625550"/>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59"/>
          <p:cNvSpPr/>
          <p:nvPr/>
        </p:nvSpPr>
        <p:spPr>
          <a:xfrm>
            <a:off x="4806563" y="3332450"/>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565;p59">
            <a:extLst>
              <a:ext uri="{FF2B5EF4-FFF2-40B4-BE49-F238E27FC236}">
                <a16:creationId xmlns:a16="http://schemas.microsoft.com/office/drawing/2014/main" id="{95EF8925-EA5B-185F-E53B-EBB49ABD25C7}"/>
              </a:ext>
            </a:extLst>
          </p:cNvPr>
          <p:cNvSpPr txBox="1">
            <a:spLocks/>
          </p:cNvSpPr>
          <p:nvPr/>
        </p:nvSpPr>
        <p:spPr>
          <a:xfrm>
            <a:off x="5832858" y="1928238"/>
            <a:ext cx="2782050" cy="2558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400"/>
              <a:buFont typeface="Philosopher"/>
              <a:buNone/>
              <a:defRPr sz="2300" b="1" i="0" u="none" strike="noStrike" cap="none">
                <a:solidFill>
                  <a:schemeClr val="dk2"/>
                </a:solidFill>
                <a:latin typeface="Philosopher"/>
                <a:ea typeface="Philosopher"/>
                <a:cs typeface="Philosopher"/>
                <a:sym typeface="Philosopher"/>
              </a:defRPr>
            </a:lvl1pPr>
            <a:lvl2pPr marR="0" lvl="1"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2pPr>
            <a:lvl3pPr marR="0" lvl="2"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3pPr>
            <a:lvl4pPr marR="0" lvl="3"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4pPr>
            <a:lvl5pPr marR="0" lvl="4"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5pPr>
            <a:lvl6pPr marR="0" lvl="5"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6pPr>
            <a:lvl7pPr marR="0" lvl="6"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7pPr>
            <a:lvl8pPr marR="0" lvl="7"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8pPr>
            <a:lvl9pPr marR="0" lvl="8"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9pPr>
          </a:lstStyle>
          <a:p>
            <a:pPr algn="ctr"/>
            <a:r>
              <a:rPr lang="en-US" sz="2000" dirty="0" err="1">
                <a:solidFill>
                  <a:schemeClr val="accent2"/>
                </a:solidFill>
              </a:rPr>
              <a:t>Moderatisme</a:t>
            </a:r>
            <a:r>
              <a:rPr lang="en-US" sz="2000" dirty="0">
                <a:solidFill>
                  <a:schemeClr val="accent2"/>
                </a:solidFill>
              </a:rPr>
              <a:t> </a:t>
            </a:r>
            <a:r>
              <a:rPr lang="en-US" sz="2000" dirty="0" err="1">
                <a:solidFill>
                  <a:schemeClr val="accent2"/>
                </a:solidFill>
              </a:rPr>
              <a:t>Teologi</a:t>
            </a:r>
            <a:r>
              <a:rPr lang="en-US" sz="2000" dirty="0">
                <a:solidFill>
                  <a:schemeClr val="accent2"/>
                </a:solidFill>
              </a:rPr>
              <a:t> Islam</a:t>
            </a:r>
          </a:p>
        </p:txBody>
      </p:sp>
      <p:sp>
        <p:nvSpPr>
          <p:cNvPr id="18" name="Google Shape;3565;p59">
            <a:extLst>
              <a:ext uri="{FF2B5EF4-FFF2-40B4-BE49-F238E27FC236}">
                <a16:creationId xmlns:a16="http://schemas.microsoft.com/office/drawing/2014/main" id="{B542FF08-E360-04F5-C67F-081DE7E1DC85}"/>
              </a:ext>
            </a:extLst>
          </p:cNvPr>
          <p:cNvSpPr txBox="1">
            <a:spLocks/>
          </p:cNvSpPr>
          <p:nvPr/>
        </p:nvSpPr>
        <p:spPr>
          <a:xfrm>
            <a:off x="5700583" y="3639316"/>
            <a:ext cx="3046601" cy="2558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400"/>
              <a:buFont typeface="Philosopher"/>
              <a:buNone/>
              <a:defRPr sz="2300" b="1" i="0" u="none" strike="noStrike" cap="none">
                <a:solidFill>
                  <a:schemeClr val="dk2"/>
                </a:solidFill>
                <a:latin typeface="Philosopher"/>
                <a:ea typeface="Philosopher"/>
                <a:cs typeface="Philosopher"/>
                <a:sym typeface="Philosopher"/>
              </a:defRPr>
            </a:lvl1pPr>
            <a:lvl2pPr marR="0" lvl="1"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2pPr>
            <a:lvl3pPr marR="0" lvl="2"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3pPr>
            <a:lvl4pPr marR="0" lvl="3"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4pPr>
            <a:lvl5pPr marR="0" lvl="4"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5pPr>
            <a:lvl6pPr marR="0" lvl="5"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6pPr>
            <a:lvl7pPr marR="0" lvl="6"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7pPr>
            <a:lvl8pPr marR="0" lvl="7"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8pPr>
            <a:lvl9pPr marR="0" lvl="8" algn="l" rtl="0">
              <a:lnSpc>
                <a:spcPct val="100000"/>
              </a:lnSpc>
              <a:spcBef>
                <a:spcPts val="0"/>
              </a:spcBef>
              <a:spcAft>
                <a:spcPts val="0"/>
              </a:spcAft>
              <a:buClr>
                <a:schemeClr val="dk2"/>
              </a:buClr>
              <a:buSzPts val="2400"/>
              <a:buFont typeface="Philosopher"/>
              <a:buNone/>
              <a:defRPr sz="2400" b="1" i="0" u="none" strike="noStrike" cap="none">
                <a:solidFill>
                  <a:schemeClr val="dk2"/>
                </a:solidFill>
                <a:latin typeface="Philosopher"/>
                <a:ea typeface="Philosopher"/>
                <a:cs typeface="Philosopher"/>
                <a:sym typeface="Philosopher"/>
              </a:defRPr>
            </a:lvl9pPr>
          </a:lstStyle>
          <a:p>
            <a:pPr algn="ctr"/>
            <a:r>
              <a:rPr lang="en-US" sz="2000" dirty="0">
                <a:solidFill>
                  <a:schemeClr val="accent2"/>
                </a:solidFill>
              </a:rPr>
              <a:t>Tauhid </a:t>
            </a:r>
            <a:r>
              <a:rPr lang="en-US" sz="2000" dirty="0" err="1">
                <a:solidFill>
                  <a:schemeClr val="accent2"/>
                </a:solidFill>
              </a:rPr>
              <a:t>Sebagai</a:t>
            </a:r>
            <a:r>
              <a:rPr lang="en-US" sz="2000" dirty="0">
                <a:solidFill>
                  <a:schemeClr val="accent2"/>
                </a:solidFill>
              </a:rPr>
              <a:t> Spirit </a:t>
            </a:r>
            <a:r>
              <a:rPr lang="en-US" sz="2000" dirty="0" err="1">
                <a:solidFill>
                  <a:schemeClr val="accent2"/>
                </a:solidFill>
              </a:rPr>
              <a:t>Persatuan</a:t>
            </a:r>
            <a:r>
              <a:rPr lang="en-US" sz="2000" dirty="0">
                <a:solidFill>
                  <a:schemeClr val="accent2"/>
                </a:solidFill>
              </a:rPr>
              <a:t> </a:t>
            </a:r>
            <a:r>
              <a:rPr lang="en-US" sz="2000" dirty="0" err="1">
                <a:solidFill>
                  <a:schemeClr val="accent2"/>
                </a:solidFill>
              </a:rPr>
              <a:t>Kemanusiaan</a:t>
            </a:r>
            <a:endParaRPr lang="en-US" sz="2000" dirty="0">
              <a:solidFill>
                <a:schemeClr val="accent2"/>
              </a:solidFill>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61"/>
                                        </p:tgtEl>
                                        <p:attrNameLst>
                                          <p:attrName>style.visibility</p:attrName>
                                        </p:attrNameLst>
                                      </p:cBhvr>
                                      <p:to>
                                        <p:strVal val="visible"/>
                                      </p:to>
                                    </p:set>
                                    <p:animEffect transition="in" filter="fade">
                                      <p:cBhvr>
                                        <p:cTn id="7" dur="500"/>
                                        <p:tgtEl>
                                          <p:spTgt spid="356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557"/>
                                        </p:tgtEl>
                                        <p:attrNameLst>
                                          <p:attrName>style.visibility</p:attrName>
                                        </p:attrNameLst>
                                      </p:cBhvr>
                                      <p:to>
                                        <p:strVal val="visible"/>
                                      </p:to>
                                    </p:set>
                                    <p:anim calcmode="lin" valueType="num">
                                      <p:cBhvr additive="base">
                                        <p:cTn id="12" dur="500" fill="hold"/>
                                        <p:tgtEl>
                                          <p:spTgt spid="3557"/>
                                        </p:tgtEl>
                                        <p:attrNameLst>
                                          <p:attrName>ppt_x</p:attrName>
                                        </p:attrNameLst>
                                      </p:cBhvr>
                                      <p:tavLst>
                                        <p:tav tm="0">
                                          <p:val>
                                            <p:strVal val="#ppt_x"/>
                                          </p:val>
                                        </p:tav>
                                        <p:tav tm="100000">
                                          <p:val>
                                            <p:strVal val="#ppt_x"/>
                                          </p:val>
                                        </p:tav>
                                      </p:tavLst>
                                    </p:anim>
                                    <p:anim calcmode="lin" valueType="num">
                                      <p:cBhvr additive="base">
                                        <p:cTn id="13" dur="500" fill="hold"/>
                                        <p:tgtEl>
                                          <p:spTgt spid="355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560"/>
                                        </p:tgtEl>
                                        <p:attrNameLst>
                                          <p:attrName>style.visibility</p:attrName>
                                        </p:attrNameLst>
                                      </p:cBhvr>
                                      <p:to>
                                        <p:strVal val="visible"/>
                                      </p:to>
                                    </p:set>
                                    <p:anim calcmode="lin" valueType="num">
                                      <p:cBhvr additive="base">
                                        <p:cTn id="16" dur="500" fill="hold"/>
                                        <p:tgtEl>
                                          <p:spTgt spid="3560"/>
                                        </p:tgtEl>
                                        <p:attrNameLst>
                                          <p:attrName>ppt_x</p:attrName>
                                        </p:attrNameLst>
                                      </p:cBhvr>
                                      <p:tavLst>
                                        <p:tav tm="0">
                                          <p:val>
                                            <p:strVal val="#ppt_x"/>
                                          </p:val>
                                        </p:tav>
                                        <p:tav tm="100000">
                                          <p:val>
                                            <p:strVal val="#ppt_x"/>
                                          </p:val>
                                        </p:tav>
                                      </p:tavLst>
                                    </p:anim>
                                    <p:anim calcmode="lin" valueType="num">
                                      <p:cBhvr additive="base">
                                        <p:cTn id="17" dur="500" fill="hold"/>
                                        <p:tgtEl>
                                          <p:spTgt spid="3560"/>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3562"/>
                                        </p:tgtEl>
                                        <p:attrNameLst>
                                          <p:attrName>style.visibility</p:attrName>
                                        </p:attrNameLst>
                                      </p:cBhvr>
                                      <p:to>
                                        <p:strVal val="visible"/>
                                      </p:to>
                                    </p:set>
                                    <p:anim calcmode="lin" valueType="num">
                                      <p:cBhvr additive="base">
                                        <p:cTn id="20" dur="500" fill="hold"/>
                                        <p:tgtEl>
                                          <p:spTgt spid="3562"/>
                                        </p:tgtEl>
                                        <p:attrNameLst>
                                          <p:attrName>ppt_x</p:attrName>
                                        </p:attrNameLst>
                                      </p:cBhvr>
                                      <p:tavLst>
                                        <p:tav tm="0">
                                          <p:val>
                                            <p:strVal val="#ppt_x"/>
                                          </p:val>
                                        </p:tav>
                                        <p:tav tm="100000">
                                          <p:val>
                                            <p:strVal val="#ppt_x"/>
                                          </p:val>
                                        </p:tav>
                                      </p:tavLst>
                                    </p:anim>
                                    <p:anim calcmode="lin" valueType="num">
                                      <p:cBhvr additive="base">
                                        <p:cTn id="21" dur="500" fill="hold"/>
                                        <p:tgtEl>
                                          <p:spTgt spid="356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566"/>
                                        </p:tgtEl>
                                        <p:attrNameLst>
                                          <p:attrName>style.visibility</p:attrName>
                                        </p:attrNameLst>
                                      </p:cBhvr>
                                      <p:to>
                                        <p:strVal val="visible"/>
                                      </p:to>
                                    </p:set>
                                    <p:anim calcmode="lin" valueType="num">
                                      <p:cBhvr additive="base">
                                        <p:cTn id="26" dur="500" fill="hold"/>
                                        <p:tgtEl>
                                          <p:spTgt spid="3566"/>
                                        </p:tgtEl>
                                        <p:attrNameLst>
                                          <p:attrName>ppt_x</p:attrName>
                                        </p:attrNameLst>
                                      </p:cBhvr>
                                      <p:tavLst>
                                        <p:tav tm="0">
                                          <p:val>
                                            <p:strVal val="#ppt_x"/>
                                          </p:val>
                                        </p:tav>
                                        <p:tav tm="100000">
                                          <p:val>
                                            <p:strVal val="#ppt_x"/>
                                          </p:val>
                                        </p:tav>
                                      </p:tavLst>
                                    </p:anim>
                                    <p:anim calcmode="lin" valueType="num">
                                      <p:cBhvr additive="base">
                                        <p:cTn id="27" dur="500" fill="hold"/>
                                        <p:tgtEl>
                                          <p:spTgt spid="3566"/>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3573"/>
                                        </p:tgtEl>
                                        <p:attrNameLst>
                                          <p:attrName>style.visibility</p:attrName>
                                        </p:attrNameLst>
                                      </p:cBhvr>
                                      <p:to>
                                        <p:strVal val="visible"/>
                                      </p:to>
                                    </p:set>
                                    <p:anim calcmode="lin" valueType="num">
                                      <p:cBhvr additive="base">
                                        <p:cTn id="30" dur="500" fill="hold"/>
                                        <p:tgtEl>
                                          <p:spTgt spid="3573"/>
                                        </p:tgtEl>
                                        <p:attrNameLst>
                                          <p:attrName>ppt_x</p:attrName>
                                        </p:attrNameLst>
                                      </p:cBhvr>
                                      <p:tavLst>
                                        <p:tav tm="0">
                                          <p:val>
                                            <p:strVal val="#ppt_x"/>
                                          </p:val>
                                        </p:tav>
                                        <p:tav tm="100000">
                                          <p:val>
                                            <p:strVal val="#ppt_x"/>
                                          </p:val>
                                        </p:tav>
                                      </p:tavLst>
                                    </p:anim>
                                    <p:anim calcmode="lin" valueType="num">
                                      <p:cBhvr additive="base">
                                        <p:cTn id="31" dur="500" fill="hold"/>
                                        <p:tgtEl>
                                          <p:spTgt spid="357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ppt_x"/>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563"/>
                                        </p:tgtEl>
                                        <p:attrNameLst>
                                          <p:attrName>style.visibility</p:attrName>
                                        </p:attrNameLst>
                                      </p:cBhvr>
                                      <p:to>
                                        <p:strVal val="visible"/>
                                      </p:to>
                                    </p:set>
                                    <p:anim calcmode="lin" valueType="num">
                                      <p:cBhvr additive="base">
                                        <p:cTn id="40" dur="500" fill="hold"/>
                                        <p:tgtEl>
                                          <p:spTgt spid="3563"/>
                                        </p:tgtEl>
                                        <p:attrNameLst>
                                          <p:attrName>ppt_x</p:attrName>
                                        </p:attrNameLst>
                                      </p:cBhvr>
                                      <p:tavLst>
                                        <p:tav tm="0">
                                          <p:val>
                                            <p:strVal val="#ppt_x"/>
                                          </p:val>
                                        </p:tav>
                                        <p:tav tm="100000">
                                          <p:val>
                                            <p:strVal val="#ppt_x"/>
                                          </p:val>
                                        </p:tav>
                                      </p:tavLst>
                                    </p:anim>
                                    <p:anim calcmode="lin" valueType="num">
                                      <p:cBhvr additive="base">
                                        <p:cTn id="41" dur="500" fill="hold"/>
                                        <p:tgtEl>
                                          <p:spTgt spid="3563"/>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565"/>
                                        </p:tgtEl>
                                        <p:attrNameLst>
                                          <p:attrName>style.visibility</p:attrName>
                                        </p:attrNameLst>
                                      </p:cBhvr>
                                      <p:to>
                                        <p:strVal val="visible"/>
                                      </p:to>
                                    </p:set>
                                    <p:anim calcmode="lin" valueType="num">
                                      <p:cBhvr additive="base">
                                        <p:cTn id="44" dur="500" fill="hold"/>
                                        <p:tgtEl>
                                          <p:spTgt spid="3565"/>
                                        </p:tgtEl>
                                        <p:attrNameLst>
                                          <p:attrName>ppt_x</p:attrName>
                                        </p:attrNameLst>
                                      </p:cBhvr>
                                      <p:tavLst>
                                        <p:tav tm="0">
                                          <p:val>
                                            <p:strVal val="#ppt_x"/>
                                          </p:val>
                                        </p:tav>
                                        <p:tav tm="100000">
                                          <p:val>
                                            <p:strVal val="#ppt_x"/>
                                          </p:val>
                                        </p:tav>
                                      </p:tavLst>
                                    </p:anim>
                                    <p:anim calcmode="lin" valueType="num">
                                      <p:cBhvr additive="base">
                                        <p:cTn id="45" dur="500" fill="hold"/>
                                        <p:tgtEl>
                                          <p:spTgt spid="3565"/>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3572"/>
                                        </p:tgtEl>
                                        <p:attrNameLst>
                                          <p:attrName>style.visibility</p:attrName>
                                        </p:attrNameLst>
                                      </p:cBhvr>
                                      <p:to>
                                        <p:strVal val="visible"/>
                                      </p:to>
                                    </p:set>
                                    <p:anim calcmode="lin" valueType="num">
                                      <p:cBhvr additive="base">
                                        <p:cTn id="48" dur="500" fill="hold"/>
                                        <p:tgtEl>
                                          <p:spTgt spid="3572"/>
                                        </p:tgtEl>
                                        <p:attrNameLst>
                                          <p:attrName>ppt_x</p:attrName>
                                        </p:attrNameLst>
                                      </p:cBhvr>
                                      <p:tavLst>
                                        <p:tav tm="0">
                                          <p:val>
                                            <p:strVal val="#ppt_x"/>
                                          </p:val>
                                        </p:tav>
                                        <p:tav tm="100000">
                                          <p:val>
                                            <p:strVal val="#ppt_x"/>
                                          </p:val>
                                        </p:tav>
                                      </p:tavLst>
                                    </p:anim>
                                    <p:anim calcmode="lin" valueType="num">
                                      <p:cBhvr additive="base">
                                        <p:cTn id="49" dur="500" fill="hold"/>
                                        <p:tgtEl>
                                          <p:spTgt spid="357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569"/>
                                        </p:tgtEl>
                                        <p:attrNameLst>
                                          <p:attrName>style.visibility</p:attrName>
                                        </p:attrNameLst>
                                      </p:cBhvr>
                                      <p:to>
                                        <p:strVal val="visible"/>
                                      </p:to>
                                    </p:set>
                                    <p:anim calcmode="lin" valueType="num">
                                      <p:cBhvr additive="base">
                                        <p:cTn id="54" dur="500" fill="hold"/>
                                        <p:tgtEl>
                                          <p:spTgt spid="3569"/>
                                        </p:tgtEl>
                                        <p:attrNameLst>
                                          <p:attrName>ppt_x</p:attrName>
                                        </p:attrNameLst>
                                      </p:cBhvr>
                                      <p:tavLst>
                                        <p:tav tm="0">
                                          <p:val>
                                            <p:strVal val="#ppt_x"/>
                                          </p:val>
                                        </p:tav>
                                        <p:tav tm="100000">
                                          <p:val>
                                            <p:strVal val="#ppt_x"/>
                                          </p:val>
                                        </p:tav>
                                      </p:tavLst>
                                    </p:anim>
                                    <p:anim calcmode="lin" valueType="num">
                                      <p:cBhvr additive="base">
                                        <p:cTn id="55" dur="500" fill="hold"/>
                                        <p:tgtEl>
                                          <p:spTgt spid="3569"/>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574"/>
                                        </p:tgtEl>
                                        <p:attrNameLst>
                                          <p:attrName>style.visibility</p:attrName>
                                        </p:attrNameLst>
                                      </p:cBhvr>
                                      <p:to>
                                        <p:strVal val="visible"/>
                                      </p:to>
                                    </p:set>
                                    <p:anim calcmode="lin" valueType="num">
                                      <p:cBhvr additive="base">
                                        <p:cTn id="58" dur="500" fill="hold"/>
                                        <p:tgtEl>
                                          <p:spTgt spid="3574"/>
                                        </p:tgtEl>
                                        <p:attrNameLst>
                                          <p:attrName>ppt_x</p:attrName>
                                        </p:attrNameLst>
                                      </p:cBhvr>
                                      <p:tavLst>
                                        <p:tav tm="0">
                                          <p:val>
                                            <p:strVal val="#ppt_x"/>
                                          </p:val>
                                        </p:tav>
                                        <p:tav tm="100000">
                                          <p:val>
                                            <p:strVal val="#ppt_x"/>
                                          </p:val>
                                        </p:tav>
                                      </p:tavLst>
                                    </p:anim>
                                    <p:anim calcmode="lin" valueType="num">
                                      <p:cBhvr additive="base">
                                        <p:cTn id="59" dur="500" fill="hold"/>
                                        <p:tgtEl>
                                          <p:spTgt spid="3574"/>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ppt_x</p:attrName>
                                        </p:attrNameLst>
                                      </p:cBhvr>
                                      <p:tavLst>
                                        <p:tav tm="0">
                                          <p:val>
                                            <p:strVal val="#ppt_x"/>
                                          </p:val>
                                        </p:tav>
                                        <p:tav tm="100000">
                                          <p:val>
                                            <p:strVal val="#ppt_x"/>
                                          </p:val>
                                        </p:tav>
                                      </p:tavLst>
                                    </p:anim>
                                    <p:anim calcmode="lin" valueType="num">
                                      <p:cBhvr additive="base">
                                        <p:cTn id="6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7" grpId="0" animBg="1"/>
      <p:bldP spid="3560" grpId="0"/>
      <p:bldP spid="3561" grpId="0"/>
      <p:bldP spid="3562" grpId="0"/>
      <p:bldP spid="3563" grpId="0"/>
      <p:bldP spid="3565" grpId="0"/>
      <p:bldP spid="3566" grpId="0"/>
      <p:bldP spid="3569" grpId="0"/>
      <p:bldP spid="3572" grpId="0" animBg="1"/>
      <p:bldP spid="3573" grpId="0" animBg="1"/>
      <p:bldP spid="3574" grpId="0" animBg="1"/>
      <p:bldP spid="13"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21"/>
        <p:cNvGrpSpPr/>
        <p:nvPr/>
      </p:nvGrpSpPr>
      <p:grpSpPr>
        <a:xfrm>
          <a:off x="0" y="0"/>
          <a:ext cx="0" cy="0"/>
          <a:chOff x="0" y="0"/>
          <a:chExt cx="0" cy="0"/>
        </a:xfrm>
      </p:grpSpPr>
      <p:sp>
        <p:nvSpPr>
          <p:cNvPr id="3623" name="Google Shape;3623;p63"/>
          <p:cNvSpPr txBox="1">
            <a:spLocks noGrp="1"/>
          </p:cNvSpPr>
          <p:nvPr>
            <p:ph type="subTitle" idx="1"/>
          </p:nvPr>
        </p:nvSpPr>
        <p:spPr>
          <a:xfrm>
            <a:off x="2235200" y="2351400"/>
            <a:ext cx="7226300" cy="1368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b="1" dirty="0"/>
              <a:t>Q.S Al-</a:t>
            </a:r>
            <a:r>
              <a:rPr lang="en-US" b="1" dirty="0" err="1"/>
              <a:t>A’raf</a:t>
            </a:r>
            <a:r>
              <a:rPr lang="en-US" b="1" dirty="0"/>
              <a:t> 7 : 172</a:t>
            </a:r>
          </a:p>
          <a:p>
            <a:pPr marL="0" lvl="0" indent="0" algn="l" rtl="0">
              <a:spcBef>
                <a:spcPts val="0"/>
              </a:spcBef>
              <a:spcAft>
                <a:spcPts val="0"/>
              </a:spcAft>
              <a:buNone/>
            </a:pPr>
            <a:endParaRPr lang="en-US" b="1" dirty="0"/>
          </a:p>
          <a:p>
            <a:pPr marL="0" lvl="0" indent="0" algn="l" rtl="0">
              <a:spcBef>
                <a:spcPts val="0"/>
              </a:spcBef>
              <a:spcAft>
                <a:spcPts val="0"/>
              </a:spcAft>
              <a:buNone/>
            </a:pPr>
            <a:endParaRPr lang="en-US" b="1" dirty="0"/>
          </a:p>
          <a:p>
            <a:pPr marL="0" lvl="0" indent="0" algn="l" rtl="0">
              <a:spcBef>
                <a:spcPts val="0"/>
              </a:spcBef>
              <a:spcAft>
                <a:spcPts val="0"/>
              </a:spcAft>
              <a:buNone/>
            </a:pPr>
            <a:endParaRPr lang="en-US" b="1" dirty="0"/>
          </a:p>
          <a:p>
            <a:pPr algn="l"/>
            <a:r>
              <a:rPr lang="en-US" sz="2000" dirty="0" err="1"/>
              <a:t>Artinya</a:t>
            </a:r>
            <a:r>
              <a:rPr lang="en-US" sz="2000" dirty="0"/>
              <a:t> :</a:t>
            </a:r>
            <a:endParaRPr lang="id-ID" sz="2000" dirty="0"/>
          </a:p>
          <a:p>
            <a:pPr algn="l">
              <a:tabLst>
                <a:tab pos="88900" algn="l"/>
              </a:tabLst>
            </a:pPr>
            <a:r>
              <a:rPr lang="en-US" sz="2000" dirty="0"/>
              <a:t>“Dan (</a:t>
            </a:r>
            <a:r>
              <a:rPr lang="en-US" sz="2000" dirty="0" err="1"/>
              <a:t>ingatlah</a:t>
            </a:r>
            <a:r>
              <a:rPr lang="en-US" sz="2000" dirty="0"/>
              <a:t>) </a:t>
            </a:r>
            <a:r>
              <a:rPr lang="en-US" sz="2000" dirty="0" err="1"/>
              <a:t>ketika</a:t>
            </a:r>
            <a:r>
              <a:rPr lang="en-US" sz="2000" dirty="0"/>
              <a:t> </a:t>
            </a:r>
            <a:r>
              <a:rPr lang="en-US" sz="2000" dirty="0" err="1"/>
              <a:t>Tuhanmu</a:t>
            </a:r>
            <a:r>
              <a:rPr lang="en-US" sz="2000" dirty="0"/>
              <a:t> </a:t>
            </a:r>
            <a:r>
              <a:rPr lang="en-US" sz="2000" dirty="0" err="1"/>
              <a:t>mengeluarkan</a:t>
            </a:r>
            <a:r>
              <a:rPr lang="en-US" sz="2000" dirty="0"/>
              <a:t> </a:t>
            </a:r>
            <a:r>
              <a:rPr lang="en-US" sz="2000" dirty="0" err="1"/>
              <a:t>dari</a:t>
            </a:r>
            <a:r>
              <a:rPr lang="en-US" sz="2000" dirty="0"/>
              <a:t> </a:t>
            </a:r>
            <a:r>
              <a:rPr lang="en-US" sz="2000" dirty="0" err="1"/>
              <a:t>sulbi</a:t>
            </a:r>
            <a:r>
              <a:rPr lang="en-US" sz="2000" dirty="0"/>
              <a:t> (</a:t>
            </a:r>
            <a:r>
              <a:rPr lang="en-US" sz="2000" dirty="0" err="1"/>
              <a:t>tulang</a:t>
            </a:r>
            <a:r>
              <a:rPr lang="en-US" sz="2000" dirty="0"/>
              <a:t> </a:t>
            </a:r>
            <a:r>
              <a:rPr lang="en-US" sz="2000" dirty="0" err="1"/>
              <a:t>belakang</a:t>
            </a:r>
            <a:r>
              <a:rPr lang="en-US" sz="2000" dirty="0"/>
              <a:t>) </a:t>
            </a:r>
            <a:r>
              <a:rPr lang="en-US" sz="2000" dirty="0" err="1"/>
              <a:t>anak</a:t>
            </a:r>
            <a:r>
              <a:rPr lang="en-US" sz="2000" dirty="0"/>
              <a:t> </a:t>
            </a:r>
            <a:r>
              <a:rPr lang="en-US" sz="2000" dirty="0" err="1"/>
              <a:t>cucu</a:t>
            </a:r>
            <a:r>
              <a:rPr lang="en-US" sz="2000" dirty="0"/>
              <a:t> Adam </a:t>
            </a:r>
            <a:r>
              <a:rPr lang="en-US" sz="2000" dirty="0" err="1"/>
              <a:t>keturunan</a:t>
            </a:r>
            <a:r>
              <a:rPr lang="en-US" sz="2000" dirty="0"/>
              <a:t> </a:t>
            </a:r>
            <a:r>
              <a:rPr lang="en-US" sz="2000" dirty="0" err="1"/>
              <a:t>mereka</a:t>
            </a:r>
            <a:r>
              <a:rPr lang="en-US" sz="2000" dirty="0"/>
              <a:t> dan Allah </a:t>
            </a:r>
            <a:r>
              <a:rPr lang="en-US" sz="2000" dirty="0" err="1"/>
              <a:t>mengambil</a:t>
            </a:r>
            <a:r>
              <a:rPr lang="en-US" sz="2000" dirty="0"/>
              <a:t> </a:t>
            </a:r>
            <a:r>
              <a:rPr lang="en-US" sz="2000" dirty="0" err="1"/>
              <a:t>kesaksian</a:t>
            </a:r>
            <a:r>
              <a:rPr lang="en-US" sz="2000" dirty="0"/>
              <a:t> </a:t>
            </a:r>
            <a:r>
              <a:rPr lang="en-US" sz="2000" dirty="0" err="1"/>
              <a:t>terhadap</a:t>
            </a:r>
            <a:r>
              <a:rPr lang="en-US" sz="2000" dirty="0"/>
              <a:t> </a:t>
            </a:r>
            <a:r>
              <a:rPr lang="en-US" sz="2000" dirty="0" err="1"/>
              <a:t>roh</a:t>
            </a:r>
            <a:r>
              <a:rPr lang="en-US" sz="2000" dirty="0"/>
              <a:t> </a:t>
            </a:r>
            <a:r>
              <a:rPr lang="en-US" sz="2000" dirty="0" err="1"/>
              <a:t>mereka</a:t>
            </a:r>
            <a:r>
              <a:rPr lang="en-US" sz="2000" dirty="0"/>
              <a:t> (</a:t>
            </a:r>
            <a:r>
              <a:rPr lang="en-US" sz="2000" dirty="0" err="1"/>
              <a:t>seraya</a:t>
            </a:r>
            <a:r>
              <a:rPr lang="en-US" sz="2000" dirty="0"/>
              <a:t> </a:t>
            </a:r>
            <a:r>
              <a:rPr lang="en-US" sz="2000" dirty="0" err="1"/>
              <a:t>berfirman</a:t>
            </a:r>
            <a:r>
              <a:rPr lang="en-US" sz="2000" dirty="0"/>
              <a:t>), “</a:t>
            </a:r>
            <a:r>
              <a:rPr lang="en-US" sz="2000" dirty="0" err="1"/>
              <a:t>Bukankah</a:t>
            </a:r>
            <a:r>
              <a:rPr lang="en-US" sz="2000" dirty="0"/>
              <a:t> Aku </a:t>
            </a:r>
            <a:r>
              <a:rPr lang="en-US" sz="2000" dirty="0" err="1"/>
              <a:t>ini</a:t>
            </a:r>
            <a:r>
              <a:rPr lang="en-US" sz="2000" dirty="0"/>
              <a:t> </a:t>
            </a:r>
            <a:r>
              <a:rPr lang="en-US" sz="2000" dirty="0" err="1"/>
              <a:t>Tuhanmu</a:t>
            </a:r>
            <a:r>
              <a:rPr lang="en-US" sz="2000" dirty="0"/>
              <a:t>?” </a:t>
            </a:r>
            <a:r>
              <a:rPr lang="en-US" sz="2000" dirty="0" err="1"/>
              <a:t>Mereka</a:t>
            </a:r>
            <a:r>
              <a:rPr lang="en-US" sz="2000" dirty="0"/>
              <a:t> </a:t>
            </a:r>
            <a:r>
              <a:rPr lang="en-US" sz="2000" dirty="0" err="1"/>
              <a:t>menjawab</a:t>
            </a:r>
            <a:r>
              <a:rPr lang="en-US" sz="2000" dirty="0"/>
              <a:t>, “</a:t>
            </a:r>
            <a:r>
              <a:rPr lang="en-US" sz="2000" dirty="0" err="1"/>
              <a:t>Betul</a:t>
            </a:r>
            <a:r>
              <a:rPr lang="en-US" sz="2000" dirty="0"/>
              <a:t> (</a:t>
            </a:r>
            <a:r>
              <a:rPr lang="en-US" sz="2000" dirty="0" err="1"/>
              <a:t>Engkau</a:t>
            </a:r>
            <a:r>
              <a:rPr lang="en-US" sz="2000" dirty="0"/>
              <a:t> </a:t>
            </a:r>
            <a:r>
              <a:rPr lang="en-US" sz="2000" dirty="0" err="1"/>
              <a:t>Tuhan</a:t>
            </a:r>
            <a:r>
              <a:rPr lang="en-US" sz="2000" dirty="0"/>
              <a:t> kami), kami </a:t>
            </a:r>
            <a:r>
              <a:rPr lang="en-US" sz="2000" dirty="0" err="1"/>
              <a:t>bersaksi</a:t>
            </a:r>
            <a:r>
              <a:rPr lang="en-US" sz="2000" dirty="0"/>
              <a:t>”.</a:t>
            </a:r>
            <a:endParaRPr lang="id-ID" sz="2000" dirty="0"/>
          </a:p>
          <a:p>
            <a:pPr marL="0" lvl="0" indent="0" algn="l" rtl="0">
              <a:spcBef>
                <a:spcPts val="0"/>
              </a:spcBef>
              <a:spcAft>
                <a:spcPts val="0"/>
              </a:spcAft>
              <a:buNone/>
            </a:pPr>
            <a:endParaRPr b="1" dirty="0"/>
          </a:p>
        </p:txBody>
      </p:sp>
      <p:pic>
        <p:nvPicPr>
          <p:cNvPr id="6" name="Picture 5">
            <a:extLst>
              <a:ext uri="{FF2B5EF4-FFF2-40B4-BE49-F238E27FC236}">
                <a16:creationId xmlns:a16="http://schemas.microsoft.com/office/drawing/2014/main" id="{339626E9-4A07-2AB0-F027-0A036E4F958C}"/>
              </a:ext>
            </a:extLst>
          </p:cNvPr>
          <p:cNvPicPr>
            <a:picLocks noChangeAspect="1"/>
          </p:cNvPicPr>
          <p:nvPr/>
        </p:nvPicPr>
        <p:blipFill>
          <a:blip r:embed="rId4"/>
          <a:stretch>
            <a:fillRect/>
          </a:stretch>
        </p:blipFill>
        <p:spPr>
          <a:xfrm>
            <a:off x="2048295" y="1625600"/>
            <a:ext cx="6724770" cy="725800"/>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623"/>
                                        </p:tgtEl>
                                        <p:attrNameLst>
                                          <p:attrName>style.visibility</p:attrName>
                                        </p:attrNameLst>
                                      </p:cBhvr>
                                      <p:to>
                                        <p:strVal val="visible"/>
                                      </p:to>
                                    </p:set>
                                    <p:anim calcmode="lin" valueType="num">
                                      <p:cBhvr additive="base">
                                        <p:cTn id="7" dur="1000"/>
                                        <p:tgtEl>
                                          <p:spTgt spid="362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78"/>
        <p:cNvGrpSpPr/>
        <p:nvPr/>
      </p:nvGrpSpPr>
      <p:grpSpPr>
        <a:xfrm>
          <a:off x="0" y="0"/>
          <a:ext cx="0" cy="0"/>
          <a:chOff x="0" y="0"/>
          <a:chExt cx="0" cy="0"/>
        </a:xfrm>
      </p:grpSpPr>
      <p:sp>
        <p:nvSpPr>
          <p:cNvPr id="3579" name="Google Shape;3579;p60"/>
          <p:cNvSpPr/>
          <p:nvPr/>
        </p:nvSpPr>
        <p:spPr>
          <a:xfrm>
            <a:off x="1261125" y="2038125"/>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60"/>
          <p:cNvSpPr txBox="1">
            <a:spLocks noGrp="1"/>
          </p:cNvSpPr>
          <p:nvPr>
            <p:ph type="title"/>
          </p:nvPr>
        </p:nvSpPr>
        <p:spPr>
          <a:xfrm>
            <a:off x="719999" y="3273657"/>
            <a:ext cx="1885800" cy="25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Faktor</a:t>
            </a:r>
            <a:br>
              <a:rPr lang="en" dirty="0"/>
            </a:br>
            <a:r>
              <a:rPr lang="en" dirty="0"/>
              <a:t>Nasab</a:t>
            </a:r>
            <a:endParaRPr dirty="0"/>
          </a:p>
        </p:txBody>
      </p:sp>
      <p:sp>
        <p:nvSpPr>
          <p:cNvPr id="3582" name="Google Shape;3582;p60"/>
          <p:cNvSpPr txBox="1">
            <a:spLocks noGrp="1"/>
          </p:cNvSpPr>
          <p:nvPr>
            <p:ph type="title" idx="2"/>
          </p:nvPr>
        </p:nvSpPr>
        <p:spPr>
          <a:xfrm>
            <a:off x="1327049" y="2176559"/>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583" name="Google Shape;3583;p60"/>
          <p:cNvSpPr txBox="1">
            <a:spLocks noGrp="1"/>
          </p:cNvSpPr>
          <p:nvPr>
            <p:ph type="title" idx="3"/>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accent2"/>
                </a:solidFill>
              </a:rPr>
              <a:t>Faktor</a:t>
            </a:r>
            <a:r>
              <a:rPr lang="en-US" dirty="0">
                <a:solidFill>
                  <a:schemeClr val="accent2"/>
                </a:solidFill>
              </a:rPr>
              <a:t> yang </a:t>
            </a:r>
            <a:r>
              <a:rPr lang="en-US" dirty="0" err="1">
                <a:solidFill>
                  <a:schemeClr val="accent2"/>
                </a:solidFill>
              </a:rPr>
              <a:t>merubah</a:t>
            </a:r>
            <a:r>
              <a:rPr lang="en-US" dirty="0">
                <a:solidFill>
                  <a:schemeClr val="accent2"/>
                </a:solidFill>
              </a:rPr>
              <a:t> fitrah </a:t>
            </a:r>
            <a:r>
              <a:rPr lang="en-US" dirty="0" err="1">
                <a:solidFill>
                  <a:schemeClr val="accent2"/>
                </a:solidFill>
              </a:rPr>
              <a:t>manusia</a:t>
            </a:r>
            <a:r>
              <a:rPr lang="en-US" dirty="0">
                <a:solidFill>
                  <a:schemeClr val="accent2"/>
                </a:solidFill>
              </a:rPr>
              <a:t> </a:t>
            </a:r>
            <a:r>
              <a:rPr lang="en-US" dirty="0" err="1">
                <a:solidFill>
                  <a:schemeClr val="accent2"/>
                </a:solidFill>
              </a:rPr>
              <a:t>dalam</a:t>
            </a:r>
            <a:r>
              <a:rPr lang="en-US" dirty="0">
                <a:solidFill>
                  <a:schemeClr val="accent2"/>
                </a:solidFill>
              </a:rPr>
              <a:t> </a:t>
            </a:r>
            <a:r>
              <a:rPr lang="en-US" dirty="0" err="1">
                <a:solidFill>
                  <a:schemeClr val="accent2"/>
                </a:solidFill>
              </a:rPr>
              <a:t>bertuhan</a:t>
            </a:r>
            <a:endParaRPr dirty="0">
              <a:solidFill>
                <a:schemeClr val="accent2"/>
              </a:solidFill>
            </a:endParaRPr>
          </a:p>
        </p:txBody>
      </p:sp>
      <p:sp>
        <p:nvSpPr>
          <p:cNvPr id="3584" name="Google Shape;3584;p60"/>
          <p:cNvSpPr txBox="1">
            <a:spLocks noGrp="1"/>
          </p:cNvSpPr>
          <p:nvPr>
            <p:ph type="title" idx="4"/>
          </p:nvPr>
        </p:nvSpPr>
        <p:spPr>
          <a:xfrm>
            <a:off x="4652293" y="3380132"/>
            <a:ext cx="1885800" cy="25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Faktor mengikuti hawa nafsu</a:t>
            </a:r>
            <a:endParaRPr dirty="0"/>
          </a:p>
        </p:txBody>
      </p:sp>
      <p:sp>
        <p:nvSpPr>
          <p:cNvPr id="3585" name="Google Shape;3585;p60"/>
          <p:cNvSpPr txBox="1">
            <a:spLocks noGrp="1"/>
          </p:cNvSpPr>
          <p:nvPr>
            <p:ph type="title" idx="5"/>
          </p:nvPr>
        </p:nvSpPr>
        <p:spPr>
          <a:xfrm>
            <a:off x="5205774" y="2176559"/>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587" name="Google Shape;3587;p60"/>
          <p:cNvSpPr txBox="1">
            <a:spLocks noGrp="1"/>
          </p:cNvSpPr>
          <p:nvPr>
            <p:ph type="title" idx="7"/>
          </p:nvPr>
        </p:nvSpPr>
        <p:spPr>
          <a:xfrm>
            <a:off x="2668592" y="3401607"/>
            <a:ext cx="1885800" cy="25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Faktor</a:t>
            </a:r>
            <a:br>
              <a:rPr lang="en" dirty="0"/>
            </a:br>
            <a:r>
              <a:rPr lang="en" dirty="0"/>
              <a:t>Pengaruh setan</a:t>
            </a:r>
            <a:endParaRPr dirty="0"/>
          </a:p>
        </p:txBody>
      </p:sp>
      <p:sp>
        <p:nvSpPr>
          <p:cNvPr id="3588" name="Google Shape;3588;p60"/>
          <p:cNvSpPr txBox="1">
            <a:spLocks noGrp="1"/>
          </p:cNvSpPr>
          <p:nvPr>
            <p:ph type="title" idx="8"/>
          </p:nvPr>
        </p:nvSpPr>
        <p:spPr>
          <a:xfrm>
            <a:off x="3275661" y="2176559"/>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590" name="Google Shape;3590;p60"/>
          <p:cNvSpPr txBox="1">
            <a:spLocks noGrp="1"/>
          </p:cNvSpPr>
          <p:nvPr>
            <p:ph type="title" idx="13"/>
          </p:nvPr>
        </p:nvSpPr>
        <p:spPr>
          <a:xfrm>
            <a:off x="6538200" y="3273657"/>
            <a:ext cx="1885800" cy="25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Faktor</a:t>
            </a:r>
            <a:br>
              <a:rPr lang="en" i="1" dirty="0"/>
            </a:br>
            <a:r>
              <a:rPr lang="en" i="1" dirty="0"/>
              <a:t>Takdir</a:t>
            </a:r>
            <a:endParaRPr i="1" dirty="0"/>
          </a:p>
        </p:txBody>
      </p:sp>
      <p:sp>
        <p:nvSpPr>
          <p:cNvPr id="3591" name="Google Shape;3591;p60"/>
          <p:cNvSpPr txBox="1">
            <a:spLocks noGrp="1"/>
          </p:cNvSpPr>
          <p:nvPr>
            <p:ph type="title" idx="14"/>
          </p:nvPr>
        </p:nvSpPr>
        <p:spPr>
          <a:xfrm>
            <a:off x="7145161" y="2176559"/>
            <a:ext cx="6717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cxnSp>
        <p:nvCxnSpPr>
          <p:cNvPr id="3593" name="Google Shape;3593;p60"/>
          <p:cNvCxnSpPr>
            <a:cxnSpLocks/>
          </p:cNvCxnSpPr>
          <p:nvPr/>
        </p:nvCxnSpPr>
        <p:spPr>
          <a:xfrm>
            <a:off x="719999" y="1323425"/>
            <a:ext cx="6900001" cy="0"/>
          </a:xfrm>
          <a:prstGeom prst="straightConnector1">
            <a:avLst/>
          </a:prstGeom>
          <a:noFill/>
          <a:ln w="19050" cap="flat" cmpd="sng">
            <a:solidFill>
              <a:schemeClr val="accent1"/>
            </a:solidFill>
            <a:prstDash val="solid"/>
            <a:round/>
            <a:headEnd type="none" w="med" len="med"/>
            <a:tailEnd type="none" w="med" len="med"/>
          </a:ln>
        </p:spPr>
      </p:cxnSp>
      <p:sp>
        <p:nvSpPr>
          <p:cNvPr id="3594" name="Google Shape;3594;p60"/>
          <p:cNvSpPr/>
          <p:nvPr/>
        </p:nvSpPr>
        <p:spPr>
          <a:xfrm>
            <a:off x="5139850" y="2038125"/>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60"/>
          <p:cNvSpPr/>
          <p:nvPr/>
        </p:nvSpPr>
        <p:spPr>
          <a:xfrm>
            <a:off x="3209713" y="2038125"/>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60"/>
          <p:cNvSpPr/>
          <p:nvPr/>
        </p:nvSpPr>
        <p:spPr>
          <a:xfrm>
            <a:off x="7079213" y="2038125"/>
            <a:ext cx="803559" cy="870243"/>
          </a:xfrm>
          <a:custGeom>
            <a:avLst/>
            <a:gdLst/>
            <a:ahLst/>
            <a:cxnLst/>
            <a:rect l="l" t="t" r="r" b="b"/>
            <a:pathLst>
              <a:path w="63914" h="69218" extrusionOk="0">
                <a:moveTo>
                  <a:pt x="31961" y="355"/>
                </a:moveTo>
                <a:cubicBezTo>
                  <a:pt x="32875" y="1318"/>
                  <a:pt x="34421" y="2608"/>
                  <a:pt x="36685" y="3499"/>
                </a:cubicBezTo>
                <a:cubicBezTo>
                  <a:pt x="38035" y="4034"/>
                  <a:pt x="38629" y="5449"/>
                  <a:pt x="38748" y="5971"/>
                </a:cubicBezTo>
                <a:lnTo>
                  <a:pt x="38748" y="7535"/>
                </a:lnTo>
                <a:cubicBezTo>
                  <a:pt x="38748" y="7576"/>
                  <a:pt x="38772" y="7617"/>
                  <a:pt x="38801" y="7647"/>
                </a:cubicBezTo>
                <a:cubicBezTo>
                  <a:pt x="38830" y="7667"/>
                  <a:pt x="38869" y="7679"/>
                  <a:pt x="38904" y="7679"/>
                </a:cubicBezTo>
                <a:cubicBezTo>
                  <a:pt x="38912" y="7679"/>
                  <a:pt x="38919" y="7678"/>
                  <a:pt x="38926" y="7677"/>
                </a:cubicBezTo>
                <a:lnTo>
                  <a:pt x="40341" y="7362"/>
                </a:lnTo>
                <a:cubicBezTo>
                  <a:pt x="40965" y="7223"/>
                  <a:pt x="41584" y="7156"/>
                  <a:pt x="42189" y="7156"/>
                </a:cubicBezTo>
                <a:cubicBezTo>
                  <a:pt x="46520" y="7156"/>
                  <a:pt x="50191" y="10546"/>
                  <a:pt x="50546" y="14864"/>
                </a:cubicBezTo>
                <a:lnTo>
                  <a:pt x="50635" y="15898"/>
                </a:lnTo>
                <a:cubicBezTo>
                  <a:pt x="50640" y="15975"/>
                  <a:pt x="50700" y="16028"/>
                  <a:pt x="50777" y="16034"/>
                </a:cubicBezTo>
                <a:lnTo>
                  <a:pt x="51811" y="16063"/>
                </a:lnTo>
                <a:cubicBezTo>
                  <a:pt x="56400" y="16189"/>
                  <a:pt x="59997" y="19874"/>
                  <a:pt x="59997" y="24463"/>
                </a:cubicBezTo>
                <a:cubicBezTo>
                  <a:pt x="59997" y="25134"/>
                  <a:pt x="59901" y="25835"/>
                  <a:pt x="59723" y="26542"/>
                </a:cubicBezTo>
                <a:lnTo>
                  <a:pt x="59533" y="27297"/>
                </a:lnTo>
                <a:cubicBezTo>
                  <a:pt x="59514" y="27351"/>
                  <a:pt x="59539" y="27417"/>
                  <a:pt x="59586" y="27452"/>
                </a:cubicBezTo>
                <a:lnTo>
                  <a:pt x="60211" y="27916"/>
                </a:lnTo>
                <a:cubicBezTo>
                  <a:pt x="62380" y="29521"/>
                  <a:pt x="63621" y="31981"/>
                  <a:pt x="63621" y="34667"/>
                </a:cubicBezTo>
                <a:cubicBezTo>
                  <a:pt x="63621" y="37336"/>
                  <a:pt x="62386" y="39791"/>
                  <a:pt x="60233" y="41402"/>
                </a:cubicBezTo>
                <a:lnTo>
                  <a:pt x="59616" y="41860"/>
                </a:lnTo>
                <a:cubicBezTo>
                  <a:pt x="59569" y="41895"/>
                  <a:pt x="59550" y="41954"/>
                  <a:pt x="59563" y="42014"/>
                </a:cubicBezTo>
                <a:lnTo>
                  <a:pt x="59747" y="42757"/>
                </a:lnTo>
                <a:cubicBezTo>
                  <a:pt x="59912" y="43435"/>
                  <a:pt x="59997" y="44106"/>
                  <a:pt x="59997" y="44754"/>
                </a:cubicBezTo>
                <a:cubicBezTo>
                  <a:pt x="59997" y="49081"/>
                  <a:pt x="56751" y="52682"/>
                  <a:pt x="52448" y="53122"/>
                </a:cubicBezTo>
                <a:lnTo>
                  <a:pt x="52020" y="53164"/>
                </a:lnTo>
                <a:cubicBezTo>
                  <a:pt x="51984" y="53170"/>
                  <a:pt x="51954" y="53182"/>
                  <a:pt x="51931" y="53212"/>
                </a:cubicBezTo>
                <a:lnTo>
                  <a:pt x="51633" y="53527"/>
                </a:lnTo>
                <a:cubicBezTo>
                  <a:pt x="51348" y="53824"/>
                  <a:pt x="51087" y="54092"/>
                  <a:pt x="50832" y="54341"/>
                </a:cubicBezTo>
                <a:lnTo>
                  <a:pt x="50563" y="54608"/>
                </a:lnTo>
                <a:cubicBezTo>
                  <a:pt x="50541" y="54627"/>
                  <a:pt x="50522" y="54655"/>
                  <a:pt x="50516" y="54685"/>
                </a:cubicBezTo>
                <a:lnTo>
                  <a:pt x="50456" y="55060"/>
                </a:lnTo>
                <a:cubicBezTo>
                  <a:pt x="49767" y="59113"/>
                  <a:pt x="46284" y="62061"/>
                  <a:pt x="42171" y="62061"/>
                </a:cubicBezTo>
                <a:cubicBezTo>
                  <a:pt x="41571" y="62061"/>
                  <a:pt x="40953" y="61990"/>
                  <a:pt x="40341" y="61853"/>
                </a:cubicBezTo>
                <a:lnTo>
                  <a:pt x="38926" y="61538"/>
                </a:lnTo>
                <a:cubicBezTo>
                  <a:pt x="38916" y="61535"/>
                  <a:pt x="38904" y="61534"/>
                  <a:pt x="38893" y="61534"/>
                </a:cubicBezTo>
                <a:cubicBezTo>
                  <a:pt x="38861" y="61534"/>
                  <a:pt x="38827" y="61546"/>
                  <a:pt x="38801" y="61568"/>
                </a:cubicBezTo>
                <a:cubicBezTo>
                  <a:pt x="38772" y="61592"/>
                  <a:pt x="38748" y="61633"/>
                  <a:pt x="38748" y="61681"/>
                </a:cubicBezTo>
                <a:lnTo>
                  <a:pt x="38748" y="63244"/>
                </a:lnTo>
                <a:cubicBezTo>
                  <a:pt x="38629" y="63767"/>
                  <a:pt x="38035" y="65175"/>
                  <a:pt x="36685" y="65710"/>
                </a:cubicBezTo>
                <a:cubicBezTo>
                  <a:pt x="34421" y="66609"/>
                  <a:pt x="32875" y="67893"/>
                  <a:pt x="31961" y="68856"/>
                </a:cubicBezTo>
                <a:cubicBezTo>
                  <a:pt x="31039" y="67893"/>
                  <a:pt x="29500" y="66609"/>
                  <a:pt x="27235" y="65710"/>
                </a:cubicBezTo>
                <a:cubicBezTo>
                  <a:pt x="25880" y="65182"/>
                  <a:pt x="25292" y="63762"/>
                  <a:pt x="25166" y="63244"/>
                </a:cubicBezTo>
                <a:lnTo>
                  <a:pt x="25166" y="61681"/>
                </a:lnTo>
                <a:cubicBezTo>
                  <a:pt x="25166" y="61633"/>
                  <a:pt x="25149" y="61592"/>
                  <a:pt x="25114" y="61568"/>
                </a:cubicBezTo>
                <a:cubicBezTo>
                  <a:pt x="25087" y="61546"/>
                  <a:pt x="25057" y="61534"/>
                  <a:pt x="25026" y="61534"/>
                </a:cubicBezTo>
                <a:cubicBezTo>
                  <a:pt x="25015" y="61534"/>
                  <a:pt x="25004" y="61535"/>
                  <a:pt x="24994" y="61538"/>
                </a:cubicBezTo>
                <a:lnTo>
                  <a:pt x="23580" y="61853"/>
                </a:lnTo>
                <a:cubicBezTo>
                  <a:pt x="22961" y="61990"/>
                  <a:pt x="22343" y="62061"/>
                  <a:pt x="21743" y="62061"/>
                </a:cubicBezTo>
                <a:cubicBezTo>
                  <a:pt x="17630" y="62061"/>
                  <a:pt x="14147" y="59113"/>
                  <a:pt x="13464" y="55060"/>
                </a:cubicBezTo>
                <a:lnTo>
                  <a:pt x="13398" y="54685"/>
                </a:lnTo>
                <a:cubicBezTo>
                  <a:pt x="13392" y="54655"/>
                  <a:pt x="13381" y="54627"/>
                  <a:pt x="13357" y="54608"/>
                </a:cubicBezTo>
                <a:lnTo>
                  <a:pt x="13088" y="54341"/>
                </a:lnTo>
                <a:cubicBezTo>
                  <a:pt x="12833" y="54092"/>
                  <a:pt x="12572" y="53824"/>
                  <a:pt x="12287" y="53527"/>
                </a:cubicBezTo>
                <a:lnTo>
                  <a:pt x="11990" y="53212"/>
                </a:lnTo>
                <a:cubicBezTo>
                  <a:pt x="11966" y="53182"/>
                  <a:pt x="11930" y="53170"/>
                  <a:pt x="11900" y="53164"/>
                </a:cubicBezTo>
                <a:lnTo>
                  <a:pt x="11467" y="53122"/>
                </a:lnTo>
                <a:cubicBezTo>
                  <a:pt x="7169" y="52682"/>
                  <a:pt x="3923" y="49081"/>
                  <a:pt x="3923" y="44754"/>
                </a:cubicBezTo>
                <a:cubicBezTo>
                  <a:pt x="3923" y="44106"/>
                  <a:pt x="4007" y="43435"/>
                  <a:pt x="4173" y="42757"/>
                </a:cubicBezTo>
                <a:lnTo>
                  <a:pt x="4351" y="42014"/>
                </a:lnTo>
                <a:cubicBezTo>
                  <a:pt x="4370" y="41954"/>
                  <a:pt x="4346" y="41895"/>
                  <a:pt x="4298" y="41860"/>
                </a:cubicBezTo>
                <a:lnTo>
                  <a:pt x="3687" y="41402"/>
                </a:lnTo>
                <a:cubicBezTo>
                  <a:pt x="1528" y="39791"/>
                  <a:pt x="293" y="37336"/>
                  <a:pt x="293" y="34667"/>
                </a:cubicBezTo>
                <a:cubicBezTo>
                  <a:pt x="293" y="31981"/>
                  <a:pt x="1541" y="29521"/>
                  <a:pt x="3709" y="27916"/>
                </a:cubicBezTo>
                <a:lnTo>
                  <a:pt x="4334" y="27452"/>
                </a:lnTo>
                <a:cubicBezTo>
                  <a:pt x="4381" y="27417"/>
                  <a:pt x="4400" y="27351"/>
                  <a:pt x="4387" y="27297"/>
                </a:cubicBezTo>
                <a:lnTo>
                  <a:pt x="4197" y="26542"/>
                </a:lnTo>
                <a:cubicBezTo>
                  <a:pt x="4013" y="25835"/>
                  <a:pt x="3923" y="25134"/>
                  <a:pt x="3923" y="24463"/>
                </a:cubicBezTo>
                <a:cubicBezTo>
                  <a:pt x="3923" y="19874"/>
                  <a:pt x="7514" y="16189"/>
                  <a:pt x="12103" y="16063"/>
                </a:cubicBezTo>
                <a:lnTo>
                  <a:pt x="13143" y="16034"/>
                </a:lnTo>
                <a:cubicBezTo>
                  <a:pt x="13214" y="16028"/>
                  <a:pt x="13280" y="15975"/>
                  <a:pt x="13285" y="15898"/>
                </a:cubicBezTo>
                <a:lnTo>
                  <a:pt x="13368" y="14864"/>
                </a:lnTo>
                <a:cubicBezTo>
                  <a:pt x="13728" y="10546"/>
                  <a:pt x="17396" y="7156"/>
                  <a:pt x="21730" y="7156"/>
                </a:cubicBezTo>
                <a:cubicBezTo>
                  <a:pt x="22336" y="7156"/>
                  <a:pt x="22955" y="7223"/>
                  <a:pt x="23580" y="7362"/>
                </a:cubicBezTo>
                <a:lnTo>
                  <a:pt x="24994" y="7677"/>
                </a:lnTo>
                <a:cubicBezTo>
                  <a:pt x="25001" y="7678"/>
                  <a:pt x="25008" y="7679"/>
                  <a:pt x="25015" y="7679"/>
                </a:cubicBezTo>
                <a:cubicBezTo>
                  <a:pt x="25050" y="7679"/>
                  <a:pt x="25084" y="7667"/>
                  <a:pt x="25114" y="7647"/>
                </a:cubicBezTo>
                <a:cubicBezTo>
                  <a:pt x="25149" y="7617"/>
                  <a:pt x="25166" y="7576"/>
                  <a:pt x="25166" y="7535"/>
                </a:cubicBezTo>
                <a:lnTo>
                  <a:pt x="25166" y="5971"/>
                </a:lnTo>
                <a:cubicBezTo>
                  <a:pt x="25292" y="5449"/>
                  <a:pt x="25880" y="4034"/>
                  <a:pt x="27235" y="3499"/>
                </a:cubicBezTo>
                <a:cubicBezTo>
                  <a:pt x="29500" y="2608"/>
                  <a:pt x="31039" y="1318"/>
                  <a:pt x="31961" y="355"/>
                </a:cubicBezTo>
                <a:close/>
                <a:moveTo>
                  <a:pt x="31960" y="1"/>
                </a:moveTo>
                <a:cubicBezTo>
                  <a:pt x="31920" y="1"/>
                  <a:pt x="31880" y="16"/>
                  <a:pt x="31854" y="46"/>
                </a:cubicBezTo>
                <a:cubicBezTo>
                  <a:pt x="30968" y="997"/>
                  <a:pt x="29434" y="2317"/>
                  <a:pt x="27128" y="3225"/>
                </a:cubicBezTo>
                <a:cubicBezTo>
                  <a:pt x="25641" y="3814"/>
                  <a:pt x="24999" y="5371"/>
                  <a:pt x="24881" y="5924"/>
                </a:cubicBezTo>
                <a:cubicBezTo>
                  <a:pt x="24875" y="5930"/>
                  <a:pt x="24875" y="5941"/>
                  <a:pt x="24875" y="5954"/>
                </a:cubicBezTo>
                <a:lnTo>
                  <a:pt x="24875" y="7351"/>
                </a:lnTo>
                <a:lnTo>
                  <a:pt x="23644" y="7077"/>
                </a:lnTo>
                <a:cubicBezTo>
                  <a:pt x="23002" y="6934"/>
                  <a:pt x="22368" y="6863"/>
                  <a:pt x="21743" y="6863"/>
                </a:cubicBezTo>
                <a:cubicBezTo>
                  <a:pt x="17255" y="6863"/>
                  <a:pt x="13445" y="10363"/>
                  <a:pt x="13077" y="14840"/>
                </a:cubicBezTo>
                <a:lnTo>
                  <a:pt x="13000" y="15743"/>
                </a:lnTo>
                <a:lnTo>
                  <a:pt x="12097" y="15767"/>
                </a:lnTo>
                <a:cubicBezTo>
                  <a:pt x="7347" y="15898"/>
                  <a:pt x="3632" y="19714"/>
                  <a:pt x="3632" y="24463"/>
                </a:cubicBezTo>
                <a:cubicBezTo>
                  <a:pt x="3632" y="25157"/>
                  <a:pt x="3728" y="25883"/>
                  <a:pt x="3912" y="26614"/>
                </a:cubicBezTo>
                <a:lnTo>
                  <a:pt x="4079" y="27274"/>
                </a:lnTo>
                <a:lnTo>
                  <a:pt x="3531" y="27678"/>
                </a:lnTo>
                <a:cubicBezTo>
                  <a:pt x="1291" y="29342"/>
                  <a:pt x="1" y="31892"/>
                  <a:pt x="1" y="34667"/>
                </a:cubicBezTo>
                <a:cubicBezTo>
                  <a:pt x="1" y="37431"/>
                  <a:pt x="1279" y="39970"/>
                  <a:pt x="3508" y="41633"/>
                </a:cubicBezTo>
                <a:lnTo>
                  <a:pt x="4049" y="42038"/>
                </a:lnTo>
                <a:lnTo>
                  <a:pt x="3888" y="42686"/>
                </a:lnTo>
                <a:cubicBezTo>
                  <a:pt x="3716" y="43393"/>
                  <a:pt x="3632" y="44082"/>
                  <a:pt x="3632" y="44754"/>
                </a:cubicBezTo>
                <a:cubicBezTo>
                  <a:pt x="3632" y="49235"/>
                  <a:pt x="6985" y="52956"/>
                  <a:pt x="11437" y="53407"/>
                </a:cubicBezTo>
                <a:lnTo>
                  <a:pt x="11812" y="53450"/>
                </a:lnTo>
                <a:lnTo>
                  <a:pt x="12073" y="53722"/>
                </a:lnTo>
                <a:cubicBezTo>
                  <a:pt x="12358" y="54026"/>
                  <a:pt x="12625" y="54299"/>
                  <a:pt x="12882" y="54548"/>
                </a:cubicBezTo>
                <a:lnTo>
                  <a:pt x="13118" y="54781"/>
                </a:lnTo>
                <a:lnTo>
                  <a:pt x="13173" y="55107"/>
                </a:lnTo>
                <a:cubicBezTo>
                  <a:pt x="13886" y="59304"/>
                  <a:pt x="17488" y="62352"/>
                  <a:pt x="21743" y="62352"/>
                </a:cubicBezTo>
                <a:cubicBezTo>
                  <a:pt x="22368" y="62352"/>
                  <a:pt x="23002" y="62281"/>
                  <a:pt x="23644" y="62138"/>
                </a:cubicBezTo>
                <a:lnTo>
                  <a:pt x="24875" y="61859"/>
                </a:lnTo>
                <a:lnTo>
                  <a:pt x="24875" y="63262"/>
                </a:lnTo>
                <a:cubicBezTo>
                  <a:pt x="24875" y="63268"/>
                  <a:pt x="24875" y="63280"/>
                  <a:pt x="24881" y="63292"/>
                </a:cubicBezTo>
                <a:cubicBezTo>
                  <a:pt x="24999" y="63839"/>
                  <a:pt x="25641" y="65402"/>
                  <a:pt x="27128" y="65984"/>
                </a:cubicBezTo>
                <a:cubicBezTo>
                  <a:pt x="29434" y="66894"/>
                  <a:pt x="30968" y="68219"/>
                  <a:pt x="31854" y="69169"/>
                </a:cubicBezTo>
                <a:cubicBezTo>
                  <a:pt x="31877" y="69199"/>
                  <a:pt x="31918" y="69218"/>
                  <a:pt x="31961" y="69218"/>
                </a:cubicBezTo>
                <a:cubicBezTo>
                  <a:pt x="32002" y="69218"/>
                  <a:pt x="32038" y="69199"/>
                  <a:pt x="32068" y="69169"/>
                </a:cubicBezTo>
                <a:cubicBezTo>
                  <a:pt x="32946" y="68219"/>
                  <a:pt x="34486" y="66894"/>
                  <a:pt x="36792" y="65984"/>
                </a:cubicBezTo>
                <a:cubicBezTo>
                  <a:pt x="38273" y="65396"/>
                  <a:pt x="38915" y="63844"/>
                  <a:pt x="39039" y="63292"/>
                </a:cubicBezTo>
                <a:lnTo>
                  <a:pt x="39039" y="63262"/>
                </a:lnTo>
                <a:lnTo>
                  <a:pt x="39039" y="61859"/>
                </a:lnTo>
                <a:lnTo>
                  <a:pt x="40276" y="62138"/>
                </a:lnTo>
                <a:cubicBezTo>
                  <a:pt x="40912" y="62281"/>
                  <a:pt x="41554" y="62352"/>
                  <a:pt x="42171" y="62352"/>
                </a:cubicBezTo>
                <a:cubicBezTo>
                  <a:pt x="46427" y="62352"/>
                  <a:pt x="50034" y="59304"/>
                  <a:pt x="50742" y="55107"/>
                </a:cubicBezTo>
                <a:lnTo>
                  <a:pt x="50802" y="54781"/>
                </a:lnTo>
                <a:lnTo>
                  <a:pt x="51033" y="54548"/>
                </a:lnTo>
                <a:cubicBezTo>
                  <a:pt x="51295" y="54299"/>
                  <a:pt x="51562" y="54026"/>
                  <a:pt x="51841" y="53722"/>
                </a:cubicBezTo>
                <a:lnTo>
                  <a:pt x="52102" y="53450"/>
                </a:lnTo>
                <a:lnTo>
                  <a:pt x="52478" y="53407"/>
                </a:lnTo>
                <a:cubicBezTo>
                  <a:pt x="56930" y="52956"/>
                  <a:pt x="60288" y="49235"/>
                  <a:pt x="60288" y="44754"/>
                </a:cubicBezTo>
                <a:cubicBezTo>
                  <a:pt x="60288" y="44082"/>
                  <a:pt x="60198" y="43386"/>
                  <a:pt x="60032" y="42686"/>
                </a:cubicBezTo>
                <a:lnTo>
                  <a:pt x="59871" y="42038"/>
                </a:lnTo>
                <a:lnTo>
                  <a:pt x="60406" y="41633"/>
                </a:lnTo>
                <a:cubicBezTo>
                  <a:pt x="62636" y="39970"/>
                  <a:pt x="63914" y="37431"/>
                  <a:pt x="63914" y="34667"/>
                </a:cubicBezTo>
                <a:cubicBezTo>
                  <a:pt x="63914" y="31892"/>
                  <a:pt x="62630" y="29342"/>
                  <a:pt x="60383" y="27678"/>
                </a:cubicBezTo>
                <a:lnTo>
                  <a:pt x="59835" y="27274"/>
                </a:lnTo>
                <a:lnTo>
                  <a:pt x="60008" y="26614"/>
                </a:lnTo>
                <a:cubicBezTo>
                  <a:pt x="60192" y="25883"/>
                  <a:pt x="60288" y="25157"/>
                  <a:pt x="60288" y="24463"/>
                </a:cubicBezTo>
                <a:cubicBezTo>
                  <a:pt x="60288" y="19714"/>
                  <a:pt x="56567" y="15898"/>
                  <a:pt x="51824" y="15767"/>
                </a:cubicBezTo>
                <a:lnTo>
                  <a:pt x="50914" y="15743"/>
                </a:lnTo>
                <a:lnTo>
                  <a:pt x="50837" y="14840"/>
                </a:lnTo>
                <a:cubicBezTo>
                  <a:pt x="50469" y="10363"/>
                  <a:pt x="46665" y="6863"/>
                  <a:pt x="42171" y="6863"/>
                </a:cubicBezTo>
                <a:cubicBezTo>
                  <a:pt x="41554" y="6863"/>
                  <a:pt x="40912" y="6934"/>
                  <a:pt x="40276" y="7077"/>
                </a:cubicBezTo>
                <a:lnTo>
                  <a:pt x="39039" y="7351"/>
                </a:lnTo>
                <a:lnTo>
                  <a:pt x="39039" y="5954"/>
                </a:lnTo>
                <a:lnTo>
                  <a:pt x="39039" y="5924"/>
                </a:lnTo>
                <a:cubicBezTo>
                  <a:pt x="38915" y="5371"/>
                  <a:pt x="38273" y="3814"/>
                  <a:pt x="36792" y="3225"/>
                </a:cubicBezTo>
                <a:cubicBezTo>
                  <a:pt x="34486" y="2317"/>
                  <a:pt x="32946" y="997"/>
                  <a:pt x="32068" y="46"/>
                </a:cubicBezTo>
                <a:cubicBezTo>
                  <a:pt x="32041" y="16"/>
                  <a:pt x="32000" y="1"/>
                  <a:pt x="31960"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81"/>
                                        </p:tgtEl>
                                        <p:attrNameLst>
                                          <p:attrName>style.visibility</p:attrName>
                                        </p:attrNameLst>
                                      </p:cBhvr>
                                      <p:to>
                                        <p:strVal val="visible"/>
                                      </p:to>
                                    </p:set>
                                    <p:animEffect transition="in" filter="fade">
                                      <p:cBhvr>
                                        <p:cTn id="7" dur="1000"/>
                                        <p:tgtEl>
                                          <p:spTgt spid="358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587"/>
                                        </p:tgtEl>
                                        <p:attrNameLst>
                                          <p:attrName>style.visibility</p:attrName>
                                        </p:attrNameLst>
                                      </p:cBhvr>
                                      <p:to>
                                        <p:strVal val="visible"/>
                                      </p:to>
                                    </p:set>
                                    <p:animEffect transition="in" filter="fade">
                                      <p:cBhvr>
                                        <p:cTn id="11" dur="1000"/>
                                        <p:tgtEl>
                                          <p:spTgt spid="3587"/>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3584"/>
                                        </p:tgtEl>
                                        <p:attrNameLst>
                                          <p:attrName>style.visibility</p:attrName>
                                        </p:attrNameLst>
                                      </p:cBhvr>
                                      <p:to>
                                        <p:strVal val="visible"/>
                                      </p:to>
                                    </p:set>
                                    <p:animEffect transition="in" filter="fade">
                                      <p:cBhvr>
                                        <p:cTn id="15" dur="1000"/>
                                        <p:tgtEl>
                                          <p:spTgt spid="3584"/>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3590"/>
                                        </p:tgtEl>
                                        <p:attrNameLst>
                                          <p:attrName>style.visibility</p:attrName>
                                        </p:attrNameLst>
                                      </p:cBhvr>
                                      <p:to>
                                        <p:strVal val="visible"/>
                                      </p:to>
                                    </p:set>
                                    <p:animEffect transition="in" filter="fade">
                                      <p:cBhvr>
                                        <p:cTn id="19" dur="1000"/>
                                        <p:tgtEl>
                                          <p:spTgt spid="3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61"/>
          <p:cNvSpPr txBox="1">
            <a:spLocks noGrp="1"/>
          </p:cNvSpPr>
          <p:nvPr>
            <p:ph type="title"/>
          </p:nvPr>
        </p:nvSpPr>
        <p:spPr>
          <a:xfrm>
            <a:off x="2050910" y="906541"/>
            <a:ext cx="5191137" cy="5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err="1">
                <a:solidFill>
                  <a:schemeClr val="accent2"/>
                </a:solidFill>
              </a:rPr>
              <a:t>Moderalitas</a:t>
            </a:r>
            <a:r>
              <a:rPr lang="en-US" sz="3200" dirty="0">
                <a:solidFill>
                  <a:schemeClr val="accent2"/>
                </a:solidFill>
              </a:rPr>
              <a:t> </a:t>
            </a:r>
            <a:r>
              <a:rPr lang="en-US" sz="3200" dirty="0" err="1">
                <a:solidFill>
                  <a:schemeClr val="accent2"/>
                </a:solidFill>
              </a:rPr>
              <a:t>Teologi</a:t>
            </a:r>
            <a:r>
              <a:rPr lang="en-US" sz="3200" dirty="0">
                <a:solidFill>
                  <a:schemeClr val="accent2"/>
                </a:solidFill>
              </a:rPr>
              <a:t> Islam</a:t>
            </a:r>
            <a:endParaRPr sz="3200" dirty="0">
              <a:solidFill>
                <a:schemeClr val="accent2"/>
              </a:solidFill>
            </a:endParaRPr>
          </a:p>
        </p:txBody>
      </p:sp>
      <p:sp>
        <p:nvSpPr>
          <p:cNvPr id="3602" name="Google Shape;3602;p61"/>
          <p:cNvSpPr txBox="1">
            <a:spLocks noGrp="1"/>
          </p:cNvSpPr>
          <p:nvPr>
            <p:ph type="subTitle" idx="1"/>
          </p:nvPr>
        </p:nvSpPr>
        <p:spPr>
          <a:xfrm>
            <a:off x="1520233" y="1931689"/>
            <a:ext cx="6245525" cy="174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200" dirty="0" err="1">
                <a:effectLst/>
                <a:latin typeface="Times New Roman" panose="02020603050405020304" pitchFamily="18" charset="0"/>
                <a:ea typeface="Calibri" panose="020F0502020204030204" pitchFamily="34" charset="0"/>
              </a:rPr>
              <a:t>Pemahaman</a:t>
            </a:r>
            <a:r>
              <a:rPr lang="en-US" sz="2200" dirty="0">
                <a:effectLst/>
                <a:latin typeface="Times New Roman" panose="02020603050405020304" pitchFamily="18" charset="0"/>
                <a:ea typeface="Calibri" panose="020F0502020204030204" pitchFamily="34" charset="0"/>
              </a:rPr>
              <a:t> paling </a:t>
            </a:r>
            <a:r>
              <a:rPr lang="en-US" sz="2200" dirty="0" err="1">
                <a:effectLst/>
                <a:latin typeface="Times New Roman" panose="02020603050405020304" pitchFamily="18" charset="0"/>
                <a:ea typeface="Calibri" panose="020F0502020204030204" pitchFamily="34" charset="0"/>
              </a:rPr>
              <a:t>mendasar</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dalam</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mengenal</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Moderatisme</a:t>
            </a:r>
            <a:r>
              <a:rPr lang="en-US" sz="2200" dirty="0">
                <a:effectLst/>
                <a:latin typeface="Times New Roman" panose="02020603050405020304" pitchFamily="18" charset="0"/>
                <a:ea typeface="Calibri" panose="020F0502020204030204" pitchFamily="34" charset="0"/>
              </a:rPr>
              <a:t> yang </a:t>
            </a:r>
            <a:r>
              <a:rPr lang="en-US" sz="2200" dirty="0" err="1">
                <a:effectLst/>
                <a:latin typeface="Times New Roman" panose="02020603050405020304" pitchFamily="18" charset="0"/>
                <a:ea typeface="Calibri" panose="020F0502020204030204" pitchFamily="34" charset="0"/>
              </a:rPr>
              <a:t>diajarkan</a:t>
            </a:r>
            <a:r>
              <a:rPr lang="en-US" sz="2200" dirty="0">
                <a:effectLst/>
                <a:latin typeface="Times New Roman" panose="02020603050405020304" pitchFamily="18" charset="0"/>
                <a:ea typeface="Calibri" panose="020F0502020204030204" pitchFamily="34" charset="0"/>
              </a:rPr>
              <a:t> oleh Islam </a:t>
            </a:r>
            <a:r>
              <a:rPr lang="en-US" sz="2200" dirty="0" err="1">
                <a:effectLst/>
                <a:latin typeface="Times New Roman" panose="02020603050405020304" pitchFamily="18" charset="0"/>
                <a:ea typeface="Calibri" panose="020F0502020204030204" pitchFamily="34" charset="0"/>
              </a:rPr>
              <a:t>tergambar</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dari</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penjelasan</a:t>
            </a:r>
            <a:r>
              <a:rPr lang="en-US" sz="2200" dirty="0">
                <a:effectLst/>
                <a:latin typeface="Times New Roman" panose="02020603050405020304" pitchFamily="18" charset="0"/>
                <a:ea typeface="Calibri" panose="020F0502020204030204" pitchFamily="34" charset="0"/>
              </a:rPr>
              <a:t> yang </a:t>
            </a:r>
            <a:r>
              <a:rPr lang="en-US" sz="2200" dirty="0" err="1">
                <a:effectLst/>
                <a:latin typeface="Times New Roman" panose="02020603050405020304" pitchFamily="18" charset="0"/>
                <a:ea typeface="Calibri" panose="020F0502020204030204" pitchFamily="34" charset="0"/>
              </a:rPr>
              <a:t>terdapat</a:t>
            </a:r>
            <a:r>
              <a:rPr lang="en-US" sz="2200" dirty="0">
                <a:effectLst/>
                <a:latin typeface="Times New Roman" panose="02020603050405020304" pitchFamily="18" charset="0"/>
                <a:ea typeface="Calibri" panose="020F0502020204030204" pitchFamily="34" charset="0"/>
              </a:rPr>
              <a:t> di </a:t>
            </a:r>
            <a:r>
              <a:rPr lang="en-US" sz="2200" dirty="0" err="1">
                <a:effectLst/>
                <a:latin typeface="Times New Roman" panose="02020603050405020304" pitchFamily="18" charset="0"/>
                <a:ea typeface="Calibri" panose="020F0502020204030204" pitchFamily="34" charset="0"/>
              </a:rPr>
              <a:t>dalam</a:t>
            </a:r>
            <a:r>
              <a:rPr lang="en-US" sz="2200" dirty="0">
                <a:effectLst/>
                <a:latin typeface="Times New Roman" panose="02020603050405020304" pitchFamily="18" charset="0"/>
                <a:ea typeface="Calibri" panose="020F0502020204030204" pitchFamily="34" charset="0"/>
              </a:rPr>
              <a:t> Al-Qur’an. Al-Qur’an pada </a:t>
            </a:r>
            <a:r>
              <a:rPr lang="en-US" sz="2200" dirty="0" err="1">
                <a:effectLst/>
                <a:latin typeface="Times New Roman" panose="02020603050405020304" pitchFamily="18" charset="0"/>
                <a:ea typeface="Calibri" panose="020F0502020204030204" pitchFamily="34" charset="0"/>
              </a:rPr>
              <a:t>umumnya</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menggunakan</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istilah</a:t>
            </a:r>
            <a:r>
              <a:rPr lang="en-US" sz="2200" dirty="0">
                <a:effectLst/>
                <a:latin typeface="Times New Roman" panose="02020603050405020304" pitchFamily="18" charset="0"/>
                <a:ea typeface="Calibri" panose="020F0502020204030204" pitchFamily="34" charset="0"/>
              </a:rPr>
              <a:t> “al-</a:t>
            </a:r>
            <a:r>
              <a:rPr lang="en-US" sz="2200" dirty="0" err="1">
                <a:effectLst/>
                <a:latin typeface="Times New Roman" panose="02020603050405020304" pitchFamily="18" charset="0"/>
                <a:ea typeface="Calibri" panose="020F0502020204030204" pitchFamily="34" charset="0"/>
              </a:rPr>
              <a:t>Wasathiyyah</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untuk</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mengungkap</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makna</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moderat</a:t>
            </a:r>
            <a:r>
              <a:rPr lang="en-US" sz="2200" dirty="0">
                <a:effectLst/>
                <a:latin typeface="Times New Roman" panose="02020603050405020304" pitchFamily="18" charset="0"/>
                <a:ea typeface="Calibri" panose="020F0502020204030204" pitchFamily="34" charset="0"/>
              </a:rPr>
              <a:t> </a:t>
            </a:r>
            <a:r>
              <a:rPr lang="en-US" sz="2200" dirty="0" err="1">
                <a:effectLst/>
                <a:latin typeface="Times New Roman" panose="02020603050405020304" pitchFamily="18" charset="0"/>
                <a:ea typeface="Calibri" panose="020F0502020204030204" pitchFamily="34" charset="0"/>
              </a:rPr>
              <a:t>dalam</a:t>
            </a:r>
            <a:r>
              <a:rPr lang="en-US" sz="2200" dirty="0">
                <a:effectLst/>
                <a:latin typeface="Times New Roman" panose="02020603050405020304" pitchFamily="18" charset="0"/>
                <a:ea typeface="Calibri" panose="020F0502020204030204" pitchFamily="34" charset="0"/>
              </a:rPr>
              <a:t> Islam. </a:t>
            </a:r>
            <a:endParaRPr sz="2200" dirty="0"/>
          </a:p>
        </p:txBody>
      </p:sp>
      <p:grpSp>
        <p:nvGrpSpPr>
          <p:cNvPr id="3603" name="Google Shape;3603;p61"/>
          <p:cNvGrpSpPr/>
          <p:nvPr/>
        </p:nvGrpSpPr>
        <p:grpSpPr>
          <a:xfrm>
            <a:off x="4332861" y="3992841"/>
            <a:ext cx="478276" cy="478265"/>
            <a:chOff x="1050700" y="2895275"/>
            <a:chExt cx="1167950" cy="1167925"/>
          </a:xfrm>
        </p:grpSpPr>
        <p:sp>
          <p:nvSpPr>
            <p:cNvPr id="3604" name="Google Shape;3604;p61"/>
            <p:cNvSpPr/>
            <p:nvPr/>
          </p:nvSpPr>
          <p:spPr>
            <a:xfrm>
              <a:off x="1050700" y="2895275"/>
              <a:ext cx="1167950" cy="1167925"/>
            </a:xfrm>
            <a:custGeom>
              <a:avLst/>
              <a:gdLst/>
              <a:ahLst/>
              <a:cxnLst/>
              <a:rect l="l" t="t" r="r" b="b"/>
              <a:pathLst>
                <a:path w="46718" h="46717" extrusionOk="0">
                  <a:moveTo>
                    <a:pt x="23359" y="1718"/>
                  </a:moveTo>
                  <a:lnTo>
                    <a:pt x="29701" y="8054"/>
                  </a:lnTo>
                  <a:lnTo>
                    <a:pt x="38664" y="8054"/>
                  </a:lnTo>
                  <a:lnTo>
                    <a:pt x="38664" y="17016"/>
                  </a:lnTo>
                  <a:lnTo>
                    <a:pt x="45000" y="23359"/>
                  </a:lnTo>
                  <a:lnTo>
                    <a:pt x="38664" y="29695"/>
                  </a:lnTo>
                  <a:lnTo>
                    <a:pt x="38664" y="38657"/>
                  </a:lnTo>
                  <a:lnTo>
                    <a:pt x="29701" y="38657"/>
                  </a:lnTo>
                  <a:lnTo>
                    <a:pt x="23359" y="45000"/>
                  </a:lnTo>
                  <a:lnTo>
                    <a:pt x="17022" y="38657"/>
                  </a:lnTo>
                  <a:lnTo>
                    <a:pt x="8054" y="38657"/>
                  </a:lnTo>
                  <a:lnTo>
                    <a:pt x="8054" y="29695"/>
                  </a:lnTo>
                  <a:lnTo>
                    <a:pt x="1718" y="23359"/>
                  </a:lnTo>
                  <a:lnTo>
                    <a:pt x="8054" y="17016"/>
                  </a:lnTo>
                  <a:lnTo>
                    <a:pt x="8054" y="8054"/>
                  </a:lnTo>
                  <a:lnTo>
                    <a:pt x="17022" y="8054"/>
                  </a:lnTo>
                  <a:lnTo>
                    <a:pt x="23359" y="1718"/>
                  </a:lnTo>
                  <a:close/>
                  <a:moveTo>
                    <a:pt x="23359" y="0"/>
                  </a:moveTo>
                  <a:lnTo>
                    <a:pt x="16518" y="6841"/>
                  </a:lnTo>
                  <a:lnTo>
                    <a:pt x="6842" y="6841"/>
                  </a:lnTo>
                  <a:lnTo>
                    <a:pt x="6842" y="16517"/>
                  </a:lnTo>
                  <a:lnTo>
                    <a:pt x="0" y="23359"/>
                  </a:lnTo>
                  <a:lnTo>
                    <a:pt x="6842" y="30200"/>
                  </a:lnTo>
                  <a:lnTo>
                    <a:pt x="6842" y="39876"/>
                  </a:lnTo>
                  <a:lnTo>
                    <a:pt x="16518" y="39876"/>
                  </a:lnTo>
                  <a:lnTo>
                    <a:pt x="23359" y="46717"/>
                  </a:lnTo>
                  <a:lnTo>
                    <a:pt x="30200" y="39876"/>
                  </a:lnTo>
                  <a:lnTo>
                    <a:pt x="39876" y="39876"/>
                  </a:lnTo>
                  <a:lnTo>
                    <a:pt x="39876" y="30200"/>
                  </a:lnTo>
                  <a:lnTo>
                    <a:pt x="46717" y="23359"/>
                  </a:lnTo>
                  <a:lnTo>
                    <a:pt x="39876" y="16517"/>
                  </a:lnTo>
                  <a:lnTo>
                    <a:pt x="39876" y="6841"/>
                  </a:lnTo>
                  <a:lnTo>
                    <a:pt x="30200" y="6841"/>
                  </a:lnTo>
                  <a:lnTo>
                    <a:pt x="233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61"/>
            <p:cNvSpPr/>
            <p:nvPr/>
          </p:nvSpPr>
          <p:spPr>
            <a:xfrm>
              <a:off x="1296900" y="3141475"/>
              <a:ext cx="675550" cy="675525"/>
            </a:xfrm>
            <a:custGeom>
              <a:avLst/>
              <a:gdLst/>
              <a:ahLst/>
              <a:cxnLst/>
              <a:rect l="l" t="t" r="r" b="b"/>
              <a:pathLst>
                <a:path w="27022" h="27021" extrusionOk="0">
                  <a:moveTo>
                    <a:pt x="25809" y="1213"/>
                  </a:moveTo>
                  <a:lnTo>
                    <a:pt x="25809" y="10866"/>
                  </a:lnTo>
                  <a:lnTo>
                    <a:pt x="16857" y="10866"/>
                  </a:lnTo>
                  <a:lnTo>
                    <a:pt x="14485" y="13511"/>
                  </a:lnTo>
                  <a:lnTo>
                    <a:pt x="16863" y="16150"/>
                  </a:lnTo>
                  <a:lnTo>
                    <a:pt x="25809" y="16150"/>
                  </a:lnTo>
                  <a:lnTo>
                    <a:pt x="25809" y="25808"/>
                  </a:lnTo>
                  <a:lnTo>
                    <a:pt x="16156" y="25808"/>
                  </a:lnTo>
                  <a:lnTo>
                    <a:pt x="16156" y="16857"/>
                  </a:lnTo>
                  <a:lnTo>
                    <a:pt x="13511" y="14486"/>
                  </a:lnTo>
                  <a:lnTo>
                    <a:pt x="10866" y="16857"/>
                  </a:lnTo>
                  <a:lnTo>
                    <a:pt x="10866" y="25808"/>
                  </a:lnTo>
                  <a:lnTo>
                    <a:pt x="1213" y="25808"/>
                  </a:lnTo>
                  <a:lnTo>
                    <a:pt x="1213" y="16150"/>
                  </a:lnTo>
                  <a:lnTo>
                    <a:pt x="10164" y="16150"/>
                  </a:lnTo>
                  <a:lnTo>
                    <a:pt x="12537" y="13511"/>
                  </a:lnTo>
                  <a:lnTo>
                    <a:pt x="10164" y="10866"/>
                  </a:lnTo>
                  <a:lnTo>
                    <a:pt x="1213" y="10866"/>
                  </a:lnTo>
                  <a:lnTo>
                    <a:pt x="1213" y="1213"/>
                  </a:lnTo>
                  <a:lnTo>
                    <a:pt x="10866" y="1213"/>
                  </a:lnTo>
                  <a:lnTo>
                    <a:pt x="10866" y="10158"/>
                  </a:lnTo>
                  <a:lnTo>
                    <a:pt x="13511" y="12536"/>
                  </a:lnTo>
                  <a:lnTo>
                    <a:pt x="16156" y="10158"/>
                  </a:lnTo>
                  <a:lnTo>
                    <a:pt x="16156" y="1213"/>
                  </a:lnTo>
                  <a:close/>
                  <a:moveTo>
                    <a:pt x="1" y="0"/>
                  </a:moveTo>
                  <a:lnTo>
                    <a:pt x="1" y="12078"/>
                  </a:lnTo>
                  <a:lnTo>
                    <a:pt x="9624" y="12078"/>
                  </a:lnTo>
                  <a:lnTo>
                    <a:pt x="10908" y="13511"/>
                  </a:lnTo>
                  <a:lnTo>
                    <a:pt x="9624" y="14937"/>
                  </a:lnTo>
                  <a:lnTo>
                    <a:pt x="1" y="14937"/>
                  </a:lnTo>
                  <a:lnTo>
                    <a:pt x="1" y="27021"/>
                  </a:lnTo>
                  <a:lnTo>
                    <a:pt x="12084" y="27021"/>
                  </a:lnTo>
                  <a:lnTo>
                    <a:pt x="12084" y="17398"/>
                  </a:lnTo>
                  <a:lnTo>
                    <a:pt x="13511" y="16114"/>
                  </a:lnTo>
                  <a:lnTo>
                    <a:pt x="14943" y="17398"/>
                  </a:lnTo>
                  <a:lnTo>
                    <a:pt x="14943" y="27021"/>
                  </a:lnTo>
                  <a:lnTo>
                    <a:pt x="27021" y="27021"/>
                  </a:lnTo>
                  <a:lnTo>
                    <a:pt x="27021" y="14937"/>
                  </a:lnTo>
                  <a:lnTo>
                    <a:pt x="17404" y="14937"/>
                  </a:lnTo>
                  <a:lnTo>
                    <a:pt x="16120" y="13511"/>
                  </a:lnTo>
                  <a:lnTo>
                    <a:pt x="17404" y="12078"/>
                  </a:lnTo>
                  <a:lnTo>
                    <a:pt x="27021" y="12078"/>
                  </a:lnTo>
                  <a:lnTo>
                    <a:pt x="27021" y="0"/>
                  </a:lnTo>
                  <a:lnTo>
                    <a:pt x="14943" y="0"/>
                  </a:lnTo>
                  <a:lnTo>
                    <a:pt x="14943" y="9618"/>
                  </a:lnTo>
                  <a:lnTo>
                    <a:pt x="13511" y="10902"/>
                  </a:lnTo>
                  <a:lnTo>
                    <a:pt x="12084" y="9618"/>
                  </a:lnTo>
                  <a:lnTo>
                    <a:pt x="120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61"/>
            <p:cNvSpPr/>
            <p:nvPr/>
          </p:nvSpPr>
          <p:spPr>
            <a:xfrm>
              <a:off x="1410875" y="3001675"/>
              <a:ext cx="447450" cy="304200"/>
            </a:xfrm>
            <a:custGeom>
              <a:avLst/>
              <a:gdLst/>
              <a:ahLst/>
              <a:cxnLst/>
              <a:rect l="l" t="t" r="r" b="b"/>
              <a:pathLst>
                <a:path w="17898" h="12168" extrusionOk="0">
                  <a:moveTo>
                    <a:pt x="8952" y="1712"/>
                  </a:moveTo>
                  <a:lnTo>
                    <a:pt x="16167" y="8873"/>
                  </a:lnTo>
                  <a:lnTo>
                    <a:pt x="14046" y="10955"/>
                  </a:lnTo>
                  <a:lnTo>
                    <a:pt x="3858" y="10955"/>
                  </a:lnTo>
                  <a:lnTo>
                    <a:pt x="1730" y="8873"/>
                  </a:lnTo>
                  <a:lnTo>
                    <a:pt x="8952" y="1712"/>
                  </a:lnTo>
                  <a:close/>
                  <a:moveTo>
                    <a:pt x="8952" y="1"/>
                  </a:moveTo>
                  <a:lnTo>
                    <a:pt x="1" y="8880"/>
                  </a:lnTo>
                  <a:lnTo>
                    <a:pt x="3359" y="12167"/>
                  </a:lnTo>
                  <a:lnTo>
                    <a:pt x="14539" y="12167"/>
                  </a:lnTo>
                  <a:lnTo>
                    <a:pt x="17897" y="8886"/>
                  </a:lnTo>
                  <a:lnTo>
                    <a:pt x="89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61"/>
            <p:cNvSpPr/>
            <p:nvPr/>
          </p:nvSpPr>
          <p:spPr>
            <a:xfrm>
              <a:off x="1808050" y="3255600"/>
              <a:ext cx="304225" cy="447425"/>
            </a:xfrm>
            <a:custGeom>
              <a:avLst/>
              <a:gdLst/>
              <a:ahLst/>
              <a:cxnLst/>
              <a:rect l="l" t="t" r="r" b="b"/>
              <a:pathLst>
                <a:path w="12169" h="17897" extrusionOk="0">
                  <a:moveTo>
                    <a:pt x="3294" y="1730"/>
                  </a:moveTo>
                  <a:lnTo>
                    <a:pt x="10462" y="8951"/>
                  </a:lnTo>
                  <a:lnTo>
                    <a:pt x="3294" y="16168"/>
                  </a:lnTo>
                  <a:lnTo>
                    <a:pt x="1213" y="14039"/>
                  </a:lnTo>
                  <a:lnTo>
                    <a:pt x="1213" y="3859"/>
                  </a:lnTo>
                  <a:lnTo>
                    <a:pt x="3294" y="1730"/>
                  </a:lnTo>
                  <a:close/>
                  <a:moveTo>
                    <a:pt x="3288" y="0"/>
                  </a:moveTo>
                  <a:lnTo>
                    <a:pt x="0" y="3360"/>
                  </a:lnTo>
                  <a:lnTo>
                    <a:pt x="0" y="14539"/>
                  </a:lnTo>
                  <a:lnTo>
                    <a:pt x="3281" y="17897"/>
                  </a:lnTo>
                  <a:lnTo>
                    <a:pt x="12168" y="8951"/>
                  </a:lnTo>
                  <a:lnTo>
                    <a:pt x="32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61"/>
            <p:cNvSpPr/>
            <p:nvPr/>
          </p:nvSpPr>
          <p:spPr>
            <a:xfrm>
              <a:off x="1156925" y="3255600"/>
              <a:ext cx="304200" cy="447425"/>
            </a:xfrm>
            <a:custGeom>
              <a:avLst/>
              <a:gdLst/>
              <a:ahLst/>
              <a:cxnLst/>
              <a:rect l="l" t="t" r="r" b="b"/>
              <a:pathLst>
                <a:path w="12168" h="17897" extrusionOk="0">
                  <a:moveTo>
                    <a:pt x="8875" y="1730"/>
                  </a:moveTo>
                  <a:lnTo>
                    <a:pt x="10955" y="3859"/>
                  </a:lnTo>
                  <a:lnTo>
                    <a:pt x="10955" y="14039"/>
                  </a:lnTo>
                  <a:lnTo>
                    <a:pt x="8875" y="16168"/>
                  </a:lnTo>
                  <a:lnTo>
                    <a:pt x="1713" y="8946"/>
                  </a:lnTo>
                  <a:lnTo>
                    <a:pt x="8875" y="1730"/>
                  </a:lnTo>
                  <a:close/>
                  <a:moveTo>
                    <a:pt x="8886" y="0"/>
                  </a:moveTo>
                  <a:lnTo>
                    <a:pt x="1" y="8946"/>
                  </a:lnTo>
                  <a:lnTo>
                    <a:pt x="8886" y="17897"/>
                  </a:lnTo>
                  <a:lnTo>
                    <a:pt x="12167" y="14539"/>
                  </a:lnTo>
                  <a:lnTo>
                    <a:pt x="12167" y="3360"/>
                  </a:lnTo>
                  <a:lnTo>
                    <a:pt x="88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61"/>
            <p:cNvSpPr/>
            <p:nvPr/>
          </p:nvSpPr>
          <p:spPr>
            <a:xfrm>
              <a:off x="1410875" y="3652800"/>
              <a:ext cx="447450" cy="304175"/>
            </a:xfrm>
            <a:custGeom>
              <a:avLst/>
              <a:gdLst/>
              <a:ahLst/>
              <a:cxnLst/>
              <a:rect l="l" t="t" r="r" b="b"/>
              <a:pathLst>
                <a:path w="17898" h="12167" extrusionOk="0">
                  <a:moveTo>
                    <a:pt x="14046" y="1213"/>
                  </a:moveTo>
                  <a:lnTo>
                    <a:pt x="16167" y="3292"/>
                  </a:lnTo>
                  <a:lnTo>
                    <a:pt x="8946" y="10455"/>
                  </a:lnTo>
                  <a:lnTo>
                    <a:pt x="1730" y="3292"/>
                  </a:lnTo>
                  <a:lnTo>
                    <a:pt x="3858" y="1213"/>
                  </a:lnTo>
                  <a:close/>
                  <a:moveTo>
                    <a:pt x="3359" y="0"/>
                  </a:moveTo>
                  <a:lnTo>
                    <a:pt x="1" y="3281"/>
                  </a:lnTo>
                  <a:lnTo>
                    <a:pt x="8946" y="12167"/>
                  </a:lnTo>
                  <a:lnTo>
                    <a:pt x="17897" y="3281"/>
                  </a:lnTo>
                  <a:lnTo>
                    <a:pt x="145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610" name="Google Shape;3610;p61"/>
          <p:cNvCxnSpPr/>
          <p:nvPr/>
        </p:nvCxnSpPr>
        <p:spPr>
          <a:xfrm>
            <a:off x="3214618" y="1438441"/>
            <a:ext cx="2714700" cy="0"/>
          </a:xfrm>
          <a:prstGeom prst="straightConnector1">
            <a:avLst/>
          </a:prstGeom>
          <a:noFill/>
          <a:ln w="19050" cap="flat" cmpd="sng">
            <a:solidFill>
              <a:schemeClr val="accent1"/>
            </a:solidFill>
            <a:prstDash val="solid"/>
            <a:round/>
            <a:headEnd type="none" w="med" len="med"/>
            <a:tailEnd type="none" w="med" len="med"/>
          </a:ln>
        </p:spPr>
      </p:cxn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01"/>
                                        </p:tgtEl>
                                        <p:attrNameLst>
                                          <p:attrName>style.visibility</p:attrName>
                                        </p:attrNameLst>
                                      </p:cBhvr>
                                      <p:to>
                                        <p:strVal val="visible"/>
                                      </p:to>
                                    </p:set>
                                    <p:anim calcmode="lin" valueType="num">
                                      <p:cBhvr additive="base">
                                        <p:cTn id="7" dur="500" fill="hold"/>
                                        <p:tgtEl>
                                          <p:spTgt spid="3601"/>
                                        </p:tgtEl>
                                        <p:attrNameLst>
                                          <p:attrName>ppt_x</p:attrName>
                                        </p:attrNameLst>
                                      </p:cBhvr>
                                      <p:tavLst>
                                        <p:tav tm="0">
                                          <p:val>
                                            <p:strVal val="#ppt_x"/>
                                          </p:val>
                                        </p:tav>
                                        <p:tav tm="100000">
                                          <p:val>
                                            <p:strVal val="#ppt_x"/>
                                          </p:val>
                                        </p:tav>
                                      </p:tavLst>
                                    </p:anim>
                                    <p:anim calcmode="lin" valueType="num">
                                      <p:cBhvr additive="base">
                                        <p:cTn id="8" dur="500" fill="hold"/>
                                        <p:tgtEl>
                                          <p:spTgt spid="360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02">
                                            <p:txEl>
                                              <p:pRg st="0" end="0"/>
                                            </p:txEl>
                                          </p:spTgt>
                                        </p:tgtEl>
                                        <p:attrNameLst>
                                          <p:attrName>style.visibility</p:attrName>
                                        </p:attrNameLst>
                                      </p:cBhvr>
                                      <p:to>
                                        <p:strVal val="visible"/>
                                      </p:to>
                                    </p:set>
                                    <p:anim calcmode="lin" valueType="num">
                                      <p:cBhvr additive="base">
                                        <p:cTn id="13" dur="500" fill="hold"/>
                                        <p:tgtEl>
                                          <p:spTgt spid="360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0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186E2E-692D-7787-666A-588A38DF8F57}"/>
              </a:ext>
            </a:extLst>
          </p:cNvPr>
          <p:cNvSpPr>
            <a:spLocks noGrp="1"/>
          </p:cNvSpPr>
          <p:nvPr>
            <p:ph type="body" idx="1"/>
          </p:nvPr>
        </p:nvSpPr>
        <p:spPr/>
        <p:txBody>
          <a:bodyPr/>
          <a:lstStyle/>
          <a:p>
            <a:pPr marL="139700" indent="0" algn="ctr">
              <a:buNone/>
            </a:pPr>
            <a:r>
              <a:rPr lang="en-US" sz="2500" dirty="0" err="1">
                <a:latin typeface="Times New Roman" panose="02020603050405020304" pitchFamily="18" charset="0"/>
                <a:ea typeface="Calibri" panose="020F0502020204030204" pitchFamily="34" charset="0"/>
                <a:cs typeface="Times New Roman" panose="02020603050405020304" pitchFamily="18" charset="0"/>
              </a:rPr>
              <a:t>P</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engertian</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wasathiyyah</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menurut</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terminologi</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Islam yang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bersandarkan</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kepada</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sumber-sumber</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otoritatifnya</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secara</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terperinci</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Al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Qardhawi</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mendefinisikannya</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sebagai</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sebuah</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sikap</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yang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mengandung</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pengertian</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keadilan</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sebagai</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konsekuensi</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diterimanya</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kesaksian</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seorang</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saksi</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effectLst/>
                <a:latin typeface="Times New Roman" panose="02020603050405020304" pitchFamily="18" charset="0"/>
                <a:ea typeface="Calibri" panose="020F0502020204030204" pitchFamily="34" charset="0"/>
                <a:cs typeface="Times New Roman" panose="02020603050405020304" pitchFamily="18" charset="0"/>
              </a:rPr>
              <a:t>berdasarkan</a:t>
            </a:r>
            <a:r>
              <a:rPr lang="en-US" sz="2500" dirty="0">
                <a:effectLst/>
                <a:latin typeface="Times New Roman" panose="02020603050405020304" pitchFamily="18" charset="0"/>
                <a:ea typeface="Calibri" panose="020F0502020204030204" pitchFamily="34" charset="0"/>
                <a:cs typeface="Times New Roman" panose="02020603050405020304" pitchFamily="18" charset="0"/>
              </a:rPr>
              <a:t> QS. Al-Baqarah [2]: 143. </a:t>
            </a:r>
            <a:endParaRPr lang="id-ID" sz="2500" dirty="0">
              <a:effectLst/>
              <a:latin typeface="Calibri" panose="020F0502020204030204" pitchFamily="34" charset="0"/>
              <a:ea typeface="Calibri" panose="020F0502020204030204" pitchFamily="34" charset="0"/>
              <a:cs typeface="Times New Roman" panose="02020603050405020304" pitchFamily="18" charset="0"/>
            </a:endParaRPr>
          </a:p>
          <a:p>
            <a:pPr marL="139700" indent="0" algn="ctr">
              <a:buNone/>
            </a:pPr>
            <a:endParaRPr lang="id-ID" sz="2500" dirty="0"/>
          </a:p>
        </p:txBody>
      </p:sp>
    </p:spTree>
    <p:extLst>
      <p:ext uri="{BB962C8B-B14F-4D97-AF65-F5344CB8AC3E}">
        <p14:creationId xmlns:p14="http://schemas.microsoft.com/office/powerpoint/2010/main" val="42937933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14"/>
        <p:cNvGrpSpPr/>
        <p:nvPr/>
      </p:nvGrpSpPr>
      <p:grpSpPr>
        <a:xfrm>
          <a:off x="0" y="0"/>
          <a:ext cx="0" cy="0"/>
          <a:chOff x="0" y="0"/>
          <a:chExt cx="0" cy="0"/>
        </a:xfrm>
      </p:grpSpPr>
      <p:sp>
        <p:nvSpPr>
          <p:cNvPr id="3615" name="Google Shape;3615;p62"/>
          <p:cNvSpPr txBox="1">
            <a:spLocks noGrp="1"/>
          </p:cNvSpPr>
          <p:nvPr>
            <p:ph type="title"/>
          </p:nvPr>
        </p:nvSpPr>
        <p:spPr>
          <a:xfrm>
            <a:off x="743650" y="709800"/>
            <a:ext cx="60435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dirty="0">
                <a:solidFill>
                  <a:schemeClr val="accent2"/>
                </a:solidFill>
              </a:rPr>
              <a:t>Artikulasi Rasa Kebertuhanan</a:t>
            </a:r>
            <a:endParaRPr sz="3000" dirty="0"/>
          </a:p>
        </p:txBody>
      </p:sp>
      <p:sp>
        <p:nvSpPr>
          <p:cNvPr id="3616" name="Google Shape;3616;p62"/>
          <p:cNvSpPr txBox="1">
            <a:spLocks noGrp="1"/>
          </p:cNvSpPr>
          <p:nvPr>
            <p:ph type="subTitle" idx="1"/>
          </p:nvPr>
        </p:nvSpPr>
        <p:spPr>
          <a:xfrm>
            <a:off x="457200" y="2090800"/>
            <a:ext cx="7569200" cy="1757300"/>
          </a:xfrm>
          <a:prstGeom prst="rect">
            <a:avLst/>
          </a:prstGeom>
        </p:spPr>
        <p:txBody>
          <a:bodyPr spcFirstLastPara="1" wrap="square" lIns="91425" tIns="91425" rIns="91425" bIns="91425" anchor="ctr" anchorCtr="0">
            <a:noAutofit/>
          </a:bodyPr>
          <a:lstStyle/>
          <a:p>
            <a:pPr marL="0" lvl="0" indent="0" algn="ctr"/>
            <a:r>
              <a:rPr lang="en-US" sz="2500" dirty="0"/>
              <a:t>Rasa </a:t>
            </a:r>
            <a:r>
              <a:rPr lang="en-US" sz="2500" dirty="0" err="1"/>
              <a:t>kebertuhanan</a:t>
            </a:r>
            <a:r>
              <a:rPr lang="en-US" sz="2500" dirty="0"/>
              <a:t> </a:t>
            </a:r>
            <a:r>
              <a:rPr lang="en-US" sz="2500" dirty="0" err="1"/>
              <a:t>adalah</a:t>
            </a:r>
            <a:r>
              <a:rPr lang="en-US" sz="2500" dirty="0"/>
              <a:t> </a:t>
            </a:r>
            <a:r>
              <a:rPr lang="en-US" sz="2500" dirty="0" err="1"/>
              <a:t>perasaan</a:t>
            </a:r>
            <a:r>
              <a:rPr lang="en-US" sz="2500" dirty="0"/>
              <a:t> </a:t>
            </a:r>
            <a:r>
              <a:rPr lang="en-US" sz="2500" dirty="0" err="1"/>
              <a:t>dalam</a:t>
            </a:r>
            <a:r>
              <a:rPr lang="en-US" sz="2500" dirty="0"/>
              <a:t> </a:t>
            </a:r>
            <a:r>
              <a:rPr lang="en-US" sz="2500" dirty="0" err="1"/>
              <a:t>diri</a:t>
            </a:r>
            <a:r>
              <a:rPr lang="en-US" sz="2500" dirty="0"/>
              <a:t> </a:t>
            </a:r>
            <a:r>
              <a:rPr lang="en-US" sz="2500" dirty="0" err="1"/>
              <a:t>seseorang</a:t>
            </a:r>
            <a:r>
              <a:rPr lang="en-US" sz="2500" dirty="0"/>
              <a:t> yang </a:t>
            </a:r>
            <a:r>
              <a:rPr lang="en-US" sz="2500" dirty="0" err="1"/>
              <a:t>menimbulkan</a:t>
            </a:r>
            <a:r>
              <a:rPr lang="en-US" sz="2500" dirty="0"/>
              <a:t> </a:t>
            </a:r>
            <a:r>
              <a:rPr lang="en-US" sz="2500" dirty="0" err="1"/>
              <a:t>keyakinan</a:t>
            </a:r>
            <a:r>
              <a:rPr lang="en-US" sz="2500" dirty="0"/>
              <a:t> </a:t>
            </a:r>
            <a:r>
              <a:rPr lang="en-US" sz="2500" dirty="0" err="1"/>
              <a:t>akan</a:t>
            </a:r>
            <a:r>
              <a:rPr lang="en-US" sz="2500" dirty="0"/>
              <a:t> </a:t>
            </a:r>
            <a:r>
              <a:rPr lang="en-US" sz="2500" dirty="0" err="1"/>
              <a:t>adanya</a:t>
            </a:r>
            <a:r>
              <a:rPr lang="en-US" sz="2500" dirty="0"/>
              <a:t> </a:t>
            </a:r>
            <a:r>
              <a:rPr lang="en-US" sz="2500" dirty="0" err="1"/>
              <a:t>sesuatu</a:t>
            </a:r>
            <a:r>
              <a:rPr lang="en-US" sz="2500" dirty="0"/>
              <a:t> yang </a:t>
            </a:r>
            <a:r>
              <a:rPr lang="en-US" sz="2500" dirty="0" err="1"/>
              <a:t>maha</a:t>
            </a:r>
            <a:r>
              <a:rPr lang="en-US" sz="2500" dirty="0"/>
              <a:t> </a:t>
            </a:r>
            <a:r>
              <a:rPr lang="en-US" sz="2500" dirty="0" err="1"/>
              <a:t>kuasa</a:t>
            </a:r>
            <a:r>
              <a:rPr lang="en-US" sz="2500" dirty="0"/>
              <a:t> </a:t>
            </a:r>
            <a:r>
              <a:rPr lang="en-US" sz="2500" dirty="0" err="1"/>
              <a:t>diluar</a:t>
            </a:r>
            <a:r>
              <a:rPr lang="en-US" sz="2500" dirty="0"/>
              <a:t> </a:t>
            </a:r>
            <a:r>
              <a:rPr lang="en-US" sz="2500" dirty="0" err="1"/>
              <a:t>dirinya</a:t>
            </a:r>
            <a:r>
              <a:rPr lang="en-US" sz="2500" dirty="0"/>
              <a:t> yang </a:t>
            </a:r>
            <a:r>
              <a:rPr lang="en-US" sz="2500" dirty="0" err="1"/>
              <a:t>menentukan</a:t>
            </a:r>
            <a:r>
              <a:rPr lang="en-US" sz="2500" dirty="0"/>
              <a:t> </a:t>
            </a:r>
            <a:r>
              <a:rPr lang="en-US" sz="2500" dirty="0" err="1"/>
              <a:t>segala</a:t>
            </a:r>
            <a:r>
              <a:rPr lang="en-US" sz="2500" dirty="0"/>
              <a:t> </a:t>
            </a:r>
            <a:r>
              <a:rPr lang="en-US" sz="2500" dirty="0" err="1"/>
              <a:t>nasib</a:t>
            </a:r>
            <a:r>
              <a:rPr lang="en-US" sz="2500" dirty="0"/>
              <a:t> yang </a:t>
            </a:r>
            <a:r>
              <a:rPr lang="en-US" sz="2500" dirty="0" err="1"/>
              <a:t>ada</a:t>
            </a:r>
            <a:r>
              <a:rPr lang="en-US" sz="2500" dirty="0"/>
              <a:t>, </a:t>
            </a:r>
            <a:r>
              <a:rPr lang="en-US" sz="2500" dirty="0" err="1"/>
              <a:t>dengan</a:t>
            </a:r>
            <a:r>
              <a:rPr lang="en-US" sz="2500" dirty="0"/>
              <a:t> rasa </a:t>
            </a:r>
            <a:r>
              <a:rPr lang="en-US" sz="2500" dirty="0" err="1"/>
              <a:t>kebertuhanan</a:t>
            </a:r>
            <a:r>
              <a:rPr lang="en-US" sz="2500" dirty="0"/>
              <a:t> </a:t>
            </a:r>
            <a:r>
              <a:rPr lang="en-US" sz="2500" dirty="0" err="1"/>
              <a:t>ini</a:t>
            </a:r>
            <a:r>
              <a:rPr lang="en-US" sz="2500" dirty="0"/>
              <a:t> </a:t>
            </a:r>
            <a:r>
              <a:rPr lang="en-US" sz="2500" dirty="0" err="1"/>
              <a:t>manusia</a:t>
            </a:r>
            <a:r>
              <a:rPr lang="en-US" sz="2500" dirty="0"/>
              <a:t> </a:t>
            </a:r>
            <a:r>
              <a:rPr lang="en-US" sz="2500" dirty="0" err="1"/>
              <a:t>menyakini</a:t>
            </a:r>
            <a:r>
              <a:rPr lang="en-US" sz="2500" dirty="0"/>
              <a:t> </a:t>
            </a:r>
            <a:r>
              <a:rPr lang="en-US" sz="2500" dirty="0" err="1"/>
              <a:t>akan</a:t>
            </a:r>
            <a:r>
              <a:rPr lang="en-US" sz="2500" dirty="0"/>
              <a:t> </a:t>
            </a:r>
            <a:r>
              <a:rPr lang="en-US" sz="2500" dirty="0" err="1"/>
              <a:t>adanya</a:t>
            </a:r>
            <a:r>
              <a:rPr lang="en-US" sz="2500" dirty="0"/>
              <a:t> </a:t>
            </a:r>
            <a:r>
              <a:rPr lang="en-US" sz="2500" dirty="0" err="1"/>
              <a:t>tuhan</a:t>
            </a:r>
            <a:r>
              <a:rPr lang="en-US" sz="2500" dirty="0"/>
              <a:t> </a:t>
            </a:r>
            <a:r>
              <a:rPr lang="en-US" sz="2500" dirty="0" err="1"/>
              <a:t>atau</a:t>
            </a:r>
            <a:r>
              <a:rPr lang="en-US" sz="2500" dirty="0"/>
              <a:t> </a:t>
            </a:r>
            <a:r>
              <a:rPr lang="en-US" sz="2500" dirty="0" err="1"/>
              <a:t>sesuatu</a:t>
            </a:r>
            <a:r>
              <a:rPr lang="en-US" sz="2500" dirty="0"/>
              <a:t> yang </a:t>
            </a:r>
            <a:r>
              <a:rPr lang="en-US" sz="2500" dirty="0" err="1"/>
              <a:t>dipertuhankan</a:t>
            </a:r>
            <a:r>
              <a:rPr lang="en-US" sz="2500" dirty="0"/>
              <a: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15"/>
                                        </p:tgtEl>
                                        <p:attrNameLst>
                                          <p:attrName>style.visibility</p:attrName>
                                        </p:attrNameLst>
                                      </p:cBhvr>
                                      <p:to>
                                        <p:strVal val="visible"/>
                                      </p:to>
                                    </p:set>
                                    <p:anim calcmode="lin" valueType="num">
                                      <p:cBhvr additive="base">
                                        <p:cTn id="7" dur="500" fill="hold"/>
                                        <p:tgtEl>
                                          <p:spTgt spid="3615"/>
                                        </p:tgtEl>
                                        <p:attrNameLst>
                                          <p:attrName>ppt_x</p:attrName>
                                        </p:attrNameLst>
                                      </p:cBhvr>
                                      <p:tavLst>
                                        <p:tav tm="0">
                                          <p:val>
                                            <p:strVal val="#ppt_x"/>
                                          </p:val>
                                        </p:tav>
                                        <p:tav tm="100000">
                                          <p:val>
                                            <p:strVal val="#ppt_x"/>
                                          </p:val>
                                        </p:tav>
                                      </p:tavLst>
                                    </p:anim>
                                    <p:anim calcmode="lin" valueType="num">
                                      <p:cBhvr additive="base">
                                        <p:cTn id="8" dur="500" fill="hold"/>
                                        <p:tgtEl>
                                          <p:spTgt spid="36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16">
                                            <p:txEl>
                                              <p:pRg st="0" end="0"/>
                                            </p:txEl>
                                          </p:spTgt>
                                        </p:tgtEl>
                                        <p:attrNameLst>
                                          <p:attrName>style.visibility</p:attrName>
                                        </p:attrNameLst>
                                      </p:cBhvr>
                                      <p:to>
                                        <p:strVal val="visible"/>
                                      </p:to>
                                    </p:set>
                                    <p:anim calcmode="lin" valueType="num">
                                      <p:cBhvr additive="base">
                                        <p:cTn id="13" dur="500" fill="hold"/>
                                        <p:tgtEl>
                                          <p:spTgt spid="361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5" grpId="0"/>
      <p:bldP spid="361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28"/>
        <p:cNvGrpSpPr/>
        <p:nvPr/>
      </p:nvGrpSpPr>
      <p:grpSpPr>
        <a:xfrm>
          <a:off x="0" y="0"/>
          <a:ext cx="0" cy="0"/>
          <a:chOff x="0" y="0"/>
          <a:chExt cx="0" cy="0"/>
        </a:xfrm>
      </p:grpSpPr>
      <p:sp>
        <p:nvSpPr>
          <p:cNvPr id="3630" name="Google Shape;3630;p64"/>
          <p:cNvSpPr txBox="1">
            <a:spLocks noGrp="1"/>
          </p:cNvSpPr>
          <p:nvPr>
            <p:ph type="title"/>
          </p:nvPr>
        </p:nvSpPr>
        <p:spPr>
          <a:xfrm>
            <a:off x="2188975" y="1687573"/>
            <a:ext cx="4794600" cy="47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Spiritualitas</a:t>
            </a:r>
            <a:endParaRPr dirty="0"/>
          </a:p>
        </p:txBody>
      </p:sp>
      <p:sp>
        <p:nvSpPr>
          <p:cNvPr id="3631" name="Google Shape;3631;p64"/>
          <p:cNvSpPr txBox="1">
            <a:spLocks noGrp="1"/>
          </p:cNvSpPr>
          <p:nvPr>
            <p:ph type="subTitle" idx="1"/>
          </p:nvPr>
        </p:nvSpPr>
        <p:spPr>
          <a:xfrm>
            <a:off x="1995324" y="2581775"/>
            <a:ext cx="5662775" cy="1309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US" sz="2500" dirty="0" err="1">
                <a:effectLst/>
                <a:latin typeface="Times New Roman" panose="02020603050405020304" pitchFamily="18" charset="0"/>
                <a:ea typeface="Calibri" panose="020F0502020204030204" pitchFamily="34" charset="0"/>
              </a:rPr>
              <a:t>Spiritualitas</a:t>
            </a:r>
            <a:r>
              <a:rPr lang="en-US" sz="2500" dirty="0">
                <a:effectLst/>
                <a:latin typeface="Times New Roman" panose="02020603050405020304" pitchFamily="18" charset="0"/>
                <a:ea typeface="Calibri" panose="020F0502020204030204" pitchFamily="34" charset="0"/>
              </a:rPr>
              <a:t> </a:t>
            </a:r>
            <a:r>
              <a:rPr lang="en-US" sz="2500" dirty="0" err="1">
                <a:effectLst/>
                <a:latin typeface="Times New Roman" panose="02020603050405020304" pitchFamily="18" charset="0"/>
                <a:ea typeface="Calibri" panose="020F0502020204030204" pitchFamily="34" charset="0"/>
              </a:rPr>
              <a:t>adalah</a:t>
            </a:r>
            <a:r>
              <a:rPr lang="en-US" sz="2500" dirty="0">
                <a:effectLst/>
                <a:latin typeface="Times New Roman" panose="02020603050405020304" pitchFamily="18" charset="0"/>
                <a:ea typeface="Calibri" panose="020F0502020204030204" pitchFamily="34" charset="0"/>
              </a:rPr>
              <a:t> </a:t>
            </a:r>
            <a:r>
              <a:rPr lang="en-US" sz="2500" dirty="0" err="1">
                <a:effectLst/>
                <a:latin typeface="Times New Roman" panose="02020603050405020304" pitchFamily="18" charset="0"/>
                <a:ea typeface="Calibri" panose="020F0502020204030204" pitchFamily="34" charset="0"/>
              </a:rPr>
              <a:t>hubungannya</a:t>
            </a:r>
            <a:r>
              <a:rPr lang="en-US" sz="2500" dirty="0">
                <a:effectLst/>
                <a:latin typeface="Times New Roman" panose="02020603050405020304" pitchFamily="18" charset="0"/>
                <a:ea typeface="Calibri" panose="020F0502020204030204" pitchFamily="34" charset="0"/>
              </a:rPr>
              <a:t> </a:t>
            </a:r>
            <a:r>
              <a:rPr lang="en-US" sz="2500" dirty="0" err="1">
                <a:effectLst/>
                <a:latin typeface="Times New Roman" panose="02020603050405020304" pitchFamily="18" charset="0"/>
                <a:ea typeface="Calibri" panose="020F0502020204030204" pitchFamily="34" charset="0"/>
              </a:rPr>
              <a:t>dengan</a:t>
            </a:r>
            <a:r>
              <a:rPr lang="en-US" sz="2500" dirty="0">
                <a:effectLst/>
                <a:latin typeface="Times New Roman" panose="02020603050405020304" pitchFamily="18" charset="0"/>
                <a:ea typeface="Calibri" panose="020F0502020204030204" pitchFamily="34" charset="0"/>
              </a:rPr>
              <a:t> Yang </a:t>
            </a:r>
            <a:r>
              <a:rPr lang="en-US" sz="2500" dirty="0" err="1">
                <a:effectLst/>
                <a:latin typeface="Times New Roman" panose="02020603050405020304" pitchFamily="18" charset="0"/>
                <a:ea typeface="Calibri" panose="020F0502020204030204" pitchFamily="34" charset="0"/>
              </a:rPr>
              <a:t>Maha</a:t>
            </a:r>
            <a:r>
              <a:rPr lang="en-US" sz="2500" dirty="0">
                <a:effectLst/>
                <a:latin typeface="Times New Roman" panose="02020603050405020304" pitchFamily="18" charset="0"/>
                <a:ea typeface="Calibri" panose="020F0502020204030204" pitchFamily="34" charset="0"/>
              </a:rPr>
              <a:t> Kuasa dan </a:t>
            </a:r>
            <a:r>
              <a:rPr lang="en-US" sz="2500" dirty="0" err="1">
                <a:effectLst/>
                <a:latin typeface="Times New Roman" panose="02020603050405020304" pitchFamily="18" charset="0"/>
                <a:ea typeface="Calibri" panose="020F0502020204030204" pitchFamily="34" charset="0"/>
              </a:rPr>
              <a:t>Maha</a:t>
            </a:r>
            <a:r>
              <a:rPr lang="en-US" sz="2500" dirty="0">
                <a:effectLst/>
                <a:latin typeface="Times New Roman" panose="02020603050405020304" pitchFamily="18" charset="0"/>
                <a:ea typeface="Calibri" panose="020F0502020204030204" pitchFamily="34" charset="0"/>
              </a:rPr>
              <a:t> </a:t>
            </a:r>
            <a:r>
              <a:rPr lang="en-US" sz="2500" dirty="0" err="1">
                <a:effectLst/>
                <a:latin typeface="Times New Roman" panose="02020603050405020304" pitchFamily="18" charset="0"/>
                <a:ea typeface="Calibri" panose="020F0502020204030204" pitchFamily="34" charset="0"/>
              </a:rPr>
              <a:t>pencipta</a:t>
            </a:r>
            <a:r>
              <a:rPr lang="en-US" sz="2500" dirty="0">
                <a:effectLst/>
                <a:latin typeface="Times New Roman" panose="02020603050405020304" pitchFamily="18" charset="0"/>
                <a:ea typeface="Calibri" panose="020F0502020204030204" pitchFamily="34" charset="0"/>
              </a:rPr>
              <a:t>, </a:t>
            </a:r>
            <a:r>
              <a:rPr lang="en-US" sz="2500" dirty="0" err="1">
                <a:effectLst/>
                <a:latin typeface="Times New Roman" panose="02020603050405020304" pitchFamily="18" charset="0"/>
                <a:ea typeface="Calibri" panose="020F0502020204030204" pitchFamily="34" charset="0"/>
              </a:rPr>
              <a:t>tergantung</a:t>
            </a:r>
            <a:r>
              <a:rPr lang="en-US" sz="2500" dirty="0">
                <a:effectLst/>
                <a:latin typeface="Times New Roman" panose="02020603050405020304" pitchFamily="18" charset="0"/>
                <a:ea typeface="Calibri" panose="020F0502020204030204" pitchFamily="34" charset="0"/>
              </a:rPr>
              <a:t> </a:t>
            </a:r>
            <a:r>
              <a:rPr lang="en-US" sz="2500" dirty="0" err="1">
                <a:effectLst/>
                <a:latin typeface="Times New Roman" panose="02020603050405020304" pitchFamily="18" charset="0"/>
                <a:ea typeface="Calibri" panose="020F0502020204030204" pitchFamily="34" charset="0"/>
              </a:rPr>
              <a:t>dengan</a:t>
            </a:r>
            <a:r>
              <a:rPr lang="en-US" sz="2500" dirty="0">
                <a:effectLst/>
                <a:latin typeface="Times New Roman" panose="02020603050405020304" pitchFamily="18" charset="0"/>
                <a:ea typeface="Calibri" panose="020F0502020204030204" pitchFamily="34" charset="0"/>
              </a:rPr>
              <a:t> </a:t>
            </a:r>
            <a:r>
              <a:rPr lang="en-US" sz="2500" dirty="0" err="1">
                <a:effectLst/>
                <a:latin typeface="Times New Roman" panose="02020603050405020304" pitchFamily="18" charset="0"/>
                <a:ea typeface="Calibri" panose="020F0502020204030204" pitchFamily="34" charset="0"/>
              </a:rPr>
              <a:t>kepercayaan</a:t>
            </a:r>
            <a:r>
              <a:rPr lang="en-US" sz="2500" dirty="0">
                <a:effectLst/>
                <a:latin typeface="Times New Roman" panose="02020603050405020304" pitchFamily="18" charset="0"/>
                <a:ea typeface="Calibri" panose="020F0502020204030204" pitchFamily="34" charset="0"/>
              </a:rPr>
              <a:t> yang </a:t>
            </a:r>
            <a:r>
              <a:rPr lang="en-US" sz="2500" dirty="0" err="1">
                <a:effectLst/>
                <a:latin typeface="Times New Roman" panose="02020603050405020304" pitchFamily="18" charset="0"/>
                <a:ea typeface="Calibri" panose="020F0502020204030204" pitchFamily="34" charset="0"/>
              </a:rPr>
              <a:t>dianut</a:t>
            </a:r>
            <a:r>
              <a:rPr lang="en-US" sz="2500" dirty="0">
                <a:effectLst/>
                <a:latin typeface="Times New Roman" panose="02020603050405020304" pitchFamily="18" charset="0"/>
                <a:ea typeface="Calibri" panose="020F0502020204030204" pitchFamily="34" charset="0"/>
              </a:rPr>
              <a:t> oleh </a:t>
            </a:r>
            <a:r>
              <a:rPr lang="en-US" sz="2500" dirty="0" err="1">
                <a:effectLst/>
                <a:latin typeface="Times New Roman" panose="02020603050405020304" pitchFamily="18" charset="0"/>
                <a:ea typeface="Calibri" panose="020F0502020204030204" pitchFamily="34" charset="0"/>
              </a:rPr>
              <a:t>individu</a:t>
            </a:r>
            <a:r>
              <a:rPr lang="en-US" sz="2500" dirty="0">
                <a:effectLst/>
                <a:latin typeface="Times New Roman" panose="02020603050405020304" pitchFamily="18" charset="0"/>
                <a:ea typeface="Calibri" panose="020F0502020204030204" pitchFamily="34" charset="0"/>
              </a:rPr>
              <a:t>.</a:t>
            </a:r>
            <a:endParaRPr sz="2500" dirty="0"/>
          </a:p>
        </p:txBody>
      </p:sp>
      <p:cxnSp>
        <p:nvCxnSpPr>
          <p:cNvPr id="3632" name="Google Shape;3632;p64"/>
          <p:cNvCxnSpPr/>
          <p:nvPr/>
        </p:nvCxnSpPr>
        <p:spPr>
          <a:xfrm>
            <a:off x="2943175" y="2301229"/>
            <a:ext cx="3286200" cy="0"/>
          </a:xfrm>
          <a:prstGeom prst="straightConnector1">
            <a:avLst/>
          </a:prstGeom>
          <a:noFill/>
          <a:ln w="19050" cap="flat" cmpd="sng">
            <a:solidFill>
              <a:schemeClr val="accent1"/>
            </a:solidFill>
            <a:prstDash val="solid"/>
            <a:round/>
            <a:headEnd type="none" w="med" len="med"/>
            <a:tailEnd type="none" w="med" len="med"/>
          </a:ln>
        </p:spPr>
      </p:cxn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630"/>
                                        </p:tgtEl>
                                        <p:attrNameLst>
                                          <p:attrName>style.visibility</p:attrName>
                                        </p:attrNameLst>
                                      </p:cBhvr>
                                      <p:to>
                                        <p:strVal val="visible"/>
                                      </p:to>
                                    </p:set>
                                    <p:animEffect transition="in" filter="barn(inVertical)">
                                      <p:cBhvr>
                                        <p:cTn id="7" dur="500"/>
                                        <p:tgtEl>
                                          <p:spTgt spid="363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31">
                                            <p:txEl>
                                              <p:pRg st="0" end="0"/>
                                            </p:txEl>
                                          </p:spTgt>
                                        </p:tgtEl>
                                        <p:attrNameLst>
                                          <p:attrName>style.visibility</p:attrName>
                                        </p:attrNameLst>
                                      </p:cBhvr>
                                      <p:to>
                                        <p:strVal val="visible"/>
                                      </p:to>
                                    </p:set>
                                    <p:anim calcmode="lin" valueType="num">
                                      <p:cBhvr additive="base">
                                        <p:cTn id="12" dur="500" fill="hold"/>
                                        <p:tgtEl>
                                          <p:spTgt spid="363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6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7A73-DDAF-F1F1-4E4A-03AE2B706269}"/>
              </a:ext>
            </a:extLst>
          </p:cNvPr>
          <p:cNvSpPr>
            <a:spLocks noGrp="1"/>
          </p:cNvSpPr>
          <p:nvPr>
            <p:ph type="title"/>
          </p:nvPr>
        </p:nvSpPr>
        <p:spPr>
          <a:xfrm>
            <a:off x="710856" y="574626"/>
            <a:ext cx="6960960" cy="572700"/>
          </a:xfrm>
        </p:spPr>
        <p:txBody>
          <a:bodyPr/>
          <a:lstStyle/>
          <a:p>
            <a:pPr algn="ctr"/>
            <a:r>
              <a:rPr lang="en-US" sz="3000" b="1" dirty="0" err="1">
                <a:solidFill>
                  <a:schemeClr val="accent2"/>
                </a:solidFill>
                <a:effectLst/>
                <a:latin typeface="Times New Roman" panose="02020603050405020304" pitchFamily="18" charset="0"/>
                <a:ea typeface="Calibri" panose="020F0502020204030204" pitchFamily="34" charset="0"/>
              </a:rPr>
              <a:t>Ketauhidan</a:t>
            </a:r>
            <a:r>
              <a:rPr lang="en-US" sz="3000" b="1" dirty="0">
                <a:solidFill>
                  <a:schemeClr val="accent2"/>
                </a:solidFill>
                <a:effectLst/>
                <a:latin typeface="Times New Roman" panose="02020603050405020304" pitchFamily="18" charset="0"/>
                <a:ea typeface="Calibri" panose="020F0502020204030204" pitchFamily="34" charset="0"/>
              </a:rPr>
              <a:t> Dan </a:t>
            </a:r>
            <a:r>
              <a:rPr lang="en-US" sz="3000" b="1" dirty="0" err="1">
                <a:solidFill>
                  <a:schemeClr val="accent2"/>
                </a:solidFill>
                <a:effectLst/>
                <a:latin typeface="Times New Roman" panose="02020603050405020304" pitchFamily="18" charset="0"/>
                <a:ea typeface="Calibri" panose="020F0502020204030204" pitchFamily="34" charset="0"/>
              </a:rPr>
              <a:t>Penerapan</a:t>
            </a:r>
            <a:r>
              <a:rPr lang="en-US" sz="3000" b="1" dirty="0">
                <a:solidFill>
                  <a:schemeClr val="accent2"/>
                </a:solidFill>
                <a:effectLst/>
                <a:latin typeface="Times New Roman" panose="02020603050405020304" pitchFamily="18" charset="0"/>
                <a:ea typeface="Calibri" panose="020F0502020204030204" pitchFamily="34" charset="0"/>
              </a:rPr>
              <a:t> </a:t>
            </a:r>
            <a:r>
              <a:rPr lang="en-US" sz="3000" b="1" dirty="0" err="1">
                <a:solidFill>
                  <a:schemeClr val="accent2"/>
                </a:solidFill>
                <a:effectLst/>
                <a:latin typeface="Times New Roman" panose="02020603050405020304" pitchFamily="18" charset="0"/>
                <a:ea typeface="Calibri" panose="020F0502020204030204" pitchFamily="34" charset="0"/>
              </a:rPr>
              <a:t>Dalam</a:t>
            </a:r>
            <a:r>
              <a:rPr lang="en-US" sz="3000" b="1" dirty="0">
                <a:solidFill>
                  <a:schemeClr val="accent2"/>
                </a:solidFill>
                <a:effectLst/>
                <a:latin typeface="Times New Roman" panose="02020603050405020304" pitchFamily="18" charset="0"/>
                <a:ea typeface="Calibri" panose="020F0502020204030204" pitchFamily="34" charset="0"/>
              </a:rPr>
              <a:t> </a:t>
            </a:r>
            <a:r>
              <a:rPr lang="en-US" sz="3000" b="1" dirty="0" err="1">
                <a:solidFill>
                  <a:schemeClr val="accent2"/>
                </a:solidFill>
                <a:effectLst/>
                <a:latin typeface="Times New Roman" panose="02020603050405020304" pitchFamily="18" charset="0"/>
                <a:ea typeface="Calibri" panose="020F0502020204030204" pitchFamily="34" charset="0"/>
              </a:rPr>
              <a:t>Kehidupan</a:t>
            </a:r>
            <a:endParaRPr lang="id-ID" sz="3000" dirty="0"/>
          </a:p>
        </p:txBody>
      </p:sp>
      <p:sp>
        <p:nvSpPr>
          <p:cNvPr id="3" name="Text Placeholder 2">
            <a:extLst>
              <a:ext uri="{FF2B5EF4-FFF2-40B4-BE49-F238E27FC236}">
                <a16:creationId xmlns:a16="http://schemas.microsoft.com/office/drawing/2014/main" id="{1C923A00-57ED-D88B-0F45-23504983400D}"/>
              </a:ext>
            </a:extLst>
          </p:cNvPr>
          <p:cNvSpPr>
            <a:spLocks noGrp="1"/>
          </p:cNvSpPr>
          <p:nvPr>
            <p:ph type="body" idx="1"/>
          </p:nvPr>
        </p:nvSpPr>
        <p:spPr>
          <a:xfrm>
            <a:off x="720000" y="1472183"/>
            <a:ext cx="7704000" cy="2840659"/>
          </a:xfrm>
        </p:spPr>
        <p:txBody>
          <a:bodyPr/>
          <a:lstStyle/>
          <a:p>
            <a:pPr marL="139700" indent="0" algn="ctr">
              <a:buNone/>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Pada zaman modern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ini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banyak</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krisis</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yang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harus</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dihadapi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manusia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salah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satunya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yaitu</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krisis</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iman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Krisis</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iman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terjadi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karena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kurangnya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nutrisi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rohani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dan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kurang</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nya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fungsi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tauhid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dalam</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kehidupan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sehari-hari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manusia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saat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ini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Kebanyakan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manusia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hanya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mementingkan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kepentingan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dunia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dibandingkan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kepentingan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akhirat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Sehingga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yang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terealisasi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hanyalah</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sifat-sifat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manusia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yang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berbau</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duniawi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seperti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hedonisme</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fashionisme</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kepuasaan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hawa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nafsu</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dan lain-lain. </a:t>
            </a:r>
          </a:p>
          <a:p>
            <a:pPr marL="139700" indent="0" algn="ctr">
              <a:buNone/>
            </a:pPr>
            <a:endParaRPr lang="id-ID" sz="2200" b="1" dirty="0"/>
          </a:p>
        </p:txBody>
      </p:sp>
    </p:spTree>
    <p:extLst>
      <p:ext uri="{BB962C8B-B14F-4D97-AF65-F5344CB8AC3E}">
        <p14:creationId xmlns:p14="http://schemas.microsoft.com/office/powerpoint/2010/main" val="6073446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D9DDD3-1320-2AA7-816C-7EA3BA3CDF16}"/>
              </a:ext>
            </a:extLst>
          </p:cNvPr>
          <p:cNvSpPr>
            <a:spLocks noGrp="1"/>
          </p:cNvSpPr>
          <p:nvPr>
            <p:ph type="body" idx="1"/>
          </p:nvPr>
        </p:nvSpPr>
        <p:spPr>
          <a:xfrm>
            <a:off x="729144" y="722707"/>
            <a:ext cx="7509600" cy="3416400"/>
          </a:xfrm>
        </p:spPr>
        <p:txBody>
          <a:bodyPr/>
          <a:lstStyle/>
          <a:p>
            <a:pPr marL="139700" indent="0" algn="ctr">
              <a:buNone/>
            </a:pPr>
            <a:r>
              <a:rPr lang="id-ID" sz="2200" i="0" dirty="0">
                <a:effectLst/>
                <a:latin typeface="Source Sans Pro" panose="020B0503030403020204" pitchFamily="34" charset="0"/>
              </a:rPr>
              <a:t>Tauhid merupakan inti dan dasar dari seluruh tata nilai dan norma Islam, sehingga Islam dikenal sebagai agama tauhid yaitu agama yang mengesakan Tuhan. Dalam ajaran Islam tauhid itu berarti keyakinan akan keesaan Allah. Sebagaimana firman Allah </a:t>
            </a:r>
            <a:r>
              <a:rPr lang="id-ID" sz="2200" i="0" dirty="0" err="1">
                <a:effectLst/>
                <a:latin typeface="Source Sans Pro" panose="020B0503030403020204" pitchFamily="34" charset="0"/>
              </a:rPr>
              <a:t>Swt</a:t>
            </a:r>
            <a:r>
              <a:rPr lang="id-ID" sz="2200" i="0" dirty="0">
                <a:effectLst/>
                <a:latin typeface="Source Sans Pro" panose="020B0503030403020204" pitchFamily="34" charset="0"/>
              </a:rPr>
              <a:t> dalam QS. </a:t>
            </a:r>
            <a:r>
              <a:rPr lang="id-ID" sz="2200" i="0" dirty="0" err="1">
                <a:effectLst/>
                <a:latin typeface="Source Sans Pro" panose="020B0503030403020204" pitchFamily="34" charset="0"/>
              </a:rPr>
              <a:t>al</a:t>
            </a:r>
            <a:r>
              <a:rPr lang="id-ID" sz="2200" i="0" dirty="0">
                <a:effectLst/>
                <a:latin typeface="Source Sans Pro" panose="020B0503030403020204" pitchFamily="34" charset="0"/>
              </a:rPr>
              <a:t>-Baqarah :163</a:t>
            </a:r>
            <a:br>
              <a:rPr lang="id-ID" sz="2200" dirty="0"/>
            </a:br>
            <a:endParaRPr lang="en-US" sz="2200" dirty="0"/>
          </a:p>
          <a:p>
            <a:pPr marL="139700" indent="0" algn="ctr">
              <a:buNone/>
            </a:pPr>
            <a:r>
              <a:rPr lang="id-ID" sz="2200" i="0" dirty="0">
                <a:effectLst/>
                <a:latin typeface="Source Sans Pro" panose="020B0503030403020204" pitchFamily="34" charset="0"/>
              </a:rPr>
              <a:t>"Dan Tuhanmu adalah Tuhan Yang Maha Esa; tidak ada Tuhan melainkan Dia Yang Maha Pemurah lagi Maha Penyayang."</a:t>
            </a:r>
            <a:br>
              <a:rPr lang="id-ID" sz="2200" dirty="0"/>
            </a:br>
            <a:endParaRPr lang="id-ID" sz="2200" dirty="0"/>
          </a:p>
        </p:txBody>
      </p:sp>
    </p:spTree>
    <p:extLst>
      <p:ext uri="{BB962C8B-B14F-4D97-AF65-F5344CB8AC3E}">
        <p14:creationId xmlns:p14="http://schemas.microsoft.com/office/powerpoint/2010/main" val="155680443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D9DDD3-1320-2AA7-816C-7EA3BA3CDF16}"/>
              </a:ext>
            </a:extLst>
          </p:cNvPr>
          <p:cNvSpPr>
            <a:spLocks noGrp="1"/>
          </p:cNvSpPr>
          <p:nvPr>
            <p:ph type="body" idx="1"/>
          </p:nvPr>
        </p:nvSpPr>
        <p:spPr>
          <a:xfrm>
            <a:off x="729144" y="722707"/>
            <a:ext cx="7509600" cy="3416400"/>
          </a:xfrm>
        </p:spPr>
        <p:txBody>
          <a:bodyPr/>
          <a:lstStyle/>
          <a:p>
            <a:pPr marL="139700" indent="0" algn="ctr">
              <a:buNone/>
            </a:pPr>
            <a:endParaRPr lang="en-US" sz="2000" dirty="0"/>
          </a:p>
          <a:p>
            <a:pPr marL="139700" indent="0" algn="ctr">
              <a:buNone/>
            </a:pPr>
            <a:endParaRPr lang="en-US" sz="2000" dirty="0"/>
          </a:p>
          <a:p>
            <a:pPr marL="139700" indent="0" algn="ctr">
              <a:buNone/>
            </a:pPr>
            <a:r>
              <a:rPr lang="id-ID" sz="2000" dirty="0"/>
              <a:t>Menurut A. Hanafi. Tauhid ialah percaya tentang wujud Tuhan Yang Maha Esa, yang tidak ada sekutu bagi-Nya, baik zat, sifat, maupun perbuatan-Nya; Yang mengutus utusan untuk memberi petunjuk kepada alam dan umat manusia kepada jalan kebaikan; yang meminta pertanggungjawaban seseorang di akhirat.</a:t>
            </a:r>
            <a:br>
              <a:rPr lang="id-ID" sz="2000" dirty="0"/>
            </a:br>
            <a:endParaRPr lang="id-ID" sz="2000" dirty="0"/>
          </a:p>
        </p:txBody>
      </p:sp>
    </p:spTree>
    <p:extLst>
      <p:ext uri="{BB962C8B-B14F-4D97-AF65-F5344CB8AC3E}">
        <p14:creationId xmlns:p14="http://schemas.microsoft.com/office/powerpoint/2010/main" val="145851793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D9DDD3-1320-2AA7-816C-7EA3BA3CDF16}"/>
              </a:ext>
            </a:extLst>
          </p:cNvPr>
          <p:cNvSpPr>
            <a:spLocks noGrp="1"/>
          </p:cNvSpPr>
          <p:nvPr>
            <p:ph type="body" idx="1"/>
          </p:nvPr>
        </p:nvSpPr>
        <p:spPr>
          <a:xfrm>
            <a:off x="729144" y="722707"/>
            <a:ext cx="7509600" cy="3416400"/>
          </a:xfrm>
        </p:spPr>
        <p:txBody>
          <a:bodyPr/>
          <a:lstStyle/>
          <a:p>
            <a:pPr marL="139700" indent="0" algn="ctr">
              <a:buNone/>
            </a:pPr>
            <a:endParaRPr lang="en-US" sz="1800" dirty="0">
              <a:latin typeface="Times New Roman" panose="02020603050405020304" pitchFamily="18" charset="0"/>
              <a:cs typeface="Times New Roman" panose="02020603050405020304" pitchFamily="18" charset="0"/>
            </a:endParaRPr>
          </a:p>
          <a:p>
            <a:pPr marL="139700" indent="0" algn="ctr">
              <a:buNone/>
            </a:pPr>
            <a:endParaRPr lang="en-US" sz="1800" dirty="0">
              <a:latin typeface="Times New Roman" panose="02020603050405020304" pitchFamily="18" charset="0"/>
              <a:cs typeface="Times New Roman" panose="02020603050405020304" pitchFamily="18" charset="0"/>
            </a:endParaRPr>
          </a:p>
          <a:p>
            <a:pPr marL="139700" indent="0" algn="ctr">
              <a:buNone/>
            </a:pP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Tujuan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Islam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adalah</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mengarahkan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perubahan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itu</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agar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tidak</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tergelincir</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dari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jalan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lurus</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kenabian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dan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jalan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keadilan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Orang Islam yang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tidak</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manusiawi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tidak</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berbuat</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baik</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dengan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sesama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manusia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melakukan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kejahatan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kekerasan</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terhadap</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sesama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manusia</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bukanlah</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orang yang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bertauhid</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2200" dirty="0"/>
          </a:p>
          <a:p>
            <a:pPr marL="139700" indent="0" algn="ctr">
              <a:buNone/>
            </a:pPr>
            <a:endParaRPr lang="id-ID" dirty="0"/>
          </a:p>
        </p:txBody>
      </p:sp>
    </p:spTree>
    <p:extLst>
      <p:ext uri="{BB962C8B-B14F-4D97-AF65-F5344CB8AC3E}">
        <p14:creationId xmlns:p14="http://schemas.microsoft.com/office/powerpoint/2010/main" val="27813449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28"/>
        <p:cNvGrpSpPr/>
        <p:nvPr/>
      </p:nvGrpSpPr>
      <p:grpSpPr>
        <a:xfrm>
          <a:off x="0" y="0"/>
          <a:ext cx="0" cy="0"/>
          <a:chOff x="0" y="0"/>
          <a:chExt cx="0" cy="0"/>
        </a:xfrm>
      </p:grpSpPr>
      <p:sp>
        <p:nvSpPr>
          <p:cNvPr id="3630" name="Google Shape;3630;p64"/>
          <p:cNvSpPr txBox="1">
            <a:spLocks noGrp="1"/>
          </p:cNvSpPr>
          <p:nvPr>
            <p:ph type="title"/>
          </p:nvPr>
        </p:nvSpPr>
        <p:spPr>
          <a:xfrm>
            <a:off x="1440879" y="1782934"/>
            <a:ext cx="6290791" cy="47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t>QS Al - Maidah ayat 48</a:t>
            </a:r>
            <a:endParaRPr sz="3200" dirty="0"/>
          </a:p>
        </p:txBody>
      </p:sp>
      <p:sp>
        <p:nvSpPr>
          <p:cNvPr id="3631" name="Google Shape;3631;p64"/>
          <p:cNvSpPr txBox="1">
            <a:spLocks noGrp="1"/>
          </p:cNvSpPr>
          <p:nvPr>
            <p:ph type="subTitle" idx="1"/>
          </p:nvPr>
        </p:nvSpPr>
        <p:spPr>
          <a:xfrm>
            <a:off x="1995324" y="2581775"/>
            <a:ext cx="5662775" cy="1309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US" sz="2500" dirty="0"/>
              <a:t>“Dan kami </a:t>
            </a:r>
            <a:r>
              <a:rPr lang="en-US" sz="2500" dirty="0" err="1"/>
              <a:t>telah</a:t>
            </a:r>
            <a:r>
              <a:rPr lang="en-US" sz="2500" dirty="0"/>
              <a:t> </a:t>
            </a:r>
            <a:r>
              <a:rPr lang="en-US" sz="2500" dirty="0" err="1"/>
              <a:t>turunkan</a:t>
            </a:r>
            <a:r>
              <a:rPr lang="en-US" sz="2500" dirty="0"/>
              <a:t> </a:t>
            </a:r>
            <a:r>
              <a:rPr lang="en-US" sz="2500" dirty="0" err="1"/>
              <a:t>kepadamu</a:t>
            </a:r>
            <a:r>
              <a:rPr lang="en-US" sz="2500" dirty="0"/>
              <a:t> Al-Qur’an </a:t>
            </a:r>
            <a:r>
              <a:rPr lang="en-US" sz="2500" dirty="0" err="1"/>
              <a:t>dengan</a:t>
            </a:r>
            <a:r>
              <a:rPr lang="en-US" sz="2500" dirty="0"/>
              <a:t> </a:t>
            </a:r>
            <a:r>
              <a:rPr lang="en-US" sz="2500" dirty="0" err="1"/>
              <a:t>membawa</a:t>
            </a:r>
            <a:r>
              <a:rPr lang="en-US" sz="2500" dirty="0"/>
              <a:t> </a:t>
            </a:r>
            <a:r>
              <a:rPr lang="en-US" sz="2500" dirty="0" err="1"/>
              <a:t>kebenaran</a:t>
            </a:r>
            <a:r>
              <a:rPr lang="en-US" sz="2500" dirty="0"/>
              <a:t>”</a:t>
            </a:r>
            <a:endParaRPr sz="2500" dirty="0"/>
          </a:p>
        </p:txBody>
      </p:sp>
      <p:cxnSp>
        <p:nvCxnSpPr>
          <p:cNvPr id="3632" name="Google Shape;3632;p64"/>
          <p:cNvCxnSpPr/>
          <p:nvPr/>
        </p:nvCxnSpPr>
        <p:spPr>
          <a:xfrm>
            <a:off x="2943175" y="2301229"/>
            <a:ext cx="3286200" cy="0"/>
          </a:xfrm>
          <a:prstGeom prst="straightConnector1">
            <a:avLst/>
          </a:prstGeom>
          <a:noFill/>
          <a:ln w="19050"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15707167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630"/>
                                        </p:tgtEl>
                                        <p:attrNameLst>
                                          <p:attrName>style.visibility</p:attrName>
                                        </p:attrNameLst>
                                      </p:cBhvr>
                                      <p:to>
                                        <p:strVal val="visible"/>
                                      </p:to>
                                    </p:set>
                                    <p:animEffect transition="in" filter="barn(inVertical)">
                                      <p:cBhvr>
                                        <p:cTn id="7" dur="500"/>
                                        <p:tgtEl>
                                          <p:spTgt spid="363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31">
                                            <p:txEl>
                                              <p:pRg st="0" end="0"/>
                                            </p:txEl>
                                          </p:spTgt>
                                        </p:tgtEl>
                                        <p:attrNameLst>
                                          <p:attrName>style.visibility</p:attrName>
                                        </p:attrNameLst>
                                      </p:cBhvr>
                                      <p:to>
                                        <p:strVal val="visible"/>
                                      </p:to>
                                    </p:set>
                                    <p:anim calcmode="lin" valueType="num">
                                      <p:cBhvr additive="base">
                                        <p:cTn id="12" dur="500" fill="hold"/>
                                        <p:tgtEl>
                                          <p:spTgt spid="363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6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98"/>
        <p:cNvGrpSpPr/>
        <p:nvPr/>
      </p:nvGrpSpPr>
      <p:grpSpPr>
        <a:xfrm>
          <a:off x="0" y="0"/>
          <a:ext cx="0" cy="0"/>
          <a:chOff x="0" y="0"/>
          <a:chExt cx="0" cy="0"/>
        </a:xfrm>
      </p:grpSpPr>
      <p:sp>
        <p:nvSpPr>
          <p:cNvPr id="3899" name="Google Shape;3899;p76"/>
          <p:cNvSpPr txBox="1">
            <a:spLocks noGrp="1"/>
          </p:cNvSpPr>
          <p:nvPr>
            <p:ph type="title"/>
          </p:nvPr>
        </p:nvSpPr>
        <p:spPr>
          <a:xfrm>
            <a:off x="3269650" y="1258625"/>
            <a:ext cx="5161800" cy="254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2"/>
                </a:solidFill>
              </a:rPr>
              <a:t>Syukron</a:t>
            </a:r>
            <a:br>
              <a:rPr lang="en" dirty="0"/>
            </a:br>
            <a:r>
              <a:rPr lang="en" dirty="0"/>
              <a:t>Lakum</a:t>
            </a:r>
            <a:endParaRPr b="0" dirty="0"/>
          </a:p>
        </p:txBody>
      </p:sp>
      <p:cxnSp>
        <p:nvCxnSpPr>
          <p:cNvPr id="3900" name="Google Shape;3900;p76"/>
          <p:cNvCxnSpPr/>
          <p:nvPr/>
        </p:nvCxnSpPr>
        <p:spPr>
          <a:xfrm>
            <a:off x="4440100" y="3884875"/>
            <a:ext cx="2820900" cy="0"/>
          </a:xfrm>
          <a:prstGeom prst="straightConnector1">
            <a:avLst/>
          </a:prstGeom>
          <a:noFill/>
          <a:ln w="19050" cap="flat" cmpd="sng">
            <a:solidFill>
              <a:schemeClr val="accent1"/>
            </a:solidFill>
            <a:prstDash val="solid"/>
            <a:round/>
            <a:headEnd type="none" w="med" len="med"/>
            <a:tailEnd type="none" w="med" len="med"/>
          </a:ln>
        </p:spPr>
      </p:cxn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9"/>
                                        </p:tgtEl>
                                        <p:attrNameLst>
                                          <p:attrName>style.visibility</p:attrName>
                                        </p:attrNameLst>
                                      </p:cBhvr>
                                      <p:to>
                                        <p:strVal val="visible"/>
                                      </p:to>
                                    </p:set>
                                    <p:anim calcmode="lin" valueType="num">
                                      <p:cBhvr additive="base">
                                        <p:cTn id="7" dur="500" fill="hold"/>
                                        <p:tgtEl>
                                          <p:spTgt spid="3899"/>
                                        </p:tgtEl>
                                        <p:attrNameLst>
                                          <p:attrName>ppt_x</p:attrName>
                                        </p:attrNameLst>
                                      </p:cBhvr>
                                      <p:tavLst>
                                        <p:tav tm="0">
                                          <p:val>
                                            <p:strVal val="#ppt_x"/>
                                          </p:val>
                                        </p:tav>
                                        <p:tav tm="100000">
                                          <p:val>
                                            <p:strVal val="#ppt_x"/>
                                          </p:val>
                                        </p:tav>
                                      </p:tavLst>
                                    </p:anim>
                                    <p:anim calcmode="lin" valueType="num">
                                      <p:cBhvr additive="base">
                                        <p:cTn id="8" dur="500" fill="hold"/>
                                        <p:tgtEl>
                                          <p:spTgt spid="3899"/>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900"/>
                                        </p:tgtEl>
                                        <p:attrNameLst>
                                          <p:attrName>style.visibility</p:attrName>
                                        </p:attrNameLst>
                                      </p:cBhvr>
                                      <p:to>
                                        <p:strVal val="visible"/>
                                      </p:to>
                                    </p:set>
                                    <p:animEffect transition="in" filter="fade">
                                      <p:cBhvr>
                                        <p:cTn id="11" dur="1000"/>
                                        <p:tgtEl>
                                          <p:spTgt spid="3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9" grpId="0"/>
    </p:bldLst>
  </p:timing>
</p:sld>
</file>

<file path=ppt/theme/theme1.xml><?xml version="1.0" encoding="utf-8"?>
<a:theme xmlns:a="http://schemas.openxmlformats.org/drawingml/2006/main" name="Islamic History Thesis XL by Slidesgo">
  <a:themeElements>
    <a:clrScheme name="Simple Light">
      <a:dk1>
        <a:srgbClr val="191919"/>
      </a:dk1>
      <a:lt1>
        <a:srgbClr val="FFFFFF"/>
      </a:lt1>
      <a:dk2>
        <a:srgbClr val="419CA9"/>
      </a:dk2>
      <a:lt2>
        <a:srgbClr val="EBE9E5"/>
      </a:lt2>
      <a:accent1>
        <a:srgbClr val="90775D"/>
      </a:accent1>
      <a:accent2>
        <a:srgbClr val="11516D"/>
      </a:accent2>
      <a:accent3>
        <a:srgbClr val="CCCAC7"/>
      </a:accent3>
      <a:accent4>
        <a:srgbClr val="FFFFFF"/>
      </a:accent4>
      <a:accent5>
        <a:srgbClr val="FFFFFF"/>
      </a:accent5>
      <a:accent6>
        <a:srgbClr val="FFFFFF"/>
      </a:accent6>
      <a:hlink>
        <a:srgbClr val="90775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528</Words>
  <Application>Microsoft Office PowerPoint</Application>
  <PresentationFormat>On-screen Show (16:9)</PresentationFormat>
  <Paragraphs>48</Paragraphs>
  <Slides>14</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Philosopher</vt:lpstr>
      <vt:lpstr>Source Sans Pro</vt:lpstr>
      <vt:lpstr>Arial</vt:lpstr>
      <vt:lpstr>Manrope</vt:lpstr>
      <vt:lpstr>Times New Roman</vt:lpstr>
      <vt:lpstr>Calibri</vt:lpstr>
      <vt:lpstr>Islamic History Thesis XL by Slidesgo</vt:lpstr>
      <vt:lpstr>KONSEP TENTANG TUHAN, MANUSIA DAN AGAMA DALAM MEMBANGUN HARMONI</vt:lpstr>
      <vt:lpstr>01</vt:lpstr>
      <vt:lpstr>PowerPoint Presentation</vt:lpstr>
      <vt:lpstr>Faktor Nasab</vt:lpstr>
      <vt:lpstr>Moderalitas Teologi Islam</vt:lpstr>
      <vt:lpstr>PowerPoint Presentation</vt:lpstr>
      <vt:lpstr>Artikulasi Rasa Kebertuhanan</vt:lpstr>
      <vt:lpstr>Spiritualitas</vt:lpstr>
      <vt:lpstr>Ketauhidan Dan Penerapan Dalam Kehidupan</vt:lpstr>
      <vt:lpstr>PowerPoint Presentation</vt:lpstr>
      <vt:lpstr>PowerPoint Presentation</vt:lpstr>
      <vt:lpstr>PowerPoint Presentation</vt:lpstr>
      <vt:lpstr>QS Al - Maidah ayat 48</vt:lpstr>
      <vt:lpstr>Syukron Lakum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KONSEP TENTANG TUHAN, MANUSIA DAN AGAMA DALAM MEMBANGUN HARMONI</dc:title>
  <dc:creator>Silfiana DN</dc:creator>
  <cp:lastModifiedBy>SILFIANA DWI NABIILAH</cp:lastModifiedBy>
  <cp:revision>3</cp:revision>
  <dcterms:modified xsi:type="dcterms:W3CDTF">2023-01-31T05:23:08Z</dcterms:modified>
</cp:coreProperties>
</file>