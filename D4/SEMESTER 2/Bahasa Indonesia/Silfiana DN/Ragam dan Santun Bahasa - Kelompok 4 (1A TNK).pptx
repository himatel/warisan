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2" r:id="rId1"/>
  </p:sldMasterIdLst>
  <p:notesMasterIdLst>
    <p:notesMasterId r:id="rId19"/>
  </p:notesMasterIdLst>
  <p:sldIdLst>
    <p:sldId id="256" r:id="rId2"/>
    <p:sldId id="260" r:id="rId3"/>
    <p:sldId id="259" r:id="rId4"/>
    <p:sldId id="343" r:id="rId5"/>
    <p:sldId id="272" r:id="rId6"/>
    <p:sldId id="257" r:id="rId7"/>
    <p:sldId id="344" r:id="rId8"/>
    <p:sldId id="261" r:id="rId9"/>
    <p:sldId id="258" r:id="rId10"/>
    <p:sldId id="268" r:id="rId11"/>
    <p:sldId id="269" r:id="rId12"/>
    <p:sldId id="345" r:id="rId13"/>
    <p:sldId id="346" r:id="rId14"/>
    <p:sldId id="347" r:id="rId15"/>
    <p:sldId id="348" r:id="rId16"/>
    <p:sldId id="282" r:id="rId17"/>
    <p:sldId id="284" r:id="rId18"/>
  </p:sldIdLst>
  <p:sldSz cx="9144000" cy="5143500" type="screen16x9"/>
  <p:notesSz cx="6858000" cy="9144000"/>
  <p:embeddedFontLst>
    <p:embeddedFont>
      <p:font typeface="Anaheim" panose="020B0604020202020204" charset="0"/>
      <p:regular r:id="rId20"/>
    </p:embeddedFont>
    <p:embeddedFont>
      <p:font typeface="Aref Ruqaa" panose="02000503000000000000" pitchFamily="2" charset="-78"/>
      <p:regular r:id="rId21"/>
      <p:bold r:id="rId22"/>
    </p:embeddedFont>
    <p:embeddedFont>
      <p:font typeface="Calibri" panose="020F0502020204030204" pitchFamily="34" charset="0"/>
      <p:regular r:id="rId23"/>
      <p:bold r:id="rId24"/>
      <p:italic r:id="rId25"/>
      <p:boldItalic r:id="rId26"/>
    </p:embeddedFont>
    <p:embeddedFont>
      <p:font typeface="Nunito" pitchFamily="2" charset="0"/>
      <p:regular r:id="rId27"/>
      <p:bold r:id="rId28"/>
      <p:italic r:id="rId29"/>
      <p:boldItalic r:id="rId30"/>
    </p:embeddedFont>
    <p:embeddedFont>
      <p:font typeface="Poppins" panose="000005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3F9A393-96B0-4DD1-8F04-65E4DA3A38A2}">
  <a:tblStyle styleId="{93F9A393-96B0-4DD1-8F04-65E4DA3A38A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988" y="5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11367cc8b6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 name="Google Shape;771;g11367cc8b6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111ec488bb4_0_3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111ec488bb4_0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1814999b115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5" name="Google Shape;805;g1814999b115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111ec488bb4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2" name="Google Shape;1022;g111ec488bb4_0_5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18142ebd1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2" name="Google Shape;782;g18142ebd1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18142ebd1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2" name="Google Shape;782;g18142ebd1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8354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1814999b11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1814999b11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111ec488bb4_0_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1" name="Google Shape;791;g111ec488bb4_0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1814999b115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1814999b115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111ec488bb4_0_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111ec488bb4_0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111ec488bb4_0_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111ec488bb4_0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3435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111ec488bb4_0_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111ec488bb4_0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3600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111ec488bb4_0_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111ec488bb4_0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7598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111ec488bb4_0_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111ec488bb4_0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4266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g111ec488bb4_0_5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6" name="Google Shape;1166;g111ec488bb4_0_5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3"/>
        <p:cNvGrpSpPr/>
        <p:nvPr/>
      </p:nvGrpSpPr>
      <p:grpSpPr>
        <a:xfrm>
          <a:off x="0" y="0"/>
          <a:ext cx="0" cy="0"/>
          <a:chOff x="0" y="0"/>
          <a:chExt cx="0" cy="0"/>
        </a:xfrm>
      </p:grpSpPr>
      <p:sp>
        <p:nvSpPr>
          <p:cNvPr id="1194" name="Google Shape;1194;g111ec488bb4_0_5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5" name="Google Shape;1195;g111ec488bb4_0_5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grpSp>
        <p:nvGrpSpPr>
          <p:cNvPr id="9" name="Google Shape;9;p2"/>
          <p:cNvGrpSpPr/>
          <p:nvPr/>
        </p:nvGrpSpPr>
        <p:grpSpPr>
          <a:xfrm>
            <a:off x="136300" y="139550"/>
            <a:ext cx="8810700" cy="4880400"/>
            <a:chOff x="136300" y="139550"/>
            <a:chExt cx="8810700" cy="4880400"/>
          </a:xfrm>
        </p:grpSpPr>
        <p:sp>
          <p:nvSpPr>
            <p:cNvPr id="10" name="Google Shape;10;p2"/>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12;p2"/>
          <p:cNvSpPr txBox="1">
            <a:spLocks noGrp="1"/>
          </p:cNvSpPr>
          <p:nvPr>
            <p:ph type="ctrTitle"/>
          </p:nvPr>
        </p:nvSpPr>
        <p:spPr>
          <a:xfrm>
            <a:off x="713225" y="1199375"/>
            <a:ext cx="5253300" cy="22095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None/>
              <a:defRPr sz="5000">
                <a:latin typeface="Aref Ruqaa"/>
                <a:ea typeface="Aref Ruqaa"/>
                <a:cs typeface="Aref Ruqaa"/>
                <a:sym typeface="Aref Ruqaa"/>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3" name="Google Shape;13;p2"/>
          <p:cNvSpPr txBox="1">
            <a:spLocks noGrp="1"/>
          </p:cNvSpPr>
          <p:nvPr>
            <p:ph type="subTitle" idx="1"/>
          </p:nvPr>
        </p:nvSpPr>
        <p:spPr>
          <a:xfrm>
            <a:off x="713225" y="3672025"/>
            <a:ext cx="3930000" cy="47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sz="1600">
                <a:solidFill>
                  <a:schemeClr val="dk1"/>
                </a:solidFill>
                <a:latin typeface="Nunito"/>
                <a:ea typeface="Nunito"/>
                <a:cs typeface="Nunito"/>
                <a:sym typeface="Nunito"/>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pic>
        <p:nvPicPr>
          <p:cNvPr id="14" name="Google Shape;14;p2"/>
          <p:cNvPicPr preferRelativeResize="0"/>
          <p:nvPr/>
        </p:nvPicPr>
        <p:blipFill rotWithShape="1">
          <a:blip r:embed="rId3">
            <a:alphaModFix/>
          </a:blip>
          <a:srcRect l="357" r="347"/>
          <a:stretch/>
        </p:blipFill>
        <p:spPr>
          <a:xfrm>
            <a:off x="-107572" y="0"/>
            <a:ext cx="1258449" cy="902450"/>
          </a:xfrm>
          <a:prstGeom prst="rect">
            <a:avLst/>
          </a:prstGeom>
          <a:noFill/>
          <a:ln>
            <a:noFill/>
          </a:ln>
        </p:spPr>
      </p:pic>
      <p:pic>
        <p:nvPicPr>
          <p:cNvPr id="15" name="Google Shape;15;p2"/>
          <p:cNvPicPr preferRelativeResize="0"/>
          <p:nvPr/>
        </p:nvPicPr>
        <p:blipFill rotWithShape="1">
          <a:blip r:embed="rId3">
            <a:alphaModFix/>
          </a:blip>
          <a:srcRect l="347" r="357"/>
          <a:stretch/>
        </p:blipFill>
        <p:spPr>
          <a:xfrm rot="10800000" flipH="1">
            <a:off x="-25675" y="4353479"/>
            <a:ext cx="1094649" cy="784950"/>
          </a:xfrm>
          <a:prstGeom prst="rect">
            <a:avLst/>
          </a:prstGeom>
          <a:noFill/>
          <a:ln>
            <a:noFill/>
          </a:ln>
        </p:spPr>
      </p:pic>
      <p:pic>
        <p:nvPicPr>
          <p:cNvPr id="16" name="Google Shape;16;p2"/>
          <p:cNvPicPr preferRelativeResize="0"/>
          <p:nvPr/>
        </p:nvPicPr>
        <p:blipFill rotWithShape="1">
          <a:blip r:embed="rId4">
            <a:alphaModFix/>
          </a:blip>
          <a:srcRect t="670" b="680"/>
          <a:stretch/>
        </p:blipFill>
        <p:spPr>
          <a:xfrm rot="5905218">
            <a:off x="8379814" y="4287419"/>
            <a:ext cx="665172" cy="910663"/>
          </a:xfrm>
          <a:prstGeom prst="rect">
            <a:avLst/>
          </a:prstGeom>
          <a:noFill/>
          <a:ln>
            <a:noFill/>
          </a:ln>
        </p:spPr>
      </p:pic>
      <p:pic>
        <p:nvPicPr>
          <p:cNvPr id="17" name="Google Shape;17;p2"/>
          <p:cNvPicPr preferRelativeResize="0"/>
          <p:nvPr/>
        </p:nvPicPr>
        <p:blipFill>
          <a:blip r:embed="rId5">
            <a:alphaModFix/>
          </a:blip>
          <a:stretch>
            <a:fillRect/>
          </a:stretch>
        </p:blipFill>
        <p:spPr>
          <a:xfrm>
            <a:off x="5597625" y="1133850"/>
            <a:ext cx="4447150" cy="44471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4"/>
          <p:cNvSpPr txBox="1">
            <a:spLocks noGrp="1"/>
          </p:cNvSpPr>
          <p:nvPr>
            <p:ph type="body" idx="1"/>
          </p:nvPr>
        </p:nvSpPr>
        <p:spPr>
          <a:xfrm>
            <a:off x="713225" y="1268938"/>
            <a:ext cx="7717500" cy="403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AutoNum type="arabicPeriod"/>
              <a:defRPr sz="1200"/>
            </a:lvl1pPr>
            <a:lvl2pPr marL="914400" lvl="1" indent="-304800">
              <a:spcBef>
                <a:spcPts val="0"/>
              </a:spcBef>
              <a:spcAft>
                <a:spcPts val="0"/>
              </a:spcAft>
              <a:buSzPts val="1200"/>
              <a:buAutoNum type="alphaLcPeriod"/>
              <a:defRPr sz="1200"/>
            </a:lvl2pPr>
            <a:lvl3pPr marL="1371600" lvl="2" indent="-304800">
              <a:spcBef>
                <a:spcPts val="0"/>
              </a:spcBef>
              <a:spcAft>
                <a:spcPts val="0"/>
              </a:spcAft>
              <a:buSzPts val="1200"/>
              <a:buAutoNum type="romanLcPeriod"/>
              <a:defRPr sz="1200"/>
            </a:lvl3pPr>
            <a:lvl4pPr marL="1828800" lvl="3" indent="-304800">
              <a:spcBef>
                <a:spcPts val="0"/>
              </a:spcBef>
              <a:spcAft>
                <a:spcPts val="0"/>
              </a:spcAft>
              <a:buSzPts val="1200"/>
              <a:buAutoNum type="arabicPeriod"/>
              <a:defRPr sz="1200"/>
            </a:lvl4pPr>
            <a:lvl5pPr marL="2286000" lvl="4" indent="-304800">
              <a:spcBef>
                <a:spcPts val="0"/>
              </a:spcBef>
              <a:spcAft>
                <a:spcPts val="0"/>
              </a:spcAft>
              <a:buSzPts val="1200"/>
              <a:buAutoNum type="alphaLcPeriod"/>
              <a:defRPr sz="1200"/>
            </a:lvl5pPr>
            <a:lvl6pPr marL="2743200" lvl="5" indent="-304800">
              <a:spcBef>
                <a:spcPts val="0"/>
              </a:spcBef>
              <a:spcAft>
                <a:spcPts val="0"/>
              </a:spcAft>
              <a:buSzPts val="1200"/>
              <a:buAutoNum type="romanLcPeriod"/>
              <a:defRPr sz="1200"/>
            </a:lvl6pPr>
            <a:lvl7pPr marL="3200400" lvl="6" indent="-304800">
              <a:spcBef>
                <a:spcPts val="0"/>
              </a:spcBef>
              <a:spcAft>
                <a:spcPts val="0"/>
              </a:spcAft>
              <a:buSzPts val="1200"/>
              <a:buAutoNum type="arabicPeriod"/>
              <a:defRPr sz="1200"/>
            </a:lvl7pPr>
            <a:lvl8pPr marL="3657600" lvl="7" indent="-304800">
              <a:spcBef>
                <a:spcPts val="0"/>
              </a:spcBef>
              <a:spcAft>
                <a:spcPts val="0"/>
              </a:spcAft>
              <a:buSzPts val="1200"/>
              <a:buAutoNum type="alphaLcPeriod"/>
              <a:defRPr sz="1200"/>
            </a:lvl8pPr>
            <a:lvl9pPr marL="4114800" lvl="8" indent="-304800">
              <a:spcBef>
                <a:spcPts val="0"/>
              </a:spcBef>
              <a:spcAft>
                <a:spcPts val="0"/>
              </a:spcAft>
              <a:buSzPts val="1200"/>
              <a:buAutoNum type="romanLcPeriod"/>
              <a:defRPr sz="1200"/>
            </a:lvl9pPr>
          </a:lstStyle>
          <a:p>
            <a:endParaRPr/>
          </a:p>
        </p:txBody>
      </p:sp>
      <p:grpSp>
        <p:nvGrpSpPr>
          <p:cNvPr id="28" name="Google Shape;28;p4"/>
          <p:cNvGrpSpPr/>
          <p:nvPr/>
        </p:nvGrpSpPr>
        <p:grpSpPr>
          <a:xfrm>
            <a:off x="136300" y="139550"/>
            <a:ext cx="8810700" cy="4880400"/>
            <a:chOff x="136300" y="139550"/>
            <a:chExt cx="8810700" cy="4880400"/>
          </a:xfrm>
        </p:grpSpPr>
        <p:sp>
          <p:nvSpPr>
            <p:cNvPr id="29" name="Google Shape;29;p4"/>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1" name="Google Shape;31;p4"/>
          <p:cNvPicPr preferRelativeResize="0"/>
          <p:nvPr/>
        </p:nvPicPr>
        <p:blipFill rotWithShape="1">
          <a:blip r:embed="rId2">
            <a:alphaModFix/>
          </a:blip>
          <a:srcRect t="670" b="670"/>
          <a:stretch/>
        </p:blipFill>
        <p:spPr>
          <a:xfrm rot="-4894761">
            <a:off x="32042" y="4284009"/>
            <a:ext cx="671791" cy="919761"/>
          </a:xfrm>
          <a:prstGeom prst="rect">
            <a:avLst/>
          </a:prstGeom>
          <a:noFill/>
          <a:ln>
            <a:noFill/>
          </a:ln>
        </p:spPr>
      </p:pic>
      <p:pic>
        <p:nvPicPr>
          <p:cNvPr id="32" name="Google Shape;32;p4"/>
          <p:cNvPicPr preferRelativeResize="0"/>
          <p:nvPr/>
        </p:nvPicPr>
        <p:blipFill rotWithShape="1">
          <a:blip r:embed="rId2">
            <a:alphaModFix/>
          </a:blip>
          <a:srcRect t="670" b="670"/>
          <a:stretch/>
        </p:blipFill>
        <p:spPr>
          <a:xfrm rot="5905227">
            <a:off x="8309343" y="23960"/>
            <a:ext cx="753114" cy="10310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grpSp>
        <p:nvGrpSpPr>
          <p:cNvPr id="45" name="Google Shape;45;p6"/>
          <p:cNvGrpSpPr/>
          <p:nvPr/>
        </p:nvGrpSpPr>
        <p:grpSpPr>
          <a:xfrm>
            <a:off x="136300" y="139550"/>
            <a:ext cx="8810700" cy="4880400"/>
            <a:chOff x="136300" y="139550"/>
            <a:chExt cx="8810700" cy="4880400"/>
          </a:xfrm>
        </p:grpSpPr>
        <p:sp>
          <p:nvSpPr>
            <p:cNvPr id="46" name="Google Shape;46;p6"/>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Google Shape;48;p6"/>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pic>
        <p:nvPicPr>
          <p:cNvPr id="49" name="Google Shape;49;p6"/>
          <p:cNvPicPr preferRelativeResize="0"/>
          <p:nvPr/>
        </p:nvPicPr>
        <p:blipFill rotWithShape="1">
          <a:blip r:embed="rId2">
            <a:alphaModFix/>
          </a:blip>
          <a:srcRect l="357" r="347"/>
          <a:stretch/>
        </p:blipFill>
        <p:spPr>
          <a:xfrm rot="10800000">
            <a:off x="2" y="4172149"/>
            <a:ext cx="1344700" cy="964300"/>
          </a:xfrm>
          <a:prstGeom prst="rect">
            <a:avLst/>
          </a:prstGeom>
          <a:noFill/>
          <a:ln>
            <a:noFill/>
          </a:ln>
        </p:spPr>
      </p:pic>
      <p:pic>
        <p:nvPicPr>
          <p:cNvPr id="50" name="Google Shape;50;p6"/>
          <p:cNvPicPr preferRelativeResize="0"/>
          <p:nvPr/>
        </p:nvPicPr>
        <p:blipFill rotWithShape="1">
          <a:blip r:embed="rId2">
            <a:alphaModFix/>
          </a:blip>
          <a:srcRect l="357" r="347"/>
          <a:stretch/>
        </p:blipFill>
        <p:spPr>
          <a:xfrm>
            <a:off x="7778864" y="-1"/>
            <a:ext cx="1344700" cy="964301"/>
          </a:xfrm>
          <a:prstGeom prst="rect">
            <a:avLst/>
          </a:prstGeom>
          <a:noFill/>
          <a:ln>
            <a:noFill/>
          </a:ln>
        </p:spPr>
      </p:pic>
      <p:pic>
        <p:nvPicPr>
          <p:cNvPr id="51" name="Google Shape;51;p6"/>
          <p:cNvPicPr preferRelativeResize="0"/>
          <p:nvPr/>
        </p:nvPicPr>
        <p:blipFill>
          <a:blip r:embed="rId3">
            <a:alphaModFix/>
          </a:blip>
          <a:stretch>
            <a:fillRect/>
          </a:stretch>
        </p:blipFill>
        <p:spPr>
          <a:xfrm>
            <a:off x="3099925" y="267125"/>
            <a:ext cx="5779900" cy="5779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9"/>
        <p:cNvGrpSpPr/>
        <p:nvPr/>
      </p:nvGrpSpPr>
      <p:grpSpPr>
        <a:xfrm>
          <a:off x="0" y="0"/>
          <a:ext cx="0" cy="0"/>
          <a:chOff x="0" y="0"/>
          <a:chExt cx="0" cy="0"/>
        </a:xfrm>
      </p:grpSpPr>
      <p:pic>
        <p:nvPicPr>
          <p:cNvPr id="80" name="Google Shape;80;p9"/>
          <p:cNvPicPr preferRelativeResize="0"/>
          <p:nvPr/>
        </p:nvPicPr>
        <p:blipFill>
          <a:blip r:embed="rId2">
            <a:alphaModFix/>
          </a:blip>
          <a:stretch>
            <a:fillRect/>
          </a:stretch>
        </p:blipFill>
        <p:spPr>
          <a:xfrm rot="-6727200">
            <a:off x="3957362" y="-192587"/>
            <a:ext cx="5642825" cy="5642825"/>
          </a:xfrm>
          <a:prstGeom prst="rect">
            <a:avLst/>
          </a:prstGeom>
          <a:noFill/>
          <a:ln>
            <a:noFill/>
          </a:ln>
        </p:spPr>
      </p:pic>
      <p:grpSp>
        <p:nvGrpSpPr>
          <p:cNvPr id="81" name="Google Shape;81;p9"/>
          <p:cNvGrpSpPr/>
          <p:nvPr/>
        </p:nvGrpSpPr>
        <p:grpSpPr>
          <a:xfrm>
            <a:off x="136300" y="139550"/>
            <a:ext cx="8810700" cy="4880400"/>
            <a:chOff x="136300" y="139550"/>
            <a:chExt cx="8810700" cy="4880400"/>
          </a:xfrm>
        </p:grpSpPr>
        <p:sp>
          <p:nvSpPr>
            <p:cNvPr id="82" name="Google Shape;82;p9"/>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9"/>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9"/>
          <p:cNvSpPr txBox="1">
            <a:spLocks noGrp="1"/>
          </p:cNvSpPr>
          <p:nvPr>
            <p:ph type="title"/>
          </p:nvPr>
        </p:nvSpPr>
        <p:spPr>
          <a:xfrm>
            <a:off x="713225" y="1171429"/>
            <a:ext cx="4045200" cy="1927500"/>
          </a:xfrm>
          <a:prstGeom prst="rect">
            <a:avLst/>
          </a:prstGeom>
        </p:spPr>
        <p:txBody>
          <a:bodyPr spcFirstLastPara="1" wrap="square" lIns="91425" tIns="91425" rIns="91425" bIns="91425" anchor="b" anchorCtr="0">
            <a:noAutofit/>
          </a:bodyPr>
          <a:lstStyle>
            <a:lvl1pPr lvl="0" algn="r">
              <a:spcBef>
                <a:spcPts val="0"/>
              </a:spcBef>
              <a:spcAft>
                <a:spcPts val="0"/>
              </a:spcAft>
              <a:buSzPts val="4200"/>
              <a:buNone/>
              <a:defRPr sz="38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5" name="Google Shape;85;p9"/>
          <p:cNvSpPr txBox="1">
            <a:spLocks noGrp="1"/>
          </p:cNvSpPr>
          <p:nvPr>
            <p:ph type="subTitle" idx="1"/>
          </p:nvPr>
        </p:nvSpPr>
        <p:spPr>
          <a:xfrm>
            <a:off x="713225" y="3098925"/>
            <a:ext cx="4045200" cy="9873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pic>
        <p:nvPicPr>
          <p:cNvPr id="86" name="Google Shape;86;p9"/>
          <p:cNvPicPr preferRelativeResize="0"/>
          <p:nvPr/>
        </p:nvPicPr>
        <p:blipFill rotWithShape="1">
          <a:blip r:embed="rId3">
            <a:alphaModFix/>
          </a:blip>
          <a:srcRect t="670" b="680"/>
          <a:stretch/>
        </p:blipFill>
        <p:spPr>
          <a:xfrm rot="5905218">
            <a:off x="8597314" y="2173494"/>
            <a:ext cx="665172" cy="910663"/>
          </a:xfrm>
          <a:prstGeom prst="rect">
            <a:avLst/>
          </a:prstGeom>
          <a:noFill/>
          <a:ln>
            <a:noFill/>
          </a:ln>
        </p:spPr>
      </p:pic>
      <p:pic>
        <p:nvPicPr>
          <p:cNvPr id="87" name="Google Shape;87;p9"/>
          <p:cNvPicPr preferRelativeResize="0"/>
          <p:nvPr/>
        </p:nvPicPr>
        <p:blipFill rotWithShape="1">
          <a:blip r:embed="rId3">
            <a:alphaModFix/>
          </a:blip>
          <a:srcRect t="670" b="680"/>
          <a:stretch/>
        </p:blipFill>
        <p:spPr>
          <a:xfrm rot="-5905218" flipH="1">
            <a:off x="166539" y="4233294"/>
            <a:ext cx="665172" cy="910663"/>
          </a:xfrm>
          <a:prstGeom prst="rect">
            <a:avLst/>
          </a:prstGeom>
          <a:noFill/>
          <a:ln>
            <a:noFill/>
          </a:ln>
        </p:spPr>
      </p:pic>
      <p:pic>
        <p:nvPicPr>
          <p:cNvPr id="88" name="Google Shape;88;p9"/>
          <p:cNvPicPr preferRelativeResize="0"/>
          <p:nvPr/>
        </p:nvPicPr>
        <p:blipFill rotWithShape="1">
          <a:blip r:embed="rId3">
            <a:alphaModFix/>
          </a:blip>
          <a:srcRect t="670" b="680"/>
          <a:stretch/>
        </p:blipFill>
        <p:spPr>
          <a:xfrm rot="-4894782">
            <a:off x="209589" y="-59656"/>
            <a:ext cx="665172" cy="91066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9"/>
        <p:cNvGrpSpPr/>
        <p:nvPr/>
      </p:nvGrpSpPr>
      <p:grpSpPr>
        <a:xfrm>
          <a:off x="0" y="0"/>
          <a:ext cx="0" cy="0"/>
          <a:chOff x="0" y="0"/>
          <a:chExt cx="0" cy="0"/>
        </a:xfrm>
      </p:grpSpPr>
      <p:sp>
        <p:nvSpPr>
          <p:cNvPr id="90" name="Google Shape;90;p10"/>
          <p:cNvSpPr txBox="1">
            <a:spLocks noGrp="1"/>
          </p:cNvSpPr>
          <p:nvPr>
            <p:ph type="body" idx="1"/>
          </p:nvPr>
        </p:nvSpPr>
        <p:spPr>
          <a:xfrm>
            <a:off x="742825" y="744350"/>
            <a:ext cx="3756900" cy="1213200"/>
          </a:xfrm>
          <a:prstGeom prst="rect">
            <a:avLst/>
          </a:prstGeom>
        </p:spPr>
        <p:txBody>
          <a:bodyPr spcFirstLastPara="1" wrap="square" lIns="91425" tIns="91425" rIns="91425" bIns="91425" anchor="ctr" anchorCtr="0">
            <a:noAutofit/>
          </a:bodyPr>
          <a:lstStyle>
            <a:lvl1pPr marL="457200" lvl="0" indent="-228600" algn="ctr">
              <a:lnSpc>
                <a:spcPct val="100000"/>
              </a:lnSpc>
              <a:spcBef>
                <a:spcPts val="0"/>
              </a:spcBef>
              <a:spcAft>
                <a:spcPts val="0"/>
              </a:spcAft>
              <a:buSzPts val="1400"/>
              <a:buNone/>
              <a:defRPr sz="3000">
                <a:latin typeface="Aref Ruqaa"/>
                <a:ea typeface="Aref Ruqaa"/>
                <a:cs typeface="Aref Ruqaa"/>
                <a:sym typeface="Aref Ruqaa"/>
              </a:defRPr>
            </a:lvl1pPr>
          </a:lstStyle>
          <a:p>
            <a:endParaRPr/>
          </a:p>
        </p:txBody>
      </p:sp>
      <p:grpSp>
        <p:nvGrpSpPr>
          <p:cNvPr id="91" name="Google Shape;91;p10"/>
          <p:cNvGrpSpPr/>
          <p:nvPr/>
        </p:nvGrpSpPr>
        <p:grpSpPr>
          <a:xfrm>
            <a:off x="136300" y="139550"/>
            <a:ext cx="8810700" cy="4880400"/>
            <a:chOff x="136300" y="139550"/>
            <a:chExt cx="8810700" cy="4880400"/>
          </a:xfrm>
        </p:grpSpPr>
        <p:sp>
          <p:nvSpPr>
            <p:cNvPr id="92" name="Google Shape;92;p10"/>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0"/>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0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_1">
    <p:spTree>
      <p:nvGrpSpPr>
        <p:cNvPr id="1" name="Shape 104"/>
        <p:cNvGrpSpPr/>
        <p:nvPr/>
      </p:nvGrpSpPr>
      <p:grpSpPr>
        <a:xfrm>
          <a:off x="0" y="0"/>
          <a:ext cx="0" cy="0"/>
          <a:chOff x="0" y="0"/>
          <a:chExt cx="0" cy="0"/>
        </a:xfrm>
      </p:grpSpPr>
      <p:sp>
        <p:nvSpPr>
          <p:cNvPr id="105" name="Google Shape;105;p13"/>
          <p:cNvSpPr txBox="1">
            <a:spLocks noGrp="1"/>
          </p:cNvSpPr>
          <p:nvPr>
            <p:ph type="title"/>
          </p:nvPr>
        </p:nvSpPr>
        <p:spPr>
          <a:xfrm>
            <a:off x="713419" y="1776325"/>
            <a:ext cx="25257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2000"/>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a:endParaRPr/>
          </a:p>
        </p:txBody>
      </p:sp>
      <p:sp>
        <p:nvSpPr>
          <p:cNvPr id="106" name="Google Shape;106;p13"/>
          <p:cNvSpPr txBox="1">
            <a:spLocks noGrp="1"/>
          </p:cNvSpPr>
          <p:nvPr>
            <p:ph type="subTitle" idx="1"/>
          </p:nvPr>
        </p:nvSpPr>
        <p:spPr>
          <a:xfrm>
            <a:off x="713150" y="2273599"/>
            <a:ext cx="2525700" cy="538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sz="1400"/>
            </a:lvl1pPr>
            <a:lvl2pPr lvl="1" algn="ctr" rtl="0">
              <a:lnSpc>
                <a:spcPct val="100000"/>
              </a:lnSpc>
              <a:spcBef>
                <a:spcPts val="0"/>
              </a:spcBef>
              <a:spcAft>
                <a:spcPts val="0"/>
              </a:spcAft>
              <a:buClr>
                <a:schemeClr val="accent3"/>
              </a:buClr>
              <a:buSzPts val="1400"/>
              <a:buNone/>
              <a:defRPr>
                <a:solidFill>
                  <a:schemeClr val="accent3"/>
                </a:solidFill>
              </a:defRPr>
            </a:lvl2pPr>
            <a:lvl3pPr lvl="2" algn="ctr" rtl="0">
              <a:lnSpc>
                <a:spcPct val="100000"/>
              </a:lnSpc>
              <a:spcBef>
                <a:spcPts val="0"/>
              </a:spcBef>
              <a:spcAft>
                <a:spcPts val="0"/>
              </a:spcAft>
              <a:buClr>
                <a:schemeClr val="accent3"/>
              </a:buClr>
              <a:buSzPts val="1400"/>
              <a:buNone/>
              <a:defRPr>
                <a:solidFill>
                  <a:schemeClr val="accent3"/>
                </a:solidFill>
              </a:defRPr>
            </a:lvl3pPr>
            <a:lvl4pPr lvl="3" algn="ctr" rtl="0">
              <a:lnSpc>
                <a:spcPct val="100000"/>
              </a:lnSpc>
              <a:spcBef>
                <a:spcPts val="0"/>
              </a:spcBef>
              <a:spcAft>
                <a:spcPts val="0"/>
              </a:spcAft>
              <a:buClr>
                <a:schemeClr val="accent3"/>
              </a:buClr>
              <a:buSzPts val="1400"/>
              <a:buNone/>
              <a:defRPr>
                <a:solidFill>
                  <a:schemeClr val="accent3"/>
                </a:solidFill>
              </a:defRPr>
            </a:lvl4pPr>
            <a:lvl5pPr lvl="4" algn="ctr" rtl="0">
              <a:lnSpc>
                <a:spcPct val="100000"/>
              </a:lnSpc>
              <a:spcBef>
                <a:spcPts val="0"/>
              </a:spcBef>
              <a:spcAft>
                <a:spcPts val="0"/>
              </a:spcAft>
              <a:buClr>
                <a:schemeClr val="accent3"/>
              </a:buClr>
              <a:buSzPts val="1400"/>
              <a:buNone/>
              <a:defRPr>
                <a:solidFill>
                  <a:schemeClr val="accent3"/>
                </a:solidFill>
              </a:defRPr>
            </a:lvl5pPr>
            <a:lvl6pPr lvl="5" algn="ctr" rtl="0">
              <a:lnSpc>
                <a:spcPct val="100000"/>
              </a:lnSpc>
              <a:spcBef>
                <a:spcPts val="0"/>
              </a:spcBef>
              <a:spcAft>
                <a:spcPts val="0"/>
              </a:spcAft>
              <a:buClr>
                <a:schemeClr val="accent3"/>
              </a:buClr>
              <a:buSzPts val="1400"/>
              <a:buNone/>
              <a:defRPr>
                <a:solidFill>
                  <a:schemeClr val="accent3"/>
                </a:solidFill>
              </a:defRPr>
            </a:lvl6pPr>
            <a:lvl7pPr lvl="6" algn="ctr" rtl="0">
              <a:lnSpc>
                <a:spcPct val="100000"/>
              </a:lnSpc>
              <a:spcBef>
                <a:spcPts val="0"/>
              </a:spcBef>
              <a:spcAft>
                <a:spcPts val="0"/>
              </a:spcAft>
              <a:buClr>
                <a:schemeClr val="accent3"/>
              </a:buClr>
              <a:buSzPts val="1400"/>
              <a:buNone/>
              <a:defRPr>
                <a:solidFill>
                  <a:schemeClr val="accent3"/>
                </a:solidFill>
              </a:defRPr>
            </a:lvl7pPr>
            <a:lvl8pPr lvl="7" algn="ctr" rtl="0">
              <a:lnSpc>
                <a:spcPct val="100000"/>
              </a:lnSpc>
              <a:spcBef>
                <a:spcPts val="0"/>
              </a:spcBef>
              <a:spcAft>
                <a:spcPts val="0"/>
              </a:spcAft>
              <a:buClr>
                <a:schemeClr val="accent3"/>
              </a:buClr>
              <a:buSzPts val="1400"/>
              <a:buNone/>
              <a:defRPr>
                <a:solidFill>
                  <a:schemeClr val="accent3"/>
                </a:solidFill>
              </a:defRPr>
            </a:lvl8pPr>
            <a:lvl9pPr lvl="8" algn="ctr"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07" name="Google Shape;107;p13"/>
          <p:cNvSpPr txBox="1">
            <a:spLocks noGrp="1"/>
          </p:cNvSpPr>
          <p:nvPr>
            <p:ph type="title" idx="2"/>
          </p:nvPr>
        </p:nvSpPr>
        <p:spPr>
          <a:xfrm>
            <a:off x="3308988" y="1776300"/>
            <a:ext cx="25260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2000"/>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a:endParaRPr/>
          </a:p>
        </p:txBody>
      </p:sp>
      <p:sp>
        <p:nvSpPr>
          <p:cNvPr id="108" name="Google Shape;108;p13"/>
          <p:cNvSpPr txBox="1">
            <a:spLocks noGrp="1"/>
          </p:cNvSpPr>
          <p:nvPr>
            <p:ph type="subTitle" idx="3"/>
          </p:nvPr>
        </p:nvSpPr>
        <p:spPr>
          <a:xfrm>
            <a:off x="3308914" y="2273575"/>
            <a:ext cx="2526000" cy="538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9" name="Google Shape;109;p13"/>
          <p:cNvSpPr txBox="1">
            <a:spLocks noGrp="1"/>
          </p:cNvSpPr>
          <p:nvPr>
            <p:ph type="title" idx="4"/>
          </p:nvPr>
        </p:nvSpPr>
        <p:spPr>
          <a:xfrm>
            <a:off x="5904776" y="1776300"/>
            <a:ext cx="2526000" cy="572700"/>
          </a:xfrm>
          <a:prstGeom prst="rect">
            <a:avLst/>
          </a:prstGeom>
          <a:noFill/>
          <a:ln>
            <a:noFill/>
          </a:ln>
        </p:spPr>
        <p:txBody>
          <a:bodyPr spcFirstLastPara="1" wrap="square" lIns="91425" tIns="91425" rIns="91425" bIns="91425" anchor="ctr" anchorCtr="0">
            <a:noAutofit/>
          </a:bodyPr>
          <a:lstStyle>
            <a:lvl1pPr marR="38100" lvl="0" rtl="0">
              <a:spcBef>
                <a:spcPts val="0"/>
              </a:spcBef>
              <a:spcAft>
                <a:spcPts val="0"/>
              </a:spcAft>
              <a:buClr>
                <a:schemeClr val="accent1"/>
              </a:buClr>
              <a:buSzPts val="1800"/>
              <a:buNone/>
              <a:defRPr sz="2000"/>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a:endParaRPr/>
          </a:p>
        </p:txBody>
      </p:sp>
      <p:sp>
        <p:nvSpPr>
          <p:cNvPr id="110" name="Google Shape;110;p13"/>
          <p:cNvSpPr txBox="1">
            <a:spLocks noGrp="1"/>
          </p:cNvSpPr>
          <p:nvPr>
            <p:ph type="subTitle" idx="5"/>
          </p:nvPr>
        </p:nvSpPr>
        <p:spPr>
          <a:xfrm>
            <a:off x="5905000" y="2273600"/>
            <a:ext cx="2526000" cy="538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sz="1400"/>
            </a:lvl1pPr>
            <a:lvl2pPr lvl="1" algn="ctr" rtl="0">
              <a:lnSpc>
                <a:spcPct val="100000"/>
              </a:lnSpc>
              <a:spcBef>
                <a:spcPts val="0"/>
              </a:spcBef>
              <a:spcAft>
                <a:spcPts val="0"/>
              </a:spcAft>
              <a:buClr>
                <a:schemeClr val="accent3"/>
              </a:buClr>
              <a:buSzPts val="1400"/>
              <a:buNone/>
              <a:defRPr>
                <a:solidFill>
                  <a:schemeClr val="accent3"/>
                </a:solidFill>
              </a:defRPr>
            </a:lvl2pPr>
            <a:lvl3pPr lvl="2" algn="ctr" rtl="0">
              <a:lnSpc>
                <a:spcPct val="100000"/>
              </a:lnSpc>
              <a:spcBef>
                <a:spcPts val="0"/>
              </a:spcBef>
              <a:spcAft>
                <a:spcPts val="0"/>
              </a:spcAft>
              <a:buClr>
                <a:schemeClr val="accent3"/>
              </a:buClr>
              <a:buSzPts val="1400"/>
              <a:buNone/>
              <a:defRPr>
                <a:solidFill>
                  <a:schemeClr val="accent3"/>
                </a:solidFill>
              </a:defRPr>
            </a:lvl3pPr>
            <a:lvl4pPr lvl="3" algn="ctr" rtl="0">
              <a:lnSpc>
                <a:spcPct val="100000"/>
              </a:lnSpc>
              <a:spcBef>
                <a:spcPts val="0"/>
              </a:spcBef>
              <a:spcAft>
                <a:spcPts val="0"/>
              </a:spcAft>
              <a:buClr>
                <a:schemeClr val="accent3"/>
              </a:buClr>
              <a:buSzPts val="1400"/>
              <a:buNone/>
              <a:defRPr>
                <a:solidFill>
                  <a:schemeClr val="accent3"/>
                </a:solidFill>
              </a:defRPr>
            </a:lvl4pPr>
            <a:lvl5pPr lvl="4" algn="ctr" rtl="0">
              <a:lnSpc>
                <a:spcPct val="100000"/>
              </a:lnSpc>
              <a:spcBef>
                <a:spcPts val="0"/>
              </a:spcBef>
              <a:spcAft>
                <a:spcPts val="0"/>
              </a:spcAft>
              <a:buClr>
                <a:schemeClr val="accent3"/>
              </a:buClr>
              <a:buSzPts val="1400"/>
              <a:buNone/>
              <a:defRPr>
                <a:solidFill>
                  <a:schemeClr val="accent3"/>
                </a:solidFill>
              </a:defRPr>
            </a:lvl5pPr>
            <a:lvl6pPr lvl="5" algn="ctr" rtl="0">
              <a:lnSpc>
                <a:spcPct val="100000"/>
              </a:lnSpc>
              <a:spcBef>
                <a:spcPts val="0"/>
              </a:spcBef>
              <a:spcAft>
                <a:spcPts val="0"/>
              </a:spcAft>
              <a:buClr>
                <a:schemeClr val="accent3"/>
              </a:buClr>
              <a:buSzPts val="1400"/>
              <a:buNone/>
              <a:defRPr>
                <a:solidFill>
                  <a:schemeClr val="accent3"/>
                </a:solidFill>
              </a:defRPr>
            </a:lvl6pPr>
            <a:lvl7pPr lvl="6" algn="ctr" rtl="0">
              <a:lnSpc>
                <a:spcPct val="100000"/>
              </a:lnSpc>
              <a:spcBef>
                <a:spcPts val="0"/>
              </a:spcBef>
              <a:spcAft>
                <a:spcPts val="0"/>
              </a:spcAft>
              <a:buClr>
                <a:schemeClr val="accent3"/>
              </a:buClr>
              <a:buSzPts val="1400"/>
              <a:buNone/>
              <a:defRPr>
                <a:solidFill>
                  <a:schemeClr val="accent3"/>
                </a:solidFill>
              </a:defRPr>
            </a:lvl7pPr>
            <a:lvl8pPr lvl="7" algn="ctr" rtl="0">
              <a:lnSpc>
                <a:spcPct val="100000"/>
              </a:lnSpc>
              <a:spcBef>
                <a:spcPts val="0"/>
              </a:spcBef>
              <a:spcAft>
                <a:spcPts val="0"/>
              </a:spcAft>
              <a:buClr>
                <a:schemeClr val="accent3"/>
              </a:buClr>
              <a:buSzPts val="1400"/>
              <a:buNone/>
              <a:defRPr>
                <a:solidFill>
                  <a:schemeClr val="accent3"/>
                </a:solidFill>
              </a:defRPr>
            </a:lvl8pPr>
            <a:lvl9pPr lvl="8" algn="ctr"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11" name="Google Shape;111;p13"/>
          <p:cNvSpPr txBox="1">
            <a:spLocks noGrp="1"/>
          </p:cNvSpPr>
          <p:nvPr>
            <p:ph type="title" idx="6"/>
          </p:nvPr>
        </p:nvSpPr>
        <p:spPr>
          <a:xfrm>
            <a:off x="713300" y="3492675"/>
            <a:ext cx="25257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2000"/>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a:endParaRPr/>
          </a:p>
        </p:txBody>
      </p:sp>
      <p:sp>
        <p:nvSpPr>
          <p:cNvPr id="112" name="Google Shape;112;p13"/>
          <p:cNvSpPr txBox="1">
            <a:spLocks noGrp="1"/>
          </p:cNvSpPr>
          <p:nvPr>
            <p:ph type="subTitle" idx="7"/>
          </p:nvPr>
        </p:nvSpPr>
        <p:spPr>
          <a:xfrm>
            <a:off x="713230" y="3987050"/>
            <a:ext cx="2525700" cy="538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 name="Google Shape;113;p13"/>
          <p:cNvSpPr txBox="1">
            <a:spLocks noGrp="1"/>
          </p:cNvSpPr>
          <p:nvPr>
            <p:ph type="title" idx="8"/>
          </p:nvPr>
        </p:nvSpPr>
        <p:spPr>
          <a:xfrm>
            <a:off x="3308988" y="3492675"/>
            <a:ext cx="2526000" cy="572700"/>
          </a:xfrm>
          <a:prstGeom prst="rect">
            <a:avLst/>
          </a:prstGeom>
          <a:noFill/>
          <a:ln>
            <a:noFill/>
          </a:ln>
        </p:spPr>
        <p:txBody>
          <a:bodyPr spcFirstLastPara="1" wrap="square" lIns="91425" tIns="91425" rIns="91425" bIns="91425" anchor="ctr" anchorCtr="0">
            <a:noAutofit/>
          </a:bodyPr>
          <a:lstStyle>
            <a:lvl1pPr marR="38100" lvl="0" rtl="0">
              <a:spcBef>
                <a:spcPts val="0"/>
              </a:spcBef>
              <a:spcAft>
                <a:spcPts val="0"/>
              </a:spcAft>
              <a:buClr>
                <a:schemeClr val="accent1"/>
              </a:buClr>
              <a:buSzPts val="1800"/>
              <a:buNone/>
              <a:defRPr sz="2000"/>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a:endParaRPr/>
          </a:p>
        </p:txBody>
      </p:sp>
      <p:sp>
        <p:nvSpPr>
          <p:cNvPr id="114" name="Google Shape;114;p13"/>
          <p:cNvSpPr txBox="1">
            <a:spLocks noGrp="1"/>
          </p:cNvSpPr>
          <p:nvPr>
            <p:ph type="subTitle" idx="9"/>
          </p:nvPr>
        </p:nvSpPr>
        <p:spPr>
          <a:xfrm>
            <a:off x="3308839" y="3987025"/>
            <a:ext cx="2526000" cy="538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sz="1400"/>
            </a:lvl1pPr>
            <a:lvl2pPr lvl="1" algn="ctr" rtl="0">
              <a:lnSpc>
                <a:spcPct val="100000"/>
              </a:lnSpc>
              <a:spcBef>
                <a:spcPts val="0"/>
              </a:spcBef>
              <a:spcAft>
                <a:spcPts val="0"/>
              </a:spcAft>
              <a:buClr>
                <a:schemeClr val="accent3"/>
              </a:buClr>
              <a:buSzPts val="1400"/>
              <a:buNone/>
              <a:defRPr>
                <a:solidFill>
                  <a:schemeClr val="accent3"/>
                </a:solidFill>
              </a:defRPr>
            </a:lvl2pPr>
            <a:lvl3pPr lvl="2" algn="ctr" rtl="0">
              <a:lnSpc>
                <a:spcPct val="100000"/>
              </a:lnSpc>
              <a:spcBef>
                <a:spcPts val="0"/>
              </a:spcBef>
              <a:spcAft>
                <a:spcPts val="0"/>
              </a:spcAft>
              <a:buClr>
                <a:schemeClr val="accent3"/>
              </a:buClr>
              <a:buSzPts val="1400"/>
              <a:buNone/>
              <a:defRPr>
                <a:solidFill>
                  <a:schemeClr val="accent3"/>
                </a:solidFill>
              </a:defRPr>
            </a:lvl3pPr>
            <a:lvl4pPr lvl="3" algn="ctr" rtl="0">
              <a:lnSpc>
                <a:spcPct val="100000"/>
              </a:lnSpc>
              <a:spcBef>
                <a:spcPts val="0"/>
              </a:spcBef>
              <a:spcAft>
                <a:spcPts val="0"/>
              </a:spcAft>
              <a:buClr>
                <a:schemeClr val="accent3"/>
              </a:buClr>
              <a:buSzPts val="1400"/>
              <a:buNone/>
              <a:defRPr>
                <a:solidFill>
                  <a:schemeClr val="accent3"/>
                </a:solidFill>
              </a:defRPr>
            </a:lvl4pPr>
            <a:lvl5pPr lvl="4" algn="ctr" rtl="0">
              <a:lnSpc>
                <a:spcPct val="100000"/>
              </a:lnSpc>
              <a:spcBef>
                <a:spcPts val="0"/>
              </a:spcBef>
              <a:spcAft>
                <a:spcPts val="0"/>
              </a:spcAft>
              <a:buClr>
                <a:schemeClr val="accent3"/>
              </a:buClr>
              <a:buSzPts val="1400"/>
              <a:buNone/>
              <a:defRPr>
                <a:solidFill>
                  <a:schemeClr val="accent3"/>
                </a:solidFill>
              </a:defRPr>
            </a:lvl5pPr>
            <a:lvl6pPr lvl="5" algn="ctr" rtl="0">
              <a:lnSpc>
                <a:spcPct val="100000"/>
              </a:lnSpc>
              <a:spcBef>
                <a:spcPts val="0"/>
              </a:spcBef>
              <a:spcAft>
                <a:spcPts val="0"/>
              </a:spcAft>
              <a:buClr>
                <a:schemeClr val="accent3"/>
              </a:buClr>
              <a:buSzPts val="1400"/>
              <a:buNone/>
              <a:defRPr>
                <a:solidFill>
                  <a:schemeClr val="accent3"/>
                </a:solidFill>
              </a:defRPr>
            </a:lvl6pPr>
            <a:lvl7pPr lvl="6" algn="ctr" rtl="0">
              <a:lnSpc>
                <a:spcPct val="100000"/>
              </a:lnSpc>
              <a:spcBef>
                <a:spcPts val="0"/>
              </a:spcBef>
              <a:spcAft>
                <a:spcPts val="0"/>
              </a:spcAft>
              <a:buClr>
                <a:schemeClr val="accent3"/>
              </a:buClr>
              <a:buSzPts val="1400"/>
              <a:buNone/>
              <a:defRPr>
                <a:solidFill>
                  <a:schemeClr val="accent3"/>
                </a:solidFill>
              </a:defRPr>
            </a:lvl7pPr>
            <a:lvl8pPr lvl="7" algn="ctr" rtl="0">
              <a:lnSpc>
                <a:spcPct val="100000"/>
              </a:lnSpc>
              <a:spcBef>
                <a:spcPts val="0"/>
              </a:spcBef>
              <a:spcAft>
                <a:spcPts val="0"/>
              </a:spcAft>
              <a:buClr>
                <a:schemeClr val="accent3"/>
              </a:buClr>
              <a:buSzPts val="1400"/>
              <a:buNone/>
              <a:defRPr>
                <a:solidFill>
                  <a:schemeClr val="accent3"/>
                </a:solidFill>
              </a:defRPr>
            </a:lvl8pPr>
            <a:lvl9pPr lvl="8" algn="ctr"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15" name="Google Shape;115;p13"/>
          <p:cNvSpPr txBox="1">
            <a:spLocks noGrp="1"/>
          </p:cNvSpPr>
          <p:nvPr>
            <p:ph type="title" idx="13"/>
          </p:nvPr>
        </p:nvSpPr>
        <p:spPr>
          <a:xfrm>
            <a:off x="5905001" y="3492675"/>
            <a:ext cx="25257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2000"/>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a:endParaRPr/>
          </a:p>
        </p:txBody>
      </p:sp>
      <p:sp>
        <p:nvSpPr>
          <p:cNvPr id="116" name="Google Shape;116;p13"/>
          <p:cNvSpPr txBox="1">
            <a:spLocks noGrp="1"/>
          </p:cNvSpPr>
          <p:nvPr>
            <p:ph type="subTitle" idx="14"/>
          </p:nvPr>
        </p:nvSpPr>
        <p:spPr>
          <a:xfrm>
            <a:off x="5904925" y="3987050"/>
            <a:ext cx="2525700" cy="538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 name="Google Shape;117;p13"/>
          <p:cNvSpPr txBox="1">
            <a:spLocks noGrp="1"/>
          </p:cNvSpPr>
          <p:nvPr>
            <p:ph type="title" idx="15"/>
          </p:nvPr>
        </p:nvSpPr>
        <p:spPr>
          <a:xfrm>
            <a:off x="713150" y="1324125"/>
            <a:ext cx="8802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highlight>
                  <a:schemeClr val="dk1"/>
                </a:highlight>
              </a:defRPr>
            </a:lvl2pPr>
            <a:lvl3pPr lvl="2" rtl="0">
              <a:spcBef>
                <a:spcPts val="0"/>
              </a:spcBef>
              <a:spcAft>
                <a:spcPts val="0"/>
              </a:spcAft>
              <a:buSzPts val="2800"/>
              <a:buNone/>
              <a:defRPr>
                <a:highlight>
                  <a:schemeClr val="dk1"/>
                </a:highlight>
              </a:defRPr>
            </a:lvl3pPr>
            <a:lvl4pPr lvl="3" rtl="0">
              <a:spcBef>
                <a:spcPts val="0"/>
              </a:spcBef>
              <a:spcAft>
                <a:spcPts val="0"/>
              </a:spcAft>
              <a:buSzPts val="2800"/>
              <a:buNone/>
              <a:defRPr>
                <a:highlight>
                  <a:schemeClr val="dk1"/>
                </a:highlight>
              </a:defRPr>
            </a:lvl4pPr>
            <a:lvl5pPr lvl="4" rtl="0">
              <a:spcBef>
                <a:spcPts val="0"/>
              </a:spcBef>
              <a:spcAft>
                <a:spcPts val="0"/>
              </a:spcAft>
              <a:buSzPts val="2800"/>
              <a:buNone/>
              <a:defRPr>
                <a:highlight>
                  <a:schemeClr val="dk1"/>
                </a:highlight>
              </a:defRPr>
            </a:lvl5pPr>
            <a:lvl6pPr lvl="5" rtl="0">
              <a:spcBef>
                <a:spcPts val="0"/>
              </a:spcBef>
              <a:spcAft>
                <a:spcPts val="0"/>
              </a:spcAft>
              <a:buSzPts val="2800"/>
              <a:buNone/>
              <a:defRPr>
                <a:highlight>
                  <a:schemeClr val="dk1"/>
                </a:highlight>
              </a:defRPr>
            </a:lvl6pPr>
            <a:lvl7pPr lvl="6" rtl="0">
              <a:spcBef>
                <a:spcPts val="0"/>
              </a:spcBef>
              <a:spcAft>
                <a:spcPts val="0"/>
              </a:spcAft>
              <a:buSzPts val="2800"/>
              <a:buNone/>
              <a:defRPr>
                <a:highlight>
                  <a:schemeClr val="dk1"/>
                </a:highlight>
              </a:defRPr>
            </a:lvl7pPr>
            <a:lvl8pPr lvl="7" rtl="0">
              <a:spcBef>
                <a:spcPts val="0"/>
              </a:spcBef>
              <a:spcAft>
                <a:spcPts val="0"/>
              </a:spcAft>
              <a:buSzPts val="2800"/>
              <a:buNone/>
              <a:defRPr>
                <a:highlight>
                  <a:schemeClr val="dk1"/>
                </a:highlight>
              </a:defRPr>
            </a:lvl8pPr>
            <a:lvl9pPr lvl="8" rtl="0">
              <a:spcBef>
                <a:spcPts val="0"/>
              </a:spcBef>
              <a:spcAft>
                <a:spcPts val="0"/>
              </a:spcAft>
              <a:buSzPts val="2800"/>
              <a:buNone/>
              <a:defRPr>
                <a:highlight>
                  <a:schemeClr val="dk1"/>
                </a:highlight>
              </a:defRPr>
            </a:lvl9pPr>
          </a:lstStyle>
          <a:p>
            <a:endParaRPr/>
          </a:p>
        </p:txBody>
      </p:sp>
      <p:sp>
        <p:nvSpPr>
          <p:cNvPr id="118" name="Google Shape;118;p13"/>
          <p:cNvSpPr txBox="1">
            <a:spLocks noGrp="1"/>
          </p:cNvSpPr>
          <p:nvPr>
            <p:ph type="title" idx="16"/>
          </p:nvPr>
        </p:nvSpPr>
        <p:spPr>
          <a:xfrm>
            <a:off x="3309000" y="1324125"/>
            <a:ext cx="8802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9" name="Google Shape;119;p13"/>
          <p:cNvSpPr txBox="1">
            <a:spLocks noGrp="1"/>
          </p:cNvSpPr>
          <p:nvPr>
            <p:ph type="title" idx="17"/>
          </p:nvPr>
        </p:nvSpPr>
        <p:spPr>
          <a:xfrm>
            <a:off x="5905000" y="1324125"/>
            <a:ext cx="8802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0" name="Google Shape;120;p13"/>
          <p:cNvSpPr txBox="1">
            <a:spLocks noGrp="1"/>
          </p:cNvSpPr>
          <p:nvPr>
            <p:ph type="title" idx="18"/>
          </p:nvPr>
        </p:nvSpPr>
        <p:spPr>
          <a:xfrm>
            <a:off x="713150" y="3041175"/>
            <a:ext cx="8802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highlight>
                  <a:schemeClr val="dk1"/>
                </a:highlight>
              </a:defRPr>
            </a:lvl2pPr>
            <a:lvl3pPr lvl="2" rtl="0">
              <a:spcBef>
                <a:spcPts val="0"/>
              </a:spcBef>
              <a:spcAft>
                <a:spcPts val="0"/>
              </a:spcAft>
              <a:buSzPts val="2800"/>
              <a:buNone/>
              <a:defRPr>
                <a:highlight>
                  <a:schemeClr val="dk1"/>
                </a:highlight>
              </a:defRPr>
            </a:lvl3pPr>
            <a:lvl4pPr lvl="3" rtl="0">
              <a:spcBef>
                <a:spcPts val="0"/>
              </a:spcBef>
              <a:spcAft>
                <a:spcPts val="0"/>
              </a:spcAft>
              <a:buSzPts val="2800"/>
              <a:buNone/>
              <a:defRPr>
                <a:highlight>
                  <a:schemeClr val="dk1"/>
                </a:highlight>
              </a:defRPr>
            </a:lvl4pPr>
            <a:lvl5pPr lvl="4" rtl="0">
              <a:spcBef>
                <a:spcPts val="0"/>
              </a:spcBef>
              <a:spcAft>
                <a:spcPts val="0"/>
              </a:spcAft>
              <a:buSzPts val="2800"/>
              <a:buNone/>
              <a:defRPr>
                <a:highlight>
                  <a:schemeClr val="dk1"/>
                </a:highlight>
              </a:defRPr>
            </a:lvl5pPr>
            <a:lvl6pPr lvl="5" rtl="0">
              <a:spcBef>
                <a:spcPts val="0"/>
              </a:spcBef>
              <a:spcAft>
                <a:spcPts val="0"/>
              </a:spcAft>
              <a:buSzPts val="2800"/>
              <a:buNone/>
              <a:defRPr>
                <a:highlight>
                  <a:schemeClr val="dk1"/>
                </a:highlight>
              </a:defRPr>
            </a:lvl6pPr>
            <a:lvl7pPr lvl="6" rtl="0">
              <a:spcBef>
                <a:spcPts val="0"/>
              </a:spcBef>
              <a:spcAft>
                <a:spcPts val="0"/>
              </a:spcAft>
              <a:buSzPts val="2800"/>
              <a:buNone/>
              <a:defRPr>
                <a:highlight>
                  <a:schemeClr val="dk1"/>
                </a:highlight>
              </a:defRPr>
            </a:lvl7pPr>
            <a:lvl8pPr lvl="7" rtl="0">
              <a:spcBef>
                <a:spcPts val="0"/>
              </a:spcBef>
              <a:spcAft>
                <a:spcPts val="0"/>
              </a:spcAft>
              <a:buSzPts val="2800"/>
              <a:buNone/>
              <a:defRPr>
                <a:highlight>
                  <a:schemeClr val="dk1"/>
                </a:highlight>
              </a:defRPr>
            </a:lvl8pPr>
            <a:lvl9pPr lvl="8" rtl="0">
              <a:spcBef>
                <a:spcPts val="0"/>
              </a:spcBef>
              <a:spcAft>
                <a:spcPts val="0"/>
              </a:spcAft>
              <a:buSzPts val="2800"/>
              <a:buNone/>
              <a:defRPr>
                <a:highlight>
                  <a:schemeClr val="dk1"/>
                </a:highlight>
              </a:defRPr>
            </a:lvl9pPr>
          </a:lstStyle>
          <a:p>
            <a:endParaRPr/>
          </a:p>
        </p:txBody>
      </p:sp>
      <p:sp>
        <p:nvSpPr>
          <p:cNvPr id="121" name="Google Shape;121;p13"/>
          <p:cNvSpPr txBox="1">
            <a:spLocks noGrp="1"/>
          </p:cNvSpPr>
          <p:nvPr>
            <p:ph type="title" idx="19"/>
          </p:nvPr>
        </p:nvSpPr>
        <p:spPr>
          <a:xfrm>
            <a:off x="720000" y="539500"/>
            <a:ext cx="7704000" cy="5727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0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2" name="Google Shape;122;p13"/>
          <p:cNvSpPr txBox="1">
            <a:spLocks noGrp="1"/>
          </p:cNvSpPr>
          <p:nvPr>
            <p:ph type="title" idx="20"/>
          </p:nvPr>
        </p:nvSpPr>
        <p:spPr>
          <a:xfrm>
            <a:off x="3309000" y="3041175"/>
            <a:ext cx="8802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3" name="Google Shape;123;p13"/>
          <p:cNvSpPr txBox="1">
            <a:spLocks noGrp="1"/>
          </p:cNvSpPr>
          <p:nvPr>
            <p:ph type="title" idx="21"/>
          </p:nvPr>
        </p:nvSpPr>
        <p:spPr>
          <a:xfrm>
            <a:off x="5905000" y="3041175"/>
            <a:ext cx="8802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highlight>
                  <a:schemeClr val="dk1"/>
                </a:highlight>
              </a:defRPr>
            </a:lvl2pPr>
            <a:lvl3pPr lvl="2" rtl="0">
              <a:spcBef>
                <a:spcPts val="0"/>
              </a:spcBef>
              <a:spcAft>
                <a:spcPts val="0"/>
              </a:spcAft>
              <a:buSzPts val="2800"/>
              <a:buNone/>
              <a:defRPr>
                <a:highlight>
                  <a:schemeClr val="dk1"/>
                </a:highlight>
              </a:defRPr>
            </a:lvl3pPr>
            <a:lvl4pPr lvl="3" rtl="0">
              <a:spcBef>
                <a:spcPts val="0"/>
              </a:spcBef>
              <a:spcAft>
                <a:spcPts val="0"/>
              </a:spcAft>
              <a:buSzPts val="2800"/>
              <a:buNone/>
              <a:defRPr>
                <a:highlight>
                  <a:schemeClr val="dk1"/>
                </a:highlight>
              </a:defRPr>
            </a:lvl4pPr>
            <a:lvl5pPr lvl="4" rtl="0">
              <a:spcBef>
                <a:spcPts val="0"/>
              </a:spcBef>
              <a:spcAft>
                <a:spcPts val="0"/>
              </a:spcAft>
              <a:buSzPts val="2800"/>
              <a:buNone/>
              <a:defRPr>
                <a:highlight>
                  <a:schemeClr val="dk1"/>
                </a:highlight>
              </a:defRPr>
            </a:lvl5pPr>
            <a:lvl6pPr lvl="5" rtl="0">
              <a:spcBef>
                <a:spcPts val="0"/>
              </a:spcBef>
              <a:spcAft>
                <a:spcPts val="0"/>
              </a:spcAft>
              <a:buSzPts val="2800"/>
              <a:buNone/>
              <a:defRPr>
                <a:highlight>
                  <a:schemeClr val="dk1"/>
                </a:highlight>
              </a:defRPr>
            </a:lvl6pPr>
            <a:lvl7pPr lvl="6" rtl="0">
              <a:spcBef>
                <a:spcPts val="0"/>
              </a:spcBef>
              <a:spcAft>
                <a:spcPts val="0"/>
              </a:spcAft>
              <a:buSzPts val="2800"/>
              <a:buNone/>
              <a:defRPr>
                <a:highlight>
                  <a:schemeClr val="dk1"/>
                </a:highlight>
              </a:defRPr>
            </a:lvl7pPr>
            <a:lvl8pPr lvl="7" rtl="0">
              <a:spcBef>
                <a:spcPts val="0"/>
              </a:spcBef>
              <a:spcAft>
                <a:spcPts val="0"/>
              </a:spcAft>
              <a:buSzPts val="2800"/>
              <a:buNone/>
              <a:defRPr>
                <a:highlight>
                  <a:schemeClr val="dk1"/>
                </a:highlight>
              </a:defRPr>
            </a:lvl8pPr>
            <a:lvl9pPr lvl="8" rtl="0">
              <a:spcBef>
                <a:spcPts val="0"/>
              </a:spcBef>
              <a:spcAft>
                <a:spcPts val="0"/>
              </a:spcAft>
              <a:buSzPts val="2800"/>
              <a:buNone/>
              <a:defRPr>
                <a:highlight>
                  <a:schemeClr val="dk1"/>
                </a:highlight>
              </a:defRPr>
            </a:lvl9pPr>
          </a:lstStyle>
          <a:p>
            <a:endParaRPr/>
          </a:p>
        </p:txBody>
      </p:sp>
      <p:grpSp>
        <p:nvGrpSpPr>
          <p:cNvPr id="124" name="Google Shape;124;p13"/>
          <p:cNvGrpSpPr/>
          <p:nvPr/>
        </p:nvGrpSpPr>
        <p:grpSpPr>
          <a:xfrm>
            <a:off x="136300" y="139550"/>
            <a:ext cx="8810700" cy="4880400"/>
            <a:chOff x="136300" y="139550"/>
            <a:chExt cx="8810700" cy="4880400"/>
          </a:xfrm>
        </p:grpSpPr>
        <p:sp>
          <p:nvSpPr>
            <p:cNvPr id="125" name="Google Shape;125;p13"/>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3"/>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7" name="Google Shape;127;p13"/>
          <p:cNvPicPr preferRelativeResize="0"/>
          <p:nvPr/>
        </p:nvPicPr>
        <p:blipFill rotWithShape="1">
          <a:blip r:embed="rId2">
            <a:alphaModFix/>
          </a:blip>
          <a:srcRect t="475" b="475"/>
          <a:stretch/>
        </p:blipFill>
        <p:spPr>
          <a:xfrm rot="3188814">
            <a:off x="8274076" y="-112874"/>
            <a:ext cx="481498" cy="1587647"/>
          </a:xfrm>
          <a:prstGeom prst="rect">
            <a:avLst/>
          </a:prstGeom>
          <a:noFill/>
          <a:ln>
            <a:noFill/>
          </a:ln>
        </p:spPr>
      </p:pic>
      <p:pic>
        <p:nvPicPr>
          <p:cNvPr id="128" name="Google Shape;128;p13"/>
          <p:cNvPicPr preferRelativeResize="0"/>
          <p:nvPr/>
        </p:nvPicPr>
        <p:blipFill rotWithShape="1">
          <a:blip r:embed="rId3">
            <a:alphaModFix/>
          </a:blip>
          <a:srcRect t="670" b="670"/>
          <a:stretch/>
        </p:blipFill>
        <p:spPr>
          <a:xfrm rot="-3500494">
            <a:off x="-117533" y="79608"/>
            <a:ext cx="671792" cy="919762"/>
          </a:xfrm>
          <a:prstGeom prst="rect">
            <a:avLst/>
          </a:prstGeom>
          <a:noFill/>
          <a:ln>
            <a:noFill/>
          </a:ln>
        </p:spPr>
      </p:pic>
      <p:pic>
        <p:nvPicPr>
          <p:cNvPr id="129" name="Google Shape;129;p13"/>
          <p:cNvPicPr preferRelativeResize="0"/>
          <p:nvPr/>
        </p:nvPicPr>
        <p:blipFill rotWithShape="1">
          <a:blip r:embed="rId3">
            <a:alphaModFix/>
          </a:blip>
          <a:srcRect t="670" b="670"/>
          <a:stretch/>
        </p:blipFill>
        <p:spPr>
          <a:xfrm rot="7299506">
            <a:off x="8605417" y="4198908"/>
            <a:ext cx="671792" cy="91976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1">
  <p:cSld name="CUSTOM_1_1">
    <p:spTree>
      <p:nvGrpSpPr>
        <p:cNvPr id="1" name="Shape 130"/>
        <p:cNvGrpSpPr/>
        <p:nvPr/>
      </p:nvGrpSpPr>
      <p:grpSpPr>
        <a:xfrm>
          <a:off x="0" y="0"/>
          <a:ext cx="0" cy="0"/>
          <a:chOff x="0" y="0"/>
          <a:chExt cx="0" cy="0"/>
        </a:xfrm>
      </p:grpSpPr>
      <p:sp>
        <p:nvSpPr>
          <p:cNvPr id="131" name="Google Shape;131;p14"/>
          <p:cNvSpPr txBox="1">
            <a:spLocks noGrp="1"/>
          </p:cNvSpPr>
          <p:nvPr>
            <p:ph type="title"/>
          </p:nvPr>
        </p:nvSpPr>
        <p:spPr>
          <a:xfrm>
            <a:off x="1593325" y="1109475"/>
            <a:ext cx="25257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2000"/>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a:endParaRPr/>
          </a:p>
        </p:txBody>
      </p:sp>
      <p:sp>
        <p:nvSpPr>
          <p:cNvPr id="132" name="Google Shape;132;p14"/>
          <p:cNvSpPr txBox="1">
            <a:spLocks noGrp="1"/>
          </p:cNvSpPr>
          <p:nvPr>
            <p:ph type="subTitle" idx="1"/>
          </p:nvPr>
        </p:nvSpPr>
        <p:spPr>
          <a:xfrm>
            <a:off x="1593325" y="1606749"/>
            <a:ext cx="2525700" cy="538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sz="1400"/>
            </a:lvl1pPr>
            <a:lvl2pPr lvl="1" algn="ctr" rtl="0">
              <a:lnSpc>
                <a:spcPct val="100000"/>
              </a:lnSpc>
              <a:spcBef>
                <a:spcPts val="0"/>
              </a:spcBef>
              <a:spcAft>
                <a:spcPts val="0"/>
              </a:spcAft>
              <a:buClr>
                <a:schemeClr val="accent3"/>
              </a:buClr>
              <a:buSzPts val="1400"/>
              <a:buNone/>
              <a:defRPr>
                <a:solidFill>
                  <a:schemeClr val="accent3"/>
                </a:solidFill>
              </a:defRPr>
            </a:lvl2pPr>
            <a:lvl3pPr lvl="2" algn="ctr" rtl="0">
              <a:lnSpc>
                <a:spcPct val="100000"/>
              </a:lnSpc>
              <a:spcBef>
                <a:spcPts val="0"/>
              </a:spcBef>
              <a:spcAft>
                <a:spcPts val="0"/>
              </a:spcAft>
              <a:buClr>
                <a:schemeClr val="accent3"/>
              </a:buClr>
              <a:buSzPts val="1400"/>
              <a:buNone/>
              <a:defRPr>
                <a:solidFill>
                  <a:schemeClr val="accent3"/>
                </a:solidFill>
              </a:defRPr>
            </a:lvl3pPr>
            <a:lvl4pPr lvl="3" algn="ctr" rtl="0">
              <a:lnSpc>
                <a:spcPct val="100000"/>
              </a:lnSpc>
              <a:spcBef>
                <a:spcPts val="0"/>
              </a:spcBef>
              <a:spcAft>
                <a:spcPts val="0"/>
              </a:spcAft>
              <a:buClr>
                <a:schemeClr val="accent3"/>
              </a:buClr>
              <a:buSzPts val="1400"/>
              <a:buNone/>
              <a:defRPr>
                <a:solidFill>
                  <a:schemeClr val="accent3"/>
                </a:solidFill>
              </a:defRPr>
            </a:lvl4pPr>
            <a:lvl5pPr lvl="4" algn="ctr" rtl="0">
              <a:lnSpc>
                <a:spcPct val="100000"/>
              </a:lnSpc>
              <a:spcBef>
                <a:spcPts val="0"/>
              </a:spcBef>
              <a:spcAft>
                <a:spcPts val="0"/>
              </a:spcAft>
              <a:buClr>
                <a:schemeClr val="accent3"/>
              </a:buClr>
              <a:buSzPts val="1400"/>
              <a:buNone/>
              <a:defRPr>
                <a:solidFill>
                  <a:schemeClr val="accent3"/>
                </a:solidFill>
              </a:defRPr>
            </a:lvl5pPr>
            <a:lvl6pPr lvl="5" algn="ctr" rtl="0">
              <a:lnSpc>
                <a:spcPct val="100000"/>
              </a:lnSpc>
              <a:spcBef>
                <a:spcPts val="0"/>
              </a:spcBef>
              <a:spcAft>
                <a:spcPts val="0"/>
              </a:spcAft>
              <a:buClr>
                <a:schemeClr val="accent3"/>
              </a:buClr>
              <a:buSzPts val="1400"/>
              <a:buNone/>
              <a:defRPr>
                <a:solidFill>
                  <a:schemeClr val="accent3"/>
                </a:solidFill>
              </a:defRPr>
            </a:lvl6pPr>
            <a:lvl7pPr lvl="6" algn="ctr" rtl="0">
              <a:lnSpc>
                <a:spcPct val="100000"/>
              </a:lnSpc>
              <a:spcBef>
                <a:spcPts val="0"/>
              </a:spcBef>
              <a:spcAft>
                <a:spcPts val="0"/>
              </a:spcAft>
              <a:buClr>
                <a:schemeClr val="accent3"/>
              </a:buClr>
              <a:buSzPts val="1400"/>
              <a:buNone/>
              <a:defRPr>
                <a:solidFill>
                  <a:schemeClr val="accent3"/>
                </a:solidFill>
              </a:defRPr>
            </a:lvl7pPr>
            <a:lvl8pPr lvl="7" algn="ctr" rtl="0">
              <a:lnSpc>
                <a:spcPct val="100000"/>
              </a:lnSpc>
              <a:spcBef>
                <a:spcPts val="0"/>
              </a:spcBef>
              <a:spcAft>
                <a:spcPts val="0"/>
              </a:spcAft>
              <a:buClr>
                <a:schemeClr val="accent3"/>
              </a:buClr>
              <a:buSzPts val="1400"/>
              <a:buNone/>
              <a:defRPr>
                <a:solidFill>
                  <a:schemeClr val="accent3"/>
                </a:solidFill>
              </a:defRPr>
            </a:lvl8pPr>
            <a:lvl9pPr lvl="8" algn="ctr"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33" name="Google Shape;133;p14"/>
          <p:cNvSpPr txBox="1">
            <a:spLocks noGrp="1"/>
          </p:cNvSpPr>
          <p:nvPr>
            <p:ph type="title" idx="2"/>
          </p:nvPr>
        </p:nvSpPr>
        <p:spPr>
          <a:xfrm>
            <a:off x="1593325" y="2339175"/>
            <a:ext cx="25260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2000"/>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a:endParaRPr/>
          </a:p>
        </p:txBody>
      </p:sp>
      <p:sp>
        <p:nvSpPr>
          <p:cNvPr id="134" name="Google Shape;134;p14"/>
          <p:cNvSpPr txBox="1">
            <a:spLocks noGrp="1"/>
          </p:cNvSpPr>
          <p:nvPr>
            <p:ph type="subTitle" idx="3"/>
          </p:nvPr>
        </p:nvSpPr>
        <p:spPr>
          <a:xfrm>
            <a:off x="1593325" y="2836462"/>
            <a:ext cx="2526000" cy="538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5" name="Google Shape;135;p14"/>
          <p:cNvSpPr txBox="1">
            <a:spLocks noGrp="1"/>
          </p:cNvSpPr>
          <p:nvPr>
            <p:ph type="title" idx="4"/>
          </p:nvPr>
        </p:nvSpPr>
        <p:spPr>
          <a:xfrm>
            <a:off x="1593325" y="3568875"/>
            <a:ext cx="2526000" cy="572700"/>
          </a:xfrm>
          <a:prstGeom prst="rect">
            <a:avLst/>
          </a:prstGeom>
          <a:noFill/>
          <a:ln>
            <a:noFill/>
          </a:ln>
        </p:spPr>
        <p:txBody>
          <a:bodyPr spcFirstLastPara="1" wrap="square" lIns="91425" tIns="91425" rIns="91425" bIns="91425" anchor="ctr" anchorCtr="0">
            <a:noAutofit/>
          </a:bodyPr>
          <a:lstStyle>
            <a:lvl1pPr marR="38100" lvl="0" rtl="0">
              <a:spcBef>
                <a:spcPts val="0"/>
              </a:spcBef>
              <a:spcAft>
                <a:spcPts val="0"/>
              </a:spcAft>
              <a:buClr>
                <a:schemeClr val="accent1"/>
              </a:buClr>
              <a:buSzPts val="1800"/>
              <a:buNone/>
              <a:defRPr sz="2000"/>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a:endParaRPr/>
          </a:p>
        </p:txBody>
      </p:sp>
      <p:sp>
        <p:nvSpPr>
          <p:cNvPr id="136" name="Google Shape;136;p14"/>
          <p:cNvSpPr txBox="1">
            <a:spLocks noGrp="1"/>
          </p:cNvSpPr>
          <p:nvPr>
            <p:ph type="subTitle" idx="5"/>
          </p:nvPr>
        </p:nvSpPr>
        <p:spPr>
          <a:xfrm>
            <a:off x="1593325" y="4066175"/>
            <a:ext cx="2526000" cy="538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sz="1400"/>
            </a:lvl1pPr>
            <a:lvl2pPr lvl="1" algn="ctr" rtl="0">
              <a:lnSpc>
                <a:spcPct val="100000"/>
              </a:lnSpc>
              <a:spcBef>
                <a:spcPts val="0"/>
              </a:spcBef>
              <a:spcAft>
                <a:spcPts val="0"/>
              </a:spcAft>
              <a:buClr>
                <a:schemeClr val="accent3"/>
              </a:buClr>
              <a:buSzPts val="1400"/>
              <a:buNone/>
              <a:defRPr>
                <a:solidFill>
                  <a:schemeClr val="accent3"/>
                </a:solidFill>
              </a:defRPr>
            </a:lvl2pPr>
            <a:lvl3pPr lvl="2" algn="ctr" rtl="0">
              <a:lnSpc>
                <a:spcPct val="100000"/>
              </a:lnSpc>
              <a:spcBef>
                <a:spcPts val="0"/>
              </a:spcBef>
              <a:spcAft>
                <a:spcPts val="0"/>
              </a:spcAft>
              <a:buClr>
                <a:schemeClr val="accent3"/>
              </a:buClr>
              <a:buSzPts val="1400"/>
              <a:buNone/>
              <a:defRPr>
                <a:solidFill>
                  <a:schemeClr val="accent3"/>
                </a:solidFill>
              </a:defRPr>
            </a:lvl3pPr>
            <a:lvl4pPr lvl="3" algn="ctr" rtl="0">
              <a:lnSpc>
                <a:spcPct val="100000"/>
              </a:lnSpc>
              <a:spcBef>
                <a:spcPts val="0"/>
              </a:spcBef>
              <a:spcAft>
                <a:spcPts val="0"/>
              </a:spcAft>
              <a:buClr>
                <a:schemeClr val="accent3"/>
              </a:buClr>
              <a:buSzPts val="1400"/>
              <a:buNone/>
              <a:defRPr>
                <a:solidFill>
                  <a:schemeClr val="accent3"/>
                </a:solidFill>
              </a:defRPr>
            </a:lvl4pPr>
            <a:lvl5pPr lvl="4" algn="ctr" rtl="0">
              <a:lnSpc>
                <a:spcPct val="100000"/>
              </a:lnSpc>
              <a:spcBef>
                <a:spcPts val="0"/>
              </a:spcBef>
              <a:spcAft>
                <a:spcPts val="0"/>
              </a:spcAft>
              <a:buClr>
                <a:schemeClr val="accent3"/>
              </a:buClr>
              <a:buSzPts val="1400"/>
              <a:buNone/>
              <a:defRPr>
                <a:solidFill>
                  <a:schemeClr val="accent3"/>
                </a:solidFill>
              </a:defRPr>
            </a:lvl5pPr>
            <a:lvl6pPr lvl="5" algn="ctr" rtl="0">
              <a:lnSpc>
                <a:spcPct val="100000"/>
              </a:lnSpc>
              <a:spcBef>
                <a:spcPts val="0"/>
              </a:spcBef>
              <a:spcAft>
                <a:spcPts val="0"/>
              </a:spcAft>
              <a:buClr>
                <a:schemeClr val="accent3"/>
              </a:buClr>
              <a:buSzPts val="1400"/>
              <a:buNone/>
              <a:defRPr>
                <a:solidFill>
                  <a:schemeClr val="accent3"/>
                </a:solidFill>
              </a:defRPr>
            </a:lvl6pPr>
            <a:lvl7pPr lvl="6" algn="ctr" rtl="0">
              <a:lnSpc>
                <a:spcPct val="100000"/>
              </a:lnSpc>
              <a:spcBef>
                <a:spcPts val="0"/>
              </a:spcBef>
              <a:spcAft>
                <a:spcPts val="0"/>
              </a:spcAft>
              <a:buClr>
                <a:schemeClr val="accent3"/>
              </a:buClr>
              <a:buSzPts val="1400"/>
              <a:buNone/>
              <a:defRPr>
                <a:solidFill>
                  <a:schemeClr val="accent3"/>
                </a:solidFill>
              </a:defRPr>
            </a:lvl7pPr>
            <a:lvl8pPr lvl="7" algn="ctr" rtl="0">
              <a:lnSpc>
                <a:spcPct val="100000"/>
              </a:lnSpc>
              <a:spcBef>
                <a:spcPts val="0"/>
              </a:spcBef>
              <a:spcAft>
                <a:spcPts val="0"/>
              </a:spcAft>
              <a:buClr>
                <a:schemeClr val="accent3"/>
              </a:buClr>
              <a:buSzPts val="1400"/>
              <a:buNone/>
              <a:defRPr>
                <a:solidFill>
                  <a:schemeClr val="accent3"/>
                </a:solidFill>
              </a:defRPr>
            </a:lvl8pPr>
            <a:lvl9pPr lvl="8" algn="ctr"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37" name="Google Shape;137;p14"/>
          <p:cNvSpPr txBox="1">
            <a:spLocks noGrp="1"/>
          </p:cNvSpPr>
          <p:nvPr>
            <p:ph type="title" idx="6"/>
          </p:nvPr>
        </p:nvSpPr>
        <p:spPr>
          <a:xfrm>
            <a:off x="5904950" y="1109475"/>
            <a:ext cx="2525700" cy="572700"/>
          </a:xfrm>
          <a:prstGeom prst="rect">
            <a:avLst/>
          </a:prstGeom>
          <a:noFill/>
          <a:ln>
            <a:noFill/>
          </a:ln>
        </p:spPr>
        <p:txBody>
          <a:bodyPr spcFirstLastPara="1" wrap="square" lIns="91425" tIns="91425" rIns="91425" bIns="91425" anchor="ctr" anchorCtr="0">
            <a:noAutofit/>
          </a:bodyPr>
          <a:lstStyle>
            <a:lvl1pPr marR="38100" lvl="0" rtl="0">
              <a:spcBef>
                <a:spcPts val="0"/>
              </a:spcBef>
              <a:spcAft>
                <a:spcPts val="0"/>
              </a:spcAft>
              <a:buClr>
                <a:schemeClr val="accent1"/>
              </a:buClr>
              <a:buSzPts val="1800"/>
              <a:buNone/>
              <a:defRPr sz="2000"/>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a:endParaRPr/>
          </a:p>
        </p:txBody>
      </p:sp>
      <p:sp>
        <p:nvSpPr>
          <p:cNvPr id="138" name="Google Shape;138;p14"/>
          <p:cNvSpPr txBox="1">
            <a:spLocks noGrp="1"/>
          </p:cNvSpPr>
          <p:nvPr>
            <p:ph type="subTitle" idx="7"/>
          </p:nvPr>
        </p:nvSpPr>
        <p:spPr>
          <a:xfrm>
            <a:off x="5904880" y="1603850"/>
            <a:ext cx="2525700" cy="538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9" name="Google Shape;139;p14"/>
          <p:cNvSpPr txBox="1">
            <a:spLocks noGrp="1"/>
          </p:cNvSpPr>
          <p:nvPr>
            <p:ph type="title" idx="8"/>
          </p:nvPr>
        </p:nvSpPr>
        <p:spPr>
          <a:xfrm>
            <a:off x="5897988" y="2339175"/>
            <a:ext cx="2526000" cy="572700"/>
          </a:xfrm>
          <a:prstGeom prst="rect">
            <a:avLst/>
          </a:prstGeom>
          <a:noFill/>
          <a:ln>
            <a:noFill/>
          </a:ln>
        </p:spPr>
        <p:txBody>
          <a:bodyPr spcFirstLastPara="1" wrap="square" lIns="91425" tIns="91425" rIns="91425" bIns="91425" anchor="ctr" anchorCtr="0">
            <a:noAutofit/>
          </a:bodyPr>
          <a:lstStyle>
            <a:lvl1pPr marR="38100" lvl="0" rtl="0">
              <a:spcBef>
                <a:spcPts val="0"/>
              </a:spcBef>
              <a:spcAft>
                <a:spcPts val="0"/>
              </a:spcAft>
              <a:buClr>
                <a:schemeClr val="accent1"/>
              </a:buClr>
              <a:buSzPts val="1800"/>
              <a:buNone/>
              <a:defRPr sz="2000"/>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a:endParaRPr/>
          </a:p>
        </p:txBody>
      </p:sp>
      <p:sp>
        <p:nvSpPr>
          <p:cNvPr id="140" name="Google Shape;140;p14"/>
          <p:cNvSpPr txBox="1">
            <a:spLocks noGrp="1"/>
          </p:cNvSpPr>
          <p:nvPr>
            <p:ph type="subTitle" idx="9"/>
          </p:nvPr>
        </p:nvSpPr>
        <p:spPr>
          <a:xfrm>
            <a:off x="5897839" y="2833550"/>
            <a:ext cx="2526000" cy="538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sz="1400"/>
            </a:lvl1pPr>
            <a:lvl2pPr lvl="1" algn="ctr" rtl="0">
              <a:lnSpc>
                <a:spcPct val="100000"/>
              </a:lnSpc>
              <a:spcBef>
                <a:spcPts val="0"/>
              </a:spcBef>
              <a:spcAft>
                <a:spcPts val="0"/>
              </a:spcAft>
              <a:buClr>
                <a:schemeClr val="accent3"/>
              </a:buClr>
              <a:buSzPts val="1400"/>
              <a:buNone/>
              <a:defRPr>
                <a:solidFill>
                  <a:schemeClr val="accent3"/>
                </a:solidFill>
              </a:defRPr>
            </a:lvl2pPr>
            <a:lvl3pPr lvl="2" algn="ctr" rtl="0">
              <a:lnSpc>
                <a:spcPct val="100000"/>
              </a:lnSpc>
              <a:spcBef>
                <a:spcPts val="0"/>
              </a:spcBef>
              <a:spcAft>
                <a:spcPts val="0"/>
              </a:spcAft>
              <a:buClr>
                <a:schemeClr val="accent3"/>
              </a:buClr>
              <a:buSzPts val="1400"/>
              <a:buNone/>
              <a:defRPr>
                <a:solidFill>
                  <a:schemeClr val="accent3"/>
                </a:solidFill>
              </a:defRPr>
            </a:lvl3pPr>
            <a:lvl4pPr lvl="3" algn="ctr" rtl="0">
              <a:lnSpc>
                <a:spcPct val="100000"/>
              </a:lnSpc>
              <a:spcBef>
                <a:spcPts val="0"/>
              </a:spcBef>
              <a:spcAft>
                <a:spcPts val="0"/>
              </a:spcAft>
              <a:buClr>
                <a:schemeClr val="accent3"/>
              </a:buClr>
              <a:buSzPts val="1400"/>
              <a:buNone/>
              <a:defRPr>
                <a:solidFill>
                  <a:schemeClr val="accent3"/>
                </a:solidFill>
              </a:defRPr>
            </a:lvl4pPr>
            <a:lvl5pPr lvl="4" algn="ctr" rtl="0">
              <a:lnSpc>
                <a:spcPct val="100000"/>
              </a:lnSpc>
              <a:spcBef>
                <a:spcPts val="0"/>
              </a:spcBef>
              <a:spcAft>
                <a:spcPts val="0"/>
              </a:spcAft>
              <a:buClr>
                <a:schemeClr val="accent3"/>
              </a:buClr>
              <a:buSzPts val="1400"/>
              <a:buNone/>
              <a:defRPr>
                <a:solidFill>
                  <a:schemeClr val="accent3"/>
                </a:solidFill>
              </a:defRPr>
            </a:lvl5pPr>
            <a:lvl6pPr lvl="5" algn="ctr" rtl="0">
              <a:lnSpc>
                <a:spcPct val="100000"/>
              </a:lnSpc>
              <a:spcBef>
                <a:spcPts val="0"/>
              </a:spcBef>
              <a:spcAft>
                <a:spcPts val="0"/>
              </a:spcAft>
              <a:buClr>
                <a:schemeClr val="accent3"/>
              </a:buClr>
              <a:buSzPts val="1400"/>
              <a:buNone/>
              <a:defRPr>
                <a:solidFill>
                  <a:schemeClr val="accent3"/>
                </a:solidFill>
              </a:defRPr>
            </a:lvl6pPr>
            <a:lvl7pPr lvl="6" algn="ctr" rtl="0">
              <a:lnSpc>
                <a:spcPct val="100000"/>
              </a:lnSpc>
              <a:spcBef>
                <a:spcPts val="0"/>
              </a:spcBef>
              <a:spcAft>
                <a:spcPts val="0"/>
              </a:spcAft>
              <a:buClr>
                <a:schemeClr val="accent3"/>
              </a:buClr>
              <a:buSzPts val="1400"/>
              <a:buNone/>
              <a:defRPr>
                <a:solidFill>
                  <a:schemeClr val="accent3"/>
                </a:solidFill>
              </a:defRPr>
            </a:lvl7pPr>
            <a:lvl8pPr lvl="7" algn="ctr" rtl="0">
              <a:lnSpc>
                <a:spcPct val="100000"/>
              </a:lnSpc>
              <a:spcBef>
                <a:spcPts val="0"/>
              </a:spcBef>
              <a:spcAft>
                <a:spcPts val="0"/>
              </a:spcAft>
              <a:buClr>
                <a:schemeClr val="accent3"/>
              </a:buClr>
              <a:buSzPts val="1400"/>
              <a:buNone/>
              <a:defRPr>
                <a:solidFill>
                  <a:schemeClr val="accent3"/>
                </a:solidFill>
              </a:defRPr>
            </a:lvl8pPr>
            <a:lvl9pPr lvl="8" algn="ctr"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41" name="Google Shape;141;p14"/>
          <p:cNvSpPr txBox="1">
            <a:spLocks noGrp="1"/>
          </p:cNvSpPr>
          <p:nvPr>
            <p:ph type="title" idx="13"/>
          </p:nvPr>
        </p:nvSpPr>
        <p:spPr>
          <a:xfrm>
            <a:off x="5898188" y="3568875"/>
            <a:ext cx="25257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2000"/>
            </a:lvl1pPr>
            <a:lvl2pPr lvl="1" algn="ctr" rtl="0">
              <a:spcBef>
                <a:spcPts val="0"/>
              </a:spcBef>
              <a:spcAft>
                <a:spcPts val="0"/>
              </a:spcAft>
              <a:buClr>
                <a:schemeClr val="accent1"/>
              </a:buClr>
              <a:buSzPts val="2800"/>
              <a:buNone/>
              <a:defRPr>
                <a:solidFill>
                  <a:schemeClr val="accent1"/>
                </a:solidFill>
              </a:defRPr>
            </a:lvl2pPr>
            <a:lvl3pPr lvl="2" algn="ctr" rtl="0">
              <a:spcBef>
                <a:spcPts val="0"/>
              </a:spcBef>
              <a:spcAft>
                <a:spcPts val="0"/>
              </a:spcAft>
              <a:buClr>
                <a:schemeClr val="accent1"/>
              </a:buClr>
              <a:buSzPts val="2800"/>
              <a:buNone/>
              <a:defRPr>
                <a:solidFill>
                  <a:schemeClr val="accent1"/>
                </a:solidFill>
              </a:defRPr>
            </a:lvl3pPr>
            <a:lvl4pPr lvl="3" algn="ctr" rtl="0">
              <a:spcBef>
                <a:spcPts val="0"/>
              </a:spcBef>
              <a:spcAft>
                <a:spcPts val="0"/>
              </a:spcAft>
              <a:buClr>
                <a:schemeClr val="accent1"/>
              </a:buClr>
              <a:buSzPts val="2800"/>
              <a:buNone/>
              <a:defRPr>
                <a:solidFill>
                  <a:schemeClr val="accent1"/>
                </a:solidFill>
              </a:defRPr>
            </a:lvl4pPr>
            <a:lvl5pPr lvl="4" algn="ctr" rtl="0">
              <a:spcBef>
                <a:spcPts val="0"/>
              </a:spcBef>
              <a:spcAft>
                <a:spcPts val="0"/>
              </a:spcAft>
              <a:buClr>
                <a:schemeClr val="accent1"/>
              </a:buClr>
              <a:buSzPts val="2800"/>
              <a:buNone/>
              <a:defRPr>
                <a:solidFill>
                  <a:schemeClr val="accent1"/>
                </a:solidFill>
              </a:defRPr>
            </a:lvl5pPr>
            <a:lvl6pPr lvl="5" algn="ctr" rtl="0">
              <a:spcBef>
                <a:spcPts val="0"/>
              </a:spcBef>
              <a:spcAft>
                <a:spcPts val="0"/>
              </a:spcAft>
              <a:buClr>
                <a:schemeClr val="accent1"/>
              </a:buClr>
              <a:buSzPts val="2800"/>
              <a:buNone/>
              <a:defRPr>
                <a:solidFill>
                  <a:schemeClr val="accent1"/>
                </a:solidFill>
              </a:defRPr>
            </a:lvl6pPr>
            <a:lvl7pPr lvl="6" algn="ctr" rtl="0">
              <a:spcBef>
                <a:spcPts val="0"/>
              </a:spcBef>
              <a:spcAft>
                <a:spcPts val="0"/>
              </a:spcAft>
              <a:buClr>
                <a:schemeClr val="accent1"/>
              </a:buClr>
              <a:buSzPts val="2800"/>
              <a:buNone/>
              <a:defRPr>
                <a:solidFill>
                  <a:schemeClr val="accent1"/>
                </a:solidFill>
              </a:defRPr>
            </a:lvl7pPr>
            <a:lvl8pPr lvl="7" algn="ctr" rtl="0">
              <a:spcBef>
                <a:spcPts val="0"/>
              </a:spcBef>
              <a:spcAft>
                <a:spcPts val="0"/>
              </a:spcAft>
              <a:buClr>
                <a:schemeClr val="accent1"/>
              </a:buClr>
              <a:buSzPts val="2800"/>
              <a:buNone/>
              <a:defRPr>
                <a:solidFill>
                  <a:schemeClr val="accent1"/>
                </a:solidFill>
              </a:defRPr>
            </a:lvl8pPr>
            <a:lvl9pPr lvl="8" algn="ctr" rtl="0">
              <a:spcBef>
                <a:spcPts val="0"/>
              </a:spcBef>
              <a:spcAft>
                <a:spcPts val="0"/>
              </a:spcAft>
              <a:buClr>
                <a:schemeClr val="accent1"/>
              </a:buClr>
              <a:buSzPts val="2800"/>
              <a:buNone/>
              <a:defRPr>
                <a:solidFill>
                  <a:schemeClr val="accent1"/>
                </a:solidFill>
              </a:defRPr>
            </a:lvl9pPr>
          </a:lstStyle>
          <a:p>
            <a:endParaRPr/>
          </a:p>
        </p:txBody>
      </p:sp>
      <p:sp>
        <p:nvSpPr>
          <p:cNvPr id="142" name="Google Shape;142;p14"/>
          <p:cNvSpPr txBox="1">
            <a:spLocks noGrp="1"/>
          </p:cNvSpPr>
          <p:nvPr>
            <p:ph type="subTitle" idx="14"/>
          </p:nvPr>
        </p:nvSpPr>
        <p:spPr>
          <a:xfrm>
            <a:off x="5898112" y="4063250"/>
            <a:ext cx="2525700" cy="538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14"/>
          <p:cNvSpPr txBox="1">
            <a:spLocks noGrp="1"/>
          </p:cNvSpPr>
          <p:nvPr>
            <p:ph type="title" idx="15"/>
          </p:nvPr>
        </p:nvSpPr>
        <p:spPr>
          <a:xfrm>
            <a:off x="713125" y="1324113"/>
            <a:ext cx="8802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2500"/>
            </a:lvl1pPr>
            <a:lvl2pPr lvl="1" rtl="0">
              <a:spcBef>
                <a:spcPts val="0"/>
              </a:spcBef>
              <a:spcAft>
                <a:spcPts val="0"/>
              </a:spcAft>
              <a:buSzPts val="2800"/>
              <a:buNone/>
              <a:defRPr>
                <a:highlight>
                  <a:schemeClr val="dk1"/>
                </a:highlight>
              </a:defRPr>
            </a:lvl2pPr>
            <a:lvl3pPr lvl="2" rtl="0">
              <a:spcBef>
                <a:spcPts val="0"/>
              </a:spcBef>
              <a:spcAft>
                <a:spcPts val="0"/>
              </a:spcAft>
              <a:buSzPts val="2800"/>
              <a:buNone/>
              <a:defRPr>
                <a:highlight>
                  <a:schemeClr val="dk1"/>
                </a:highlight>
              </a:defRPr>
            </a:lvl3pPr>
            <a:lvl4pPr lvl="3" rtl="0">
              <a:spcBef>
                <a:spcPts val="0"/>
              </a:spcBef>
              <a:spcAft>
                <a:spcPts val="0"/>
              </a:spcAft>
              <a:buSzPts val="2800"/>
              <a:buNone/>
              <a:defRPr>
                <a:highlight>
                  <a:schemeClr val="dk1"/>
                </a:highlight>
              </a:defRPr>
            </a:lvl4pPr>
            <a:lvl5pPr lvl="4" rtl="0">
              <a:spcBef>
                <a:spcPts val="0"/>
              </a:spcBef>
              <a:spcAft>
                <a:spcPts val="0"/>
              </a:spcAft>
              <a:buSzPts val="2800"/>
              <a:buNone/>
              <a:defRPr>
                <a:highlight>
                  <a:schemeClr val="dk1"/>
                </a:highlight>
              </a:defRPr>
            </a:lvl5pPr>
            <a:lvl6pPr lvl="5" rtl="0">
              <a:spcBef>
                <a:spcPts val="0"/>
              </a:spcBef>
              <a:spcAft>
                <a:spcPts val="0"/>
              </a:spcAft>
              <a:buSzPts val="2800"/>
              <a:buNone/>
              <a:defRPr>
                <a:highlight>
                  <a:schemeClr val="dk1"/>
                </a:highlight>
              </a:defRPr>
            </a:lvl6pPr>
            <a:lvl7pPr lvl="6" rtl="0">
              <a:spcBef>
                <a:spcPts val="0"/>
              </a:spcBef>
              <a:spcAft>
                <a:spcPts val="0"/>
              </a:spcAft>
              <a:buSzPts val="2800"/>
              <a:buNone/>
              <a:defRPr>
                <a:highlight>
                  <a:schemeClr val="dk1"/>
                </a:highlight>
              </a:defRPr>
            </a:lvl7pPr>
            <a:lvl8pPr lvl="7" rtl="0">
              <a:spcBef>
                <a:spcPts val="0"/>
              </a:spcBef>
              <a:spcAft>
                <a:spcPts val="0"/>
              </a:spcAft>
              <a:buSzPts val="2800"/>
              <a:buNone/>
              <a:defRPr>
                <a:highlight>
                  <a:schemeClr val="dk1"/>
                </a:highlight>
              </a:defRPr>
            </a:lvl8pPr>
            <a:lvl9pPr lvl="8" rtl="0">
              <a:spcBef>
                <a:spcPts val="0"/>
              </a:spcBef>
              <a:spcAft>
                <a:spcPts val="0"/>
              </a:spcAft>
              <a:buSzPts val="2800"/>
              <a:buNone/>
              <a:defRPr>
                <a:highlight>
                  <a:schemeClr val="dk1"/>
                </a:highlight>
              </a:defRPr>
            </a:lvl9pPr>
          </a:lstStyle>
          <a:p>
            <a:endParaRPr/>
          </a:p>
        </p:txBody>
      </p:sp>
      <p:sp>
        <p:nvSpPr>
          <p:cNvPr id="144" name="Google Shape;144;p14"/>
          <p:cNvSpPr txBox="1">
            <a:spLocks noGrp="1"/>
          </p:cNvSpPr>
          <p:nvPr>
            <p:ph type="title" idx="16"/>
          </p:nvPr>
        </p:nvSpPr>
        <p:spPr>
          <a:xfrm>
            <a:off x="712975" y="2550038"/>
            <a:ext cx="8802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5" name="Google Shape;145;p14"/>
          <p:cNvSpPr txBox="1">
            <a:spLocks noGrp="1"/>
          </p:cNvSpPr>
          <p:nvPr>
            <p:ph type="title" idx="17"/>
          </p:nvPr>
        </p:nvSpPr>
        <p:spPr>
          <a:xfrm>
            <a:off x="713125" y="3775963"/>
            <a:ext cx="8802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6" name="Google Shape;146;p14"/>
          <p:cNvSpPr txBox="1">
            <a:spLocks noGrp="1"/>
          </p:cNvSpPr>
          <p:nvPr>
            <p:ph type="title" idx="18"/>
          </p:nvPr>
        </p:nvSpPr>
        <p:spPr>
          <a:xfrm>
            <a:off x="5017400" y="1324125"/>
            <a:ext cx="8802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2500"/>
            </a:lvl1pPr>
            <a:lvl2pPr lvl="1" rtl="0">
              <a:spcBef>
                <a:spcPts val="0"/>
              </a:spcBef>
              <a:spcAft>
                <a:spcPts val="0"/>
              </a:spcAft>
              <a:buSzPts val="2800"/>
              <a:buNone/>
              <a:defRPr>
                <a:highlight>
                  <a:schemeClr val="dk1"/>
                </a:highlight>
              </a:defRPr>
            </a:lvl2pPr>
            <a:lvl3pPr lvl="2" rtl="0">
              <a:spcBef>
                <a:spcPts val="0"/>
              </a:spcBef>
              <a:spcAft>
                <a:spcPts val="0"/>
              </a:spcAft>
              <a:buSzPts val="2800"/>
              <a:buNone/>
              <a:defRPr>
                <a:highlight>
                  <a:schemeClr val="dk1"/>
                </a:highlight>
              </a:defRPr>
            </a:lvl3pPr>
            <a:lvl4pPr lvl="3" rtl="0">
              <a:spcBef>
                <a:spcPts val="0"/>
              </a:spcBef>
              <a:spcAft>
                <a:spcPts val="0"/>
              </a:spcAft>
              <a:buSzPts val="2800"/>
              <a:buNone/>
              <a:defRPr>
                <a:highlight>
                  <a:schemeClr val="dk1"/>
                </a:highlight>
              </a:defRPr>
            </a:lvl4pPr>
            <a:lvl5pPr lvl="4" rtl="0">
              <a:spcBef>
                <a:spcPts val="0"/>
              </a:spcBef>
              <a:spcAft>
                <a:spcPts val="0"/>
              </a:spcAft>
              <a:buSzPts val="2800"/>
              <a:buNone/>
              <a:defRPr>
                <a:highlight>
                  <a:schemeClr val="dk1"/>
                </a:highlight>
              </a:defRPr>
            </a:lvl5pPr>
            <a:lvl6pPr lvl="5" rtl="0">
              <a:spcBef>
                <a:spcPts val="0"/>
              </a:spcBef>
              <a:spcAft>
                <a:spcPts val="0"/>
              </a:spcAft>
              <a:buSzPts val="2800"/>
              <a:buNone/>
              <a:defRPr>
                <a:highlight>
                  <a:schemeClr val="dk1"/>
                </a:highlight>
              </a:defRPr>
            </a:lvl6pPr>
            <a:lvl7pPr lvl="6" rtl="0">
              <a:spcBef>
                <a:spcPts val="0"/>
              </a:spcBef>
              <a:spcAft>
                <a:spcPts val="0"/>
              </a:spcAft>
              <a:buSzPts val="2800"/>
              <a:buNone/>
              <a:defRPr>
                <a:highlight>
                  <a:schemeClr val="dk1"/>
                </a:highlight>
              </a:defRPr>
            </a:lvl7pPr>
            <a:lvl8pPr lvl="7" rtl="0">
              <a:spcBef>
                <a:spcPts val="0"/>
              </a:spcBef>
              <a:spcAft>
                <a:spcPts val="0"/>
              </a:spcAft>
              <a:buSzPts val="2800"/>
              <a:buNone/>
              <a:defRPr>
                <a:highlight>
                  <a:schemeClr val="dk1"/>
                </a:highlight>
              </a:defRPr>
            </a:lvl8pPr>
            <a:lvl9pPr lvl="8" rtl="0">
              <a:spcBef>
                <a:spcPts val="0"/>
              </a:spcBef>
              <a:spcAft>
                <a:spcPts val="0"/>
              </a:spcAft>
              <a:buSzPts val="2800"/>
              <a:buNone/>
              <a:defRPr>
                <a:highlight>
                  <a:schemeClr val="dk1"/>
                </a:highlight>
              </a:defRPr>
            </a:lvl9pPr>
          </a:lstStyle>
          <a:p>
            <a:endParaRPr/>
          </a:p>
        </p:txBody>
      </p:sp>
      <p:sp>
        <p:nvSpPr>
          <p:cNvPr id="147" name="Google Shape;147;p14"/>
          <p:cNvSpPr txBox="1">
            <a:spLocks noGrp="1"/>
          </p:cNvSpPr>
          <p:nvPr>
            <p:ph type="title" idx="19"/>
          </p:nvPr>
        </p:nvSpPr>
        <p:spPr>
          <a:xfrm>
            <a:off x="720000" y="539500"/>
            <a:ext cx="7704000" cy="5727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0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8" name="Google Shape;148;p14"/>
          <p:cNvSpPr txBox="1">
            <a:spLocks noGrp="1"/>
          </p:cNvSpPr>
          <p:nvPr>
            <p:ph type="title" idx="20"/>
          </p:nvPr>
        </p:nvSpPr>
        <p:spPr>
          <a:xfrm>
            <a:off x="5017150" y="2550038"/>
            <a:ext cx="8802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9" name="Google Shape;149;p14"/>
          <p:cNvSpPr txBox="1">
            <a:spLocks noGrp="1"/>
          </p:cNvSpPr>
          <p:nvPr>
            <p:ph type="title" idx="21"/>
          </p:nvPr>
        </p:nvSpPr>
        <p:spPr>
          <a:xfrm>
            <a:off x="5017350" y="3775950"/>
            <a:ext cx="8802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2500"/>
            </a:lvl1pPr>
            <a:lvl2pPr lvl="1" rtl="0">
              <a:spcBef>
                <a:spcPts val="0"/>
              </a:spcBef>
              <a:spcAft>
                <a:spcPts val="0"/>
              </a:spcAft>
              <a:buSzPts val="2800"/>
              <a:buNone/>
              <a:defRPr>
                <a:highlight>
                  <a:schemeClr val="dk1"/>
                </a:highlight>
              </a:defRPr>
            </a:lvl2pPr>
            <a:lvl3pPr lvl="2" rtl="0">
              <a:spcBef>
                <a:spcPts val="0"/>
              </a:spcBef>
              <a:spcAft>
                <a:spcPts val="0"/>
              </a:spcAft>
              <a:buSzPts val="2800"/>
              <a:buNone/>
              <a:defRPr>
                <a:highlight>
                  <a:schemeClr val="dk1"/>
                </a:highlight>
              </a:defRPr>
            </a:lvl3pPr>
            <a:lvl4pPr lvl="3" rtl="0">
              <a:spcBef>
                <a:spcPts val="0"/>
              </a:spcBef>
              <a:spcAft>
                <a:spcPts val="0"/>
              </a:spcAft>
              <a:buSzPts val="2800"/>
              <a:buNone/>
              <a:defRPr>
                <a:highlight>
                  <a:schemeClr val="dk1"/>
                </a:highlight>
              </a:defRPr>
            </a:lvl4pPr>
            <a:lvl5pPr lvl="4" rtl="0">
              <a:spcBef>
                <a:spcPts val="0"/>
              </a:spcBef>
              <a:spcAft>
                <a:spcPts val="0"/>
              </a:spcAft>
              <a:buSzPts val="2800"/>
              <a:buNone/>
              <a:defRPr>
                <a:highlight>
                  <a:schemeClr val="dk1"/>
                </a:highlight>
              </a:defRPr>
            </a:lvl5pPr>
            <a:lvl6pPr lvl="5" rtl="0">
              <a:spcBef>
                <a:spcPts val="0"/>
              </a:spcBef>
              <a:spcAft>
                <a:spcPts val="0"/>
              </a:spcAft>
              <a:buSzPts val="2800"/>
              <a:buNone/>
              <a:defRPr>
                <a:highlight>
                  <a:schemeClr val="dk1"/>
                </a:highlight>
              </a:defRPr>
            </a:lvl6pPr>
            <a:lvl7pPr lvl="6" rtl="0">
              <a:spcBef>
                <a:spcPts val="0"/>
              </a:spcBef>
              <a:spcAft>
                <a:spcPts val="0"/>
              </a:spcAft>
              <a:buSzPts val="2800"/>
              <a:buNone/>
              <a:defRPr>
                <a:highlight>
                  <a:schemeClr val="dk1"/>
                </a:highlight>
              </a:defRPr>
            </a:lvl7pPr>
            <a:lvl8pPr lvl="7" rtl="0">
              <a:spcBef>
                <a:spcPts val="0"/>
              </a:spcBef>
              <a:spcAft>
                <a:spcPts val="0"/>
              </a:spcAft>
              <a:buSzPts val="2800"/>
              <a:buNone/>
              <a:defRPr>
                <a:highlight>
                  <a:schemeClr val="dk1"/>
                </a:highlight>
              </a:defRPr>
            </a:lvl8pPr>
            <a:lvl9pPr lvl="8" rtl="0">
              <a:spcBef>
                <a:spcPts val="0"/>
              </a:spcBef>
              <a:spcAft>
                <a:spcPts val="0"/>
              </a:spcAft>
              <a:buSzPts val="2800"/>
              <a:buNone/>
              <a:defRPr>
                <a:highlight>
                  <a:schemeClr val="dk1"/>
                </a:highlight>
              </a:defRPr>
            </a:lvl9pPr>
          </a:lstStyle>
          <a:p>
            <a:endParaRPr/>
          </a:p>
        </p:txBody>
      </p:sp>
      <p:grpSp>
        <p:nvGrpSpPr>
          <p:cNvPr id="150" name="Google Shape;150;p14"/>
          <p:cNvGrpSpPr/>
          <p:nvPr/>
        </p:nvGrpSpPr>
        <p:grpSpPr>
          <a:xfrm>
            <a:off x="136300" y="139550"/>
            <a:ext cx="8810700" cy="4880400"/>
            <a:chOff x="136300" y="139550"/>
            <a:chExt cx="8810700" cy="4880400"/>
          </a:xfrm>
        </p:grpSpPr>
        <p:sp>
          <p:nvSpPr>
            <p:cNvPr id="151" name="Google Shape;151;p14"/>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4"/>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3" name="Google Shape;153;p14"/>
          <p:cNvPicPr preferRelativeResize="0"/>
          <p:nvPr/>
        </p:nvPicPr>
        <p:blipFill rotWithShape="1">
          <a:blip r:embed="rId2">
            <a:alphaModFix/>
          </a:blip>
          <a:srcRect t="670" b="670"/>
          <a:stretch/>
        </p:blipFill>
        <p:spPr>
          <a:xfrm rot="-3500494">
            <a:off x="-117533" y="79608"/>
            <a:ext cx="671792" cy="919762"/>
          </a:xfrm>
          <a:prstGeom prst="rect">
            <a:avLst/>
          </a:prstGeom>
          <a:noFill/>
          <a:ln>
            <a:noFill/>
          </a:ln>
        </p:spPr>
      </p:pic>
      <p:pic>
        <p:nvPicPr>
          <p:cNvPr id="154" name="Google Shape;154;p14"/>
          <p:cNvPicPr preferRelativeResize="0"/>
          <p:nvPr/>
        </p:nvPicPr>
        <p:blipFill rotWithShape="1">
          <a:blip r:embed="rId2">
            <a:alphaModFix/>
          </a:blip>
          <a:srcRect t="670" b="670"/>
          <a:stretch/>
        </p:blipFill>
        <p:spPr>
          <a:xfrm rot="7299506">
            <a:off x="8605417" y="4198908"/>
            <a:ext cx="671792" cy="919762"/>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
  <p:cSld name="TITLE_ONLY_1_1_2_2">
    <p:spTree>
      <p:nvGrpSpPr>
        <p:cNvPr id="1" name="Shape 380"/>
        <p:cNvGrpSpPr/>
        <p:nvPr/>
      </p:nvGrpSpPr>
      <p:grpSpPr>
        <a:xfrm>
          <a:off x="0" y="0"/>
          <a:ext cx="0" cy="0"/>
          <a:chOff x="0" y="0"/>
          <a:chExt cx="0" cy="0"/>
        </a:xfrm>
      </p:grpSpPr>
      <p:grpSp>
        <p:nvGrpSpPr>
          <p:cNvPr id="381" name="Google Shape;381;p32"/>
          <p:cNvGrpSpPr/>
          <p:nvPr/>
        </p:nvGrpSpPr>
        <p:grpSpPr>
          <a:xfrm>
            <a:off x="136300" y="139550"/>
            <a:ext cx="8810700" cy="4880400"/>
            <a:chOff x="136300" y="139550"/>
            <a:chExt cx="8810700" cy="4880400"/>
          </a:xfrm>
        </p:grpSpPr>
        <p:sp>
          <p:nvSpPr>
            <p:cNvPr id="382" name="Google Shape;382;p32"/>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2"/>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4" name="Google Shape;384;p32"/>
          <p:cNvSpPr txBox="1">
            <a:spLocks noGrp="1"/>
          </p:cNvSpPr>
          <p:nvPr>
            <p:ph type="title"/>
          </p:nvPr>
        </p:nvSpPr>
        <p:spPr>
          <a:xfrm>
            <a:off x="720000" y="2616575"/>
            <a:ext cx="2151300" cy="9540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385" name="Google Shape;385;p32"/>
          <p:cNvSpPr txBox="1">
            <a:spLocks noGrp="1"/>
          </p:cNvSpPr>
          <p:nvPr>
            <p:ph type="subTitle" idx="1"/>
          </p:nvPr>
        </p:nvSpPr>
        <p:spPr>
          <a:xfrm>
            <a:off x="711105" y="3446950"/>
            <a:ext cx="2151300" cy="5727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6" name="Google Shape;386;p32"/>
          <p:cNvSpPr txBox="1">
            <a:spLocks noGrp="1"/>
          </p:cNvSpPr>
          <p:nvPr>
            <p:ph type="title" idx="2"/>
          </p:nvPr>
        </p:nvSpPr>
        <p:spPr>
          <a:xfrm>
            <a:off x="3500762" y="2616575"/>
            <a:ext cx="2147400" cy="9540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387" name="Google Shape;387;p32"/>
          <p:cNvSpPr txBox="1">
            <a:spLocks noGrp="1"/>
          </p:cNvSpPr>
          <p:nvPr>
            <p:ph type="subTitle" idx="3"/>
          </p:nvPr>
        </p:nvSpPr>
        <p:spPr>
          <a:xfrm>
            <a:off x="3491878" y="3446900"/>
            <a:ext cx="2147400" cy="5727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8" name="Google Shape;388;p32"/>
          <p:cNvSpPr txBox="1">
            <a:spLocks noGrp="1"/>
          </p:cNvSpPr>
          <p:nvPr>
            <p:ph type="title" idx="4"/>
          </p:nvPr>
        </p:nvSpPr>
        <p:spPr>
          <a:xfrm>
            <a:off x="6277625" y="2616575"/>
            <a:ext cx="2143500" cy="9540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389" name="Google Shape;389;p32"/>
          <p:cNvSpPr txBox="1">
            <a:spLocks noGrp="1"/>
          </p:cNvSpPr>
          <p:nvPr>
            <p:ph type="subTitle" idx="5"/>
          </p:nvPr>
        </p:nvSpPr>
        <p:spPr>
          <a:xfrm>
            <a:off x="6268751" y="3446950"/>
            <a:ext cx="2143500" cy="5727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0" name="Google Shape;390;p32"/>
          <p:cNvSpPr txBox="1">
            <a:spLocks noGrp="1"/>
          </p:cNvSpPr>
          <p:nvPr>
            <p:ph type="title" idx="6"/>
          </p:nvPr>
        </p:nvSpPr>
        <p:spPr>
          <a:xfrm>
            <a:off x="720000" y="539500"/>
            <a:ext cx="77040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4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391" name="Google Shape;391;p32"/>
          <p:cNvPicPr preferRelativeResize="0"/>
          <p:nvPr/>
        </p:nvPicPr>
        <p:blipFill rotWithShape="1">
          <a:blip r:embed="rId2">
            <a:alphaModFix/>
          </a:blip>
          <a:srcRect l="357" r="347"/>
          <a:stretch/>
        </p:blipFill>
        <p:spPr>
          <a:xfrm>
            <a:off x="2" y="4172150"/>
            <a:ext cx="1344700" cy="964300"/>
          </a:xfrm>
          <a:prstGeom prst="rect">
            <a:avLst/>
          </a:prstGeom>
          <a:noFill/>
          <a:ln>
            <a:noFill/>
          </a:ln>
        </p:spPr>
      </p:pic>
      <p:pic>
        <p:nvPicPr>
          <p:cNvPr id="392" name="Google Shape;392;p32"/>
          <p:cNvPicPr preferRelativeResize="0"/>
          <p:nvPr/>
        </p:nvPicPr>
        <p:blipFill rotWithShape="1">
          <a:blip r:embed="rId3">
            <a:alphaModFix/>
          </a:blip>
          <a:srcRect t="670" b="680"/>
          <a:stretch/>
        </p:blipFill>
        <p:spPr>
          <a:xfrm rot="5905218">
            <a:off x="8401389" y="35869"/>
            <a:ext cx="665172" cy="910663"/>
          </a:xfrm>
          <a:prstGeom prst="rect">
            <a:avLst/>
          </a:prstGeom>
          <a:noFill/>
          <a:ln>
            <a:noFill/>
          </a:ln>
        </p:spPr>
      </p:pic>
      <p:pic>
        <p:nvPicPr>
          <p:cNvPr id="393" name="Google Shape;393;p32"/>
          <p:cNvPicPr preferRelativeResize="0"/>
          <p:nvPr/>
        </p:nvPicPr>
        <p:blipFill rotWithShape="1">
          <a:blip r:embed="rId2">
            <a:alphaModFix/>
          </a:blip>
          <a:srcRect l="357" r="347"/>
          <a:stretch/>
        </p:blipFill>
        <p:spPr>
          <a:xfrm flipH="1">
            <a:off x="7799302" y="4172150"/>
            <a:ext cx="1344700" cy="964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
  <p:cSld name="CUSTOM_9">
    <p:spTree>
      <p:nvGrpSpPr>
        <p:cNvPr id="1" name="Shape 408"/>
        <p:cNvGrpSpPr/>
        <p:nvPr/>
      </p:nvGrpSpPr>
      <p:grpSpPr>
        <a:xfrm>
          <a:off x="0" y="0"/>
          <a:ext cx="0" cy="0"/>
          <a:chOff x="0" y="0"/>
          <a:chExt cx="0" cy="0"/>
        </a:xfrm>
      </p:grpSpPr>
      <p:grpSp>
        <p:nvGrpSpPr>
          <p:cNvPr id="409" name="Google Shape;409;p34"/>
          <p:cNvGrpSpPr/>
          <p:nvPr/>
        </p:nvGrpSpPr>
        <p:grpSpPr>
          <a:xfrm>
            <a:off x="136300" y="139550"/>
            <a:ext cx="8810700" cy="4880400"/>
            <a:chOff x="136300" y="139550"/>
            <a:chExt cx="8810700" cy="4880400"/>
          </a:xfrm>
        </p:grpSpPr>
        <p:sp>
          <p:nvSpPr>
            <p:cNvPr id="410" name="Google Shape;410;p34"/>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4"/>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2" name="Google Shape;412;p34"/>
          <p:cNvSpPr txBox="1">
            <a:spLocks noGrp="1"/>
          </p:cNvSpPr>
          <p:nvPr>
            <p:ph type="title"/>
          </p:nvPr>
        </p:nvSpPr>
        <p:spPr>
          <a:xfrm>
            <a:off x="713100" y="1396600"/>
            <a:ext cx="3657000" cy="9540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18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3" name="Google Shape;413;p34"/>
          <p:cNvSpPr txBox="1">
            <a:spLocks noGrp="1"/>
          </p:cNvSpPr>
          <p:nvPr>
            <p:ph type="subTitle" idx="1"/>
          </p:nvPr>
        </p:nvSpPr>
        <p:spPr>
          <a:xfrm>
            <a:off x="716790" y="2184227"/>
            <a:ext cx="3657000" cy="538200"/>
          </a:xfrm>
          <a:prstGeom prst="rect">
            <a:avLst/>
          </a:prstGeom>
          <a:noFill/>
          <a:ln>
            <a:noFill/>
          </a:ln>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14" name="Google Shape;414;p34"/>
          <p:cNvSpPr txBox="1">
            <a:spLocks noGrp="1"/>
          </p:cNvSpPr>
          <p:nvPr>
            <p:ph type="title" idx="2"/>
          </p:nvPr>
        </p:nvSpPr>
        <p:spPr>
          <a:xfrm>
            <a:off x="4767197" y="3195806"/>
            <a:ext cx="3656700" cy="95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8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5" name="Google Shape;415;p34"/>
          <p:cNvSpPr txBox="1">
            <a:spLocks noGrp="1"/>
          </p:cNvSpPr>
          <p:nvPr>
            <p:ph type="subTitle" idx="3"/>
          </p:nvPr>
        </p:nvSpPr>
        <p:spPr>
          <a:xfrm>
            <a:off x="4770550" y="3983425"/>
            <a:ext cx="3656700" cy="5382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16" name="Google Shape;416;p34"/>
          <p:cNvSpPr txBox="1">
            <a:spLocks noGrp="1"/>
          </p:cNvSpPr>
          <p:nvPr>
            <p:ph type="title" idx="4"/>
          </p:nvPr>
        </p:nvSpPr>
        <p:spPr>
          <a:xfrm>
            <a:off x="4767100" y="1396600"/>
            <a:ext cx="3901800" cy="95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8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7" name="Google Shape;417;p34"/>
          <p:cNvSpPr txBox="1">
            <a:spLocks noGrp="1"/>
          </p:cNvSpPr>
          <p:nvPr>
            <p:ph type="subTitle" idx="5"/>
          </p:nvPr>
        </p:nvSpPr>
        <p:spPr>
          <a:xfrm>
            <a:off x="4770650" y="2176729"/>
            <a:ext cx="3656700" cy="5382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18" name="Google Shape;418;p34"/>
          <p:cNvSpPr txBox="1">
            <a:spLocks noGrp="1"/>
          </p:cNvSpPr>
          <p:nvPr>
            <p:ph type="title" idx="6"/>
          </p:nvPr>
        </p:nvSpPr>
        <p:spPr>
          <a:xfrm>
            <a:off x="713100" y="3195830"/>
            <a:ext cx="3657000" cy="9540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18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9" name="Google Shape;419;p34"/>
          <p:cNvSpPr txBox="1">
            <a:spLocks noGrp="1"/>
          </p:cNvSpPr>
          <p:nvPr>
            <p:ph type="subTitle" idx="7"/>
          </p:nvPr>
        </p:nvSpPr>
        <p:spPr>
          <a:xfrm>
            <a:off x="716650" y="3981775"/>
            <a:ext cx="3657000" cy="538200"/>
          </a:xfrm>
          <a:prstGeom prst="rect">
            <a:avLst/>
          </a:prstGeom>
          <a:noFill/>
          <a:ln>
            <a:noFill/>
          </a:ln>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20" name="Google Shape;420;p34"/>
          <p:cNvSpPr txBox="1">
            <a:spLocks noGrp="1"/>
          </p:cNvSpPr>
          <p:nvPr>
            <p:ph type="title" idx="8"/>
          </p:nvPr>
        </p:nvSpPr>
        <p:spPr>
          <a:xfrm>
            <a:off x="720000" y="539500"/>
            <a:ext cx="77040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421" name="Google Shape;421;p34"/>
          <p:cNvPicPr preferRelativeResize="0"/>
          <p:nvPr/>
        </p:nvPicPr>
        <p:blipFill rotWithShape="1">
          <a:blip r:embed="rId2">
            <a:alphaModFix/>
          </a:blip>
          <a:srcRect t="670" b="680"/>
          <a:stretch/>
        </p:blipFill>
        <p:spPr>
          <a:xfrm rot="5905218">
            <a:off x="209589" y="4233294"/>
            <a:ext cx="665172" cy="910663"/>
          </a:xfrm>
          <a:prstGeom prst="rect">
            <a:avLst/>
          </a:prstGeom>
          <a:noFill/>
          <a:ln>
            <a:noFill/>
          </a:ln>
        </p:spPr>
      </p:pic>
      <p:pic>
        <p:nvPicPr>
          <p:cNvPr id="422" name="Google Shape;422;p34"/>
          <p:cNvPicPr preferRelativeResize="0"/>
          <p:nvPr/>
        </p:nvPicPr>
        <p:blipFill rotWithShape="1">
          <a:blip r:embed="rId3">
            <a:alphaModFix/>
          </a:blip>
          <a:srcRect l="357" r="347"/>
          <a:stretch/>
        </p:blipFill>
        <p:spPr>
          <a:xfrm rot="10800000">
            <a:off x="7799302" y="34625"/>
            <a:ext cx="1344700" cy="964301"/>
          </a:xfrm>
          <a:prstGeom prst="rect">
            <a:avLst/>
          </a:prstGeom>
          <a:noFill/>
          <a:ln>
            <a:noFill/>
          </a:ln>
        </p:spPr>
      </p:pic>
      <p:pic>
        <p:nvPicPr>
          <p:cNvPr id="423" name="Google Shape;423;p34"/>
          <p:cNvPicPr preferRelativeResize="0"/>
          <p:nvPr/>
        </p:nvPicPr>
        <p:blipFill rotWithShape="1">
          <a:blip r:embed="rId2">
            <a:alphaModFix/>
          </a:blip>
          <a:srcRect t="670" b="680"/>
          <a:stretch/>
        </p:blipFill>
        <p:spPr>
          <a:xfrm rot="-5905218" flipH="1">
            <a:off x="8260639" y="4233294"/>
            <a:ext cx="665172" cy="910663"/>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
  <p:cSld name="TITLE_AND_BODY_1">
    <p:spTree>
      <p:nvGrpSpPr>
        <p:cNvPr id="1" name="Shape 638"/>
        <p:cNvGrpSpPr/>
        <p:nvPr/>
      </p:nvGrpSpPr>
      <p:grpSpPr>
        <a:xfrm>
          <a:off x="0" y="0"/>
          <a:ext cx="0" cy="0"/>
          <a:chOff x="0" y="0"/>
          <a:chExt cx="0" cy="0"/>
        </a:xfrm>
      </p:grpSpPr>
      <p:pic>
        <p:nvPicPr>
          <p:cNvPr id="639" name="Google Shape;639;p60"/>
          <p:cNvPicPr preferRelativeResize="0"/>
          <p:nvPr/>
        </p:nvPicPr>
        <p:blipFill>
          <a:blip r:embed="rId2">
            <a:alphaModFix/>
          </a:blip>
          <a:stretch>
            <a:fillRect/>
          </a:stretch>
        </p:blipFill>
        <p:spPr>
          <a:xfrm>
            <a:off x="1716938" y="77300"/>
            <a:ext cx="5642825" cy="5642825"/>
          </a:xfrm>
          <a:prstGeom prst="rect">
            <a:avLst/>
          </a:prstGeom>
          <a:noFill/>
          <a:ln>
            <a:noFill/>
          </a:ln>
        </p:spPr>
      </p:pic>
      <p:sp>
        <p:nvSpPr>
          <p:cNvPr id="640" name="Google Shape;640;p60"/>
          <p:cNvSpPr txBox="1">
            <a:spLocks noGrp="1"/>
          </p:cNvSpPr>
          <p:nvPr>
            <p:ph type="title"/>
          </p:nvPr>
        </p:nvSpPr>
        <p:spPr>
          <a:xfrm>
            <a:off x="2141375" y="1444200"/>
            <a:ext cx="4899000" cy="14343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4000"/>
              <a:buNone/>
              <a:defRPr sz="10200"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41" name="Google Shape;641;p60"/>
          <p:cNvSpPr txBox="1">
            <a:spLocks noGrp="1"/>
          </p:cNvSpPr>
          <p:nvPr>
            <p:ph type="body" idx="1"/>
          </p:nvPr>
        </p:nvSpPr>
        <p:spPr>
          <a:xfrm>
            <a:off x="2430500" y="2974188"/>
            <a:ext cx="4320600" cy="725100"/>
          </a:xfrm>
          <a:prstGeom prst="rect">
            <a:avLst/>
          </a:prstGeom>
          <a:noFill/>
          <a:ln>
            <a:noFill/>
          </a:ln>
        </p:spPr>
        <p:txBody>
          <a:bodyPr spcFirstLastPara="1" wrap="square" lIns="91425" tIns="91425" rIns="91425" bIns="91425" anchor="ctr" anchorCtr="0">
            <a:noAutofit/>
          </a:bodyPr>
          <a:lstStyle>
            <a:lvl1pPr marL="457200" lvl="0" indent="-317500" algn="ctr" rtl="0">
              <a:lnSpc>
                <a:spcPct val="100000"/>
              </a:lnSpc>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642" name="Google Shape;642;p60"/>
          <p:cNvGrpSpPr/>
          <p:nvPr/>
        </p:nvGrpSpPr>
        <p:grpSpPr>
          <a:xfrm>
            <a:off x="136300" y="139550"/>
            <a:ext cx="8810700" cy="4880400"/>
            <a:chOff x="136300" y="139550"/>
            <a:chExt cx="8810700" cy="4880400"/>
          </a:xfrm>
        </p:grpSpPr>
        <p:sp>
          <p:nvSpPr>
            <p:cNvPr id="643" name="Google Shape;643;p60"/>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60"/>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 name="Google Shape;645;p60"/>
          <p:cNvGrpSpPr/>
          <p:nvPr/>
        </p:nvGrpSpPr>
        <p:grpSpPr>
          <a:xfrm>
            <a:off x="136300" y="139550"/>
            <a:ext cx="8810700" cy="4880400"/>
            <a:chOff x="136300" y="139550"/>
            <a:chExt cx="8810700" cy="4880400"/>
          </a:xfrm>
        </p:grpSpPr>
        <p:sp>
          <p:nvSpPr>
            <p:cNvPr id="646" name="Google Shape;646;p60"/>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60"/>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48" name="Google Shape;648;p60"/>
          <p:cNvPicPr preferRelativeResize="0"/>
          <p:nvPr/>
        </p:nvPicPr>
        <p:blipFill rotWithShape="1">
          <a:blip r:embed="rId3">
            <a:alphaModFix/>
          </a:blip>
          <a:srcRect l="357" r="347"/>
          <a:stretch/>
        </p:blipFill>
        <p:spPr>
          <a:xfrm rot="10800000">
            <a:off x="7799302" y="34625"/>
            <a:ext cx="1344700" cy="964301"/>
          </a:xfrm>
          <a:prstGeom prst="rect">
            <a:avLst/>
          </a:prstGeom>
          <a:noFill/>
          <a:ln>
            <a:noFill/>
          </a:ln>
        </p:spPr>
      </p:pic>
      <p:pic>
        <p:nvPicPr>
          <p:cNvPr id="649" name="Google Shape;649;p60"/>
          <p:cNvPicPr preferRelativeResize="0"/>
          <p:nvPr/>
        </p:nvPicPr>
        <p:blipFill rotWithShape="1">
          <a:blip r:embed="rId3">
            <a:alphaModFix/>
          </a:blip>
          <a:srcRect l="357" r="347"/>
          <a:stretch/>
        </p:blipFill>
        <p:spPr>
          <a:xfrm>
            <a:off x="-2" y="4052850"/>
            <a:ext cx="1345075" cy="9645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7">
  <p:cSld name="TITLE_AND_BODY_1_1">
    <p:spTree>
      <p:nvGrpSpPr>
        <p:cNvPr id="1" name="Shape 650"/>
        <p:cNvGrpSpPr/>
        <p:nvPr/>
      </p:nvGrpSpPr>
      <p:grpSpPr>
        <a:xfrm>
          <a:off x="0" y="0"/>
          <a:ext cx="0" cy="0"/>
          <a:chOff x="0" y="0"/>
          <a:chExt cx="0" cy="0"/>
        </a:xfrm>
      </p:grpSpPr>
      <p:pic>
        <p:nvPicPr>
          <p:cNvPr id="651" name="Google Shape;651;p61"/>
          <p:cNvPicPr preferRelativeResize="0"/>
          <p:nvPr/>
        </p:nvPicPr>
        <p:blipFill>
          <a:blip r:embed="rId2">
            <a:alphaModFix/>
          </a:blip>
          <a:stretch>
            <a:fillRect/>
          </a:stretch>
        </p:blipFill>
        <p:spPr>
          <a:xfrm rot="10800000" flipH="1">
            <a:off x="736838" y="-136825"/>
            <a:ext cx="5642825" cy="5642825"/>
          </a:xfrm>
          <a:prstGeom prst="rect">
            <a:avLst/>
          </a:prstGeom>
          <a:noFill/>
          <a:ln>
            <a:noFill/>
          </a:ln>
        </p:spPr>
      </p:pic>
      <p:grpSp>
        <p:nvGrpSpPr>
          <p:cNvPr id="652" name="Google Shape;652;p61"/>
          <p:cNvGrpSpPr/>
          <p:nvPr/>
        </p:nvGrpSpPr>
        <p:grpSpPr>
          <a:xfrm>
            <a:off x="136300" y="139550"/>
            <a:ext cx="8810700" cy="4880400"/>
            <a:chOff x="136300" y="139550"/>
            <a:chExt cx="8810700" cy="4880400"/>
          </a:xfrm>
        </p:grpSpPr>
        <p:sp>
          <p:nvSpPr>
            <p:cNvPr id="653" name="Google Shape;653;p61"/>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61"/>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 name="Google Shape;655;p61"/>
          <p:cNvGrpSpPr/>
          <p:nvPr/>
        </p:nvGrpSpPr>
        <p:grpSpPr>
          <a:xfrm>
            <a:off x="136300" y="139550"/>
            <a:ext cx="8810700" cy="4880400"/>
            <a:chOff x="136300" y="139550"/>
            <a:chExt cx="8810700" cy="4880400"/>
          </a:xfrm>
        </p:grpSpPr>
        <p:sp>
          <p:nvSpPr>
            <p:cNvPr id="656" name="Google Shape;656;p61"/>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61"/>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8" name="Google Shape;658;p61"/>
          <p:cNvSpPr>
            <a:spLocks noGrp="1"/>
          </p:cNvSpPr>
          <p:nvPr>
            <p:ph type="pic" idx="2"/>
          </p:nvPr>
        </p:nvSpPr>
        <p:spPr>
          <a:xfrm>
            <a:off x="6133375" y="912350"/>
            <a:ext cx="2297400" cy="3465900"/>
          </a:xfrm>
          <a:prstGeom prst="ellipse">
            <a:avLst/>
          </a:prstGeom>
          <a:noFill/>
          <a:ln>
            <a:noFill/>
          </a:ln>
        </p:spPr>
      </p:sp>
      <p:sp>
        <p:nvSpPr>
          <p:cNvPr id="659" name="Google Shape;659;p61"/>
          <p:cNvSpPr txBox="1">
            <a:spLocks noGrp="1"/>
          </p:cNvSpPr>
          <p:nvPr>
            <p:ph type="title"/>
          </p:nvPr>
        </p:nvSpPr>
        <p:spPr>
          <a:xfrm>
            <a:off x="845975" y="1444200"/>
            <a:ext cx="4899000" cy="14343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4000"/>
              <a:buNone/>
              <a:defRPr sz="10200"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60" name="Google Shape;660;p61"/>
          <p:cNvSpPr txBox="1">
            <a:spLocks noGrp="1"/>
          </p:cNvSpPr>
          <p:nvPr>
            <p:ph type="body" idx="1"/>
          </p:nvPr>
        </p:nvSpPr>
        <p:spPr>
          <a:xfrm>
            <a:off x="1135100" y="2974188"/>
            <a:ext cx="4320600" cy="725100"/>
          </a:xfrm>
          <a:prstGeom prst="rect">
            <a:avLst/>
          </a:prstGeom>
          <a:noFill/>
          <a:ln>
            <a:noFill/>
          </a:ln>
        </p:spPr>
        <p:txBody>
          <a:bodyPr spcFirstLastPara="1" wrap="square" lIns="91425" tIns="91425" rIns="91425" bIns="91425" anchor="ctr" anchorCtr="0">
            <a:noAutofit/>
          </a:bodyPr>
          <a:lstStyle>
            <a:lvl1pPr marL="457200" lvl="0" indent="-317500" algn="ctr" rtl="0">
              <a:lnSpc>
                <a:spcPct val="100000"/>
              </a:lnSpc>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661" name="Google Shape;661;p61"/>
          <p:cNvPicPr preferRelativeResize="0"/>
          <p:nvPr/>
        </p:nvPicPr>
        <p:blipFill rotWithShape="1">
          <a:blip r:embed="rId3">
            <a:alphaModFix/>
          </a:blip>
          <a:srcRect l="357" r="347"/>
          <a:stretch/>
        </p:blipFill>
        <p:spPr>
          <a:xfrm>
            <a:off x="-2" y="4052850"/>
            <a:ext cx="1345075" cy="964575"/>
          </a:xfrm>
          <a:prstGeom prst="rect">
            <a:avLst/>
          </a:prstGeom>
          <a:noFill/>
          <a:ln>
            <a:noFill/>
          </a:ln>
        </p:spPr>
      </p:pic>
      <p:pic>
        <p:nvPicPr>
          <p:cNvPr id="662" name="Google Shape;662;p61"/>
          <p:cNvPicPr preferRelativeResize="0"/>
          <p:nvPr/>
        </p:nvPicPr>
        <p:blipFill rotWithShape="1">
          <a:blip r:embed="rId3">
            <a:alphaModFix/>
          </a:blip>
          <a:srcRect l="357" r="347"/>
          <a:stretch/>
        </p:blipFill>
        <p:spPr>
          <a:xfrm rot="10800000" flipH="1">
            <a:off x="40686" y="98600"/>
            <a:ext cx="1345075" cy="9645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_12_1">
    <p:spTree>
      <p:nvGrpSpPr>
        <p:cNvPr id="1" name="Shape 663"/>
        <p:cNvGrpSpPr/>
        <p:nvPr/>
      </p:nvGrpSpPr>
      <p:grpSpPr>
        <a:xfrm>
          <a:off x="0" y="0"/>
          <a:ext cx="0" cy="0"/>
          <a:chOff x="0" y="0"/>
          <a:chExt cx="0" cy="0"/>
        </a:xfrm>
      </p:grpSpPr>
      <p:grpSp>
        <p:nvGrpSpPr>
          <p:cNvPr id="664" name="Google Shape;664;p62"/>
          <p:cNvGrpSpPr/>
          <p:nvPr/>
        </p:nvGrpSpPr>
        <p:grpSpPr>
          <a:xfrm>
            <a:off x="136300" y="139550"/>
            <a:ext cx="8810700" cy="4880400"/>
            <a:chOff x="136300" y="139550"/>
            <a:chExt cx="8810700" cy="4880400"/>
          </a:xfrm>
        </p:grpSpPr>
        <p:sp>
          <p:nvSpPr>
            <p:cNvPr id="665" name="Google Shape;665;p62"/>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62"/>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7" name="Google Shape;667;p62"/>
          <p:cNvSpPr txBox="1">
            <a:spLocks noGrp="1"/>
          </p:cNvSpPr>
          <p:nvPr>
            <p:ph type="subTitle" idx="1"/>
          </p:nvPr>
        </p:nvSpPr>
        <p:spPr>
          <a:xfrm>
            <a:off x="713225" y="2978289"/>
            <a:ext cx="3712800" cy="964200"/>
          </a:xfrm>
          <a:prstGeom prst="rect">
            <a:avLst/>
          </a:prstGeom>
          <a:noFill/>
          <a:ln>
            <a:noFill/>
          </a:ln>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68" name="Google Shape;668;p62"/>
          <p:cNvSpPr txBox="1">
            <a:spLocks noGrp="1"/>
          </p:cNvSpPr>
          <p:nvPr>
            <p:ph type="title"/>
          </p:nvPr>
        </p:nvSpPr>
        <p:spPr>
          <a:xfrm>
            <a:off x="713294" y="1825613"/>
            <a:ext cx="3712800" cy="1293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SzPts val="4000"/>
              <a:buNone/>
              <a:defRPr sz="3600"/>
            </a:lvl1pPr>
            <a:lvl2pPr lvl="1" rtl="0">
              <a:spcBef>
                <a:spcPts val="0"/>
              </a:spcBef>
              <a:spcAft>
                <a:spcPts val="0"/>
              </a:spcAft>
              <a:buSzPts val="2800"/>
              <a:buNone/>
              <a:defRPr>
                <a:latin typeface="Anaheim"/>
                <a:ea typeface="Anaheim"/>
                <a:cs typeface="Anaheim"/>
                <a:sym typeface="Anaheim"/>
              </a:defRPr>
            </a:lvl2pPr>
            <a:lvl3pPr lvl="2" rtl="0">
              <a:spcBef>
                <a:spcPts val="0"/>
              </a:spcBef>
              <a:spcAft>
                <a:spcPts val="0"/>
              </a:spcAft>
              <a:buSzPts val="2800"/>
              <a:buNone/>
              <a:defRPr>
                <a:latin typeface="Anaheim"/>
                <a:ea typeface="Anaheim"/>
                <a:cs typeface="Anaheim"/>
                <a:sym typeface="Anaheim"/>
              </a:defRPr>
            </a:lvl3pPr>
            <a:lvl4pPr lvl="3" rtl="0">
              <a:spcBef>
                <a:spcPts val="0"/>
              </a:spcBef>
              <a:spcAft>
                <a:spcPts val="0"/>
              </a:spcAft>
              <a:buSzPts val="2800"/>
              <a:buNone/>
              <a:defRPr>
                <a:latin typeface="Anaheim"/>
                <a:ea typeface="Anaheim"/>
                <a:cs typeface="Anaheim"/>
                <a:sym typeface="Anaheim"/>
              </a:defRPr>
            </a:lvl4pPr>
            <a:lvl5pPr lvl="4" rtl="0">
              <a:spcBef>
                <a:spcPts val="0"/>
              </a:spcBef>
              <a:spcAft>
                <a:spcPts val="0"/>
              </a:spcAft>
              <a:buSzPts val="2800"/>
              <a:buNone/>
              <a:defRPr>
                <a:latin typeface="Anaheim"/>
                <a:ea typeface="Anaheim"/>
                <a:cs typeface="Anaheim"/>
                <a:sym typeface="Anaheim"/>
              </a:defRPr>
            </a:lvl5pPr>
            <a:lvl6pPr lvl="5" rtl="0">
              <a:spcBef>
                <a:spcPts val="0"/>
              </a:spcBef>
              <a:spcAft>
                <a:spcPts val="0"/>
              </a:spcAft>
              <a:buSzPts val="2800"/>
              <a:buNone/>
              <a:defRPr>
                <a:latin typeface="Anaheim"/>
                <a:ea typeface="Anaheim"/>
                <a:cs typeface="Anaheim"/>
                <a:sym typeface="Anaheim"/>
              </a:defRPr>
            </a:lvl6pPr>
            <a:lvl7pPr lvl="6" rtl="0">
              <a:spcBef>
                <a:spcPts val="0"/>
              </a:spcBef>
              <a:spcAft>
                <a:spcPts val="0"/>
              </a:spcAft>
              <a:buSzPts val="2800"/>
              <a:buNone/>
              <a:defRPr>
                <a:latin typeface="Anaheim"/>
                <a:ea typeface="Anaheim"/>
                <a:cs typeface="Anaheim"/>
                <a:sym typeface="Anaheim"/>
              </a:defRPr>
            </a:lvl7pPr>
            <a:lvl8pPr lvl="7" rtl="0">
              <a:spcBef>
                <a:spcPts val="0"/>
              </a:spcBef>
              <a:spcAft>
                <a:spcPts val="0"/>
              </a:spcAft>
              <a:buSzPts val="2800"/>
              <a:buNone/>
              <a:defRPr>
                <a:latin typeface="Anaheim"/>
                <a:ea typeface="Anaheim"/>
                <a:cs typeface="Anaheim"/>
                <a:sym typeface="Anaheim"/>
              </a:defRPr>
            </a:lvl8pPr>
            <a:lvl9pPr lvl="8" rtl="0">
              <a:spcBef>
                <a:spcPts val="0"/>
              </a:spcBef>
              <a:spcAft>
                <a:spcPts val="0"/>
              </a:spcAft>
              <a:buSzPts val="2800"/>
              <a:buNone/>
              <a:defRPr>
                <a:latin typeface="Anaheim"/>
                <a:ea typeface="Anaheim"/>
                <a:cs typeface="Anaheim"/>
                <a:sym typeface="Anaheim"/>
              </a:defRPr>
            </a:lvl9pPr>
          </a:lstStyle>
          <a:p>
            <a:endParaRPr/>
          </a:p>
        </p:txBody>
      </p:sp>
      <p:pic>
        <p:nvPicPr>
          <p:cNvPr id="669" name="Google Shape;669;p62"/>
          <p:cNvPicPr preferRelativeResize="0"/>
          <p:nvPr/>
        </p:nvPicPr>
        <p:blipFill rotWithShape="1">
          <a:blip r:embed="rId2">
            <a:alphaModFix/>
          </a:blip>
          <a:srcRect t="670" b="680"/>
          <a:stretch/>
        </p:blipFill>
        <p:spPr>
          <a:xfrm rot="-5905218" flipH="1">
            <a:off x="-173536" y="2173494"/>
            <a:ext cx="665172" cy="910663"/>
          </a:xfrm>
          <a:prstGeom prst="rect">
            <a:avLst/>
          </a:prstGeom>
          <a:noFill/>
          <a:ln>
            <a:noFill/>
          </a:ln>
        </p:spPr>
      </p:pic>
      <p:pic>
        <p:nvPicPr>
          <p:cNvPr id="670" name="Google Shape;670;p62"/>
          <p:cNvPicPr preferRelativeResize="0"/>
          <p:nvPr/>
        </p:nvPicPr>
        <p:blipFill rotWithShape="1">
          <a:blip r:embed="rId3">
            <a:alphaModFix/>
          </a:blip>
          <a:srcRect l="357" r="347"/>
          <a:stretch/>
        </p:blipFill>
        <p:spPr>
          <a:xfrm rot="10800000">
            <a:off x="3899652" y="4293324"/>
            <a:ext cx="1344700" cy="964300"/>
          </a:xfrm>
          <a:prstGeom prst="rect">
            <a:avLst/>
          </a:prstGeom>
          <a:noFill/>
          <a:ln>
            <a:noFill/>
          </a:ln>
        </p:spPr>
      </p:pic>
      <p:pic>
        <p:nvPicPr>
          <p:cNvPr id="671" name="Google Shape;671;p62"/>
          <p:cNvPicPr preferRelativeResize="0"/>
          <p:nvPr/>
        </p:nvPicPr>
        <p:blipFill rotWithShape="1">
          <a:blip r:embed="rId3">
            <a:alphaModFix/>
          </a:blip>
          <a:srcRect l="357" r="347"/>
          <a:stretch/>
        </p:blipFill>
        <p:spPr>
          <a:xfrm>
            <a:off x="3899639" y="-81526"/>
            <a:ext cx="1344700" cy="964301"/>
          </a:xfrm>
          <a:prstGeom prst="rect">
            <a:avLst/>
          </a:prstGeom>
          <a:noFill/>
          <a:ln>
            <a:noFill/>
          </a:ln>
        </p:spPr>
      </p:pic>
      <p:pic>
        <p:nvPicPr>
          <p:cNvPr id="672" name="Google Shape;672;p62"/>
          <p:cNvPicPr preferRelativeResize="0"/>
          <p:nvPr/>
        </p:nvPicPr>
        <p:blipFill>
          <a:blip r:embed="rId4">
            <a:alphaModFix/>
          </a:blip>
          <a:stretch>
            <a:fillRect/>
          </a:stretch>
        </p:blipFill>
        <p:spPr>
          <a:xfrm rot="10800000" flipH="1">
            <a:off x="4280050" y="0"/>
            <a:ext cx="5037525" cy="50375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TITLE_AND_TWO_COLUMNS_2_1">
    <p:spTree>
      <p:nvGrpSpPr>
        <p:cNvPr id="1" name="Shape 698"/>
        <p:cNvGrpSpPr/>
        <p:nvPr/>
      </p:nvGrpSpPr>
      <p:grpSpPr>
        <a:xfrm>
          <a:off x="0" y="0"/>
          <a:ext cx="0" cy="0"/>
          <a:chOff x="0" y="0"/>
          <a:chExt cx="0" cy="0"/>
        </a:xfrm>
      </p:grpSpPr>
      <p:grpSp>
        <p:nvGrpSpPr>
          <p:cNvPr id="699" name="Google Shape;699;p66"/>
          <p:cNvGrpSpPr/>
          <p:nvPr/>
        </p:nvGrpSpPr>
        <p:grpSpPr>
          <a:xfrm>
            <a:off x="136300" y="139550"/>
            <a:ext cx="8810700" cy="4880400"/>
            <a:chOff x="136300" y="139550"/>
            <a:chExt cx="8810700" cy="4880400"/>
          </a:xfrm>
        </p:grpSpPr>
        <p:sp>
          <p:nvSpPr>
            <p:cNvPr id="700" name="Google Shape;700;p66"/>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66"/>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02" name="Google Shape;702;p66"/>
          <p:cNvPicPr preferRelativeResize="0"/>
          <p:nvPr/>
        </p:nvPicPr>
        <p:blipFill>
          <a:blip r:embed="rId2">
            <a:alphaModFix/>
          </a:blip>
          <a:stretch>
            <a:fillRect/>
          </a:stretch>
        </p:blipFill>
        <p:spPr>
          <a:xfrm rot="-5400000">
            <a:off x="-831376" y="295700"/>
            <a:ext cx="5642825" cy="5642825"/>
          </a:xfrm>
          <a:prstGeom prst="rect">
            <a:avLst/>
          </a:prstGeom>
          <a:noFill/>
          <a:ln>
            <a:noFill/>
          </a:ln>
        </p:spPr>
      </p:pic>
      <p:sp>
        <p:nvSpPr>
          <p:cNvPr id="703" name="Google Shape;703;p66"/>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04" name="Google Shape;704;p66"/>
          <p:cNvSpPr txBox="1">
            <a:spLocks noGrp="1"/>
          </p:cNvSpPr>
          <p:nvPr>
            <p:ph type="body" idx="1"/>
          </p:nvPr>
        </p:nvSpPr>
        <p:spPr>
          <a:xfrm>
            <a:off x="4161375" y="1201775"/>
            <a:ext cx="4269300" cy="3406800"/>
          </a:xfrm>
          <a:prstGeom prst="rect">
            <a:avLst/>
          </a:prstGeom>
          <a:noFill/>
        </p:spPr>
        <p:txBody>
          <a:bodyPr spcFirstLastPara="1" wrap="square" lIns="91425" tIns="91425" rIns="91425" bIns="91425" anchor="ctr" anchorCtr="0">
            <a:noAutofit/>
          </a:bodyPr>
          <a:lstStyle>
            <a:lvl1pPr marL="457200" lvl="0" indent="-295275" rtl="0">
              <a:lnSpc>
                <a:spcPct val="115000"/>
              </a:lnSpc>
              <a:spcBef>
                <a:spcPts val="0"/>
              </a:spcBef>
              <a:spcAft>
                <a:spcPts val="0"/>
              </a:spcAft>
              <a:buClr>
                <a:schemeClr val="dk2"/>
              </a:buClr>
              <a:buSzPts val="1050"/>
              <a:buFont typeface="Poppins"/>
              <a:buChar char="●"/>
              <a:defRPr sz="1400"/>
            </a:lvl1pPr>
            <a:lvl2pPr marL="914400" lvl="1" indent="-298450" rtl="0">
              <a:spcBef>
                <a:spcPts val="0"/>
              </a:spcBef>
              <a:spcAft>
                <a:spcPts val="0"/>
              </a:spcAft>
              <a:buClr>
                <a:srgbClr val="000000"/>
              </a:buClr>
              <a:buSzPts val="1100"/>
              <a:buFont typeface="Arial"/>
              <a:buAutoNum type="alphaLcPeriod"/>
              <a:defRPr sz="1200"/>
            </a:lvl2pPr>
            <a:lvl3pPr marL="1371600" lvl="2" indent="-298450" rtl="0">
              <a:spcBef>
                <a:spcPts val="0"/>
              </a:spcBef>
              <a:spcAft>
                <a:spcPts val="0"/>
              </a:spcAft>
              <a:buClr>
                <a:srgbClr val="000000"/>
              </a:buClr>
              <a:buSzPts val="1100"/>
              <a:buFont typeface="Arial"/>
              <a:buAutoNum type="romanLcPeriod"/>
              <a:defRPr sz="1200"/>
            </a:lvl3pPr>
            <a:lvl4pPr marL="1828800" lvl="3" indent="-298450" rtl="0">
              <a:spcBef>
                <a:spcPts val="0"/>
              </a:spcBef>
              <a:spcAft>
                <a:spcPts val="0"/>
              </a:spcAft>
              <a:buClr>
                <a:srgbClr val="000000"/>
              </a:buClr>
              <a:buSzPts val="1100"/>
              <a:buFont typeface="Arial"/>
              <a:buAutoNum type="arabicPeriod"/>
              <a:defRPr sz="1200"/>
            </a:lvl4pPr>
            <a:lvl5pPr marL="2286000" lvl="4" indent="-298450" rtl="0">
              <a:spcBef>
                <a:spcPts val="0"/>
              </a:spcBef>
              <a:spcAft>
                <a:spcPts val="0"/>
              </a:spcAft>
              <a:buClr>
                <a:srgbClr val="000000"/>
              </a:buClr>
              <a:buSzPts val="1100"/>
              <a:buFont typeface="Arial"/>
              <a:buAutoNum type="alphaLcPeriod"/>
              <a:defRPr sz="1200"/>
            </a:lvl5pPr>
            <a:lvl6pPr marL="2743200" lvl="5" indent="-298450" rtl="0">
              <a:spcBef>
                <a:spcPts val="0"/>
              </a:spcBef>
              <a:spcAft>
                <a:spcPts val="0"/>
              </a:spcAft>
              <a:buClr>
                <a:srgbClr val="000000"/>
              </a:buClr>
              <a:buSzPts val="1100"/>
              <a:buFont typeface="Arial"/>
              <a:buAutoNum type="romanLcPeriod"/>
              <a:defRPr sz="1200"/>
            </a:lvl6pPr>
            <a:lvl7pPr marL="3200400" lvl="6" indent="-298450" rtl="0">
              <a:spcBef>
                <a:spcPts val="0"/>
              </a:spcBef>
              <a:spcAft>
                <a:spcPts val="0"/>
              </a:spcAft>
              <a:buClr>
                <a:srgbClr val="000000"/>
              </a:buClr>
              <a:buSzPts val="1100"/>
              <a:buFont typeface="Arial"/>
              <a:buAutoNum type="arabicPeriod"/>
              <a:defRPr sz="1200"/>
            </a:lvl7pPr>
            <a:lvl8pPr marL="3657600" lvl="7" indent="-298450" rtl="0">
              <a:spcBef>
                <a:spcPts val="0"/>
              </a:spcBef>
              <a:spcAft>
                <a:spcPts val="0"/>
              </a:spcAft>
              <a:buClr>
                <a:srgbClr val="000000"/>
              </a:buClr>
              <a:buSzPts val="1100"/>
              <a:buFont typeface="Arial"/>
              <a:buAutoNum type="alphaLcPeriod"/>
              <a:defRPr sz="1200"/>
            </a:lvl8pPr>
            <a:lvl9pPr marL="4114800" lvl="8" indent="-298450" rtl="0">
              <a:spcBef>
                <a:spcPts val="0"/>
              </a:spcBef>
              <a:spcAft>
                <a:spcPts val="0"/>
              </a:spcAft>
              <a:buClr>
                <a:srgbClr val="000000"/>
              </a:buClr>
              <a:buSzPts val="1100"/>
              <a:buFont typeface="Arial"/>
              <a:buAutoNum type="romanLcPeriod"/>
              <a:defRPr sz="1200"/>
            </a:lvl9pPr>
          </a:lstStyle>
          <a:p>
            <a:endParaRPr/>
          </a:p>
        </p:txBody>
      </p:sp>
      <p:pic>
        <p:nvPicPr>
          <p:cNvPr id="705" name="Google Shape;705;p66"/>
          <p:cNvPicPr preferRelativeResize="0"/>
          <p:nvPr/>
        </p:nvPicPr>
        <p:blipFill rotWithShape="1">
          <a:blip r:embed="rId3">
            <a:alphaModFix/>
          </a:blip>
          <a:srcRect t="670" b="680"/>
          <a:stretch/>
        </p:blipFill>
        <p:spPr>
          <a:xfrm rot="-5905218" flipH="1">
            <a:off x="-295786" y="2449844"/>
            <a:ext cx="665172" cy="910663"/>
          </a:xfrm>
          <a:prstGeom prst="rect">
            <a:avLst/>
          </a:prstGeom>
          <a:noFill/>
          <a:ln>
            <a:noFill/>
          </a:ln>
        </p:spPr>
      </p:pic>
      <p:pic>
        <p:nvPicPr>
          <p:cNvPr id="706" name="Google Shape;706;p66"/>
          <p:cNvPicPr preferRelativeResize="0"/>
          <p:nvPr/>
        </p:nvPicPr>
        <p:blipFill rotWithShape="1">
          <a:blip r:embed="rId4">
            <a:alphaModFix/>
          </a:blip>
          <a:srcRect l="357" r="347"/>
          <a:stretch/>
        </p:blipFill>
        <p:spPr>
          <a:xfrm flipH="1">
            <a:off x="8014627" y="-76050"/>
            <a:ext cx="1258449" cy="902450"/>
          </a:xfrm>
          <a:prstGeom prst="rect">
            <a:avLst/>
          </a:prstGeom>
          <a:noFill/>
          <a:ln>
            <a:noFill/>
          </a:ln>
        </p:spPr>
      </p:pic>
      <p:pic>
        <p:nvPicPr>
          <p:cNvPr id="707" name="Google Shape;707;p66"/>
          <p:cNvPicPr preferRelativeResize="0"/>
          <p:nvPr/>
        </p:nvPicPr>
        <p:blipFill rotWithShape="1">
          <a:blip r:embed="rId4">
            <a:alphaModFix/>
          </a:blip>
          <a:srcRect l="347" r="357"/>
          <a:stretch/>
        </p:blipFill>
        <p:spPr>
          <a:xfrm rot="10800000">
            <a:off x="8014627" y="4353479"/>
            <a:ext cx="1094649" cy="7849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0">
  <p:cSld name="TITLE_AND_TWO_COLUMNS_2_1_2">
    <p:spTree>
      <p:nvGrpSpPr>
        <p:cNvPr id="1" name="Shape 708"/>
        <p:cNvGrpSpPr/>
        <p:nvPr/>
      </p:nvGrpSpPr>
      <p:grpSpPr>
        <a:xfrm>
          <a:off x="0" y="0"/>
          <a:ext cx="0" cy="0"/>
          <a:chOff x="0" y="0"/>
          <a:chExt cx="0" cy="0"/>
        </a:xfrm>
      </p:grpSpPr>
      <p:grpSp>
        <p:nvGrpSpPr>
          <p:cNvPr id="709" name="Google Shape;709;p67"/>
          <p:cNvGrpSpPr/>
          <p:nvPr/>
        </p:nvGrpSpPr>
        <p:grpSpPr>
          <a:xfrm>
            <a:off x="136300" y="139550"/>
            <a:ext cx="8810700" cy="4880400"/>
            <a:chOff x="136300" y="139550"/>
            <a:chExt cx="8810700" cy="4880400"/>
          </a:xfrm>
        </p:grpSpPr>
        <p:sp>
          <p:nvSpPr>
            <p:cNvPr id="710" name="Google Shape;710;p67"/>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67"/>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2" name="Google Shape;712;p67"/>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3" name="Google Shape;713;p67"/>
          <p:cNvSpPr txBox="1">
            <a:spLocks noGrp="1"/>
          </p:cNvSpPr>
          <p:nvPr>
            <p:ph type="body" idx="1"/>
          </p:nvPr>
        </p:nvSpPr>
        <p:spPr>
          <a:xfrm>
            <a:off x="4161375" y="1201775"/>
            <a:ext cx="4269300" cy="3406800"/>
          </a:xfrm>
          <a:prstGeom prst="rect">
            <a:avLst/>
          </a:prstGeom>
          <a:noFill/>
        </p:spPr>
        <p:txBody>
          <a:bodyPr spcFirstLastPara="1" wrap="square" lIns="91425" tIns="91425" rIns="91425" bIns="91425" anchor="ctr" anchorCtr="0">
            <a:noAutofit/>
          </a:bodyPr>
          <a:lstStyle>
            <a:lvl1pPr marL="457200" lvl="0" indent="-295275" rtl="0">
              <a:lnSpc>
                <a:spcPct val="115000"/>
              </a:lnSpc>
              <a:spcBef>
                <a:spcPts val="0"/>
              </a:spcBef>
              <a:spcAft>
                <a:spcPts val="0"/>
              </a:spcAft>
              <a:buClr>
                <a:schemeClr val="dk2"/>
              </a:buClr>
              <a:buSzPts val="1050"/>
              <a:buFont typeface="Poppins"/>
              <a:buChar char="●"/>
              <a:defRPr sz="1400"/>
            </a:lvl1pPr>
            <a:lvl2pPr marL="914400" lvl="1" indent="-298450" rtl="0">
              <a:spcBef>
                <a:spcPts val="0"/>
              </a:spcBef>
              <a:spcAft>
                <a:spcPts val="0"/>
              </a:spcAft>
              <a:buClr>
                <a:srgbClr val="000000"/>
              </a:buClr>
              <a:buSzPts val="1100"/>
              <a:buFont typeface="Arial"/>
              <a:buAutoNum type="alphaLcPeriod"/>
              <a:defRPr sz="1200"/>
            </a:lvl2pPr>
            <a:lvl3pPr marL="1371600" lvl="2" indent="-298450" rtl="0">
              <a:spcBef>
                <a:spcPts val="0"/>
              </a:spcBef>
              <a:spcAft>
                <a:spcPts val="0"/>
              </a:spcAft>
              <a:buClr>
                <a:srgbClr val="000000"/>
              </a:buClr>
              <a:buSzPts val="1100"/>
              <a:buFont typeface="Arial"/>
              <a:buAutoNum type="romanLcPeriod"/>
              <a:defRPr sz="1200"/>
            </a:lvl3pPr>
            <a:lvl4pPr marL="1828800" lvl="3" indent="-298450" rtl="0">
              <a:spcBef>
                <a:spcPts val="0"/>
              </a:spcBef>
              <a:spcAft>
                <a:spcPts val="0"/>
              </a:spcAft>
              <a:buClr>
                <a:srgbClr val="000000"/>
              </a:buClr>
              <a:buSzPts val="1100"/>
              <a:buFont typeface="Arial"/>
              <a:buAutoNum type="arabicPeriod"/>
              <a:defRPr sz="1200"/>
            </a:lvl4pPr>
            <a:lvl5pPr marL="2286000" lvl="4" indent="-298450" rtl="0">
              <a:spcBef>
                <a:spcPts val="0"/>
              </a:spcBef>
              <a:spcAft>
                <a:spcPts val="0"/>
              </a:spcAft>
              <a:buClr>
                <a:srgbClr val="000000"/>
              </a:buClr>
              <a:buSzPts val="1100"/>
              <a:buFont typeface="Arial"/>
              <a:buAutoNum type="alphaLcPeriod"/>
              <a:defRPr sz="1200"/>
            </a:lvl5pPr>
            <a:lvl6pPr marL="2743200" lvl="5" indent="-298450" rtl="0">
              <a:spcBef>
                <a:spcPts val="0"/>
              </a:spcBef>
              <a:spcAft>
                <a:spcPts val="0"/>
              </a:spcAft>
              <a:buClr>
                <a:srgbClr val="000000"/>
              </a:buClr>
              <a:buSzPts val="1100"/>
              <a:buFont typeface="Arial"/>
              <a:buAutoNum type="romanLcPeriod"/>
              <a:defRPr sz="1200"/>
            </a:lvl6pPr>
            <a:lvl7pPr marL="3200400" lvl="6" indent="-298450" rtl="0">
              <a:spcBef>
                <a:spcPts val="0"/>
              </a:spcBef>
              <a:spcAft>
                <a:spcPts val="0"/>
              </a:spcAft>
              <a:buClr>
                <a:srgbClr val="000000"/>
              </a:buClr>
              <a:buSzPts val="1100"/>
              <a:buFont typeface="Arial"/>
              <a:buAutoNum type="arabicPeriod"/>
              <a:defRPr sz="1200"/>
            </a:lvl7pPr>
            <a:lvl8pPr marL="3657600" lvl="7" indent="-298450" rtl="0">
              <a:spcBef>
                <a:spcPts val="0"/>
              </a:spcBef>
              <a:spcAft>
                <a:spcPts val="0"/>
              </a:spcAft>
              <a:buClr>
                <a:srgbClr val="000000"/>
              </a:buClr>
              <a:buSzPts val="1100"/>
              <a:buFont typeface="Arial"/>
              <a:buAutoNum type="alphaLcPeriod"/>
              <a:defRPr sz="1200"/>
            </a:lvl8pPr>
            <a:lvl9pPr marL="4114800" lvl="8" indent="-298450" rtl="0">
              <a:spcBef>
                <a:spcPts val="0"/>
              </a:spcBef>
              <a:spcAft>
                <a:spcPts val="0"/>
              </a:spcAft>
              <a:buClr>
                <a:srgbClr val="000000"/>
              </a:buClr>
              <a:buSzPts val="1100"/>
              <a:buFont typeface="Arial"/>
              <a:buAutoNum type="romanLcPeriod"/>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
  <p:cSld name="CUSTOM_1_1_1">
    <p:spTree>
      <p:nvGrpSpPr>
        <p:cNvPr id="1" name="Shape 746"/>
        <p:cNvGrpSpPr/>
        <p:nvPr/>
      </p:nvGrpSpPr>
      <p:grpSpPr>
        <a:xfrm>
          <a:off x="0" y="0"/>
          <a:ext cx="0" cy="0"/>
          <a:chOff x="0" y="0"/>
          <a:chExt cx="0" cy="0"/>
        </a:xfrm>
      </p:grpSpPr>
      <p:pic>
        <p:nvPicPr>
          <p:cNvPr id="747" name="Google Shape;747;p71"/>
          <p:cNvPicPr preferRelativeResize="0"/>
          <p:nvPr/>
        </p:nvPicPr>
        <p:blipFill rotWithShape="1">
          <a:blip r:embed="rId2">
            <a:alphaModFix/>
          </a:blip>
          <a:srcRect l="357" r="347"/>
          <a:stretch/>
        </p:blipFill>
        <p:spPr>
          <a:xfrm rot="10800000" flipH="1">
            <a:off x="2" y="4172149"/>
            <a:ext cx="1344700" cy="964300"/>
          </a:xfrm>
          <a:prstGeom prst="rect">
            <a:avLst/>
          </a:prstGeom>
          <a:noFill/>
          <a:ln>
            <a:noFill/>
          </a:ln>
        </p:spPr>
      </p:pic>
      <p:pic>
        <p:nvPicPr>
          <p:cNvPr id="748" name="Google Shape;748;p71"/>
          <p:cNvPicPr preferRelativeResize="0"/>
          <p:nvPr/>
        </p:nvPicPr>
        <p:blipFill rotWithShape="1">
          <a:blip r:embed="rId2">
            <a:alphaModFix/>
          </a:blip>
          <a:srcRect l="357" r="347"/>
          <a:stretch/>
        </p:blipFill>
        <p:spPr>
          <a:xfrm rot="10800000">
            <a:off x="7799302" y="4172149"/>
            <a:ext cx="1344700" cy="964300"/>
          </a:xfrm>
          <a:prstGeom prst="rect">
            <a:avLst/>
          </a:prstGeom>
          <a:noFill/>
          <a:ln>
            <a:noFill/>
          </a:ln>
        </p:spPr>
      </p:pic>
      <p:grpSp>
        <p:nvGrpSpPr>
          <p:cNvPr id="749" name="Google Shape;749;p71"/>
          <p:cNvGrpSpPr/>
          <p:nvPr/>
        </p:nvGrpSpPr>
        <p:grpSpPr>
          <a:xfrm>
            <a:off x="136300" y="139550"/>
            <a:ext cx="8810700" cy="4880400"/>
            <a:chOff x="136300" y="139550"/>
            <a:chExt cx="8810700" cy="4880400"/>
          </a:xfrm>
        </p:grpSpPr>
        <p:sp>
          <p:nvSpPr>
            <p:cNvPr id="750" name="Google Shape;750;p71"/>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71"/>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1_1_2">
    <p:spTree>
      <p:nvGrpSpPr>
        <p:cNvPr id="1" name="Shape 752"/>
        <p:cNvGrpSpPr/>
        <p:nvPr/>
      </p:nvGrpSpPr>
      <p:grpSpPr>
        <a:xfrm>
          <a:off x="0" y="0"/>
          <a:ext cx="0" cy="0"/>
          <a:chOff x="0" y="0"/>
          <a:chExt cx="0" cy="0"/>
        </a:xfrm>
      </p:grpSpPr>
      <p:pic>
        <p:nvPicPr>
          <p:cNvPr id="753" name="Google Shape;753;p72"/>
          <p:cNvPicPr preferRelativeResize="0"/>
          <p:nvPr/>
        </p:nvPicPr>
        <p:blipFill>
          <a:blip r:embed="rId2">
            <a:alphaModFix/>
          </a:blip>
          <a:stretch>
            <a:fillRect/>
          </a:stretch>
        </p:blipFill>
        <p:spPr>
          <a:xfrm rot="-5400000">
            <a:off x="1880649" y="-115125"/>
            <a:ext cx="5642825" cy="5642825"/>
          </a:xfrm>
          <a:prstGeom prst="rect">
            <a:avLst/>
          </a:prstGeom>
          <a:noFill/>
          <a:ln>
            <a:noFill/>
          </a:ln>
        </p:spPr>
      </p:pic>
      <p:pic>
        <p:nvPicPr>
          <p:cNvPr id="754" name="Google Shape;754;p72"/>
          <p:cNvPicPr preferRelativeResize="0"/>
          <p:nvPr/>
        </p:nvPicPr>
        <p:blipFill rotWithShape="1">
          <a:blip r:embed="rId3">
            <a:alphaModFix/>
          </a:blip>
          <a:srcRect t="670" b="680"/>
          <a:stretch/>
        </p:blipFill>
        <p:spPr>
          <a:xfrm rot="-5905218" flipH="1">
            <a:off x="-295786" y="2449844"/>
            <a:ext cx="665172" cy="910663"/>
          </a:xfrm>
          <a:prstGeom prst="rect">
            <a:avLst/>
          </a:prstGeom>
          <a:noFill/>
          <a:ln>
            <a:noFill/>
          </a:ln>
        </p:spPr>
      </p:pic>
      <p:pic>
        <p:nvPicPr>
          <p:cNvPr id="755" name="Google Shape;755;p72"/>
          <p:cNvPicPr preferRelativeResize="0"/>
          <p:nvPr/>
        </p:nvPicPr>
        <p:blipFill rotWithShape="1">
          <a:blip r:embed="rId3">
            <a:alphaModFix/>
          </a:blip>
          <a:srcRect t="670" b="680"/>
          <a:stretch/>
        </p:blipFill>
        <p:spPr>
          <a:xfrm rot="5905218">
            <a:off x="8597314" y="2250956"/>
            <a:ext cx="665172" cy="910663"/>
          </a:xfrm>
          <a:prstGeom prst="rect">
            <a:avLst/>
          </a:prstGeom>
          <a:noFill/>
          <a:ln>
            <a:noFill/>
          </a:ln>
        </p:spPr>
      </p:pic>
      <p:grpSp>
        <p:nvGrpSpPr>
          <p:cNvPr id="756" name="Google Shape;756;p72"/>
          <p:cNvGrpSpPr/>
          <p:nvPr/>
        </p:nvGrpSpPr>
        <p:grpSpPr>
          <a:xfrm>
            <a:off x="136300" y="139550"/>
            <a:ext cx="8810700" cy="4880400"/>
            <a:chOff x="136300" y="139550"/>
            <a:chExt cx="8810700" cy="4880400"/>
          </a:xfrm>
        </p:grpSpPr>
        <p:sp>
          <p:nvSpPr>
            <p:cNvPr id="757" name="Google Shape;757;p72"/>
            <p:cNvSpPr/>
            <p:nvPr/>
          </p:nvSpPr>
          <p:spPr>
            <a:xfrm flipH="1">
              <a:off x="136300" y="139550"/>
              <a:ext cx="8810700" cy="488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72"/>
            <p:cNvSpPr/>
            <p:nvPr/>
          </p:nvSpPr>
          <p:spPr>
            <a:xfrm flipH="1">
              <a:off x="188200" y="197150"/>
              <a:ext cx="8706900" cy="4765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9">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3000"/>
              <a:buFont typeface="Aref Ruqaa"/>
              <a:buNone/>
              <a:defRPr sz="3000">
                <a:solidFill>
                  <a:schemeClr val="dk2"/>
                </a:solidFill>
                <a:latin typeface="Aref Ruqaa"/>
                <a:ea typeface="Aref Ruqaa"/>
                <a:cs typeface="Aref Ruqaa"/>
                <a:sym typeface="Aref Ruqaa"/>
              </a:defRPr>
            </a:lvl1pPr>
            <a:lvl2pPr lvl="1">
              <a:spcBef>
                <a:spcPts val="0"/>
              </a:spcBef>
              <a:spcAft>
                <a:spcPts val="0"/>
              </a:spcAft>
              <a:buClr>
                <a:schemeClr val="dk2"/>
              </a:buClr>
              <a:buSzPts val="2800"/>
              <a:buNone/>
              <a:defRPr sz="2800">
                <a:solidFill>
                  <a:schemeClr val="dk2"/>
                </a:solidFill>
              </a:defRPr>
            </a:lvl2pPr>
            <a:lvl3pPr lvl="2">
              <a:spcBef>
                <a:spcPts val="0"/>
              </a:spcBef>
              <a:spcAft>
                <a:spcPts val="0"/>
              </a:spcAft>
              <a:buClr>
                <a:schemeClr val="dk2"/>
              </a:buClr>
              <a:buSzPts val="2800"/>
              <a:buNone/>
              <a:defRPr sz="2800">
                <a:solidFill>
                  <a:schemeClr val="dk2"/>
                </a:solidFill>
              </a:defRPr>
            </a:lvl3pPr>
            <a:lvl4pPr lvl="3">
              <a:spcBef>
                <a:spcPts val="0"/>
              </a:spcBef>
              <a:spcAft>
                <a:spcPts val="0"/>
              </a:spcAft>
              <a:buClr>
                <a:schemeClr val="dk2"/>
              </a:buClr>
              <a:buSzPts val="2800"/>
              <a:buNone/>
              <a:defRPr sz="2800">
                <a:solidFill>
                  <a:schemeClr val="dk2"/>
                </a:solidFill>
              </a:defRPr>
            </a:lvl4pPr>
            <a:lvl5pPr lvl="4">
              <a:spcBef>
                <a:spcPts val="0"/>
              </a:spcBef>
              <a:spcAft>
                <a:spcPts val="0"/>
              </a:spcAft>
              <a:buClr>
                <a:schemeClr val="dk2"/>
              </a:buClr>
              <a:buSzPts val="2800"/>
              <a:buNone/>
              <a:defRPr sz="2800">
                <a:solidFill>
                  <a:schemeClr val="dk2"/>
                </a:solidFill>
              </a:defRPr>
            </a:lvl5pPr>
            <a:lvl6pPr lvl="5">
              <a:spcBef>
                <a:spcPts val="0"/>
              </a:spcBef>
              <a:spcAft>
                <a:spcPts val="0"/>
              </a:spcAft>
              <a:buClr>
                <a:schemeClr val="dk2"/>
              </a:buClr>
              <a:buSzPts val="2800"/>
              <a:buNone/>
              <a:defRPr sz="2800">
                <a:solidFill>
                  <a:schemeClr val="dk2"/>
                </a:solidFill>
              </a:defRPr>
            </a:lvl6pPr>
            <a:lvl7pPr lvl="6">
              <a:spcBef>
                <a:spcPts val="0"/>
              </a:spcBef>
              <a:spcAft>
                <a:spcPts val="0"/>
              </a:spcAft>
              <a:buClr>
                <a:schemeClr val="dk2"/>
              </a:buClr>
              <a:buSzPts val="2800"/>
              <a:buNone/>
              <a:defRPr sz="2800">
                <a:solidFill>
                  <a:schemeClr val="dk2"/>
                </a:solidFill>
              </a:defRPr>
            </a:lvl7pPr>
            <a:lvl8pPr lvl="7">
              <a:spcBef>
                <a:spcPts val="0"/>
              </a:spcBef>
              <a:spcAft>
                <a:spcPts val="0"/>
              </a:spcAft>
              <a:buClr>
                <a:schemeClr val="dk2"/>
              </a:buClr>
              <a:buSzPts val="2800"/>
              <a:buNone/>
              <a:defRPr sz="2800">
                <a:solidFill>
                  <a:schemeClr val="dk2"/>
                </a:solidFill>
              </a:defRPr>
            </a:lvl8pPr>
            <a:lvl9pPr lvl="8">
              <a:spcBef>
                <a:spcPts val="0"/>
              </a:spcBef>
              <a:spcAft>
                <a:spcPts val="0"/>
              </a:spcAft>
              <a:buClr>
                <a:schemeClr val="dk2"/>
              </a:buClr>
              <a:buSzPts val="2800"/>
              <a:buNone/>
              <a:defRPr sz="2800">
                <a:solidFill>
                  <a:schemeClr val="dk2"/>
                </a:solidFill>
              </a:defRPr>
            </a:lvl9pPr>
          </a:lstStyle>
          <a:p>
            <a:endParaRPr/>
          </a:p>
        </p:txBody>
      </p:sp>
      <p:sp>
        <p:nvSpPr>
          <p:cNvPr id="7" name="Google Shape;7;p1"/>
          <p:cNvSpPr txBox="1">
            <a:spLocks noGrp="1"/>
          </p:cNvSpPr>
          <p:nvPr>
            <p:ph type="body" idx="1"/>
          </p:nvPr>
        </p:nvSpPr>
        <p:spPr>
          <a:xfrm>
            <a:off x="713225" y="1246950"/>
            <a:ext cx="7717500" cy="33615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marL="914400" lvl="1"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2pPr>
            <a:lvl3pPr marL="1371600" lvl="2"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3pPr>
            <a:lvl4pPr marL="1828800" lvl="3"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4pPr>
            <a:lvl5pPr marL="2286000" lvl="4"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5pPr>
            <a:lvl6pPr marL="2743200" lvl="5"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6pPr>
            <a:lvl7pPr marL="3200400" lvl="6"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7pPr>
            <a:lvl8pPr marL="3657600" lvl="7"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8pPr>
            <a:lvl9pPr marL="4114800" lvl="8"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5" r:id="rId4"/>
    <p:sldLayoutId id="2147483656" r:id="rId5"/>
    <p:sldLayoutId id="2147483658" r:id="rId6"/>
    <p:sldLayoutId id="2147483659" r:id="rId7"/>
    <p:sldLayoutId id="2147483660" r:id="rId8"/>
    <p:sldLayoutId id="2147483678" r:id="rId9"/>
    <p:sldLayoutId id="2147483680" r:id="rId10"/>
    <p:sldLayoutId id="2147483706" r:id="rId11"/>
    <p:sldLayoutId id="2147483707" r:id="rId12"/>
    <p:sldLayoutId id="2147483708" r:id="rId13"/>
    <p:sldLayoutId id="2147483712" r:id="rId14"/>
    <p:sldLayoutId id="2147483713" r:id="rId15"/>
    <p:sldLayoutId id="2147483717" r:id="rId16"/>
    <p:sldLayoutId id="2147483718"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72"/>
        <p:cNvGrpSpPr/>
        <p:nvPr/>
      </p:nvGrpSpPr>
      <p:grpSpPr>
        <a:xfrm>
          <a:off x="0" y="0"/>
          <a:ext cx="0" cy="0"/>
          <a:chOff x="0" y="0"/>
          <a:chExt cx="0" cy="0"/>
        </a:xfrm>
      </p:grpSpPr>
      <p:pic>
        <p:nvPicPr>
          <p:cNvPr id="773" name="Google Shape;773;p78"/>
          <p:cNvPicPr preferRelativeResize="0"/>
          <p:nvPr/>
        </p:nvPicPr>
        <p:blipFill rotWithShape="1">
          <a:blip r:embed="rId4">
            <a:alphaModFix amt="56000"/>
          </a:blip>
          <a:srcRect l="14508" t="32951" r="10161" b="23799"/>
          <a:stretch/>
        </p:blipFill>
        <p:spPr>
          <a:xfrm>
            <a:off x="113358" y="3068834"/>
            <a:ext cx="6943050" cy="2035833"/>
          </a:xfrm>
          <a:prstGeom prst="rect">
            <a:avLst/>
          </a:prstGeom>
          <a:noFill/>
          <a:ln>
            <a:noFill/>
          </a:ln>
        </p:spPr>
      </p:pic>
      <p:pic>
        <p:nvPicPr>
          <p:cNvPr id="775" name="Google Shape;775;p78"/>
          <p:cNvPicPr preferRelativeResize="0"/>
          <p:nvPr/>
        </p:nvPicPr>
        <p:blipFill rotWithShape="1">
          <a:blip r:embed="rId5">
            <a:alphaModFix/>
          </a:blip>
          <a:srcRect t="79" b="79"/>
          <a:stretch/>
        </p:blipFill>
        <p:spPr>
          <a:xfrm>
            <a:off x="6772411" y="2520661"/>
            <a:ext cx="2169750" cy="1279375"/>
          </a:xfrm>
          <a:prstGeom prst="rect">
            <a:avLst/>
          </a:prstGeom>
          <a:noFill/>
          <a:ln>
            <a:noFill/>
          </a:ln>
        </p:spPr>
      </p:pic>
      <p:sp>
        <p:nvSpPr>
          <p:cNvPr id="776" name="Google Shape;776;p78"/>
          <p:cNvSpPr txBox="1">
            <a:spLocks noGrp="1"/>
          </p:cNvSpPr>
          <p:nvPr>
            <p:ph type="ctrTitle"/>
          </p:nvPr>
        </p:nvSpPr>
        <p:spPr>
          <a:xfrm>
            <a:off x="713225" y="612779"/>
            <a:ext cx="5253300" cy="220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sz="4800" b="1" dirty="0">
                <a:solidFill>
                  <a:schemeClr val="dk1"/>
                </a:solidFill>
              </a:rPr>
              <a:t>Ragam dan Santun Bahasa Diksi</a:t>
            </a:r>
            <a:endParaRPr sz="4800" b="1" dirty="0">
              <a:solidFill>
                <a:schemeClr val="dk1"/>
              </a:solidFill>
            </a:endParaRPr>
          </a:p>
        </p:txBody>
      </p:sp>
      <p:sp>
        <p:nvSpPr>
          <p:cNvPr id="778" name="Google Shape;778;p78"/>
          <p:cNvSpPr txBox="1">
            <a:spLocks noGrp="1"/>
          </p:cNvSpPr>
          <p:nvPr>
            <p:ph type="subTitle" idx="1"/>
          </p:nvPr>
        </p:nvSpPr>
        <p:spPr>
          <a:xfrm>
            <a:off x="491922" y="3941030"/>
            <a:ext cx="3341190" cy="479400"/>
          </a:xfrm>
          <a:prstGeom prst="rect">
            <a:avLst/>
          </a:prstGeom>
        </p:spPr>
        <p:txBody>
          <a:bodyPr spcFirstLastPara="1" wrap="square" lIns="91425" tIns="91425" rIns="91425" bIns="91425" anchor="ctr" anchorCtr="0">
            <a:noAutofit/>
          </a:bodyPr>
          <a:lstStyle/>
          <a:p>
            <a:pPr marL="139700" indent="0" algn="just">
              <a:lnSpc>
                <a:spcPct val="115000"/>
              </a:lnSpc>
              <a:spcAft>
                <a:spcPts val="1000"/>
              </a:spcAft>
            </a:pPr>
            <a:r>
              <a:rPr lang="id-ID" sz="14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Elsya</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Fadhilah</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Mustika</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P (221344006)</a:t>
            </a:r>
            <a:endParaRPr lang="id-ID" sz="1400" dirty="0">
              <a:latin typeface="Calibri" panose="020F0502020204030204" pitchFamily="34" charset="0"/>
              <a:ea typeface="Calibri" panose="020F0502020204030204" pitchFamily="34" charset="0"/>
              <a:cs typeface="Times New Roman" panose="02020603050405020304" pitchFamily="18" charset="0"/>
            </a:endParaRPr>
          </a:p>
          <a:p>
            <a:pPr marL="139700" indent="0" algn="just">
              <a:lnSpc>
                <a:spcPct val="115000"/>
              </a:lnSpc>
              <a:spcAft>
                <a:spcPts val="10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2. Farid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Rilani</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Hakim (221344010)</a:t>
            </a:r>
            <a:endParaRPr lang="id-ID" sz="1400" dirty="0">
              <a:latin typeface="Calibri" panose="020F0502020204030204" pitchFamily="34" charset="0"/>
              <a:ea typeface="Calibri" panose="020F0502020204030204" pitchFamily="34" charset="0"/>
              <a:cs typeface="Times New Roman" panose="02020603050405020304" pitchFamily="18" charset="0"/>
            </a:endParaRPr>
          </a:p>
          <a:p>
            <a:pPr marL="139700" indent="0" algn="just">
              <a:lnSpc>
                <a:spcPct val="115000"/>
              </a:lnSpc>
              <a:spcAft>
                <a:spcPts val="10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3.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Firgiansyah</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Wirapratama</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(221344012)</a:t>
            </a:r>
            <a:endParaRPr lang="id-ID" sz="1400" dirty="0">
              <a:latin typeface="Calibri" panose="020F0502020204030204" pitchFamily="34" charset="0"/>
              <a:ea typeface="Calibri" panose="020F0502020204030204" pitchFamily="34" charset="0"/>
              <a:cs typeface="Times New Roman" panose="02020603050405020304" pitchFamily="18" charset="0"/>
            </a:endParaRPr>
          </a:p>
          <a:p>
            <a:pPr marL="0" lvl="0" indent="0" algn="l" rtl="0">
              <a:spcBef>
                <a:spcPts val="0"/>
              </a:spcBef>
              <a:spcAft>
                <a:spcPts val="0"/>
              </a:spcAft>
              <a:buClr>
                <a:schemeClr val="dk1"/>
              </a:buClr>
              <a:buSzPts val="1100"/>
              <a:buFont typeface="Arial"/>
              <a:buNone/>
            </a:pPr>
            <a:endParaRPr dirty="0"/>
          </a:p>
        </p:txBody>
      </p:sp>
      <p:pic>
        <p:nvPicPr>
          <p:cNvPr id="779" name="Google Shape;779;p78"/>
          <p:cNvPicPr preferRelativeResize="0"/>
          <p:nvPr/>
        </p:nvPicPr>
        <p:blipFill rotWithShape="1">
          <a:blip r:embed="rId6">
            <a:alphaModFix/>
          </a:blip>
          <a:srcRect t="475" b="475"/>
          <a:stretch/>
        </p:blipFill>
        <p:spPr>
          <a:xfrm rot="1286753">
            <a:off x="7117635" y="1495049"/>
            <a:ext cx="481498" cy="1587647"/>
          </a:xfrm>
          <a:prstGeom prst="rect">
            <a:avLst/>
          </a:prstGeom>
          <a:noFill/>
          <a:ln>
            <a:noFill/>
          </a:ln>
        </p:spPr>
      </p:pic>
      <p:pic>
        <p:nvPicPr>
          <p:cNvPr id="1026" name="Picture 2">
            <a:extLst>
              <a:ext uri="{FF2B5EF4-FFF2-40B4-BE49-F238E27FC236}">
                <a16:creationId xmlns:a16="http://schemas.microsoft.com/office/drawing/2014/main" id="{3291F278-FBBF-5F3F-9344-BD4B702C38D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95601" y="276961"/>
            <a:ext cx="689197" cy="991122"/>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778;p78">
            <a:extLst>
              <a:ext uri="{FF2B5EF4-FFF2-40B4-BE49-F238E27FC236}">
                <a16:creationId xmlns:a16="http://schemas.microsoft.com/office/drawing/2014/main" id="{B9D6D4DC-7E0C-8B9B-0C04-69881564542D}"/>
              </a:ext>
            </a:extLst>
          </p:cNvPr>
          <p:cNvSpPr txBox="1">
            <a:spLocks/>
          </p:cNvSpPr>
          <p:nvPr/>
        </p:nvSpPr>
        <p:spPr>
          <a:xfrm>
            <a:off x="3549115" y="3742046"/>
            <a:ext cx="3223296" cy="479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8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2800"/>
              <a:buFont typeface="Nunito"/>
              <a:buNone/>
              <a:defRPr sz="2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2800"/>
              <a:buFont typeface="Nunito"/>
              <a:buNone/>
              <a:defRPr sz="2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2800"/>
              <a:buFont typeface="Nunito"/>
              <a:buNone/>
              <a:defRPr sz="2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2800"/>
              <a:buFont typeface="Nunito"/>
              <a:buNone/>
              <a:defRPr sz="2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2800"/>
              <a:buFont typeface="Nunito"/>
              <a:buNone/>
              <a:defRPr sz="2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2800"/>
              <a:buFont typeface="Nunito"/>
              <a:buNone/>
              <a:defRPr sz="2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2800"/>
              <a:buFont typeface="Nunito"/>
              <a:buNone/>
              <a:defRPr sz="2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2800"/>
              <a:buFont typeface="Nunito"/>
              <a:buNone/>
              <a:defRPr sz="2800" b="0" i="0" u="none" strike="noStrike" cap="none">
                <a:solidFill>
                  <a:schemeClr val="dk1"/>
                </a:solidFill>
                <a:latin typeface="Nunito"/>
                <a:ea typeface="Nunito"/>
                <a:cs typeface="Nunito"/>
                <a:sym typeface="Nunito"/>
              </a:defRPr>
            </a:lvl9pPr>
          </a:lstStyle>
          <a:p>
            <a:pPr marL="139700" indent="0" algn="just">
              <a:lnSpc>
                <a:spcPct val="115000"/>
              </a:lnSpc>
              <a:spcAft>
                <a:spcPts val="1000"/>
              </a:spcAft>
            </a:pPr>
            <a:endParaRPr lang="id-ID" sz="1400" dirty="0">
              <a:latin typeface="Calibri" panose="020F0502020204030204" pitchFamily="34" charset="0"/>
              <a:ea typeface="Calibri" panose="020F0502020204030204" pitchFamily="34" charset="0"/>
              <a:cs typeface="Times New Roman" panose="02020603050405020304" pitchFamily="18" charset="0"/>
            </a:endParaRPr>
          </a:p>
          <a:p>
            <a:pPr marL="139700" indent="0" algn="just">
              <a:lnSpc>
                <a:spcPct val="115000"/>
              </a:lnSpc>
              <a:spcAft>
                <a:spcPts val="1000"/>
              </a:spcAft>
            </a:pPr>
            <a:r>
              <a:rPr lang="id-ID" sz="1400" dirty="0">
                <a:latin typeface="Times New Roman" panose="02020603050405020304" pitchFamily="18" charset="0"/>
                <a:ea typeface="Calibri" panose="020F0502020204030204" pitchFamily="34" charset="0"/>
                <a:cs typeface="Times New Roman" panose="02020603050405020304" pitchFamily="18" charset="0"/>
              </a:rPr>
              <a:t>4. Muhamad Rakha </a:t>
            </a:r>
            <a:r>
              <a:rPr lang="id-ID" sz="1400" dirty="0" err="1">
                <a:latin typeface="Times New Roman" panose="02020603050405020304" pitchFamily="18" charset="0"/>
                <a:ea typeface="Calibri" panose="020F0502020204030204" pitchFamily="34" charset="0"/>
                <a:cs typeface="Times New Roman" panose="02020603050405020304" pitchFamily="18" charset="0"/>
              </a:rPr>
              <a:t>Aubin</a:t>
            </a:r>
            <a:r>
              <a:rPr lang="id-ID" sz="1400" dirty="0">
                <a:latin typeface="Times New Roman" panose="02020603050405020304" pitchFamily="18" charset="0"/>
                <a:ea typeface="Calibri" panose="020F0502020204030204" pitchFamily="34" charset="0"/>
                <a:cs typeface="Times New Roman" panose="02020603050405020304" pitchFamily="18" charset="0"/>
              </a:rPr>
              <a:t> (221344018)</a:t>
            </a:r>
            <a:endParaRPr lang="id-ID" sz="1400" dirty="0">
              <a:latin typeface="Calibri" panose="020F0502020204030204" pitchFamily="34" charset="0"/>
              <a:ea typeface="Calibri" panose="020F0502020204030204" pitchFamily="34" charset="0"/>
              <a:cs typeface="Times New Roman" panose="02020603050405020304" pitchFamily="18" charset="0"/>
            </a:endParaRPr>
          </a:p>
          <a:p>
            <a:pPr marL="139700" indent="0" algn="just">
              <a:lnSpc>
                <a:spcPct val="115000"/>
              </a:lnSpc>
              <a:spcAft>
                <a:spcPts val="1000"/>
              </a:spcAft>
            </a:pPr>
            <a:r>
              <a:rPr lang="id-ID" sz="1400" dirty="0">
                <a:latin typeface="Times New Roman" panose="02020603050405020304" pitchFamily="18" charset="0"/>
                <a:ea typeface="Calibri" panose="020F0502020204030204" pitchFamily="34" charset="0"/>
                <a:cs typeface="Times New Roman" panose="02020603050405020304" pitchFamily="18" charset="0"/>
              </a:rPr>
              <a:t>5. Nur Alim Lesmana (221344025)</a:t>
            </a:r>
            <a:endParaRPr lang="id-ID" sz="1400" dirty="0">
              <a:latin typeface="Calibri" panose="020F0502020204030204" pitchFamily="34" charset="0"/>
              <a:ea typeface="Calibri" panose="020F0502020204030204" pitchFamily="34" charset="0"/>
              <a:cs typeface="Times New Roman" panose="02020603050405020304" pitchFamily="18" charset="0"/>
            </a:endParaRPr>
          </a:p>
          <a:p>
            <a:pPr marL="139700" indent="0" algn="just">
              <a:lnSpc>
                <a:spcPct val="115000"/>
              </a:lnSpc>
              <a:spcAft>
                <a:spcPts val="1000"/>
              </a:spcAft>
            </a:pPr>
            <a:r>
              <a:rPr lang="id-ID" sz="1400" dirty="0">
                <a:latin typeface="Times New Roman" panose="02020603050405020304" pitchFamily="18" charset="0"/>
                <a:ea typeface="Calibri" panose="020F0502020204030204" pitchFamily="34" charset="0"/>
                <a:cs typeface="Times New Roman" panose="02020603050405020304" pitchFamily="18" charset="0"/>
              </a:rPr>
              <a:t>6. Silfiana Dwi Nabiilah (221344028)</a:t>
            </a:r>
            <a:endParaRPr lang="id-ID" sz="1400" dirty="0">
              <a:latin typeface="Calibri" panose="020F0502020204030204" pitchFamily="34" charset="0"/>
              <a:ea typeface="Calibri" panose="020F0502020204030204" pitchFamily="34" charset="0"/>
              <a:cs typeface="Times New Roman" panose="02020603050405020304" pitchFamily="18" charset="0"/>
            </a:endParaRPr>
          </a:p>
          <a:p>
            <a:pPr marL="0" indent="0">
              <a:buSzPts val="1100"/>
              <a:buFont typeface="Arial"/>
              <a:buNone/>
            </a:pPr>
            <a:endParaRPr lang="id-ID"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20"/>
        <p:cNvGrpSpPr/>
        <p:nvPr/>
      </p:nvGrpSpPr>
      <p:grpSpPr>
        <a:xfrm>
          <a:off x="0" y="0"/>
          <a:ext cx="0" cy="0"/>
          <a:chOff x="0" y="0"/>
          <a:chExt cx="0" cy="0"/>
        </a:xfrm>
      </p:grpSpPr>
      <p:pic>
        <p:nvPicPr>
          <p:cNvPr id="821" name="Google Shape;821;p82"/>
          <p:cNvPicPr preferRelativeResize="0"/>
          <p:nvPr/>
        </p:nvPicPr>
        <p:blipFill>
          <a:blip r:embed="rId4">
            <a:alphaModFix/>
          </a:blip>
          <a:stretch>
            <a:fillRect/>
          </a:stretch>
        </p:blipFill>
        <p:spPr>
          <a:xfrm>
            <a:off x="1591651" y="2940389"/>
            <a:ext cx="710350" cy="729275"/>
          </a:xfrm>
          <a:prstGeom prst="rect">
            <a:avLst/>
          </a:prstGeom>
          <a:noFill/>
          <a:ln>
            <a:noFill/>
          </a:ln>
        </p:spPr>
      </p:pic>
      <p:pic>
        <p:nvPicPr>
          <p:cNvPr id="822" name="Google Shape;822;p82"/>
          <p:cNvPicPr preferRelativeResize="0"/>
          <p:nvPr/>
        </p:nvPicPr>
        <p:blipFill>
          <a:blip r:embed="rId4">
            <a:alphaModFix/>
          </a:blip>
          <a:stretch>
            <a:fillRect/>
          </a:stretch>
        </p:blipFill>
        <p:spPr>
          <a:xfrm>
            <a:off x="4161568" y="2940389"/>
            <a:ext cx="710350" cy="729275"/>
          </a:xfrm>
          <a:prstGeom prst="rect">
            <a:avLst/>
          </a:prstGeom>
          <a:noFill/>
          <a:ln>
            <a:noFill/>
          </a:ln>
        </p:spPr>
      </p:pic>
      <p:pic>
        <p:nvPicPr>
          <p:cNvPr id="823" name="Google Shape;823;p82"/>
          <p:cNvPicPr preferRelativeResize="0"/>
          <p:nvPr/>
        </p:nvPicPr>
        <p:blipFill>
          <a:blip r:embed="rId4">
            <a:alphaModFix/>
          </a:blip>
          <a:stretch>
            <a:fillRect/>
          </a:stretch>
        </p:blipFill>
        <p:spPr>
          <a:xfrm>
            <a:off x="6731595" y="2940389"/>
            <a:ext cx="710350" cy="729275"/>
          </a:xfrm>
          <a:prstGeom prst="rect">
            <a:avLst/>
          </a:prstGeom>
          <a:noFill/>
          <a:ln>
            <a:noFill/>
          </a:ln>
        </p:spPr>
      </p:pic>
      <p:pic>
        <p:nvPicPr>
          <p:cNvPr id="824" name="Google Shape;824;p82"/>
          <p:cNvPicPr preferRelativeResize="0"/>
          <p:nvPr/>
        </p:nvPicPr>
        <p:blipFill>
          <a:blip r:embed="rId4">
            <a:alphaModFix/>
          </a:blip>
          <a:stretch>
            <a:fillRect/>
          </a:stretch>
        </p:blipFill>
        <p:spPr>
          <a:xfrm>
            <a:off x="1669345" y="1223339"/>
            <a:ext cx="710350" cy="729275"/>
          </a:xfrm>
          <a:prstGeom prst="rect">
            <a:avLst/>
          </a:prstGeom>
          <a:noFill/>
          <a:ln>
            <a:noFill/>
          </a:ln>
        </p:spPr>
      </p:pic>
      <p:pic>
        <p:nvPicPr>
          <p:cNvPr id="825" name="Google Shape;825;p82"/>
          <p:cNvPicPr preferRelativeResize="0"/>
          <p:nvPr/>
        </p:nvPicPr>
        <p:blipFill>
          <a:blip r:embed="rId4">
            <a:alphaModFix/>
          </a:blip>
          <a:stretch>
            <a:fillRect/>
          </a:stretch>
        </p:blipFill>
        <p:spPr>
          <a:xfrm>
            <a:off x="4196124" y="1223339"/>
            <a:ext cx="710350" cy="729275"/>
          </a:xfrm>
          <a:prstGeom prst="rect">
            <a:avLst/>
          </a:prstGeom>
          <a:noFill/>
          <a:ln>
            <a:noFill/>
          </a:ln>
        </p:spPr>
      </p:pic>
      <p:pic>
        <p:nvPicPr>
          <p:cNvPr id="826" name="Google Shape;826;p82"/>
          <p:cNvPicPr preferRelativeResize="0"/>
          <p:nvPr/>
        </p:nvPicPr>
        <p:blipFill>
          <a:blip r:embed="rId4">
            <a:alphaModFix/>
          </a:blip>
          <a:stretch>
            <a:fillRect/>
          </a:stretch>
        </p:blipFill>
        <p:spPr>
          <a:xfrm>
            <a:off x="6662624" y="1223339"/>
            <a:ext cx="710350" cy="729275"/>
          </a:xfrm>
          <a:prstGeom prst="rect">
            <a:avLst/>
          </a:prstGeom>
          <a:noFill/>
          <a:ln>
            <a:noFill/>
          </a:ln>
        </p:spPr>
      </p:pic>
      <p:sp>
        <p:nvSpPr>
          <p:cNvPr id="827" name="Google Shape;827;p82"/>
          <p:cNvSpPr txBox="1">
            <a:spLocks noGrp="1"/>
          </p:cNvSpPr>
          <p:nvPr>
            <p:ph type="title"/>
          </p:nvPr>
        </p:nvSpPr>
        <p:spPr>
          <a:xfrm>
            <a:off x="713419" y="1776325"/>
            <a:ext cx="2525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400"/>
              </a:spcAft>
              <a:buClr>
                <a:schemeClr val="dk1"/>
              </a:buClr>
              <a:buSzPts val="1100"/>
              <a:buFont typeface="Arial"/>
              <a:buNone/>
            </a:pPr>
            <a:r>
              <a:rPr lang="id-ID" dirty="0"/>
              <a:t>Pengertian Diksi</a:t>
            </a:r>
            <a:endParaRPr dirty="0"/>
          </a:p>
        </p:txBody>
      </p:sp>
      <p:sp>
        <p:nvSpPr>
          <p:cNvPr id="829" name="Google Shape;829;p82"/>
          <p:cNvSpPr txBox="1">
            <a:spLocks noGrp="1"/>
          </p:cNvSpPr>
          <p:nvPr>
            <p:ph type="title" idx="2"/>
          </p:nvPr>
        </p:nvSpPr>
        <p:spPr>
          <a:xfrm>
            <a:off x="3308988" y="1776300"/>
            <a:ext cx="252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400"/>
              </a:spcAft>
              <a:buNone/>
            </a:pPr>
            <a:r>
              <a:rPr lang="id-ID" dirty="0"/>
              <a:t>Fungsi Diksi</a:t>
            </a:r>
            <a:endParaRPr dirty="0"/>
          </a:p>
        </p:txBody>
      </p:sp>
      <p:sp>
        <p:nvSpPr>
          <p:cNvPr id="831" name="Google Shape;831;p82"/>
          <p:cNvSpPr txBox="1">
            <a:spLocks noGrp="1"/>
          </p:cNvSpPr>
          <p:nvPr>
            <p:ph type="title" idx="4"/>
          </p:nvPr>
        </p:nvSpPr>
        <p:spPr>
          <a:xfrm>
            <a:off x="5589917" y="1897068"/>
            <a:ext cx="3062377"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dirty="0"/>
              <a:t>Syarat-Syarat Ketepatan &amp; Kesesuaian kata</a:t>
            </a:r>
            <a:endParaRPr dirty="0"/>
          </a:p>
        </p:txBody>
      </p:sp>
      <p:sp>
        <p:nvSpPr>
          <p:cNvPr id="833" name="Google Shape;833;p82"/>
          <p:cNvSpPr txBox="1">
            <a:spLocks noGrp="1"/>
          </p:cNvSpPr>
          <p:nvPr>
            <p:ph type="title" idx="6"/>
          </p:nvPr>
        </p:nvSpPr>
        <p:spPr>
          <a:xfrm>
            <a:off x="713300" y="3492675"/>
            <a:ext cx="2525700" cy="572700"/>
          </a:xfrm>
          <a:prstGeom prst="rect">
            <a:avLst/>
          </a:prstGeom>
        </p:spPr>
        <p:txBody>
          <a:bodyPr spcFirstLastPara="1" wrap="square" lIns="91425" tIns="91425" rIns="91425" bIns="91425" anchor="ctr" anchorCtr="0">
            <a:noAutofit/>
          </a:bodyPr>
          <a:lstStyle/>
          <a:p>
            <a:pPr marL="0" marR="38100" lvl="0" indent="0" algn="ctr" rtl="0">
              <a:spcBef>
                <a:spcPts val="0"/>
              </a:spcBef>
              <a:spcAft>
                <a:spcPts val="0"/>
              </a:spcAft>
              <a:buClr>
                <a:schemeClr val="dk1"/>
              </a:buClr>
              <a:buSzPts val="1100"/>
              <a:buFont typeface="Arial"/>
              <a:buNone/>
            </a:pPr>
            <a:r>
              <a:rPr lang="id-ID" dirty="0"/>
              <a:t>Jenis Makna</a:t>
            </a:r>
            <a:endParaRPr dirty="0"/>
          </a:p>
        </p:txBody>
      </p:sp>
      <p:sp>
        <p:nvSpPr>
          <p:cNvPr id="835" name="Google Shape;835;p82"/>
          <p:cNvSpPr txBox="1">
            <a:spLocks noGrp="1"/>
          </p:cNvSpPr>
          <p:nvPr>
            <p:ph type="title" idx="8"/>
          </p:nvPr>
        </p:nvSpPr>
        <p:spPr>
          <a:xfrm>
            <a:off x="3308988" y="3492675"/>
            <a:ext cx="252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t>Peristilahan</a:t>
            </a:r>
            <a:endParaRPr dirty="0"/>
          </a:p>
        </p:txBody>
      </p:sp>
      <p:sp>
        <p:nvSpPr>
          <p:cNvPr id="837" name="Google Shape;837;p82"/>
          <p:cNvSpPr txBox="1">
            <a:spLocks noGrp="1"/>
          </p:cNvSpPr>
          <p:nvPr>
            <p:ph type="title" idx="13"/>
          </p:nvPr>
        </p:nvSpPr>
        <p:spPr>
          <a:xfrm>
            <a:off x="5898300" y="3669661"/>
            <a:ext cx="2525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400"/>
              </a:spcAft>
              <a:buNone/>
            </a:pPr>
            <a:r>
              <a:rPr lang="en-US" dirty="0" err="1"/>
              <a:t>Contoh</a:t>
            </a:r>
            <a:r>
              <a:rPr lang="en-US" dirty="0"/>
              <a:t> </a:t>
            </a:r>
            <a:r>
              <a:rPr lang="en-US" dirty="0" err="1"/>
              <a:t>Penggunaan</a:t>
            </a:r>
            <a:r>
              <a:rPr lang="en-US" dirty="0"/>
              <a:t> </a:t>
            </a:r>
            <a:r>
              <a:rPr lang="en-US" dirty="0" err="1"/>
              <a:t>Istilah</a:t>
            </a:r>
            <a:endParaRPr lang="en-US" dirty="0"/>
          </a:p>
        </p:txBody>
      </p:sp>
      <p:sp>
        <p:nvSpPr>
          <p:cNvPr id="839" name="Google Shape;839;p82"/>
          <p:cNvSpPr txBox="1">
            <a:spLocks noGrp="1"/>
          </p:cNvSpPr>
          <p:nvPr>
            <p:ph type="title" idx="15"/>
          </p:nvPr>
        </p:nvSpPr>
        <p:spPr>
          <a:xfrm>
            <a:off x="1584419" y="1324125"/>
            <a:ext cx="880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t>01</a:t>
            </a:r>
            <a:endParaRPr sz="2500" dirty="0"/>
          </a:p>
        </p:txBody>
      </p:sp>
      <p:sp>
        <p:nvSpPr>
          <p:cNvPr id="840" name="Google Shape;840;p82"/>
          <p:cNvSpPr txBox="1">
            <a:spLocks noGrp="1"/>
          </p:cNvSpPr>
          <p:nvPr>
            <p:ph type="title" idx="16"/>
          </p:nvPr>
        </p:nvSpPr>
        <p:spPr>
          <a:xfrm>
            <a:off x="4111248" y="1324125"/>
            <a:ext cx="880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t>02</a:t>
            </a:r>
            <a:endParaRPr sz="2500" dirty="0"/>
          </a:p>
        </p:txBody>
      </p:sp>
      <p:sp>
        <p:nvSpPr>
          <p:cNvPr id="841" name="Google Shape;841;p82"/>
          <p:cNvSpPr txBox="1">
            <a:spLocks noGrp="1"/>
          </p:cNvSpPr>
          <p:nvPr>
            <p:ph type="title" idx="17"/>
          </p:nvPr>
        </p:nvSpPr>
        <p:spPr>
          <a:xfrm>
            <a:off x="6577848" y="1324125"/>
            <a:ext cx="880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t>03</a:t>
            </a:r>
            <a:endParaRPr sz="2500" dirty="0"/>
          </a:p>
        </p:txBody>
      </p:sp>
      <p:sp>
        <p:nvSpPr>
          <p:cNvPr id="842" name="Google Shape;842;p82"/>
          <p:cNvSpPr txBox="1">
            <a:spLocks noGrp="1"/>
          </p:cNvSpPr>
          <p:nvPr>
            <p:ph type="title" idx="18"/>
          </p:nvPr>
        </p:nvSpPr>
        <p:spPr>
          <a:xfrm>
            <a:off x="1506775" y="3041175"/>
            <a:ext cx="880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500"/>
              <a:t>04</a:t>
            </a:r>
            <a:endParaRPr sz="2500"/>
          </a:p>
        </p:txBody>
      </p:sp>
      <p:sp>
        <p:nvSpPr>
          <p:cNvPr id="843" name="Google Shape;843;p82"/>
          <p:cNvSpPr txBox="1">
            <a:spLocks noGrp="1"/>
          </p:cNvSpPr>
          <p:nvPr>
            <p:ph type="title" idx="19"/>
          </p:nvPr>
        </p:nvSpPr>
        <p:spPr>
          <a:xfrm>
            <a:off x="720000" y="5395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id-ID" b="0" dirty="0">
                <a:solidFill>
                  <a:schemeClr val="dk1"/>
                </a:solidFill>
              </a:rPr>
              <a:t>Materi yang akan dibahas :</a:t>
            </a:r>
            <a:endParaRPr dirty="0">
              <a:solidFill>
                <a:schemeClr val="dk1"/>
              </a:solidFill>
            </a:endParaRPr>
          </a:p>
        </p:txBody>
      </p:sp>
      <p:sp>
        <p:nvSpPr>
          <p:cNvPr id="844" name="Google Shape;844;p82"/>
          <p:cNvSpPr txBox="1">
            <a:spLocks noGrp="1"/>
          </p:cNvSpPr>
          <p:nvPr>
            <p:ph type="title" idx="20"/>
          </p:nvPr>
        </p:nvSpPr>
        <p:spPr>
          <a:xfrm>
            <a:off x="4076742" y="3041175"/>
            <a:ext cx="880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t>05</a:t>
            </a:r>
            <a:endParaRPr sz="2500" dirty="0"/>
          </a:p>
        </p:txBody>
      </p:sp>
      <p:sp>
        <p:nvSpPr>
          <p:cNvPr id="845" name="Google Shape;845;p82"/>
          <p:cNvSpPr txBox="1">
            <a:spLocks noGrp="1"/>
          </p:cNvSpPr>
          <p:nvPr>
            <p:ph type="title" idx="21"/>
          </p:nvPr>
        </p:nvSpPr>
        <p:spPr>
          <a:xfrm>
            <a:off x="6646869" y="3041175"/>
            <a:ext cx="880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t>06</a:t>
            </a:r>
            <a:endParaRPr sz="2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pic>
        <p:nvPicPr>
          <p:cNvPr id="807" name="Google Shape;807;p81"/>
          <p:cNvPicPr preferRelativeResize="0">
            <a:picLocks noGrp="1"/>
          </p:cNvPicPr>
          <p:nvPr>
            <p:ph type="pic" idx="2"/>
          </p:nvPr>
        </p:nvPicPr>
        <p:blipFill rotWithShape="1">
          <a:blip r:embed="rId3">
            <a:alphaModFix/>
          </a:blip>
          <a:srcRect l="9031" t="19912" r="17004" b="5705"/>
          <a:stretch/>
        </p:blipFill>
        <p:spPr>
          <a:xfrm>
            <a:off x="6133375" y="912350"/>
            <a:ext cx="2297400" cy="3465900"/>
          </a:xfrm>
          <a:prstGeom prst="ellipse">
            <a:avLst/>
          </a:prstGeom>
        </p:spPr>
      </p:pic>
      <p:sp>
        <p:nvSpPr>
          <p:cNvPr id="808" name="Google Shape;808;p81"/>
          <p:cNvSpPr txBox="1">
            <a:spLocks noGrp="1"/>
          </p:cNvSpPr>
          <p:nvPr>
            <p:ph type="title"/>
          </p:nvPr>
        </p:nvSpPr>
        <p:spPr>
          <a:xfrm>
            <a:off x="1025429" y="1928150"/>
            <a:ext cx="4899000" cy="143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sz="6000" dirty="0">
                <a:solidFill>
                  <a:schemeClr val="bg2"/>
                </a:solidFill>
              </a:rPr>
              <a:t>Pengertian Diksi</a:t>
            </a:r>
            <a:endParaRPr sz="6000" dirty="0">
              <a:solidFill>
                <a:schemeClr val="bg2"/>
              </a:solidFill>
            </a:endParaRPr>
          </a:p>
        </p:txBody>
      </p:sp>
      <p:grpSp>
        <p:nvGrpSpPr>
          <p:cNvPr id="810" name="Google Shape;810;p81"/>
          <p:cNvGrpSpPr/>
          <p:nvPr/>
        </p:nvGrpSpPr>
        <p:grpSpPr>
          <a:xfrm>
            <a:off x="1656875" y="3981539"/>
            <a:ext cx="3258375" cy="396736"/>
            <a:chOff x="2942813" y="3976714"/>
            <a:chExt cx="3258375" cy="396736"/>
          </a:xfrm>
        </p:grpSpPr>
        <p:pic>
          <p:nvPicPr>
            <p:cNvPr id="811" name="Google Shape;811;p81"/>
            <p:cNvPicPr preferRelativeResize="0"/>
            <p:nvPr/>
          </p:nvPicPr>
          <p:blipFill>
            <a:blip r:embed="rId4">
              <a:alphaModFix/>
            </a:blip>
            <a:stretch>
              <a:fillRect/>
            </a:stretch>
          </p:blipFill>
          <p:spPr>
            <a:xfrm>
              <a:off x="2942813" y="3976714"/>
              <a:ext cx="1669550" cy="396736"/>
            </a:xfrm>
            <a:prstGeom prst="rect">
              <a:avLst/>
            </a:prstGeom>
            <a:noFill/>
            <a:ln>
              <a:noFill/>
            </a:ln>
          </p:spPr>
        </p:pic>
        <p:pic>
          <p:nvPicPr>
            <p:cNvPr id="812" name="Google Shape;812;p81"/>
            <p:cNvPicPr preferRelativeResize="0"/>
            <p:nvPr/>
          </p:nvPicPr>
          <p:blipFill>
            <a:blip r:embed="rId4">
              <a:alphaModFix/>
            </a:blip>
            <a:stretch>
              <a:fillRect/>
            </a:stretch>
          </p:blipFill>
          <p:spPr>
            <a:xfrm flipH="1">
              <a:off x="4531638" y="3976714"/>
              <a:ext cx="1669550" cy="396736"/>
            </a:xfrm>
            <a:prstGeom prst="rect">
              <a:avLst/>
            </a:prstGeom>
            <a:noFill/>
            <a:ln>
              <a:noFill/>
            </a:ln>
          </p:spPr>
        </p:pic>
      </p:grpSp>
      <p:grpSp>
        <p:nvGrpSpPr>
          <p:cNvPr id="813" name="Google Shape;813;p81"/>
          <p:cNvGrpSpPr/>
          <p:nvPr/>
        </p:nvGrpSpPr>
        <p:grpSpPr>
          <a:xfrm>
            <a:off x="1675688" y="956589"/>
            <a:ext cx="3258375" cy="396736"/>
            <a:chOff x="2961625" y="951764"/>
            <a:chExt cx="3258375" cy="396736"/>
          </a:xfrm>
        </p:grpSpPr>
        <p:pic>
          <p:nvPicPr>
            <p:cNvPr id="814" name="Google Shape;814;p81"/>
            <p:cNvPicPr preferRelativeResize="0"/>
            <p:nvPr/>
          </p:nvPicPr>
          <p:blipFill>
            <a:blip r:embed="rId4">
              <a:alphaModFix/>
            </a:blip>
            <a:stretch>
              <a:fillRect/>
            </a:stretch>
          </p:blipFill>
          <p:spPr>
            <a:xfrm rot="10800000" flipH="1">
              <a:off x="2961625" y="951764"/>
              <a:ext cx="1669550" cy="396736"/>
            </a:xfrm>
            <a:prstGeom prst="rect">
              <a:avLst/>
            </a:prstGeom>
            <a:noFill/>
            <a:ln>
              <a:noFill/>
            </a:ln>
          </p:spPr>
        </p:pic>
        <p:pic>
          <p:nvPicPr>
            <p:cNvPr id="815" name="Google Shape;815;p81"/>
            <p:cNvPicPr preferRelativeResize="0"/>
            <p:nvPr/>
          </p:nvPicPr>
          <p:blipFill>
            <a:blip r:embed="rId4">
              <a:alphaModFix/>
            </a:blip>
            <a:stretch>
              <a:fillRect/>
            </a:stretch>
          </p:blipFill>
          <p:spPr>
            <a:xfrm rot="10800000">
              <a:off x="4550450" y="951764"/>
              <a:ext cx="1669550" cy="396736"/>
            </a:xfrm>
            <a:prstGeom prst="rect">
              <a:avLst/>
            </a:prstGeom>
            <a:noFill/>
            <a:ln>
              <a:noFill/>
            </a:ln>
          </p:spPr>
        </p:pic>
      </p:grpSp>
      <p:pic>
        <p:nvPicPr>
          <p:cNvPr id="816" name="Google Shape;816;p81"/>
          <p:cNvPicPr preferRelativeResize="0"/>
          <p:nvPr/>
        </p:nvPicPr>
        <p:blipFill>
          <a:blip r:embed="rId5">
            <a:alphaModFix/>
          </a:blip>
          <a:stretch>
            <a:fillRect/>
          </a:stretch>
        </p:blipFill>
        <p:spPr>
          <a:xfrm>
            <a:off x="5924429" y="3403274"/>
            <a:ext cx="1434376" cy="9932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07"/>
                                        </p:tgtEl>
                                        <p:attrNameLst>
                                          <p:attrName>style.visibility</p:attrName>
                                        </p:attrNameLst>
                                      </p:cBhvr>
                                      <p:to>
                                        <p:strVal val="visible"/>
                                      </p:to>
                                    </p:set>
                                    <p:animEffect transition="in" filter="fade">
                                      <p:cBhvr>
                                        <p:cTn id="7" dur="1000"/>
                                        <p:tgtEl>
                                          <p:spTgt spid="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D0F2-4308-E9FB-5DF3-E3F923536580}"/>
              </a:ext>
            </a:extLst>
          </p:cNvPr>
          <p:cNvSpPr>
            <a:spLocks noGrp="1"/>
          </p:cNvSpPr>
          <p:nvPr>
            <p:ph type="title"/>
          </p:nvPr>
        </p:nvSpPr>
        <p:spPr>
          <a:xfrm>
            <a:off x="118002" y="2428685"/>
            <a:ext cx="8197861" cy="572700"/>
          </a:xfrm>
        </p:spPr>
        <p:txBody>
          <a:bodyPr/>
          <a:lstStyle/>
          <a:p>
            <a:pPr marL="457200" marR="99060" indent="449580">
              <a:spcBef>
                <a:spcPts val="870"/>
              </a:spcBef>
              <a:spcAft>
                <a:spcPts val="0"/>
              </a:spcAft>
            </a:pPr>
            <a:r>
              <a:rPr lang="en-US" sz="2100" b="1" dirty="0" err="1">
                <a:solidFill>
                  <a:schemeClr val="tx1"/>
                </a:solidFill>
                <a:effectLst/>
                <a:latin typeface="Times New Roman" panose="02020603050405020304" pitchFamily="18" charset="0"/>
                <a:ea typeface="Times New Roman" panose="02020603050405020304" pitchFamily="18" charset="0"/>
              </a:rPr>
              <a:t>Diksi</a:t>
            </a:r>
            <a:r>
              <a:rPr lang="en-US" sz="2100" b="1" spc="11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adalah</a:t>
            </a:r>
            <a:r>
              <a:rPr lang="en-US" sz="2100" b="1" spc="11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pilihan</a:t>
            </a:r>
            <a:r>
              <a:rPr lang="en-US" sz="2100" b="1" spc="115" dirty="0">
                <a:solidFill>
                  <a:schemeClr val="tx1"/>
                </a:solidFill>
                <a:effectLst/>
                <a:latin typeface="Times New Roman" panose="02020603050405020304" pitchFamily="18" charset="0"/>
                <a:ea typeface="Times New Roman" panose="02020603050405020304" pitchFamily="18" charset="0"/>
              </a:rPr>
              <a:t> </a:t>
            </a:r>
            <a:r>
              <a:rPr lang="en-US" sz="2100" b="1" dirty="0">
                <a:solidFill>
                  <a:schemeClr val="tx1"/>
                </a:solidFill>
                <a:effectLst/>
                <a:latin typeface="Times New Roman" panose="02020603050405020304" pitchFamily="18" charset="0"/>
                <a:ea typeface="Times New Roman" panose="02020603050405020304" pitchFamily="18" charset="0"/>
              </a:rPr>
              <a:t>kata</a:t>
            </a:r>
            <a:r>
              <a:rPr lang="en-US" sz="2100" b="1" spc="110" dirty="0">
                <a:solidFill>
                  <a:schemeClr val="tx1"/>
                </a:solidFill>
                <a:effectLst/>
                <a:latin typeface="Times New Roman" panose="02020603050405020304" pitchFamily="18" charset="0"/>
                <a:ea typeface="Times New Roman" panose="02020603050405020304" pitchFamily="18" charset="0"/>
              </a:rPr>
              <a:t> </a:t>
            </a:r>
            <a:r>
              <a:rPr lang="en-US" sz="2100" b="1" dirty="0">
                <a:solidFill>
                  <a:schemeClr val="tx1"/>
                </a:solidFill>
                <a:effectLst/>
                <a:latin typeface="Times New Roman" panose="02020603050405020304" pitchFamily="18" charset="0"/>
                <a:ea typeface="Times New Roman" panose="02020603050405020304" pitchFamily="18" charset="0"/>
              </a:rPr>
              <a:t>dan</a:t>
            </a:r>
            <a:r>
              <a:rPr lang="en-US" sz="2100" b="1" spc="11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kejelasan</a:t>
            </a:r>
            <a:r>
              <a:rPr lang="en-US" sz="2100" b="1" spc="12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lafal</a:t>
            </a:r>
            <a:r>
              <a:rPr lang="en-US" sz="2100" b="1" spc="11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dalam</a:t>
            </a:r>
            <a:r>
              <a:rPr lang="en-US" sz="2100" b="1" spc="11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berbicara</a:t>
            </a:r>
            <a:r>
              <a:rPr lang="en-US" sz="2100" b="1" spc="12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atau</a:t>
            </a:r>
            <a:r>
              <a:rPr lang="en-US" sz="2100" b="1" spc="11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dalam</a:t>
            </a:r>
            <a:r>
              <a:rPr lang="en-US" sz="2100" b="1" spc="12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karang</a:t>
            </a:r>
            <a:r>
              <a:rPr lang="en-US" sz="2100" b="1" spc="-28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mengarang</a:t>
            </a:r>
            <a:r>
              <a:rPr lang="en-US" sz="2100" b="1" spc="255" dirty="0">
                <a:solidFill>
                  <a:schemeClr val="tx1"/>
                </a:solidFill>
                <a:effectLst/>
                <a:latin typeface="Times New Roman" panose="02020603050405020304" pitchFamily="18" charset="0"/>
                <a:ea typeface="Times New Roman" panose="02020603050405020304" pitchFamily="18" charset="0"/>
              </a:rPr>
              <a:t> </a:t>
            </a:r>
            <a:r>
              <a:rPr lang="en-US" sz="2100" b="1" dirty="0">
                <a:solidFill>
                  <a:schemeClr val="tx1"/>
                </a:solidFill>
                <a:effectLst/>
                <a:latin typeface="Times New Roman" panose="02020603050405020304" pitchFamily="18" charset="0"/>
                <a:ea typeface="Times New Roman" panose="02020603050405020304" pitchFamily="18" charset="0"/>
              </a:rPr>
              <a:t>agar</a:t>
            </a:r>
            <a:r>
              <a:rPr lang="en-US" sz="2100" b="1" spc="24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memperoleh</a:t>
            </a:r>
            <a:r>
              <a:rPr lang="en-US" sz="2100" b="1" spc="25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efek</a:t>
            </a:r>
            <a:r>
              <a:rPr lang="en-US" sz="2100" b="1" spc="25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tertentu</a:t>
            </a:r>
            <a:r>
              <a:rPr lang="en-US" sz="2100" b="1" spc="270" dirty="0">
                <a:solidFill>
                  <a:schemeClr val="tx1"/>
                </a:solidFill>
                <a:effectLst/>
                <a:latin typeface="Times New Roman" panose="02020603050405020304" pitchFamily="18" charset="0"/>
                <a:ea typeface="Times New Roman" panose="02020603050405020304" pitchFamily="18" charset="0"/>
              </a:rPr>
              <a:t> </a:t>
            </a:r>
            <a:r>
              <a:rPr lang="en-US" sz="2100" b="1" dirty="0">
                <a:solidFill>
                  <a:schemeClr val="tx1"/>
                </a:solidFill>
                <a:effectLst/>
                <a:latin typeface="Times New Roman" panose="02020603050405020304" pitchFamily="18" charset="0"/>
                <a:ea typeface="Times New Roman" panose="02020603050405020304" pitchFamily="18" charset="0"/>
              </a:rPr>
              <a:t>(</a:t>
            </a:r>
            <a:r>
              <a:rPr lang="en-US" sz="2100" b="1" dirty="0" err="1">
                <a:solidFill>
                  <a:schemeClr val="tx1"/>
                </a:solidFill>
                <a:effectLst/>
                <a:latin typeface="Times New Roman" panose="02020603050405020304" pitchFamily="18" charset="0"/>
                <a:ea typeface="Times New Roman" panose="02020603050405020304" pitchFamily="18" charset="0"/>
              </a:rPr>
              <a:t>Kridalaksana</a:t>
            </a:r>
            <a:r>
              <a:rPr lang="en-US" sz="2100" b="1" dirty="0">
                <a:solidFill>
                  <a:schemeClr val="tx1"/>
                </a:solidFill>
                <a:effectLst/>
                <a:latin typeface="Times New Roman" panose="02020603050405020304" pitchFamily="18" charset="0"/>
                <a:ea typeface="Times New Roman" panose="02020603050405020304" pitchFamily="18" charset="0"/>
              </a:rPr>
              <a:t>,</a:t>
            </a:r>
            <a:r>
              <a:rPr lang="en-US" sz="2100" b="1" spc="255" dirty="0">
                <a:solidFill>
                  <a:schemeClr val="tx1"/>
                </a:solidFill>
                <a:effectLst/>
                <a:latin typeface="Times New Roman" panose="02020603050405020304" pitchFamily="18" charset="0"/>
                <a:ea typeface="Times New Roman" panose="02020603050405020304" pitchFamily="18" charset="0"/>
              </a:rPr>
              <a:t> </a:t>
            </a:r>
            <a:r>
              <a:rPr lang="en-US" sz="2100" b="1" dirty="0">
                <a:solidFill>
                  <a:schemeClr val="tx1"/>
                </a:solidFill>
                <a:effectLst/>
                <a:latin typeface="Times New Roman" panose="02020603050405020304" pitchFamily="18" charset="0"/>
                <a:ea typeface="Times New Roman" panose="02020603050405020304" pitchFamily="18" charset="0"/>
              </a:rPr>
              <a:t>2015).</a:t>
            </a:r>
            <a:r>
              <a:rPr lang="en-US" sz="2100" b="1" spc="265" dirty="0">
                <a:solidFill>
                  <a:schemeClr val="tx1"/>
                </a:solidFill>
                <a:effectLst/>
                <a:latin typeface="Times New Roman" panose="02020603050405020304" pitchFamily="18" charset="0"/>
                <a:ea typeface="Times New Roman" panose="02020603050405020304" pitchFamily="18" charset="0"/>
              </a:rPr>
              <a:t> </a:t>
            </a:r>
            <a:br>
              <a:rPr lang="id-ID" sz="2100" b="1" spc="265" dirty="0">
                <a:solidFill>
                  <a:schemeClr val="tx1"/>
                </a:solidFill>
                <a:effectLst/>
                <a:latin typeface="Times New Roman" panose="02020603050405020304" pitchFamily="18" charset="0"/>
                <a:ea typeface="Times New Roman" panose="02020603050405020304" pitchFamily="18" charset="0"/>
              </a:rPr>
            </a:br>
            <a:br>
              <a:rPr lang="id-ID" sz="2100" b="1" spc="265" dirty="0">
                <a:solidFill>
                  <a:schemeClr val="tx1"/>
                </a:solidFill>
                <a:effectLst/>
                <a:latin typeface="Times New Roman" panose="02020603050405020304" pitchFamily="18" charset="0"/>
                <a:ea typeface="Times New Roman" panose="02020603050405020304" pitchFamily="18" charset="0"/>
              </a:rPr>
            </a:br>
            <a:r>
              <a:rPr lang="id-ID" sz="2100" b="1" spc="26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Diksi</a:t>
            </a:r>
            <a:r>
              <a:rPr lang="en-US" sz="2100" b="1" spc="26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merupakan</a:t>
            </a:r>
            <a:r>
              <a:rPr lang="en-US" sz="2100" b="1" spc="-28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pemakaian</a:t>
            </a:r>
            <a:r>
              <a:rPr lang="en-US" sz="2100" b="1" spc="45" dirty="0">
                <a:solidFill>
                  <a:schemeClr val="tx1"/>
                </a:solidFill>
                <a:effectLst/>
                <a:latin typeface="Times New Roman" panose="02020603050405020304" pitchFamily="18" charset="0"/>
                <a:ea typeface="Times New Roman" panose="02020603050405020304" pitchFamily="18" charset="0"/>
              </a:rPr>
              <a:t> </a:t>
            </a:r>
            <a:r>
              <a:rPr lang="en-US" sz="2100" b="1" dirty="0">
                <a:solidFill>
                  <a:schemeClr val="tx1"/>
                </a:solidFill>
                <a:effectLst/>
                <a:latin typeface="Times New Roman" panose="02020603050405020304" pitchFamily="18" charset="0"/>
                <a:ea typeface="Times New Roman" panose="02020603050405020304" pitchFamily="18" charset="0"/>
              </a:rPr>
              <a:t>kata</a:t>
            </a:r>
            <a:r>
              <a:rPr lang="en-US" sz="2100" b="1" spc="75" dirty="0">
                <a:solidFill>
                  <a:schemeClr val="tx1"/>
                </a:solidFill>
                <a:effectLst/>
                <a:latin typeface="Times New Roman" panose="02020603050405020304" pitchFamily="18" charset="0"/>
                <a:ea typeface="Times New Roman" panose="02020603050405020304" pitchFamily="18" charset="0"/>
              </a:rPr>
              <a:t> </a:t>
            </a:r>
            <a:r>
              <a:rPr lang="en-US" sz="2100" b="1" dirty="0">
                <a:solidFill>
                  <a:schemeClr val="tx1"/>
                </a:solidFill>
                <a:effectLst/>
                <a:latin typeface="Times New Roman" panose="02020603050405020304" pitchFamily="18" charset="0"/>
                <a:ea typeface="Times New Roman" panose="02020603050405020304" pitchFamily="18" charset="0"/>
              </a:rPr>
              <a:t>yang</a:t>
            </a:r>
            <a:r>
              <a:rPr lang="en-US" sz="2100" b="1" spc="4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bisa</a:t>
            </a:r>
            <a:r>
              <a:rPr lang="en-US" sz="2100" b="1" spc="4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betul-betul</a:t>
            </a:r>
            <a:r>
              <a:rPr lang="en-US" sz="2100" b="1" spc="5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tepat</a:t>
            </a:r>
            <a:r>
              <a:rPr lang="en-US" sz="2100" b="1" spc="5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untuk</a:t>
            </a:r>
            <a:r>
              <a:rPr lang="en-US" sz="2100" b="1" spc="5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menyatakan</a:t>
            </a:r>
            <a:r>
              <a:rPr lang="en-US" sz="2100" b="1" spc="5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suatu</a:t>
            </a:r>
            <a:r>
              <a:rPr lang="en-US" sz="2100" b="1" spc="4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makna</a:t>
            </a:r>
            <a:r>
              <a:rPr lang="en-US" sz="2100" b="1" dirty="0">
                <a:solidFill>
                  <a:schemeClr val="tx1"/>
                </a:solidFill>
                <a:effectLst/>
                <a:latin typeface="Times New Roman" panose="02020603050405020304" pitchFamily="18" charset="0"/>
                <a:ea typeface="Times New Roman" panose="02020603050405020304" pitchFamily="18" charset="0"/>
              </a:rPr>
              <a:t>,</a:t>
            </a:r>
            <a:r>
              <a:rPr lang="en-US" sz="2100" b="1" spc="5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maksud</a:t>
            </a:r>
            <a:r>
              <a:rPr lang="en-US" sz="2100" b="1" dirty="0">
                <a:solidFill>
                  <a:schemeClr val="tx1"/>
                </a:solidFill>
                <a:effectLst/>
                <a:latin typeface="Times New Roman" panose="02020603050405020304" pitchFamily="18" charset="0"/>
                <a:ea typeface="Times New Roman" panose="02020603050405020304" pitchFamily="18" charset="0"/>
              </a:rPr>
              <a:t>,</a:t>
            </a:r>
            <a:r>
              <a:rPr lang="en-US" sz="2100" b="1" spc="50" dirty="0">
                <a:solidFill>
                  <a:schemeClr val="tx1"/>
                </a:solidFill>
                <a:effectLst/>
                <a:latin typeface="Times New Roman" panose="02020603050405020304" pitchFamily="18" charset="0"/>
                <a:ea typeface="Times New Roman" panose="02020603050405020304" pitchFamily="18" charset="0"/>
              </a:rPr>
              <a:t> </a:t>
            </a:r>
            <a:r>
              <a:rPr lang="en-US" sz="2100" b="1" dirty="0">
                <a:solidFill>
                  <a:schemeClr val="tx1"/>
                </a:solidFill>
                <a:effectLst/>
                <a:latin typeface="Times New Roman" panose="02020603050405020304" pitchFamily="18" charset="0"/>
                <a:ea typeface="Times New Roman" panose="02020603050405020304" pitchFamily="18" charset="0"/>
              </a:rPr>
              <a:t>dan</a:t>
            </a:r>
            <a:r>
              <a:rPr lang="en-US" sz="2100" b="1" spc="-28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gagasan</a:t>
            </a:r>
            <a:r>
              <a:rPr lang="en-US" sz="2100" b="1" spc="2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dalam</a:t>
            </a:r>
            <a:r>
              <a:rPr lang="en-US" sz="2100" b="1" spc="3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komunikasi</a:t>
            </a:r>
            <a:r>
              <a:rPr lang="en-US" sz="2100" b="1" spc="2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serta</a:t>
            </a:r>
            <a:r>
              <a:rPr lang="en-US" sz="2100" b="1" spc="2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tepat</a:t>
            </a:r>
            <a:r>
              <a:rPr lang="en-US" sz="2100" b="1" spc="2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dalam</a:t>
            </a:r>
            <a:r>
              <a:rPr lang="en-US" sz="2100" b="1" spc="3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konteks</a:t>
            </a:r>
            <a:r>
              <a:rPr lang="en-US" sz="2100" b="1" spc="2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situasi</a:t>
            </a:r>
            <a:r>
              <a:rPr lang="en-US" sz="2100" b="1" spc="30"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tertentu</a:t>
            </a:r>
            <a:r>
              <a:rPr lang="en-US" sz="2100" b="1" dirty="0">
                <a:solidFill>
                  <a:schemeClr val="tx1"/>
                </a:solidFill>
                <a:effectLst/>
                <a:latin typeface="Times New Roman" panose="02020603050405020304" pitchFamily="18" charset="0"/>
                <a:ea typeface="Times New Roman" panose="02020603050405020304" pitchFamily="18" charset="0"/>
              </a:rPr>
              <a:t>.</a:t>
            </a:r>
            <a:r>
              <a:rPr lang="en-US" sz="2100" b="1" spc="55" dirty="0">
                <a:solidFill>
                  <a:schemeClr val="tx1"/>
                </a:solidFill>
                <a:effectLst/>
                <a:latin typeface="Times New Roman" panose="02020603050405020304" pitchFamily="18" charset="0"/>
                <a:ea typeface="Times New Roman" panose="02020603050405020304" pitchFamily="18" charset="0"/>
              </a:rPr>
              <a:t> </a:t>
            </a:r>
            <a:br>
              <a:rPr lang="id-ID" sz="2100" b="1" spc="55" dirty="0">
                <a:solidFill>
                  <a:schemeClr val="tx1"/>
                </a:solidFill>
                <a:effectLst/>
                <a:latin typeface="Times New Roman" panose="02020603050405020304" pitchFamily="18" charset="0"/>
                <a:ea typeface="Times New Roman" panose="02020603050405020304" pitchFamily="18" charset="0"/>
              </a:rPr>
            </a:br>
            <a:br>
              <a:rPr lang="id-ID" sz="2100" b="1" spc="55" dirty="0">
                <a:solidFill>
                  <a:schemeClr val="tx1"/>
                </a:solidFill>
                <a:effectLst/>
                <a:latin typeface="Times New Roman" panose="02020603050405020304" pitchFamily="18" charset="0"/>
                <a:ea typeface="Times New Roman" panose="02020603050405020304" pitchFamily="18" charset="0"/>
              </a:rPr>
            </a:br>
            <a:r>
              <a:rPr lang="id-ID" sz="2100" b="1" spc="5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Diksi</a:t>
            </a:r>
            <a:r>
              <a:rPr lang="en-US" sz="2100" b="1" spc="2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berkaitan</a:t>
            </a:r>
            <a:r>
              <a:rPr lang="en-US" sz="2100" b="1" spc="2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erat</a:t>
            </a:r>
            <a:r>
              <a:rPr lang="en-US" sz="2100" b="1" spc="-285"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dengan</a:t>
            </a:r>
            <a:r>
              <a:rPr lang="en-US" sz="2100" b="1"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kaidah</a:t>
            </a:r>
            <a:r>
              <a:rPr lang="en-US" sz="2100" b="1"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sintaksis</a:t>
            </a:r>
            <a:r>
              <a:rPr lang="en-US" sz="2100" b="1"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kaidah</a:t>
            </a:r>
            <a:r>
              <a:rPr lang="en-US" sz="2100" b="1"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makna</a:t>
            </a:r>
            <a:r>
              <a:rPr lang="en-US" sz="2100" b="1"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kaidah</a:t>
            </a:r>
            <a:r>
              <a:rPr lang="en-US" sz="2100" b="1"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hubungan</a:t>
            </a:r>
            <a:r>
              <a:rPr lang="en-US" sz="2100" b="1"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sosial</a:t>
            </a:r>
            <a:r>
              <a:rPr lang="en-US" sz="2100" b="1" dirty="0">
                <a:solidFill>
                  <a:schemeClr val="tx1"/>
                </a:solidFill>
                <a:effectLst/>
                <a:latin typeface="Times New Roman" panose="02020603050405020304" pitchFamily="18" charset="0"/>
                <a:ea typeface="Times New Roman" panose="02020603050405020304" pitchFamily="18" charset="0"/>
              </a:rPr>
              <a:t>, dan </a:t>
            </a:r>
            <a:r>
              <a:rPr lang="en-US" sz="2100" b="1" dirty="0" err="1">
                <a:solidFill>
                  <a:schemeClr val="tx1"/>
                </a:solidFill>
                <a:effectLst/>
                <a:latin typeface="Times New Roman" panose="02020603050405020304" pitchFamily="18" charset="0"/>
                <a:ea typeface="Times New Roman" panose="02020603050405020304" pitchFamily="18" charset="0"/>
              </a:rPr>
              <a:t>kaidah</a:t>
            </a:r>
            <a:r>
              <a:rPr lang="en-US" sz="2100" b="1" dirty="0">
                <a:solidFill>
                  <a:schemeClr val="tx1"/>
                </a:solidFill>
                <a:effectLst/>
                <a:latin typeface="Times New Roman" panose="02020603050405020304" pitchFamily="18" charset="0"/>
                <a:ea typeface="Times New Roman" panose="02020603050405020304" pitchFamily="18" charset="0"/>
              </a:rPr>
              <a:t> </a:t>
            </a:r>
            <a:r>
              <a:rPr lang="en-US" sz="2100" b="1" dirty="0" err="1">
                <a:solidFill>
                  <a:schemeClr val="tx1"/>
                </a:solidFill>
                <a:effectLst/>
                <a:latin typeface="Times New Roman" panose="02020603050405020304" pitchFamily="18" charset="0"/>
                <a:ea typeface="Times New Roman" panose="02020603050405020304" pitchFamily="18" charset="0"/>
              </a:rPr>
              <a:t>mengarang</a:t>
            </a:r>
            <a:r>
              <a:rPr lang="en-US" sz="2100" b="1" dirty="0">
                <a:solidFill>
                  <a:schemeClr val="tx1"/>
                </a:solidFill>
                <a:effectLst/>
                <a:latin typeface="Times New Roman" panose="02020603050405020304" pitchFamily="18" charset="0"/>
                <a:ea typeface="Times New Roman" panose="02020603050405020304" pitchFamily="18" charset="0"/>
              </a:rPr>
              <a:t>.</a:t>
            </a:r>
            <a:br>
              <a:rPr lang="id-ID" sz="2100" b="1" dirty="0">
                <a:solidFill>
                  <a:schemeClr val="tx1"/>
                </a:solidFill>
                <a:effectLst/>
                <a:latin typeface="Times New Roman" panose="02020603050405020304" pitchFamily="18" charset="0"/>
                <a:ea typeface="Times New Roman" panose="02020603050405020304" pitchFamily="18" charset="0"/>
              </a:rPr>
            </a:br>
            <a:endParaRPr lang="id-ID" sz="2100" b="1" dirty="0">
              <a:solidFill>
                <a:schemeClr val="tx1"/>
              </a:solidFill>
            </a:endParaRPr>
          </a:p>
        </p:txBody>
      </p:sp>
    </p:spTree>
    <p:extLst>
      <p:ext uri="{BB962C8B-B14F-4D97-AF65-F5344CB8AC3E}">
        <p14:creationId xmlns:p14="http://schemas.microsoft.com/office/powerpoint/2010/main" val="954607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p94"/>
          <p:cNvSpPr txBox="1">
            <a:spLocks noGrp="1"/>
          </p:cNvSpPr>
          <p:nvPr>
            <p:ph type="title"/>
          </p:nvPr>
        </p:nvSpPr>
        <p:spPr>
          <a:xfrm>
            <a:off x="644214" y="316455"/>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sz="4000" b="1" dirty="0" err="1">
                <a:solidFill>
                  <a:schemeClr val="bg2"/>
                </a:solidFill>
              </a:rPr>
              <a:t>Fungsi</a:t>
            </a:r>
            <a:r>
              <a:rPr sz="4000" b="1" dirty="0">
                <a:solidFill>
                  <a:schemeClr val="bg2"/>
                </a:solidFill>
              </a:rPr>
              <a:t> </a:t>
            </a:r>
            <a:r>
              <a:rPr sz="4000" b="1" dirty="0" err="1">
                <a:solidFill>
                  <a:schemeClr val="bg2"/>
                </a:solidFill>
              </a:rPr>
              <a:t>Diksi</a:t>
            </a:r>
            <a:endParaRPr sz="4000" b="1" dirty="0">
              <a:solidFill>
                <a:schemeClr val="bg2"/>
              </a:solidFill>
            </a:endParaRPr>
          </a:p>
        </p:txBody>
      </p:sp>
      <p:sp>
        <p:nvSpPr>
          <p:cNvPr id="1025" name="Google Shape;1025;p94"/>
          <p:cNvSpPr txBox="1">
            <a:spLocks noGrp="1"/>
          </p:cNvSpPr>
          <p:nvPr>
            <p:ph type="body" idx="1"/>
          </p:nvPr>
        </p:nvSpPr>
        <p:spPr>
          <a:xfrm>
            <a:off x="2915728" y="1434688"/>
            <a:ext cx="5824224" cy="3406800"/>
          </a:xfrm>
          <a:prstGeom prst="rect">
            <a:avLst/>
          </a:prstGeom>
        </p:spPr>
        <p:txBody>
          <a:bodyPr spcFirstLastPara="1" wrap="square" lIns="91425" tIns="91425" rIns="91425" bIns="91425" anchor="ctr" anchorCtr="0">
            <a:noAutofit/>
          </a:bodyPr>
          <a:lstStyle/>
          <a:p>
            <a:pPr marL="742950" lvl="1" indent="-285750" algn="just">
              <a:spcAft>
                <a:spcPts val="1000"/>
              </a:spcAft>
              <a:buFont typeface="+mj-lt"/>
              <a:buAutoNum type="alphaLcPeriod"/>
              <a:tabLst>
                <a:tab pos="521335" algn="l"/>
              </a:tabLst>
            </a:pP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Melambangkan</a:t>
            </a:r>
            <a:r>
              <a:rPr lang="en-US" sz="1800" b="1"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ide</a:t>
            </a:r>
            <a:r>
              <a:rPr lang="en-US" sz="1800" b="1"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yang</a:t>
            </a:r>
            <a:r>
              <a:rPr lang="en-US" sz="1800" b="1"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diungkapkan</a:t>
            </a:r>
            <a:r>
              <a:rPr lang="en-US" sz="1800" b="1"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secara</a:t>
            </a:r>
            <a:r>
              <a:rPr lang="en-US" sz="1800" b="1"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verbal.</a:t>
            </a:r>
            <a:endParaRPr lang="id-ID" sz="1800" b="1" dirty="0">
              <a:effectLst/>
              <a:latin typeface="Calibri" panose="020F0502020204030204" pitchFamily="34" charset="0"/>
              <a:ea typeface="Calibri" panose="020F0502020204030204" pitchFamily="34" charset="0"/>
              <a:cs typeface="Times New Roman" panose="02020603050405020304" pitchFamily="18" charset="0"/>
            </a:endParaRPr>
          </a:p>
          <a:p>
            <a:pPr marL="742950" marR="99695" lvl="1" indent="-285750" algn="just">
              <a:spcAft>
                <a:spcPts val="1000"/>
              </a:spcAft>
              <a:buFont typeface="+mj-lt"/>
              <a:buAutoNum type="alphaLcPeriod"/>
              <a:tabLst>
                <a:tab pos="521335" algn="l"/>
              </a:tabLst>
            </a:pP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Membentuk</a:t>
            </a:r>
            <a:r>
              <a:rPr lang="en-US" sz="18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wujud</a:t>
            </a:r>
            <a:r>
              <a:rPr lang="en-US" sz="18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ungkapan</a:t>
            </a:r>
            <a:r>
              <a:rPr lang="en-US" sz="18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gagasan</a:t>
            </a:r>
            <a:r>
              <a:rPr lang="en-US" sz="18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yang</a:t>
            </a:r>
            <a:r>
              <a:rPr lang="en-US" sz="18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tepat</a:t>
            </a:r>
            <a:r>
              <a:rPr lang="en-US" sz="18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sehingga</a:t>
            </a:r>
            <a:r>
              <a:rPr lang="en-US" sz="18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menyenangkan</a:t>
            </a:r>
            <a:r>
              <a:rPr lang="en-US" sz="1800" b="1" spc="-3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penyimak</a:t>
            </a:r>
            <a:r>
              <a:rPr lang="en-US" sz="1800" b="1"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atau</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pembaca</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800" b="1"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spcAft>
                <a:spcPts val="1000"/>
              </a:spcAft>
              <a:buFont typeface="+mj-lt"/>
              <a:buAutoNum type="alphaLcPeriod"/>
              <a:tabLst>
                <a:tab pos="521335" algn="l"/>
              </a:tabLst>
            </a:pP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Mewujudkan</a:t>
            </a:r>
            <a:r>
              <a:rPr lang="en-US" sz="1800" b="1"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komunikasi</a:t>
            </a:r>
            <a:r>
              <a:rPr lang="en-US" sz="1800" b="1"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yang</a:t>
            </a:r>
            <a:r>
              <a:rPr lang="en-US" sz="1800" b="1"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berterima</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800" b="1"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spcAft>
                <a:spcPts val="1000"/>
              </a:spcAft>
              <a:buFont typeface="+mj-lt"/>
              <a:buAutoNum type="alphaLcPeriod"/>
              <a:tabLst>
                <a:tab pos="521335" algn="l"/>
              </a:tabLst>
            </a:pP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Menciptakan</a:t>
            </a:r>
            <a:r>
              <a:rPr lang="en-US" sz="1800" b="1"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atmosfir</a:t>
            </a:r>
            <a:r>
              <a:rPr lang="en-US" sz="1800" b="1"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yang</a:t>
            </a:r>
            <a:r>
              <a:rPr lang="en-US" sz="1800" b="1"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kondusif</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800" b="1"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spcAft>
                <a:spcPts val="1000"/>
              </a:spcAft>
              <a:buFont typeface="+mj-lt"/>
              <a:buAutoNum type="alphaLcPeriod"/>
              <a:tabLst>
                <a:tab pos="521335" algn="l"/>
              </a:tabLst>
            </a:pP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Menghindari</a:t>
            </a:r>
            <a:r>
              <a:rPr lang="en-US" sz="1800" b="1"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dan</a:t>
            </a:r>
            <a:r>
              <a:rPr lang="en-US" sz="1800" b="1"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mencegas</a:t>
            </a:r>
            <a:r>
              <a:rPr lang="en-US" sz="1800" b="1"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perbedaan</a:t>
            </a:r>
            <a:r>
              <a:rPr lang="en-US" sz="1800" b="1"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persepsi</a:t>
            </a:r>
            <a:r>
              <a:rPr lang="en-US" sz="1800" b="1"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atau</a:t>
            </a:r>
            <a:r>
              <a:rPr lang="en-US" sz="1800" b="1"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interpretasi</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800" b="1"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spcAft>
                <a:spcPts val="1000"/>
              </a:spcAft>
              <a:buFont typeface="+mj-lt"/>
              <a:buAutoNum type="alphaLcPeriod"/>
              <a:tabLst>
                <a:tab pos="521335" algn="l"/>
              </a:tabLst>
            </a:pP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Mencegah</a:t>
            </a:r>
            <a:r>
              <a:rPr lang="en-US" sz="1800" b="1"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salah</a:t>
            </a:r>
            <a:r>
              <a:rPr lang="en-US" sz="1800" b="1"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pemahaman</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b="1"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dan</a:t>
            </a:r>
            <a:endParaRPr lang="id-ID" sz="1800" b="1"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spcAft>
                <a:spcPts val="1000"/>
              </a:spcAft>
              <a:buFont typeface="+mj-lt"/>
              <a:buAutoNum type="alphaLcPeriod"/>
              <a:tabLst>
                <a:tab pos="521335" algn="l"/>
              </a:tabLst>
            </a:pP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Mengefektifkan</a:t>
            </a:r>
            <a:r>
              <a:rPr lang="en-US" sz="1800" b="1"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pencapaian</a:t>
            </a:r>
            <a:r>
              <a:rPr lang="en-US" sz="1800" b="1"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target</a:t>
            </a:r>
            <a:r>
              <a:rPr lang="en-US" sz="1800" b="1"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komunikasi</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800" b="1" dirty="0">
              <a:effectLst/>
              <a:latin typeface="Calibri" panose="020F0502020204030204" pitchFamily="34" charset="0"/>
              <a:ea typeface="Calibri" panose="020F0502020204030204" pitchFamily="34" charset="0"/>
              <a:cs typeface="Times New Roman" panose="02020603050405020304" pitchFamily="18" charset="0"/>
            </a:endParaRPr>
          </a:p>
          <a:p>
            <a:pPr marL="381000" lvl="0" indent="0" algn="l" rtl="0">
              <a:lnSpc>
                <a:spcPct val="100000"/>
              </a:lnSpc>
              <a:spcBef>
                <a:spcPts val="0"/>
              </a:spcBef>
              <a:spcAft>
                <a:spcPts val="0"/>
              </a:spcAft>
              <a:buSzPts val="1400"/>
              <a:buNone/>
            </a:pPr>
            <a:endParaRPr sz="1800" b="1" dirty="0"/>
          </a:p>
        </p:txBody>
      </p:sp>
      <p:pic>
        <p:nvPicPr>
          <p:cNvPr id="1026" name="Google Shape;1026;p94"/>
          <p:cNvPicPr preferRelativeResize="0"/>
          <p:nvPr/>
        </p:nvPicPr>
        <p:blipFill>
          <a:blip r:embed="rId3">
            <a:alphaModFix/>
          </a:blip>
          <a:stretch>
            <a:fillRect/>
          </a:stretch>
        </p:blipFill>
        <p:spPr>
          <a:xfrm>
            <a:off x="404048" y="1679586"/>
            <a:ext cx="2856737" cy="261636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83"/>
        <p:cNvGrpSpPr/>
        <p:nvPr/>
      </p:nvGrpSpPr>
      <p:grpSpPr>
        <a:xfrm>
          <a:off x="0" y="0"/>
          <a:ext cx="0" cy="0"/>
          <a:chOff x="0" y="0"/>
          <a:chExt cx="0" cy="0"/>
        </a:xfrm>
      </p:grpSpPr>
      <p:sp>
        <p:nvSpPr>
          <p:cNvPr id="784" name="Google Shape;784;p79"/>
          <p:cNvSpPr txBox="1">
            <a:spLocks noGrp="1"/>
          </p:cNvSpPr>
          <p:nvPr>
            <p:ph type="title"/>
          </p:nvPr>
        </p:nvSpPr>
        <p:spPr>
          <a:xfrm>
            <a:off x="713250" y="211696"/>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b="1" dirty="0">
                <a:solidFill>
                  <a:schemeClr val="bg2"/>
                </a:solidFill>
              </a:rPr>
              <a:t>Syarat-Syarat Ketepatan Pemilihan Kata :</a:t>
            </a:r>
            <a:endParaRPr b="1" dirty="0">
              <a:solidFill>
                <a:schemeClr val="bg2"/>
              </a:solidFill>
            </a:endParaRPr>
          </a:p>
        </p:txBody>
      </p:sp>
      <p:sp>
        <p:nvSpPr>
          <p:cNvPr id="785" name="Google Shape;785;p79"/>
          <p:cNvSpPr txBox="1">
            <a:spLocks noGrp="1"/>
          </p:cNvSpPr>
          <p:nvPr>
            <p:ph type="body" idx="1"/>
          </p:nvPr>
        </p:nvSpPr>
        <p:spPr>
          <a:xfrm>
            <a:off x="713250" y="690968"/>
            <a:ext cx="8128850" cy="403500"/>
          </a:xfrm>
          <a:prstGeom prst="rect">
            <a:avLst/>
          </a:prstGeom>
        </p:spPr>
        <p:txBody>
          <a:bodyPr spcFirstLastPara="1" wrap="square" lIns="91425" tIns="91425" rIns="91425" bIns="91425" anchor="t" anchorCtr="0">
            <a:noAutofit/>
          </a:bodyPr>
          <a:lstStyle/>
          <a:p>
            <a:pPr marL="342900" marR="99060" lvl="0" indent="-342900" algn="just">
              <a:lnSpc>
                <a:spcPct val="150000"/>
              </a:lnSpc>
              <a:buFont typeface="+mj-lt"/>
              <a:buAutoNum type="arabicPeriod"/>
              <a:tabLst>
                <a:tab pos="521335" algn="l"/>
              </a:tabLst>
            </a:pP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Membedakan</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secara</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cermat</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makna</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kata</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yang</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hampir</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bersinonim</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5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97790" lvl="0" indent="-342900" algn="just">
              <a:lnSpc>
                <a:spcPct val="150000"/>
              </a:lnSpc>
              <a:spcBef>
                <a:spcPts val="375"/>
              </a:spcBef>
              <a:buFont typeface="+mj-lt"/>
              <a:buAutoNum type="arabicPeriod"/>
              <a:tabLst>
                <a:tab pos="521335" algn="l"/>
              </a:tabLst>
            </a:pP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Membedakan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makna</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denotasi</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dan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konotasi</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dengan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cermat</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5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98425" lvl="0" indent="-342900" algn="just">
              <a:lnSpc>
                <a:spcPct val="150000"/>
              </a:lnSpc>
              <a:spcBef>
                <a:spcPts val="5"/>
              </a:spcBef>
              <a:buFont typeface="+mj-lt"/>
              <a:buAutoNum type="arabicPeriod"/>
              <a:tabLst>
                <a:tab pos="521335" algn="l"/>
              </a:tabLst>
            </a:pP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Membedakan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makna</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kata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secara</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cermat</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kata yang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mirip</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ejaannya</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5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96520" lvl="0" indent="-342900" algn="just">
              <a:lnSpc>
                <a:spcPct val="150000"/>
              </a:lnSpc>
              <a:spcBef>
                <a:spcPts val="5"/>
              </a:spcBef>
              <a:buFont typeface="+mj-lt"/>
              <a:buAutoNum type="arabicPeriod"/>
              <a:tabLst>
                <a:tab pos="521335" algn="l"/>
              </a:tabLst>
            </a:pP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Menggunaka</a:t>
            </a:r>
            <a:r>
              <a:rPr lang="en-US" sz="1500" b="1" spc="5" dirty="0" err="1">
                <a:effectLst/>
                <a:latin typeface="Times New Roman" panose="02020603050405020304" pitchFamily="18" charset="0"/>
                <a:ea typeface="Calibri" panose="020F0502020204030204" pitchFamily="34" charset="0"/>
                <a:cs typeface="Times New Roman" panose="02020603050405020304" pitchFamily="18" charset="0"/>
              </a:rPr>
              <a:t>n</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kat</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a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abstra</a:t>
            </a:r>
            <a:r>
              <a:rPr lang="en-US" sz="1500" b="1" spc="5" dirty="0" err="1">
                <a:effectLst/>
                <a:latin typeface="Times New Roman" panose="02020603050405020304" pitchFamily="18" charset="0"/>
                <a:ea typeface="Calibri" panose="020F0502020204030204" pitchFamily="34" charset="0"/>
                <a:cs typeface="Times New Roman" panose="02020603050405020304" pitchFamily="18" charset="0"/>
              </a:rPr>
              <a:t>k</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da</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n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konkre</a:t>
            </a:r>
            <a:r>
              <a:rPr lang="en-US" sz="1500" b="1" spc="5" dirty="0" err="1">
                <a:effectLst/>
                <a:latin typeface="Times New Roman" panose="02020603050405020304" pitchFamily="18" charset="0"/>
                <a:ea typeface="Calibri" panose="020F0502020204030204" pitchFamily="34" charset="0"/>
                <a:cs typeface="Times New Roman" panose="02020603050405020304" pitchFamily="18" charset="0"/>
              </a:rPr>
              <a:t>t</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secar</a:t>
            </a:r>
            <a:r>
              <a:rPr lang="en-US" sz="1500" b="1" spc="5" dirty="0" err="1">
                <a:effectLst/>
                <a:latin typeface="Times New Roman" panose="02020603050405020304" pitchFamily="18" charset="0"/>
                <a:ea typeface="Calibri" panose="020F0502020204030204" pitchFamily="34" charset="0"/>
                <a:cs typeface="Times New Roman" panose="02020603050405020304" pitchFamily="18" charset="0"/>
              </a:rPr>
              <a:t>a</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cermat</a:t>
            </a:r>
            <a:r>
              <a:rPr lang="en-US" sz="1500" b="1" spc="3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kat</a:t>
            </a:r>
            <a:r>
              <a:rPr lang="en-US" sz="1500" b="1" spc="335" dirty="0">
                <a:effectLst/>
                <a:latin typeface="Times New Roman" panose="02020603050405020304" pitchFamily="18" charset="0"/>
                <a:ea typeface="Calibri" panose="020F0502020204030204" pitchFamily="34" charset="0"/>
                <a:cs typeface="Times New Roman" panose="02020603050405020304" pitchFamily="18" charset="0"/>
              </a:rPr>
              <a:t>a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abstra</a:t>
            </a:r>
            <a:r>
              <a:rPr lang="en-US" sz="1500" b="1" spc="5" dirty="0" err="1">
                <a:effectLst/>
                <a:latin typeface="Times New Roman" panose="02020603050405020304" pitchFamily="18" charset="0"/>
                <a:ea typeface="Calibri" panose="020F0502020204030204" pitchFamily="34" charset="0"/>
                <a:cs typeface="Times New Roman" panose="02020603050405020304" pitchFamily="18" charset="0"/>
              </a:rPr>
              <a:t>k</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konseptual</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5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96520" lvl="0" indent="-342900" algn="just">
              <a:lnSpc>
                <a:spcPct val="150000"/>
              </a:lnSpc>
              <a:buFont typeface="+mj-lt"/>
              <a:buAutoNum type="arabicPeriod"/>
              <a:tabLst>
                <a:tab pos="521335" algn="l"/>
              </a:tabLst>
            </a:pP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Menggunakan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dengan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cermat</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kata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bersinonim</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5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97790" lvl="0" indent="-342900" algn="just">
              <a:lnSpc>
                <a:spcPct val="150000"/>
              </a:lnSpc>
              <a:buFont typeface="+mj-lt"/>
              <a:buAutoNum type="arabicPeriod"/>
              <a:tabLst>
                <a:tab pos="521335" algn="l"/>
              </a:tabLst>
            </a:pP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Menggunakan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kata yang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berubah</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makna</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dengan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cermat</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5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97790" lvl="0" indent="-342900" algn="just">
              <a:lnSpc>
                <a:spcPct val="150000"/>
              </a:lnSpc>
              <a:buFont typeface="+mj-lt"/>
              <a:buAutoNum type="arabicPeriod"/>
              <a:tabLst>
                <a:tab pos="521335" algn="l"/>
              </a:tabLst>
            </a:pP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Menggunakan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kata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umum</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dan kata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khusus</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secara</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cermat</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5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99695" lvl="0" indent="-342900" algn="just">
              <a:lnSpc>
                <a:spcPct val="150000"/>
              </a:lnSpc>
              <a:spcBef>
                <a:spcPts val="25"/>
              </a:spcBef>
              <a:buFont typeface="+mj-lt"/>
              <a:buAutoNum type="arabicPeriod"/>
              <a:tabLst>
                <a:tab pos="521335" algn="l"/>
              </a:tabLst>
            </a:pP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Menggunakan</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kata</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–kata</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idiomatik</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berdasarkan</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susunan</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pasangan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500" b="1" spc="3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yang</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benar</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5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99695" lvl="0" indent="-342900" algn="just">
              <a:lnSpc>
                <a:spcPct val="150000"/>
              </a:lnSpc>
              <a:spcBef>
                <a:spcPts val="25"/>
              </a:spcBef>
              <a:buFont typeface="+mj-lt"/>
              <a:buAutoNum type="arabicPeriod"/>
              <a:tabLst>
                <a:tab pos="521335" algn="l"/>
              </a:tabLst>
            </a:pP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Menggunaka</a:t>
            </a:r>
            <a:r>
              <a:rPr lang="en-US" sz="1500" b="1" spc="5" dirty="0" err="1">
                <a:effectLst/>
                <a:latin typeface="Times New Roman" panose="02020603050405020304" pitchFamily="18" charset="0"/>
                <a:ea typeface="Calibri" panose="020F0502020204030204" pitchFamily="34" charset="0"/>
                <a:cs typeface="Times New Roman" panose="02020603050405020304" pitchFamily="18" charset="0"/>
              </a:rPr>
              <a:t>n</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imbuha</a:t>
            </a:r>
            <a:r>
              <a:rPr lang="en-US" sz="1500" b="1" spc="5" dirty="0" err="1">
                <a:effectLst/>
                <a:latin typeface="Times New Roman" panose="02020603050405020304" pitchFamily="18" charset="0"/>
                <a:ea typeface="Calibri" panose="020F0502020204030204" pitchFamily="34" charset="0"/>
                <a:cs typeface="Times New Roman" panose="02020603050405020304" pitchFamily="18" charset="0"/>
              </a:rPr>
              <a:t>n</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asin</a:t>
            </a:r>
            <a:r>
              <a:rPr lang="en-US" sz="1500" b="1" spc="5" dirty="0" err="1">
                <a:effectLst/>
                <a:latin typeface="Times New Roman" panose="02020603050405020304" pitchFamily="18" charset="0"/>
                <a:ea typeface="Calibri" panose="020F0502020204030204" pitchFamily="34" charset="0"/>
                <a:cs typeface="Times New Roman" panose="02020603050405020304" pitchFamily="18" charset="0"/>
              </a:rPr>
              <a:t>g</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jik</a:t>
            </a:r>
            <a:r>
              <a:rPr lang="en-US" sz="1500" b="1" spc="5" dirty="0" err="1">
                <a:effectLst/>
                <a:latin typeface="Times New Roman" panose="02020603050405020304" pitchFamily="18" charset="0"/>
                <a:ea typeface="Calibri" panose="020F0502020204030204" pitchFamily="34" charset="0"/>
                <a:cs typeface="Times New Roman" panose="02020603050405020304" pitchFamily="18" charset="0"/>
              </a:rPr>
              <a:t>a</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diperlukan</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haru</a:t>
            </a:r>
            <a:r>
              <a:rPr lang="en-US" sz="1500" b="1" spc="5"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memaham</a:t>
            </a:r>
            <a:r>
              <a:rPr lang="en-US" sz="1500" b="1" spc="5"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maknany</a:t>
            </a:r>
            <a:r>
              <a:rPr lang="en-US" sz="1500" b="1" spc="5" dirty="0" err="1">
                <a:effectLst/>
                <a:latin typeface="Times New Roman" panose="02020603050405020304" pitchFamily="18" charset="0"/>
                <a:ea typeface="Calibri" panose="020F0502020204030204" pitchFamily="34" charset="0"/>
                <a:cs typeface="Times New Roman" panose="02020603050405020304" pitchFamily="18" charset="0"/>
              </a:rPr>
              <a:t>a</a:t>
            </a:r>
            <a:r>
              <a:rPr lang="en-US" sz="15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secara</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tepat</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500" b="1"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pP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Tidak</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menafsirkan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makna</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kata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secara</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subjektif</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berdasarkan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pendapat</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sendiri</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jika</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pemahaman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belum</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dapat</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dipastikan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pemakai</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kata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harus</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menemukan</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makna</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yang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tepat</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dalam</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err="1">
                <a:effectLst/>
                <a:latin typeface="Times New Roman" panose="02020603050405020304" pitchFamily="18" charset="0"/>
                <a:ea typeface="Calibri" panose="020F0502020204030204" pitchFamily="34" charset="0"/>
                <a:cs typeface="Times New Roman" panose="02020603050405020304" pitchFamily="18" charset="0"/>
              </a:rPr>
              <a:t>kamus</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id-ID" sz="1500" b="1"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spcBef>
                <a:spcPts val="0"/>
              </a:spcBef>
              <a:spcAft>
                <a:spcPts val="0"/>
              </a:spcAft>
              <a:buClr>
                <a:schemeClr val="dk1"/>
              </a:buClr>
              <a:buSzPts val="1100"/>
              <a:buFont typeface="Arial"/>
              <a:buNone/>
            </a:pPr>
            <a:endParaRPr sz="15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79"/>
          <p:cNvSpPr txBox="1">
            <a:spLocks noGrp="1"/>
          </p:cNvSpPr>
          <p:nvPr>
            <p:ph type="title"/>
          </p:nvPr>
        </p:nvSpPr>
        <p:spPr>
          <a:xfrm>
            <a:off x="562300" y="582632"/>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b="1" dirty="0">
                <a:solidFill>
                  <a:schemeClr val="bg2"/>
                </a:solidFill>
              </a:rPr>
              <a:t> </a:t>
            </a:r>
            <a:r>
              <a:rPr b="1" dirty="0" err="1">
                <a:solidFill>
                  <a:schemeClr val="bg2"/>
                </a:solidFill>
              </a:rPr>
              <a:t>Syarat-Syarat</a:t>
            </a:r>
            <a:r>
              <a:rPr b="1" dirty="0">
                <a:solidFill>
                  <a:schemeClr val="bg2"/>
                </a:solidFill>
              </a:rPr>
              <a:t> </a:t>
            </a:r>
            <a:r>
              <a:rPr b="1" dirty="0" err="1">
                <a:solidFill>
                  <a:schemeClr val="bg2"/>
                </a:solidFill>
              </a:rPr>
              <a:t>Kesesuaian</a:t>
            </a:r>
            <a:r>
              <a:rPr b="1" dirty="0">
                <a:solidFill>
                  <a:schemeClr val="bg2"/>
                </a:solidFill>
              </a:rPr>
              <a:t> Kata :</a:t>
            </a:r>
          </a:p>
        </p:txBody>
      </p:sp>
      <p:sp>
        <p:nvSpPr>
          <p:cNvPr id="785" name="Google Shape;785;p79"/>
          <p:cNvSpPr txBox="1">
            <a:spLocks noGrp="1"/>
          </p:cNvSpPr>
          <p:nvPr>
            <p:ph type="body" idx="1"/>
          </p:nvPr>
        </p:nvSpPr>
        <p:spPr>
          <a:xfrm>
            <a:off x="0" y="1217179"/>
            <a:ext cx="8842100" cy="403500"/>
          </a:xfrm>
          <a:prstGeom prst="rect">
            <a:avLst/>
          </a:prstGeom>
        </p:spPr>
        <p:txBody>
          <a:bodyPr spcFirstLastPara="1" wrap="square" lIns="91425" tIns="91425" rIns="91425" bIns="91425" anchor="t" anchorCtr="0">
            <a:noAutofit/>
          </a:bodyPr>
          <a:lstStyle/>
          <a:p>
            <a:pPr marL="742950" marR="98425" lvl="1" indent="-285750" algn="just">
              <a:spcAft>
                <a:spcPts val="1000"/>
              </a:spcAft>
              <a:buSzPts val="1200"/>
              <a:buFont typeface="Times New Roman" panose="02020603050405020304" pitchFamily="18" charset="0"/>
              <a:buAutoNum type="arabicPeriod"/>
              <a:tabLst>
                <a:tab pos="900430" algn="l"/>
              </a:tabLst>
            </a:pPr>
            <a:r>
              <a:rPr lang="en-US" sz="1700" b="1" dirty="0" err="1">
                <a:effectLst/>
                <a:latin typeface="Times New Roman" panose="02020603050405020304" pitchFamily="18" charset="0"/>
                <a:ea typeface="Arial MT"/>
                <a:cs typeface="Times New Roman" panose="02020603050405020304" pitchFamily="18" charset="0"/>
              </a:rPr>
              <a:t>Menggunakan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ragam</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baku</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dengan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cermat</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a:effectLst/>
                <a:latin typeface="Times New Roman" panose="02020603050405020304" pitchFamily="18" charset="0"/>
                <a:ea typeface="Arial MT"/>
                <a:cs typeface="Times New Roman" panose="02020603050405020304" pitchFamily="18" charset="0"/>
              </a:rPr>
              <a:t>dan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tidak</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mencampuradukkan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penggunaannya</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dengan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a:effectLst/>
                <a:latin typeface="Times New Roman" panose="02020603050405020304" pitchFamily="18" charset="0"/>
                <a:ea typeface="Arial MT"/>
                <a:cs typeface="Times New Roman" panose="02020603050405020304" pitchFamily="18" charset="0"/>
              </a:rPr>
              <a:t>kata</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tidak</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baku</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a:effectLst/>
                <a:latin typeface="Times New Roman" panose="02020603050405020304" pitchFamily="18" charset="0"/>
                <a:ea typeface="Arial MT"/>
                <a:cs typeface="Times New Roman" panose="02020603050405020304" pitchFamily="18" charset="0"/>
              </a:rPr>
              <a:t>yang</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hanya</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digunakan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dalam</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pergaulan</a:t>
            </a:r>
            <a:r>
              <a:rPr lang="en-US" sz="1700" b="1" dirty="0">
                <a:effectLst/>
                <a:latin typeface="Times New Roman" panose="02020603050405020304" pitchFamily="18" charset="0"/>
                <a:ea typeface="Arial MT"/>
                <a:cs typeface="Times New Roman" panose="02020603050405020304" pitchFamily="18" charset="0"/>
              </a:rPr>
              <a:t>.</a:t>
            </a:r>
            <a:endParaRPr lang="id-ID" sz="1700" b="1" dirty="0">
              <a:effectLst/>
              <a:latin typeface="Calibri" panose="020F0502020204030204" pitchFamily="34" charset="0"/>
              <a:ea typeface="Arial MT"/>
              <a:cs typeface="Times New Roman" panose="02020603050405020304" pitchFamily="18" charset="0"/>
            </a:endParaRPr>
          </a:p>
          <a:p>
            <a:pPr marL="742950" marR="97155" lvl="1" indent="-285750" algn="just">
              <a:spcAft>
                <a:spcPts val="1000"/>
              </a:spcAft>
              <a:buSzPts val="1200"/>
              <a:buFont typeface="Times New Roman" panose="02020603050405020304" pitchFamily="18" charset="0"/>
              <a:buAutoNum type="arabicPeriod"/>
              <a:tabLst>
                <a:tab pos="900430" algn="l"/>
              </a:tabLst>
            </a:pPr>
            <a:r>
              <a:rPr lang="en-US" sz="1700" b="1" dirty="0" err="1">
                <a:effectLst/>
                <a:latin typeface="Times New Roman" panose="02020603050405020304" pitchFamily="18" charset="0"/>
                <a:ea typeface="Arial MT"/>
                <a:cs typeface="Times New Roman" panose="02020603050405020304" pitchFamily="18" charset="0"/>
              </a:rPr>
              <a:t>Menggunakan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a:effectLst/>
                <a:latin typeface="Times New Roman" panose="02020603050405020304" pitchFamily="18" charset="0"/>
                <a:ea typeface="Arial MT"/>
                <a:cs typeface="Times New Roman" panose="02020603050405020304" pitchFamily="18" charset="0"/>
              </a:rPr>
              <a:t>kata</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a:effectLst/>
                <a:latin typeface="Times New Roman" panose="02020603050405020304" pitchFamily="18" charset="0"/>
                <a:ea typeface="Arial MT"/>
                <a:cs typeface="Times New Roman" panose="02020603050405020304" pitchFamily="18" charset="0"/>
              </a:rPr>
              <a:t>yang</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berhubungan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dengan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nilai</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sosial</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dengan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cermat</a:t>
            </a:r>
            <a:r>
              <a:rPr lang="en-US" sz="1700" b="1" dirty="0">
                <a:effectLst/>
                <a:latin typeface="Times New Roman" panose="02020603050405020304" pitchFamily="18" charset="0"/>
                <a:ea typeface="Arial MT"/>
                <a:cs typeface="Times New Roman" panose="02020603050405020304" pitchFamily="18" charset="0"/>
              </a:rPr>
              <a:t>.</a:t>
            </a:r>
            <a:endParaRPr lang="id-ID" sz="1700" b="1" dirty="0">
              <a:effectLst/>
              <a:latin typeface="Calibri" panose="020F0502020204030204" pitchFamily="34" charset="0"/>
              <a:ea typeface="Arial MT"/>
              <a:cs typeface="Times New Roman" panose="02020603050405020304" pitchFamily="18" charset="0"/>
            </a:endParaRPr>
          </a:p>
          <a:p>
            <a:pPr marL="742950" marR="98425" lvl="1" indent="-285750" algn="just">
              <a:spcAft>
                <a:spcPts val="1000"/>
              </a:spcAft>
              <a:buSzPts val="1200"/>
              <a:buFont typeface="Times New Roman" panose="02020603050405020304" pitchFamily="18" charset="0"/>
              <a:buAutoNum type="arabicPeriod"/>
              <a:tabLst>
                <a:tab pos="900430" algn="l"/>
              </a:tabLst>
            </a:pPr>
            <a:r>
              <a:rPr lang="en-US" sz="1700" b="1" dirty="0" err="1">
                <a:effectLst/>
                <a:latin typeface="Times New Roman" panose="02020603050405020304" pitchFamily="18" charset="0"/>
                <a:ea typeface="Arial MT"/>
                <a:cs typeface="Times New Roman" panose="02020603050405020304" pitchFamily="18" charset="0"/>
              </a:rPr>
              <a:t>Menggunakan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a:effectLst/>
                <a:latin typeface="Times New Roman" panose="02020603050405020304" pitchFamily="18" charset="0"/>
                <a:ea typeface="Arial MT"/>
                <a:cs typeface="Times New Roman" panose="02020603050405020304" pitchFamily="18" charset="0"/>
              </a:rPr>
              <a:t>kata</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berpasangan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a:effectLst/>
                <a:latin typeface="Times New Roman" panose="02020603050405020304" pitchFamily="18" charset="0"/>
                <a:ea typeface="Arial MT"/>
                <a:cs typeface="Times New Roman" panose="02020603050405020304" pitchFamily="18" charset="0"/>
              </a:rPr>
              <a:t>(</a:t>
            </a:r>
            <a:r>
              <a:rPr lang="en-US" sz="1700" b="1" dirty="0" err="1">
                <a:effectLst/>
                <a:latin typeface="Times New Roman" panose="02020603050405020304" pitchFamily="18" charset="0"/>
                <a:ea typeface="Arial MT"/>
                <a:cs typeface="Times New Roman" panose="02020603050405020304" pitchFamily="18" charset="0"/>
              </a:rPr>
              <a:t>idiomatik</a:t>
            </a:r>
            <a:r>
              <a:rPr lang="en-US" sz="1700" b="1" dirty="0">
                <a:effectLst/>
                <a:latin typeface="Times New Roman" panose="02020603050405020304" pitchFamily="18" charset="0"/>
                <a:ea typeface="Arial MT"/>
                <a:cs typeface="Times New Roman" panose="02020603050405020304" pitchFamily="18" charset="0"/>
              </a:rPr>
              <a:t>)</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a:effectLst/>
                <a:latin typeface="Times New Roman" panose="02020603050405020304" pitchFamily="18" charset="0"/>
                <a:ea typeface="Arial MT"/>
                <a:cs typeface="Times New Roman" panose="02020603050405020304" pitchFamily="18" charset="0"/>
              </a:rPr>
              <a:t>dan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berlawanan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makna</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dengan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cermat</a:t>
            </a:r>
            <a:r>
              <a:rPr lang="en-US" sz="1700" b="1" dirty="0">
                <a:effectLst/>
                <a:latin typeface="Times New Roman" panose="02020603050405020304" pitchFamily="18" charset="0"/>
                <a:ea typeface="Arial MT"/>
                <a:cs typeface="Times New Roman" panose="02020603050405020304" pitchFamily="18" charset="0"/>
              </a:rPr>
              <a:t>.</a:t>
            </a:r>
            <a:endParaRPr lang="id-ID" sz="1700" b="1" dirty="0">
              <a:effectLst/>
              <a:latin typeface="Calibri" panose="020F0502020204030204" pitchFamily="34" charset="0"/>
              <a:ea typeface="Arial MT"/>
              <a:cs typeface="Times New Roman" panose="02020603050405020304" pitchFamily="18" charset="0"/>
            </a:endParaRPr>
          </a:p>
          <a:p>
            <a:pPr marL="742950" marR="98425" lvl="1" indent="-285750" algn="just">
              <a:spcAft>
                <a:spcPts val="1000"/>
              </a:spcAft>
              <a:buSzPts val="1200"/>
              <a:buFont typeface="Times New Roman" panose="02020603050405020304" pitchFamily="18" charset="0"/>
              <a:buAutoNum type="arabicPeriod"/>
              <a:tabLst>
                <a:tab pos="900430" algn="l"/>
              </a:tabLst>
            </a:pPr>
            <a:r>
              <a:rPr lang="en-US" sz="1700" b="1" dirty="0" err="1">
                <a:effectLst/>
                <a:latin typeface="Times New Roman" panose="02020603050405020304" pitchFamily="18" charset="0"/>
                <a:ea typeface="Arial MT"/>
                <a:cs typeface="Times New Roman" panose="02020603050405020304" pitchFamily="18" charset="0"/>
              </a:rPr>
              <a:t>Menggunaka</a:t>
            </a:r>
            <a:r>
              <a:rPr lang="en-US" sz="1700" b="1" spc="5" dirty="0" err="1">
                <a:effectLst/>
                <a:latin typeface="Times New Roman" panose="02020603050405020304" pitchFamily="18" charset="0"/>
                <a:ea typeface="Arial MT"/>
                <a:cs typeface="Times New Roman" panose="02020603050405020304" pitchFamily="18" charset="0"/>
              </a:rPr>
              <a:t>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a:effectLst/>
                <a:latin typeface="Times New Roman" panose="02020603050405020304" pitchFamily="18" charset="0"/>
                <a:ea typeface="Arial MT"/>
                <a:cs typeface="Times New Roman" panose="02020603050405020304" pitchFamily="18" charset="0"/>
              </a:rPr>
              <a:t>kat</a:t>
            </a:r>
            <a:r>
              <a:rPr lang="en-US" sz="1700" b="1" spc="5" dirty="0">
                <a:effectLst/>
                <a:latin typeface="Times New Roman" panose="02020603050405020304" pitchFamily="18" charset="0"/>
                <a:ea typeface="Arial MT"/>
                <a:cs typeface="Times New Roman" panose="02020603050405020304" pitchFamily="18" charset="0"/>
              </a:rPr>
              <a:t>a </a:t>
            </a:r>
            <a:r>
              <a:rPr lang="en-US" sz="1700" b="1" dirty="0" err="1">
                <a:effectLst/>
                <a:latin typeface="Times New Roman" panose="02020603050405020304" pitchFamily="18" charset="0"/>
                <a:ea typeface="Arial MT"/>
                <a:cs typeface="Times New Roman" panose="02020603050405020304" pitchFamily="18" charset="0"/>
              </a:rPr>
              <a:t>denga</a:t>
            </a:r>
            <a:r>
              <a:rPr lang="en-US" sz="1700" b="1" spc="5" dirty="0" err="1">
                <a:effectLst/>
                <a:latin typeface="Times New Roman" panose="02020603050405020304" pitchFamily="18" charset="0"/>
                <a:ea typeface="Arial MT"/>
                <a:cs typeface="Times New Roman" panose="02020603050405020304" pitchFamily="18" charset="0"/>
              </a:rPr>
              <a:t>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nuans</a:t>
            </a:r>
            <a:r>
              <a:rPr lang="en-US" sz="1700" b="1" spc="5" dirty="0" err="1">
                <a:effectLst/>
                <a:latin typeface="Times New Roman" panose="02020603050405020304" pitchFamily="18" charset="0"/>
                <a:ea typeface="Arial MT"/>
                <a:cs typeface="Times New Roman" panose="02020603050405020304" pitchFamily="18" charset="0"/>
              </a:rPr>
              <a:t>a</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tertentu</a:t>
            </a:r>
            <a:r>
              <a:rPr lang="en-US" sz="1700" b="1" spc="5" dirty="0">
                <a:effectLst/>
                <a:latin typeface="Times New Roman" panose="02020603050405020304" pitchFamily="18" charset="0"/>
                <a:ea typeface="Arial MT"/>
                <a:cs typeface="Times New Roman" panose="02020603050405020304" pitchFamily="18" charset="0"/>
              </a:rPr>
              <a:t>.</a:t>
            </a:r>
            <a:endParaRPr lang="id-ID" sz="1700" b="1" dirty="0">
              <a:effectLst/>
              <a:latin typeface="Calibri" panose="020F0502020204030204" pitchFamily="34" charset="0"/>
              <a:ea typeface="Arial MT"/>
              <a:cs typeface="Times New Roman" panose="02020603050405020304" pitchFamily="18" charset="0"/>
            </a:endParaRPr>
          </a:p>
          <a:p>
            <a:pPr marL="742950" marR="96520" lvl="1" indent="-285750" algn="just">
              <a:spcAft>
                <a:spcPts val="1000"/>
              </a:spcAft>
              <a:buSzPts val="1200"/>
              <a:buFont typeface="Times New Roman" panose="02020603050405020304" pitchFamily="18" charset="0"/>
              <a:buAutoNum type="arabicPeriod"/>
              <a:tabLst>
                <a:tab pos="900430" algn="l"/>
              </a:tabLst>
            </a:pPr>
            <a:r>
              <a:rPr lang="en-US" sz="1700" b="1" dirty="0" err="1">
                <a:effectLst/>
                <a:latin typeface="Times New Roman" panose="02020603050405020304" pitchFamily="18" charset="0"/>
                <a:ea typeface="Arial MT"/>
                <a:cs typeface="Times New Roman" panose="02020603050405020304" pitchFamily="18" charset="0"/>
              </a:rPr>
              <a:t>Menggunakan</a:t>
            </a:r>
            <a:r>
              <a:rPr lang="en-US" sz="1700" b="1" dirty="0">
                <a:effectLst/>
                <a:latin typeface="Times New Roman" panose="02020603050405020304" pitchFamily="18" charset="0"/>
                <a:ea typeface="Arial MT"/>
                <a:cs typeface="Times New Roman" panose="02020603050405020304" pitchFamily="18" charset="0"/>
              </a:rPr>
              <a:t> kata </a:t>
            </a:r>
            <a:r>
              <a:rPr lang="en-US" sz="1700" b="1" dirty="0" err="1">
                <a:effectLst/>
                <a:latin typeface="Times New Roman" panose="02020603050405020304" pitchFamily="18" charset="0"/>
                <a:ea typeface="Arial MT"/>
                <a:cs typeface="Times New Roman" panose="02020603050405020304" pitchFamily="18" charset="0"/>
              </a:rPr>
              <a:t>ilmiah</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untuk</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penulisan</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karangan</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ilmiah</a:t>
            </a:r>
            <a:r>
              <a:rPr lang="en-US" sz="1700" b="1" dirty="0">
                <a:effectLst/>
                <a:latin typeface="Times New Roman" panose="02020603050405020304" pitchFamily="18" charset="0"/>
                <a:ea typeface="Arial MT"/>
                <a:cs typeface="Times New Roman" panose="02020603050405020304" pitchFamily="18" charset="0"/>
              </a:rPr>
              <a:t> dan </a:t>
            </a:r>
            <a:r>
              <a:rPr lang="en-US" sz="1700" b="1" dirty="0" err="1">
                <a:effectLst/>
                <a:latin typeface="Times New Roman" panose="02020603050405020304" pitchFamily="18" charset="0"/>
                <a:ea typeface="Arial MT"/>
                <a:cs typeface="Times New Roman" panose="02020603050405020304" pitchFamily="18" charset="0"/>
              </a:rPr>
              <a:t>komunikasi</a:t>
            </a:r>
            <a:r>
              <a:rPr lang="en-US" sz="1700" b="1" dirty="0">
                <a:effectLst/>
                <a:latin typeface="Times New Roman" panose="02020603050405020304" pitchFamily="18" charset="0"/>
                <a:ea typeface="Arial MT"/>
                <a:cs typeface="Times New Roman" panose="02020603050405020304" pitchFamily="18" charset="0"/>
              </a:rPr>
              <a:t> non-</a:t>
            </a:r>
            <a:r>
              <a:rPr lang="en-US" sz="1700" b="1" spc="5"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ilmiah</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surat-menyurat</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diskusi</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umum</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menggunakan</a:t>
            </a:r>
            <a:r>
              <a:rPr lang="en-US" sz="1700" b="1" dirty="0">
                <a:effectLst/>
                <a:latin typeface="Times New Roman" panose="02020603050405020304" pitchFamily="18" charset="0"/>
                <a:ea typeface="Arial MT"/>
                <a:cs typeface="Times New Roman" panose="02020603050405020304" pitchFamily="18" charset="0"/>
              </a:rPr>
              <a:t> kata popular.</a:t>
            </a:r>
            <a:endParaRPr lang="id-ID" sz="1700" b="1" dirty="0">
              <a:effectLst/>
              <a:latin typeface="Calibri" panose="020F0502020204030204" pitchFamily="34" charset="0"/>
              <a:ea typeface="Arial MT"/>
              <a:cs typeface="Times New Roman" panose="02020603050405020304" pitchFamily="18" charset="0"/>
            </a:endParaRPr>
          </a:p>
          <a:p>
            <a:pPr marL="742950" marR="96520" lvl="1" indent="-285750" algn="just">
              <a:spcAft>
                <a:spcPts val="1000"/>
              </a:spcAft>
              <a:buSzPts val="1200"/>
              <a:buFont typeface="Times New Roman" panose="02020603050405020304" pitchFamily="18" charset="0"/>
              <a:buAutoNum type="arabicPeriod"/>
              <a:tabLst>
                <a:tab pos="900430" algn="l"/>
              </a:tabLst>
            </a:pPr>
            <a:r>
              <a:rPr lang="en-US" sz="1700" b="1" dirty="0" err="1">
                <a:effectLst/>
                <a:latin typeface="Times New Roman" panose="02020603050405020304" pitchFamily="18" charset="0"/>
                <a:ea typeface="Arial MT"/>
                <a:cs typeface="Times New Roman" panose="02020603050405020304" pitchFamily="18" charset="0"/>
              </a:rPr>
              <a:t>Menghindari</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penggunaan</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ragam</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lisan</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pergaulan</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dalam</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bahasa</a:t>
            </a:r>
            <a:r>
              <a:rPr lang="en-US" sz="1700" b="1" dirty="0">
                <a:effectLst/>
                <a:latin typeface="Times New Roman" panose="02020603050405020304" pitchFamily="18" charset="0"/>
                <a:ea typeface="Arial MT"/>
                <a:cs typeface="Times New Roman" panose="02020603050405020304" pitchFamily="18" charset="0"/>
              </a:rPr>
              <a:t> </a:t>
            </a:r>
            <a:r>
              <a:rPr lang="en-US" sz="1700" b="1" dirty="0" err="1">
                <a:effectLst/>
                <a:latin typeface="Times New Roman" panose="02020603050405020304" pitchFamily="18" charset="0"/>
                <a:ea typeface="Arial MT"/>
                <a:cs typeface="Times New Roman" panose="02020603050405020304" pitchFamily="18" charset="0"/>
              </a:rPr>
              <a:t>tulis</a:t>
            </a:r>
            <a:r>
              <a:rPr lang="en-US" sz="1700" b="1" dirty="0">
                <a:effectLst/>
                <a:latin typeface="Times New Roman" panose="02020603050405020304" pitchFamily="18" charset="0"/>
                <a:ea typeface="Arial MT"/>
                <a:cs typeface="Times New Roman" panose="02020603050405020304" pitchFamily="18" charset="0"/>
              </a:rPr>
              <a:t>.</a:t>
            </a:r>
            <a:endParaRPr lang="id-ID" sz="1700" b="1" dirty="0">
              <a:effectLst/>
              <a:latin typeface="Calibri" panose="020F0502020204030204" pitchFamily="34" charset="0"/>
              <a:ea typeface="Arial MT"/>
              <a:cs typeface="Times New Roman" panose="02020603050405020304" pitchFamily="18" charset="0"/>
            </a:endParaRPr>
          </a:p>
          <a:p>
            <a:pPr marL="0" lvl="0" indent="0" algn="l" rtl="0">
              <a:spcBef>
                <a:spcPts val="0"/>
              </a:spcBef>
              <a:spcAft>
                <a:spcPts val="0"/>
              </a:spcAft>
              <a:buClr>
                <a:schemeClr val="dk1"/>
              </a:buClr>
              <a:buSzPts val="1100"/>
              <a:buFont typeface="Arial"/>
              <a:buNone/>
            </a:pPr>
            <a:endParaRPr sz="1700" b="1" dirty="0"/>
          </a:p>
        </p:txBody>
      </p:sp>
    </p:spTree>
    <p:extLst>
      <p:ext uri="{BB962C8B-B14F-4D97-AF65-F5344CB8AC3E}">
        <p14:creationId xmlns:p14="http://schemas.microsoft.com/office/powerpoint/2010/main" val="4267031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9"/>
        <p:cNvGrpSpPr/>
        <p:nvPr/>
      </p:nvGrpSpPr>
      <p:grpSpPr>
        <a:xfrm>
          <a:off x="0" y="0"/>
          <a:ext cx="0" cy="0"/>
          <a:chOff x="0" y="0"/>
          <a:chExt cx="0" cy="0"/>
        </a:xfrm>
      </p:grpSpPr>
      <p:sp>
        <p:nvSpPr>
          <p:cNvPr id="850" name="Google Shape;850;p83"/>
          <p:cNvSpPr txBox="1">
            <a:spLocks noGrp="1"/>
          </p:cNvSpPr>
          <p:nvPr>
            <p:ph type="title" idx="6"/>
          </p:nvPr>
        </p:nvSpPr>
        <p:spPr>
          <a:xfrm>
            <a:off x="5905175" y="1311727"/>
            <a:ext cx="25257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dirty="0"/>
              <a:t>Makna Stikistika</a:t>
            </a:r>
            <a:endParaRPr dirty="0"/>
          </a:p>
        </p:txBody>
      </p:sp>
      <p:sp>
        <p:nvSpPr>
          <p:cNvPr id="851" name="Google Shape;851;p83"/>
          <p:cNvSpPr txBox="1">
            <a:spLocks noGrp="1"/>
          </p:cNvSpPr>
          <p:nvPr>
            <p:ph type="title"/>
          </p:nvPr>
        </p:nvSpPr>
        <p:spPr>
          <a:xfrm>
            <a:off x="1579764" y="1388598"/>
            <a:ext cx="25257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400"/>
              </a:spcAft>
              <a:buClr>
                <a:schemeClr val="dk1"/>
              </a:buClr>
              <a:buSzPts val="1100"/>
              <a:buFont typeface="Arial"/>
              <a:buNone/>
            </a:pPr>
            <a:r>
              <a:rPr lang="en" dirty="0"/>
              <a:t>Makna Leksikan dan Makna Gramatikal</a:t>
            </a:r>
            <a:endParaRPr dirty="0"/>
          </a:p>
        </p:txBody>
      </p:sp>
      <p:pic>
        <p:nvPicPr>
          <p:cNvPr id="853" name="Google Shape;853;p83"/>
          <p:cNvPicPr preferRelativeResize="0"/>
          <p:nvPr/>
        </p:nvPicPr>
        <p:blipFill>
          <a:blip r:embed="rId4">
            <a:alphaModFix/>
          </a:blip>
          <a:stretch>
            <a:fillRect/>
          </a:stretch>
        </p:blipFill>
        <p:spPr>
          <a:xfrm>
            <a:off x="5102276" y="1223339"/>
            <a:ext cx="710350" cy="729275"/>
          </a:xfrm>
          <a:prstGeom prst="rect">
            <a:avLst/>
          </a:prstGeom>
          <a:noFill/>
          <a:ln>
            <a:noFill/>
          </a:ln>
        </p:spPr>
      </p:pic>
      <p:pic>
        <p:nvPicPr>
          <p:cNvPr id="854" name="Google Shape;854;p83"/>
          <p:cNvPicPr preferRelativeResize="0"/>
          <p:nvPr/>
        </p:nvPicPr>
        <p:blipFill>
          <a:blip r:embed="rId4">
            <a:alphaModFix/>
          </a:blip>
          <a:stretch>
            <a:fillRect/>
          </a:stretch>
        </p:blipFill>
        <p:spPr>
          <a:xfrm>
            <a:off x="5101976" y="2449252"/>
            <a:ext cx="710350" cy="729275"/>
          </a:xfrm>
          <a:prstGeom prst="rect">
            <a:avLst/>
          </a:prstGeom>
          <a:noFill/>
          <a:ln>
            <a:noFill/>
          </a:ln>
        </p:spPr>
      </p:pic>
      <p:pic>
        <p:nvPicPr>
          <p:cNvPr id="855" name="Google Shape;855;p83"/>
          <p:cNvPicPr preferRelativeResize="0"/>
          <p:nvPr/>
        </p:nvPicPr>
        <p:blipFill>
          <a:blip r:embed="rId4">
            <a:alphaModFix/>
          </a:blip>
          <a:stretch>
            <a:fillRect/>
          </a:stretch>
        </p:blipFill>
        <p:spPr>
          <a:xfrm>
            <a:off x="5102076" y="3675164"/>
            <a:ext cx="710350" cy="729275"/>
          </a:xfrm>
          <a:prstGeom prst="rect">
            <a:avLst/>
          </a:prstGeom>
          <a:noFill/>
          <a:ln>
            <a:noFill/>
          </a:ln>
        </p:spPr>
      </p:pic>
      <p:pic>
        <p:nvPicPr>
          <p:cNvPr id="856" name="Google Shape;856;p83"/>
          <p:cNvPicPr preferRelativeResize="0"/>
          <p:nvPr/>
        </p:nvPicPr>
        <p:blipFill>
          <a:blip r:embed="rId4">
            <a:alphaModFix/>
          </a:blip>
          <a:stretch>
            <a:fillRect/>
          </a:stretch>
        </p:blipFill>
        <p:spPr>
          <a:xfrm>
            <a:off x="798051" y="1223327"/>
            <a:ext cx="710350" cy="729275"/>
          </a:xfrm>
          <a:prstGeom prst="rect">
            <a:avLst/>
          </a:prstGeom>
          <a:noFill/>
          <a:ln>
            <a:noFill/>
          </a:ln>
        </p:spPr>
      </p:pic>
      <p:pic>
        <p:nvPicPr>
          <p:cNvPr id="857" name="Google Shape;857;p83"/>
          <p:cNvPicPr preferRelativeResize="0"/>
          <p:nvPr/>
        </p:nvPicPr>
        <p:blipFill>
          <a:blip r:embed="rId4">
            <a:alphaModFix/>
          </a:blip>
          <a:stretch>
            <a:fillRect/>
          </a:stretch>
        </p:blipFill>
        <p:spPr>
          <a:xfrm>
            <a:off x="797851" y="2449252"/>
            <a:ext cx="710350" cy="729275"/>
          </a:xfrm>
          <a:prstGeom prst="rect">
            <a:avLst/>
          </a:prstGeom>
          <a:noFill/>
          <a:ln>
            <a:noFill/>
          </a:ln>
        </p:spPr>
      </p:pic>
      <p:pic>
        <p:nvPicPr>
          <p:cNvPr id="858" name="Google Shape;858;p83"/>
          <p:cNvPicPr preferRelativeResize="0"/>
          <p:nvPr/>
        </p:nvPicPr>
        <p:blipFill>
          <a:blip r:embed="rId4">
            <a:alphaModFix/>
          </a:blip>
          <a:stretch>
            <a:fillRect/>
          </a:stretch>
        </p:blipFill>
        <p:spPr>
          <a:xfrm>
            <a:off x="797901" y="3675177"/>
            <a:ext cx="710350" cy="729275"/>
          </a:xfrm>
          <a:prstGeom prst="rect">
            <a:avLst/>
          </a:prstGeom>
          <a:noFill/>
          <a:ln>
            <a:noFill/>
          </a:ln>
        </p:spPr>
      </p:pic>
      <p:sp>
        <p:nvSpPr>
          <p:cNvPr id="859" name="Google Shape;859;p83"/>
          <p:cNvSpPr txBox="1">
            <a:spLocks noGrp="1"/>
          </p:cNvSpPr>
          <p:nvPr>
            <p:ph type="title" idx="2"/>
          </p:nvPr>
        </p:nvSpPr>
        <p:spPr>
          <a:xfrm>
            <a:off x="1592701" y="2586082"/>
            <a:ext cx="2780649" cy="572700"/>
          </a:xfrm>
          <a:prstGeom prst="rect">
            <a:avLst/>
          </a:prstGeom>
        </p:spPr>
        <p:txBody>
          <a:bodyPr spcFirstLastPara="1" wrap="square" lIns="91425" tIns="91425" rIns="91425" bIns="91425" anchor="ctr" anchorCtr="0">
            <a:noAutofit/>
          </a:bodyPr>
          <a:lstStyle/>
          <a:p>
            <a:pPr marL="0" lvl="0" indent="0" algn="l" rtl="0">
              <a:spcBef>
                <a:spcPts val="0"/>
              </a:spcBef>
              <a:spcAft>
                <a:spcPts val="400"/>
              </a:spcAft>
              <a:buNone/>
            </a:pPr>
            <a:r>
              <a:rPr lang="en" dirty="0"/>
              <a:t>Makna Denotatif dan Makna Konotatif</a:t>
            </a:r>
            <a:endParaRPr dirty="0"/>
          </a:p>
        </p:txBody>
      </p:sp>
      <p:sp>
        <p:nvSpPr>
          <p:cNvPr id="861" name="Google Shape;861;p83"/>
          <p:cNvSpPr txBox="1">
            <a:spLocks noGrp="1"/>
          </p:cNvSpPr>
          <p:nvPr>
            <p:ph type="title" idx="4"/>
          </p:nvPr>
        </p:nvSpPr>
        <p:spPr>
          <a:xfrm>
            <a:off x="1579764" y="3729450"/>
            <a:ext cx="2673875"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Makna Konseptual dan Makna Asosiatif</a:t>
            </a:r>
            <a:endParaRPr dirty="0"/>
          </a:p>
        </p:txBody>
      </p:sp>
      <p:sp>
        <p:nvSpPr>
          <p:cNvPr id="864" name="Google Shape;864;p83"/>
          <p:cNvSpPr txBox="1">
            <a:spLocks noGrp="1"/>
          </p:cNvSpPr>
          <p:nvPr>
            <p:ph type="title" idx="8"/>
          </p:nvPr>
        </p:nvSpPr>
        <p:spPr>
          <a:xfrm>
            <a:off x="5896826" y="2527538"/>
            <a:ext cx="2526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Makna Efektif</a:t>
            </a:r>
            <a:endParaRPr dirty="0"/>
          </a:p>
        </p:txBody>
      </p:sp>
      <p:sp>
        <p:nvSpPr>
          <p:cNvPr id="866" name="Google Shape;866;p83"/>
          <p:cNvSpPr txBox="1">
            <a:spLocks noGrp="1"/>
          </p:cNvSpPr>
          <p:nvPr>
            <p:ph type="title" idx="13"/>
          </p:nvPr>
        </p:nvSpPr>
        <p:spPr>
          <a:xfrm>
            <a:off x="5898138" y="3747675"/>
            <a:ext cx="25257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400"/>
              </a:spcAft>
              <a:buNone/>
            </a:pPr>
            <a:r>
              <a:rPr lang="en-US" dirty="0" err="1"/>
              <a:t>Makna</a:t>
            </a:r>
            <a:r>
              <a:rPr lang="en-US" dirty="0"/>
              <a:t> </a:t>
            </a:r>
            <a:r>
              <a:rPr lang="en-US" dirty="0" err="1"/>
              <a:t>Kolokatif</a:t>
            </a:r>
            <a:endParaRPr dirty="0"/>
          </a:p>
        </p:txBody>
      </p:sp>
      <p:sp>
        <p:nvSpPr>
          <p:cNvPr id="868" name="Google Shape;868;p83"/>
          <p:cNvSpPr txBox="1">
            <a:spLocks noGrp="1"/>
          </p:cNvSpPr>
          <p:nvPr>
            <p:ph type="title" idx="15"/>
          </p:nvPr>
        </p:nvSpPr>
        <p:spPr>
          <a:xfrm>
            <a:off x="713125" y="1324113"/>
            <a:ext cx="880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869" name="Google Shape;869;p83"/>
          <p:cNvSpPr txBox="1">
            <a:spLocks noGrp="1"/>
          </p:cNvSpPr>
          <p:nvPr>
            <p:ph type="title" idx="16"/>
          </p:nvPr>
        </p:nvSpPr>
        <p:spPr>
          <a:xfrm>
            <a:off x="712975" y="2550038"/>
            <a:ext cx="880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870" name="Google Shape;870;p83"/>
          <p:cNvSpPr txBox="1">
            <a:spLocks noGrp="1"/>
          </p:cNvSpPr>
          <p:nvPr>
            <p:ph type="title" idx="17"/>
          </p:nvPr>
        </p:nvSpPr>
        <p:spPr>
          <a:xfrm>
            <a:off x="713125" y="3775963"/>
            <a:ext cx="880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871" name="Google Shape;871;p83"/>
          <p:cNvSpPr txBox="1">
            <a:spLocks noGrp="1"/>
          </p:cNvSpPr>
          <p:nvPr>
            <p:ph type="title" idx="18"/>
          </p:nvPr>
        </p:nvSpPr>
        <p:spPr>
          <a:xfrm>
            <a:off x="5017400" y="1324125"/>
            <a:ext cx="880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872" name="Google Shape;872;p83"/>
          <p:cNvSpPr txBox="1">
            <a:spLocks noGrp="1"/>
          </p:cNvSpPr>
          <p:nvPr>
            <p:ph type="title" idx="19"/>
          </p:nvPr>
        </p:nvSpPr>
        <p:spPr>
          <a:xfrm>
            <a:off x="720000" y="5395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bg2"/>
                </a:solidFill>
              </a:rPr>
              <a:t>Jenis-Jenis Makna : </a:t>
            </a:r>
            <a:endParaRPr dirty="0">
              <a:solidFill>
                <a:schemeClr val="bg2"/>
              </a:solidFill>
            </a:endParaRPr>
          </a:p>
        </p:txBody>
      </p:sp>
      <p:sp>
        <p:nvSpPr>
          <p:cNvPr id="873" name="Google Shape;873;p83"/>
          <p:cNvSpPr txBox="1">
            <a:spLocks noGrp="1"/>
          </p:cNvSpPr>
          <p:nvPr>
            <p:ph type="title" idx="20"/>
          </p:nvPr>
        </p:nvSpPr>
        <p:spPr>
          <a:xfrm>
            <a:off x="5017150" y="2550038"/>
            <a:ext cx="880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874" name="Google Shape;874;p83"/>
          <p:cNvSpPr txBox="1">
            <a:spLocks noGrp="1"/>
          </p:cNvSpPr>
          <p:nvPr>
            <p:ph type="title" idx="21"/>
          </p:nvPr>
        </p:nvSpPr>
        <p:spPr>
          <a:xfrm>
            <a:off x="5017350" y="3775950"/>
            <a:ext cx="880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pic>
        <p:nvPicPr>
          <p:cNvPr id="875" name="Google Shape;875;p83"/>
          <p:cNvPicPr preferRelativeResize="0"/>
          <p:nvPr/>
        </p:nvPicPr>
        <p:blipFill rotWithShape="1">
          <a:blip r:embed="rId5">
            <a:alphaModFix/>
          </a:blip>
          <a:srcRect l="-20674" r="-7023"/>
          <a:stretch/>
        </p:blipFill>
        <p:spPr>
          <a:xfrm>
            <a:off x="7453925" y="322775"/>
            <a:ext cx="1284900" cy="729026"/>
          </a:xfrm>
          <a:prstGeom prst="rect">
            <a:avLst/>
          </a:prstGeom>
          <a:noFill/>
          <a:ln>
            <a:noFill/>
          </a:ln>
        </p:spPr>
      </p:pic>
      <p:pic>
        <p:nvPicPr>
          <p:cNvPr id="876" name="Google Shape;876;p83"/>
          <p:cNvPicPr preferRelativeResize="0"/>
          <p:nvPr/>
        </p:nvPicPr>
        <p:blipFill>
          <a:blip r:embed="rId6">
            <a:alphaModFix/>
          </a:blip>
          <a:stretch>
            <a:fillRect/>
          </a:stretch>
        </p:blipFill>
        <p:spPr>
          <a:xfrm>
            <a:off x="7894725" y="424462"/>
            <a:ext cx="479374" cy="3094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56"/>
                                        </p:tgtEl>
                                        <p:attrNameLst>
                                          <p:attrName>style.visibility</p:attrName>
                                        </p:attrNameLst>
                                      </p:cBhvr>
                                      <p:to>
                                        <p:strVal val="visible"/>
                                      </p:to>
                                    </p:set>
                                    <p:animEffect transition="in" filter="fade">
                                      <p:cBhvr>
                                        <p:cTn id="7" dur="1000"/>
                                        <p:tgtEl>
                                          <p:spTgt spid="856"/>
                                        </p:tgtEl>
                                      </p:cBhvr>
                                    </p:animEffect>
                                  </p:childTnLst>
                                </p:cTn>
                              </p:par>
                              <p:par>
                                <p:cTn id="8" presetID="10" presetClass="entr" presetSubtype="0" fill="hold" nodeType="withEffect">
                                  <p:stCondLst>
                                    <p:cond delay="0"/>
                                  </p:stCondLst>
                                  <p:childTnLst>
                                    <p:set>
                                      <p:cBhvr>
                                        <p:cTn id="9" dur="1" fill="hold">
                                          <p:stCondLst>
                                            <p:cond delay="0"/>
                                          </p:stCondLst>
                                        </p:cTn>
                                        <p:tgtEl>
                                          <p:spTgt spid="868"/>
                                        </p:tgtEl>
                                        <p:attrNameLst>
                                          <p:attrName>style.visibility</p:attrName>
                                        </p:attrNameLst>
                                      </p:cBhvr>
                                      <p:to>
                                        <p:strVal val="visible"/>
                                      </p:to>
                                    </p:set>
                                    <p:animEffect transition="in" filter="fade">
                                      <p:cBhvr>
                                        <p:cTn id="10" dur="1000"/>
                                        <p:tgtEl>
                                          <p:spTgt spid="868"/>
                                        </p:tgtEl>
                                      </p:cBhvr>
                                    </p:animEffect>
                                  </p:childTnLst>
                                </p:cTn>
                              </p:par>
                              <p:par>
                                <p:cTn id="11" presetID="10" presetClass="entr" presetSubtype="0" fill="hold" nodeType="withEffect">
                                  <p:stCondLst>
                                    <p:cond delay="0"/>
                                  </p:stCondLst>
                                  <p:childTnLst>
                                    <p:set>
                                      <p:cBhvr>
                                        <p:cTn id="12" dur="1" fill="hold">
                                          <p:stCondLst>
                                            <p:cond delay="0"/>
                                          </p:stCondLst>
                                        </p:cTn>
                                        <p:tgtEl>
                                          <p:spTgt spid="851"/>
                                        </p:tgtEl>
                                        <p:attrNameLst>
                                          <p:attrName>style.visibility</p:attrName>
                                        </p:attrNameLst>
                                      </p:cBhvr>
                                      <p:to>
                                        <p:strVal val="visible"/>
                                      </p:to>
                                    </p:set>
                                    <p:animEffect transition="in" filter="fade">
                                      <p:cBhvr>
                                        <p:cTn id="13" dur="1000"/>
                                        <p:tgtEl>
                                          <p:spTgt spid="851"/>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857"/>
                                        </p:tgtEl>
                                        <p:attrNameLst>
                                          <p:attrName>style.visibility</p:attrName>
                                        </p:attrNameLst>
                                      </p:cBhvr>
                                      <p:to>
                                        <p:strVal val="visible"/>
                                      </p:to>
                                    </p:set>
                                    <p:animEffect transition="in" filter="fade">
                                      <p:cBhvr>
                                        <p:cTn id="17" dur="1000"/>
                                        <p:tgtEl>
                                          <p:spTgt spid="857"/>
                                        </p:tgtEl>
                                      </p:cBhvr>
                                    </p:animEffect>
                                  </p:childTnLst>
                                </p:cTn>
                              </p:par>
                              <p:par>
                                <p:cTn id="18" presetID="10" presetClass="entr" presetSubtype="0" fill="hold" nodeType="withEffect">
                                  <p:stCondLst>
                                    <p:cond delay="0"/>
                                  </p:stCondLst>
                                  <p:childTnLst>
                                    <p:set>
                                      <p:cBhvr>
                                        <p:cTn id="19" dur="1" fill="hold">
                                          <p:stCondLst>
                                            <p:cond delay="0"/>
                                          </p:stCondLst>
                                        </p:cTn>
                                        <p:tgtEl>
                                          <p:spTgt spid="869"/>
                                        </p:tgtEl>
                                        <p:attrNameLst>
                                          <p:attrName>style.visibility</p:attrName>
                                        </p:attrNameLst>
                                      </p:cBhvr>
                                      <p:to>
                                        <p:strVal val="visible"/>
                                      </p:to>
                                    </p:set>
                                    <p:animEffect transition="in" filter="fade">
                                      <p:cBhvr>
                                        <p:cTn id="20" dur="1000"/>
                                        <p:tgtEl>
                                          <p:spTgt spid="869"/>
                                        </p:tgtEl>
                                      </p:cBhvr>
                                    </p:animEffect>
                                  </p:childTnLst>
                                </p:cTn>
                              </p:par>
                              <p:par>
                                <p:cTn id="21" presetID="10" presetClass="entr" presetSubtype="0" fill="hold" nodeType="withEffect">
                                  <p:stCondLst>
                                    <p:cond delay="0"/>
                                  </p:stCondLst>
                                  <p:childTnLst>
                                    <p:set>
                                      <p:cBhvr>
                                        <p:cTn id="22" dur="1" fill="hold">
                                          <p:stCondLst>
                                            <p:cond delay="0"/>
                                          </p:stCondLst>
                                        </p:cTn>
                                        <p:tgtEl>
                                          <p:spTgt spid="859"/>
                                        </p:tgtEl>
                                        <p:attrNameLst>
                                          <p:attrName>style.visibility</p:attrName>
                                        </p:attrNameLst>
                                      </p:cBhvr>
                                      <p:to>
                                        <p:strVal val="visible"/>
                                      </p:to>
                                    </p:set>
                                    <p:animEffect transition="in" filter="fade">
                                      <p:cBhvr>
                                        <p:cTn id="23" dur="1000"/>
                                        <p:tgtEl>
                                          <p:spTgt spid="859"/>
                                        </p:tgtEl>
                                      </p:cBhvr>
                                    </p:animEffect>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858"/>
                                        </p:tgtEl>
                                        <p:attrNameLst>
                                          <p:attrName>style.visibility</p:attrName>
                                        </p:attrNameLst>
                                      </p:cBhvr>
                                      <p:to>
                                        <p:strVal val="visible"/>
                                      </p:to>
                                    </p:set>
                                    <p:animEffect transition="in" filter="fade">
                                      <p:cBhvr>
                                        <p:cTn id="27" dur="1000"/>
                                        <p:tgtEl>
                                          <p:spTgt spid="858"/>
                                        </p:tgtEl>
                                      </p:cBhvr>
                                    </p:animEffect>
                                  </p:childTnLst>
                                </p:cTn>
                              </p:par>
                              <p:par>
                                <p:cTn id="28" presetID="10" presetClass="entr" presetSubtype="0" fill="hold" nodeType="withEffect">
                                  <p:stCondLst>
                                    <p:cond delay="0"/>
                                  </p:stCondLst>
                                  <p:childTnLst>
                                    <p:set>
                                      <p:cBhvr>
                                        <p:cTn id="29" dur="1" fill="hold">
                                          <p:stCondLst>
                                            <p:cond delay="0"/>
                                          </p:stCondLst>
                                        </p:cTn>
                                        <p:tgtEl>
                                          <p:spTgt spid="870"/>
                                        </p:tgtEl>
                                        <p:attrNameLst>
                                          <p:attrName>style.visibility</p:attrName>
                                        </p:attrNameLst>
                                      </p:cBhvr>
                                      <p:to>
                                        <p:strVal val="visible"/>
                                      </p:to>
                                    </p:set>
                                    <p:animEffect transition="in" filter="fade">
                                      <p:cBhvr>
                                        <p:cTn id="30" dur="1000"/>
                                        <p:tgtEl>
                                          <p:spTgt spid="870"/>
                                        </p:tgtEl>
                                      </p:cBhvr>
                                    </p:animEffect>
                                  </p:childTnLst>
                                </p:cTn>
                              </p:par>
                              <p:par>
                                <p:cTn id="31" presetID="10" presetClass="entr" presetSubtype="0" fill="hold" nodeType="withEffect">
                                  <p:stCondLst>
                                    <p:cond delay="0"/>
                                  </p:stCondLst>
                                  <p:childTnLst>
                                    <p:set>
                                      <p:cBhvr>
                                        <p:cTn id="32" dur="1" fill="hold">
                                          <p:stCondLst>
                                            <p:cond delay="0"/>
                                          </p:stCondLst>
                                        </p:cTn>
                                        <p:tgtEl>
                                          <p:spTgt spid="861"/>
                                        </p:tgtEl>
                                        <p:attrNameLst>
                                          <p:attrName>style.visibility</p:attrName>
                                        </p:attrNameLst>
                                      </p:cBhvr>
                                      <p:to>
                                        <p:strVal val="visible"/>
                                      </p:to>
                                    </p:set>
                                    <p:animEffect transition="in" filter="fade">
                                      <p:cBhvr>
                                        <p:cTn id="33" dur="1000"/>
                                        <p:tgtEl>
                                          <p:spTgt spid="861"/>
                                        </p:tgtEl>
                                      </p:cBhvr>
                                    </p:animEffect>
                                  </p:childTnLst>
                                </p:cTn>
                              </p:par>
                            </p:childTnLst>
                          </p:cTn>
                        </p:par>
                        <p:par>
                          <p:cTn id="34" fill="hold">
                            <p:stCondLst>
                              <p:cond delay="3000"/>
                            </p:stCondLst>
                            <p:childTnLst>
                              <p:par>
                                <p:cTn id="35" presetID="10" presetClass="entr" presetSubtype="0" fill="hold" nodeType="afterEffect">
                                  <p:stCondLst>
                                    <p:cond delay="0"/>
                                  </p:stCondLst>
                                  <p:childTnLst>
                                    <p:set>
                                      <p:cBhvr>
                                        <p:cTn id="36" dur="1" fill="hold">
                                          <p:stCondLst>
                                            <p:cond delay="0"/>
                                          </p:stCondLst>
                                        </p:cTn>
                                        <p:tgtEl>
                                          <p:spTgt spid="853"/>
                                        </p:tgtEl>
                                        <p:attrNameLst>
                                          <p:attrName>style.visibility</p:attrName>
                                        </p:attrNameLst>
                                      </p:cBhvr>
                                      <p:to>
                                        <p:strVal val="visible"/>
                                      </p:to>
                                    </p:set>
                                    <p:animEffect transition="in" filter="fade">
                                      <p:cBhvr>
                                        <p:cTn id="37" dur="1000"/>
                                        <p:tgtEl>
                                          <p:spTgt spid="853"/>
                                        </p:tgtEl>
                                      </p:cBhvr>
                                    </p:animEffect>
                                  </p:childTnLst>
                                </p:cTn>
                              </p:par>
                              <p:par>
                                <p:cTn id="38" presetID="10" presetClass="entr" presetSubtype="0" fill="hold" nodeType="withEffect">
                                  <p:stCondLst>
                                    <p:cond delay="0"/>
                                  </p:stCondLst>
                                  <p:childTnLst>
                                    <p:set>
                                      <p:cBhvr>
                                        <p:cTn id="39" dur="1" fill="hold">
                                          <p:stCondLst>
                                            <p:cond delay="0"/>
                                          </p:stCondLst>
                                        </p:cTn>
                                        <p:tgtEl>
                                          <p:spTgt spid="871"/>
                                        </p:tgtEl>
                                        <p:attrNameLst>
                                          <p:attrName>style.visibility</p:attrName>
                                        </p:attrNameLst>
                                      </p:cBhvr>
                                      <p:to>
                                        <p:strVal val="visible"/>
                                      </p:to>
                                    </p:set>
                                    <p:animEffect transition="in" filter="fade">
                                      <p:cBhvr>
                                        <p:cTn id="40" dur="1000"/>
                                        <p:tgtEl>
                                          <p:spTgt spid="871"/>
                                        </p:tgtEl>
                                      </p:cBhvr>
                                    </p:animEffect>
                                  </p:childTnLst>
                                </p:cTn>
                              </p:par>
                              <p:par>
                                <p:cTn id="41" presetID="10" presetClass="entr" presetSubtype="0" fill="hold" nodeType="withEffect">
                                  <p:stCondLst>
                                    <p:cond delay="0"/>
                                  </p:stCondLst>
                                  <p:childTnLst>
                                    <p:set>
                                      <p:cBhvr>
                                        <p:cTn id="42" dur="1" fill="hold">
                                          <p:stCondLst>
                                            <p:cond delay="0"/>
                                          </p:stCondLst>
                                        </p:cTn>
                                        <p:tgtEl>
                                          <p:spTgt spid="850"/>
                                        </p:tgtEl>
                                        <p:attrNameLst>
                                          <p:attrName>style.visibility</p:attrName>
                                        </p:attrNameLst>
                                      </p:cBhvr>
                                      <p:to>
                                        <p:strVal val="visible"/>
                                      </p:to>
                                    </p:set>
                                    <p:animEffect transition="in" filter="fade">
                                      <p:cBhvr>
                                        <p:cTn id="43" dur="1000"/>
                                        <p:tgtEl>
                                          <p:spTgt spid="850"/>
                                        </p:tgtEl>
                                      </p:cBhvr>
                                    </p:animEffect>
                                  </p:childTnLst>
                                </p:cTn>
                              </p:par>
                            </p:childTnLst>
                          </p:cTn>
                        </p:par>
                        <p:par>
                          <p:cTn id="44" fill="hold">
                            <p:stCondLst>
                              <p:cond delay="4000"/>
                            </p:stCondLst>
                            <p:childTnLst>
                              <p:par>
                                <p:cTn id="45" presetID="10" presetClass="entr" presetSubtype="0" fill="hold" nodeType="afterEffect">
                                  <p:stCondLst>
                                    <p:cond delay="0"/>
                                  </p:stCondLst>
                                  <p:childTnLst>
                                    <p:set>
                                      <p:cBhvr>
                                        <p:cTn id="46" dur="1" fill="hold">
                                          <p:stCondLst>
                                            <p:cond delay="0"/>
                                          </p:stCondLst>
                                        </p:cTn>
                                        <p:tgtEl>
                                          <p:spTgt spid="854"/>
                                        </p:tgtEl>
                                        <p:attrNameLst>
                                          <p:attrName>style.visibility</p:attrName>
                                        </p:attrNameLst>
                                      </p:cBhvr>
                                      <p:to>
                                        <p:strVal val="visible"/>
                                      </p:to>
                                    </p:set>
                                    <p:animEffect transition="in" filter="fade">
                                      <p:cBhvr>
                                        <p:cTn id="47" dur="1000"/>
                                        <p:tgtEl>
                                          <p:spTgt spid="854"/>
                                        </p:tgtEl>
                                      </p:cBhvr>
                                    </p:animEffect>
                                  </p:childTnLst>
                                </p:cTn>
                              </p:par>
                              <p:par>
                                <p:cTn id="48" presetID="10" presetClass="entr" presetSubtype="0" fill="hold" nodeType="withEffect">
                                  <p:stCondLst>
                                    <p:cond delay="0"/>
                                  </p:stCondLst>
                                  <p:childTnLst>
                                    <p:set>
                                      <p:cBhvr>
                                        <p:cTn id="49" dur="1" fill="hold">
                                          <p:stCondLst>
                                            <p:cond delay="0"/>
                                          </p:stCondLst>
                                        </p:cTn>
                                        <p:tgtEl>
                                          <p:spTgt spid="873"/>
                                        </p:tgtEl>
                                        <p:attrNameLst>
                                          <p:attrName>style.visibility</p:attrName>
                                        </p:attrNameLst>
                                      </p:cBhvr>
                                      <p:to>
                                        <p:strVal val="visible"/>
                                      </p:to>
                                    </p:set>
                                    <p:animEffect transition="in" filter="fade">
                                      <p:cBhvr>
                                        <p:cTn id="50" dur="1000"/>
                                        <p:tgtEl>
                                          <p:spTgt spid="873"/>
                                        </p:tgtEl>
                                      </p:cBhvr>
                                    </p:animEffect>
                                  </p:childTnLst>
                                </p:cTn>
                              </p:par>
                              <p:par>
                                <p:cTn id="51" presetID="10" presetClass="entr" presetSubtype="0" fill="hold" nodeType="withEffect">
                                  <p:stCondLst>
                                    <p:cond delay="0"/>
                                  </p:stCondLst>
                                  <p:childTnLst>
                                    <p:set>
                                      <p:cBhvr>
                                        <p:cTn id="52" dur="1" fill="hold">
                                          <p:stCondLst>
                                            <p:cond delay="0"/>
                                          </p:stCondLst>
                                        </p:cTn>
                                        <p:tgtEl>
                                          <p:spTgt spid="864"/>
                                        </p:tgtEl>
                                        <p:attrNameLst>
                                          <p:attrName>style.visibility</p:attrName>
                                        </p:attrNameLst>
                                      </p:cBhvr>
                                      <p:to>
                                        <p:strVal val="visible"/>
                                      </p:to>
                                    </p:set>
                                    <p:animEffect transition="in" filter="fade">
                                      <p:cBhvr>
                                        <p:cTn id="53" dur="1000"/>
                                        <p:tgtEl>
                                          <p:spTgt spid="864"/>
                                        </p:tgtEl>
                                      </p:cBhvr>
                                    </p:animEffect>
                                  </p:childTnLst>
                                </p:cTn>
                              </p:par>
                            </p:childTnLst>
                          </p:cTn>
                        </p:par>
                        <p:par>
                          <p:cTn id="54" fill="hold">
                            <p:stCondLst>
                              <p:cond delay="5000"/>
                            </p:stCondLst>
                            <p:childTnLst>
                              <p:par>
                                <p:cTn id="55" presetID="10" presetClass="entr" presetSubtype="0" fill="hold" nodeType="afterEffect">
                                  <p:stCondLst>
                                    <p:cond delay="0"/>
                                  </p:stCondLst>
                                  <p:childTnLst>
                                    <p:set>
                                      <p:cBhvr>
                                        <p:cTn id="56" dur="1" fill="hold">
                                          <p:stCondLst>
                                            <p:cond delay="0"/>
                                          </p:stCondLst>
                                        </p:cTn>
                                        <p:tgtEl>
                                          <p:spTgt spid="855"/>
                                        </p:tgtEl>
                                        <p:attrNameLst>
                                          <p:attrName>style.visibility</p:attrName>
                                        </p:attrNameLst>
                                      </p:cBhvr>
                                      <p:to>
                                        <p:strVal val="visible"/>
                                      </p:to>
                                    </p:set>
                                    <p:animEffect transition="in" filter="fade">
                                      <p:cBhvr>
                                        <p:cTn id="57" dur="1000"/>
                                        <p:tgtEl>
                                          <p:spTgt spid="855"/>
                                        </p:tgtEl>
                                      </p:cBhvr>
                                    </p:animEffect>
                                  </p:childTnLst>
                                </p:cTn>
                              </p:par>
                              <p:par>
                                <p:cTn id="58" presetID="10" presetClass="entr" presetSubtype="0" fill="hold" nodeType="withEffect">
                                  <p:stCondLst>
                                    <p:cond delay="0"/>
                                  </p:stCondLst>
                                  <p:childTnLst>
                                    <p:set>
                                      <p:cBhvr>
                                        <p:cTn id="59" dur="1" fill="hold">
                                          <p:stCondLst>
                                            <p:cond delay="0"/>
                                          </p:stCondLst>
                                        </p:cTn>
                                        <p:tgtEl>
                                          <p:spTgt spid="874"/>
                                        </p:tgtEl>
                                        <p:attrNameLst>
                                          <p:attrName>style.visibility</p:attrName>
                                        </p:attrNameLst>
                                      </p:cBhvr>
                                      <p:to>
                                        <p:strVal val="visible"/>
                                      </p:to>
                                    </p:set>
                                    <p:animEffect transition="in" filter="fade">
                                      <p:cBhvr>
                                        <p:cTn id="60" dur="1000"/>
                                        <p:tgtEl>
                                          <p:spTgt spid="874"/>
                                        </p:tgtEl>
                                      </p:cBhvr>
                                    </p:animEffect>
                                  </p:childTnLst>
                                </p:cTn>
                              </p:par>
                              <p:par>
                                <p:cTn id="61" presetID="10" presetClass="entr" presetSubtype="0" fill="hold" nodeType="withEffect">
                                  <p:stCondLst>
                                    <p:cond delay="0"/>
                                  </p:stCondLst>
                                  <p:childTnLst>
                                    <p:set>
                                      <p:cBhvr>
                                        <p:cTn id="62" dur="1" fill="hold">
                                          <p:stCondLst>
                                            <p:cond delay="0"/>
                                          </p:stCondLst>
                                        </p:cTn>
                                        <p:tgtEl>
                                          <p:spTgt spid="866"/>
                                        </p:tgtEl>
                                        <p:attrNameLst>
                                          <p:attrName>style.visibility</p:attrName>
                                        </p:attrNameLst>
                                      </p:cBhvr>
                                      <p:to>
                                        <p:strVal val="visible"/>
                                      </p:to>
                                    </p:set>
                                    <p:animEffect transition="in" filter="fade">
                                      <p:cBhvr>
                                        <p:cTn id="63" dur="1000"/>
                                        <p:tgtEl>
                                          <p:spTgt spid="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2"/>
        <p:cNvGrpSpPr/>
        <p:nvPr/>
      </p:nvGrpSpPr>
      <p:grpSpPr>
        <a:xfrm>
          <a:off x="0" y="0"/>
          <a:ext cx="0" cy="0"/>
          <a:chOff x="0" y="0"/>
          <a:chExt cx="0" cy="0"/>
        </a:xfrm>
      </p:grpSpPr>
      <p:grpSp>
        <p:nvGrpSpPr>
          <p:cNvPr id="793" name="Google Shape;793;p80"/>
          <p:cNvGrpSpPr/>
          <p:nvPr/>
        </p:nvGrpSpPr>
        <p:grpSpPr>
          <a:xfrm>
            <a:off x="2921262" y="4451167"/>
            <a:ext cx="3258375" cy="396736"/>
            <a:chOff x="2942813" y="3976714"/>
            <a:chExt cx="3258375" cy="396736"/>
          </a:xfrm>
        </p:grpSpPr>
        <p:pic>
          <p:nvPicPr>
            <p:cNvPr id="794" name="Google Shape;794;p80"/>
            <p:cNvPicPr preferRelativeResize="0"/>
            <p:nvPr/>
          </p:nvPicPr>
          <p:blipFill>
            <a:blip r:embed="rId4">
              <a:alphaModFix/>
            </a:blip>
            <a:stretch>
              <a:fillRect/>
            </a:stretch>
          </p:blipFill>
          <p:spPr>
            <a:xfrm>
              <a:off x="2942813" y="3976714"/>
              <a:ext cx="1669550" cy="396736"/>
            </a:xfrm>
            <a:prstGeom prst="rect">
              <a:avLst/>
            </a:prstGeom>
            <a:noFill/>
            <a:ln>
              <a:noFill/>
            </a:ln>
          </p:spPr>
        </p:pic>
        <p:pic>
          <p:nvPicPr>
            <p:cNvPr id="795" name="Google Shape;795;p80"/>
            <p:cNvPicPr preferRelativeResize="0"/>
            <p:nvPr/>
          </p:nvPicPr>
          <p:blipFill>
            <a:blip r:embed="rId4">
              <a:alphaModFix/>
            </a:blip>
            <a:stretch>
              <a:fillRect/>
            </a:stretch>
          </p:blipFill>
          <p:spPr>
            <a:xfrm flipH="1">
              <a:off x="4531638" y="3976714"/>
              <a:ext cx="1669550" cy="396736"/>
            </a:xfrm>
            <a:prstGeom prst="rect">
              <a:avLst/>
            </a:prstGeom>
            <a:noFill/>
            <a:ln>
              <a:noFill/>
            </a:ln>
          </p:spPr>
        </p:pic>
      </p:grpSp>
      <p:sp>
        <p:nvSpPr>
          <p:cNvPr id="799" name="Google Shape;799;p80"/>
          <p:cNvSpPr txBox="1">
            <a:spLocks noGrp="1"/>
          </p:cNvSpPr>
          <p:nvPr>
            <p:ph type="title"/>
          </p:nvPr>
        </p:nvSpPr>
        <p:spPr>
          <a:xfrm>
            <a:off x="441799" y="340466"/>
            <a:ext cx="8298025" cy="143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sz="6000" dirty="0"/>
              <a:t>Peristilahan</a:t>
            </a:r>
          </a:p>
        </p:txBody>
      </p:sp>
      <p:sp>
        <p:nvSpPr>
          <p:cNvPr id="7" name="TextBox 6">
            <a:extLst>
              <a:ext uri="{FF2B5EF4-FFF2-40B4-BE49-F238E27FC236}">
                <a16:creationId xmlns:a16="http://schemas.microsoft.com/office/drawing/2014/main" id="{22AC89DB-BFE2-6E49-2F34-CD550CB39A14}"/>
              </a:ext>
            </a:extLst>
          </p:cNvPr>
          <p:cNvSpPr txBox="1"/>
          <p:nvPr/>
        </p:nvSpPr>
        <p:spPr>
          <a:xfrm>
            <a:off x="511744" y="1628117"/>
            <a:ext cx="7996685" cy="2677656"/>
          </a:xfrm>
          <a:prstGeom prst="rect">
            <a:avLst/>
          </a:prstGeom>
          <a:noFill/>
        </p:spPr>
        <p:txBody>
          <a:bodyPr wrap="square">
            <a:spAutoFit/>
          </a:bodyPr>
          <a:lstStyle/>
          <a:p>
            <a:pPr marL="0" indent="0" algn="ctr"/>
            <a:r>
              <a:rPr lang="en-US" sz="2400" dirty="0" err="1">
                <a:solidFill>
                  <a:schemeClr val="tx1"/>
                </a:solidFill>
                <a:effectLst/>
                <a:latin typeface="Times New Roman" panose="02020603050405020304" pitchFamily="18" charset="0"/>
                <a:ea typeface="Times New Roman" panose="02020603050405020304" pitchFamily="18" charset="0"/>
              </a:rPr>
              <a:t>Ketepatan</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dalam</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memilih</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a:solidFill>
                  <a:schemeClr val="tx1"/>
                </a:solidFill>
                <a:effectLst/>
                <a:latin typeface="Times New Roman" panose="02020603050405020304" pitchFamily="18" charset="0"/>
                <a:ea typeface="Times New Roman" panose="02020603050405020304" pitchFamily="18" charset="0"/>
              </a:rPr>
              <a:t>kata</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dalam</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a:solidFill>
                  <a:schemeClr val="tx1"/>
                </a:solidFill>
                <a:effectLst/>
                <a:latin typeface="Times New Roman" panose="02020603050405020304" pitchFamily="18" charset="0"/>
                <a:ea typeface="Times New Roman" panose="02020603050405020304" pitchFamily="18" charset="0"/>
              </a:rPr>
              <a:t>tulisan/</a:t>
            </a:r>
            <a:r>
              <a:rPr lang="en-US" sz="2400" dirty="0" err="1">
                <a:solidFill>
                  <a:schemeClr val="tx1"/>
                </a:solidFill>
                <a:effectLst/>
                <a:latin typeface="Times New Roman" panose="02020603050405020304" pitchFamily="18" charset="0"/>
                <a:ea typeface="Times New Roman" panose="02020603050405020304" pitchFamily="18" charset="0"/>
              </a:rPr>
              <a:t>tuturan</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a:solidFill>
                  <a:schemeClr val="tx1"/>
                </a:solidFill>
                <a:effectLst/>
                <a:latin typeface="Times New Roman" panose="02020603050405020304" pitchFamily="18" charset="0"/>
                <a:ea typeface="Times New Roman" panose="02020603050405020304" pitchFamily="18" charset="0"/>
              </a:rPr>
              <a:t>sangat</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ditentukan</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a:solidFill>
                  <a:schemeClr val="tx1"/>
                </a:solidFill>
                <a:effectLst/>
                <a:latin typeface="Times New Roman" panose="02020603050405020304" pitchFamily="18" charset="0"/>
                <a:ea typeface="Times New Roman" panose="02020603050405020304" pitchFamily="18" charset="0"/>
              </a:rPr>
              <a:t>oleh</a:t>
            </a:r>
            <a:r>
              <a:rPr lang="en-US" sz="2400" spc="-285"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penguasaan</a:t>
            </a:r>
            <a:r>
              <a:rPr lang="en-US" sz="2400"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kosa</a:t>
            </a:r>
            <a:r>
              <a:rPr lang="en-US" sz="2400" dirty="0">
                <a:solidFill>
                  <a:schemeClr val="tx1"/>
                </a:solidFill>
                <a:effectLst/>
                <a:latin typeface="Times New Roman" panose="02020603050405020304" pitchFamily="18" charset="0"/>
                <a:ea typeface="Times New Roman" panose="02020603050405020304" pitchFamily="18" charset="0"/>
              </a:rPr>
              <a:t> kata dan </a:t>
            </a:r>
            <a:r>
              <a:rPr lang="en-US" sz="2400" dirty="0" err="1">
                <a:solidFill>
                  <a:schemeClr val="tx1"/>
                </a:solidFill>
                <a:effectLst/>
                <a:latin typeface="Times New Roman" panose="02020603050405020304" pitchFamily="18" charset="0"/>
                <a:ea typeface="Times New Roman" panose="02020603050405020304" pitchFamily="18" charset="0"/>
              </a:rPr>
              <a:t>pemahaman</a:t>
            </a:r>
            <a:r>
              <a:rPr lang="en-US" sz="2400"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tentang</a:t>
            </a:r>
            <a:r>
              <a:rPr lang="en-US" sz="2400"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beragam</a:t>
            </a:r>
            <a:r>
              <a:rPr lang="en-US" sz="2400"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istilah</a:t>
            </a:r>
            <a:r>
              <a:rPr lang="en-US" sz="2400"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Istilah</a:t>
            </a:r>
            <a:r>
              <a:rPr lang="en-US" sz="2400"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berbeda</a:t>
            </a:r>
            <a:r>
              <a:rPr lang="en-US" sz="2400"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dengan</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a:solidFill>
                  <a:schemeClr val="tx1"/>
                </a:solidFill>
                <a:effectLst/>
                <a:latin typeface="Times New Roman" panose="02020603050405020304" pitchFamily="18" charset="0"/>
                <a:ea typeface="Times New Roman" panose="02020603050405020304" pitchFamily="18" charset="0"/>
              </a:rPr>
              <a:t>kata. </a:t>
            </a:r>
            <a:r>
              <a:rPr lang="en-US" sz="2400" i="1" dirty="0" err="1">
                <a:solidFill>
                  <a:schemeClr val="tx1"/>
                </a:solidFill>
                <a:effectLst/>
                <a:latin typeface="Times New Roman" panose="02020603050405020304" pitchFamily="18" charset="0"/>
                <a:ea typeface="Times New Roman" panose="02020603050405020304" pitchFamily="18" charset="0"/>
              </a:rPr>
              <a:t>Istilah</a:t>
            </a:r>
            <a:r>
              <a:rPr lang="en-US" sz="2400" i="1"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adalah</a:t>
            </a:r>
            <a:r>
              <a:rPr lang="en-US" sz="2400" dirty="0">
                <a:solidFill>
                  <a:schemeClr val="tx1"/>
                </a:solidFill>
                <a:effectLst/>
                <a:latin typeface="Times New Roman" panose="02020603050405020304" pitchFamily="18" charset="0"/>
                <a:ea typeface="Times New Roman" panose="02020603050405020304" pitchFamily="18" charset="0"/>
              </a:rPr>
              <a:t> kata </a:t>
            </a:r>
            <a:r>
              <a:rPr lang="en-US" sz="2400" dirty="0" err="1">
                <a:solidFill>
                  <a:schemeClr val="tx1"/>
                </a:solidFill>
                <a:effectLst/>
                <a:latin typeface="Times New Roman" panose="02020603050405020304" pitchFamily="18" charset="0"/>
                <a:ea typeface="Times New Roman" panose="02020603050405020304" pitchFamily="18" charset="0"/>
              </a:rPr>
              <a:t>atau</a:t>
            </a:r>
            <a:r>
              <a:rPr lang="en-US" sz="2400"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gabungan</a:t>
            </a:r>
            <a:r>
              <a:rPr lang="en-US" sz="2400" dirty="0">
                <a:solidFill>
                  <a:schemeClr val="tx1"/>
                </a:solidFill>
                <a:effectLst/>
                <a:latin typeface="Times New Roman" panose="02020603050405020304" pitchFamily="18" charset="0"/>
                <a:ea typeface="Times New Roman" panose="02020603050405020304" pitchFamily="18" charset="0"/>
              </a:rPr>
              <a:t> kata yang </a:t>
            </a:r>
            <a:r>
              <a:rPr lang="en-US" sz="2400" dirty="0" err="1">
                <a:solidFill>
                  <a:schemeClr val="tx1"/>
                </a:solidFill>
                <a:effectLst/>
                <a:latin typeface="Times New Roman" panose="02020603050405020304" pitchFamily="18" charset="0"/>
                <a:ea typeface="Times New Roman" panose="02020603050405020304" pitchFamily="18" charset="0"/>
              </a:rPr>
              <a:t>secara</a:t>
            </a:r>
            <a:r>
              <a:rPr lang="en-US" sz="2400"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cermat</a:t>
            </a:r>
            <a:r>
              <a:rPr lang="en-US" sz="2400"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mengungkapkan</a:t>
            </a:r>
            <a:r>
              <a:rPr lang="en-US" sz="2400"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makna</a:t>
            </a:r>
            <a:r>
              <a:rPr lang="en-US" sz="2400" spc="-285"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konsep</a:t>
            </a:r>
            <a:r>
              <a:rPr lang="en-US" sz="2400" dirty="0">
                <a:solidFill>
                  <a:schemeClr val="tx1"/>
                </a:solidFill>
                <a:effectLst/>
                <a:latin typeface="Times New Roman" panose="02020603050405020304" pitchFamily="18" charset="0"/>
                <a:ea typeface="Times New Roman" panose="02020603050405020304" pitchFamily="18" charset="0"/>
              </a:rPr>
              <a:t>,</a:t>
            </a:r>
            <a:r>
              <a:rPr lang="en-US" sz="2400" spc="10" dirty="0">
                <a:solidFill>
                  <a:schemeClr val="tx1"/>
                </a:solidFill>
                <a:effectLst/>
                <a:latin typeface="Times New Roman" panose="02020603050405020304" pitchFamily="18" charset="0"/>
                <a:ea typeface="Times New Roman" panose="02020603050405020304" pitchFamily="18" charset="0"/>
              </a:rPr>
              <a:t> </a:t>
            </a:r>
            <a:r>
              <a:rPr lang="en-US" sz="2400" dirty="0">
                <a:solidFill>
                  <a:schemeClr val="tx1"/>
                </a:solidFill>
                <a:effectLst/>
                <a:latin typeface="Times New Roman" panose="02020603050405020304" pitchFamily="18" charset="0"/>
                <a:ea typeface="Times New Roman" panose="02020603050405020304" pitchFamily="18" charset="0"/>
              </a:rPr>
              <a:t>proses, </a:t>
            </a:r>
            <a:r>
              <a:rPr lang="en-US" sz="2400" dirty="0" err="1">
                <a:solidFill>
                  <a:schemeClr val="tx1"/>
                </a:solidFill>
                <a:effectLst/>
                <a:latin typeface="Times New Roman" panose="02020603050405020304" pitchFamily="18" charset="0"/>
                <a:ea typeface="Times New Roman" panose="02020603050405020304" pitchFamily="18" charset="0"/>
              </a:rPr>
              <a:t>keadaan</a:t>
            </a:r>
            <a:r>
              <a:rPr lang="en-US" sz="2400" dirty="0">
                <a:solidFill>
                  <a:schemeClr val="tx1"/>
                </a:solidFill>
                <a:effectLst/>
                <a:latin typeface="Times New Roman" panose="02020603050405020304" pitchFamily="18" charset="0"/>
                <a:ea typeface="Times New Roman" panose="02020603050405020304" pitchFamily="18" charset="0"/>
              </a:rPr>
              <a:t>,</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atau</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sifat</a:t>
            </a:r>
            <a:r>
              <a:rPr lang="en-US" sz="2400" spc="15" dirty="0">
                <a:solidFill>
                  <a:schemeClr val="tx1"/>
                </a:solidFill>
                <a:effectLst/>
                <a:latin typeface="Times New Roman" panose="02020603050405020304" pitchFamily="18" charset="0"/>
                <a:ea typeface="Times New Roman" panose="02020603050405020304" pitchFamily="18" charset="0"/>
              </a:rPr>
              <a:t> </a:t>
            </a:r>
            <a:r>
              <a:rPr lang="en-US" sz="2400" dirty="0">
                <a:solidFill>
                  <a:schemeClr val="tx1"/>
                </a:solidFill>
                <a:effectLst/>
                <a:latin typeface="Times New Roman" panose="02020603050405020304" pitchFamily="18" charset="0"/>
                <a:ea typeface="Times New Roman" panose="02020603050405020304" pitchFamily="18" charset="0"/>
              </a:rPr>
              <a:t>yang</a:t>
            </a:r>
            <a:r>
              <a:rPr lang="en-US" sz="2400" spc="-10"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khas</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dalam</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bidang</a:t>
            </a:r>
            <a:r>
              <a:rPr lang="en-US" sz="2400" spc="-25"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ilmu</a:t>
            </a:r>
            <a:r>
              <a:rPr lang="en-US" sz="2400" spc="-5" dirty="0">
                <a:solidFill>
                  <a:schemeClr val="tx1"/>
                </a:solidFill>
                <a:effectLst/>
                <a:latin typeface="Times New Roman" panose="02020603050405020304" pitchFamily="18" charset="0"/>
                <a:ea typeface="Times New Roman" panose="02020603050405020304" pitchFamily="18" charset="0"/>
              </a:rPr>
              <a:t> </a:t>
            </a:r>
            <a:r>
              <a:rPr lang="en-US" sz="2400" dirty="0" err="1">
                <a:solidFill>
                  <a:schemeClr val="tx1"/>
                </a:solidFill>
                <a:effectLst/>
                <a:latin typeface="Times New Roman" panose="02020603050405020304" pitchFamily="18" charset="0"/>
                <a:ea typeface="Times New Roman" panose="02020603050405020304" pitchFamily="18" charset="0"/>
              </a:rPr>
              <a:t>tertentu</a:t>
            </a:r>
            <a:r>
              <a:rPr lang="en-US" sz="2400" dirty="0">
                <a:solidFill>
                  <a:schemeClr val="tx1"/>
                </a:solidFill>
                <a:effectLst/>
                <a:latin typeface="Times New Roman" panose="02020603050405020304" pitchFamily="18" charset="0"/>
                <a:ea typeface="Times New Roman" panose="02020603050405020304" pitchFamily="18" charset="0"/>
              </a:rPr>
              <a:t>.</a:t>
            </a:r>
          </a:p>
          <a:p>
            <a:pPr marL="0" lvl="0" indent="0" algn="ctr" rtl="0">
              <a:spcBef>
                <a:spcPts val="0"/>
              </a:spcBef>
              <a:spcAft>
                <a:spcPts val="0"/>
              </a:spcAft>
              <a:buNone/>
            </a:pPr>
            <a:endParaRPr lang="en-US" sz="2400"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90"/>
          <p:cNvSpPr txBox="1">
            <a:spLocks noGrp="1"/>
          </p:cNvSpPr>
          <p:nvPr>
            <p:ph type="title"/>
          </p:nvPr>
        </p:nvSpPr>
        <p:spPr>
          <a:xfrm>
            <a:off x="720000" y="2616575"/>
            <a:ext cx="2151300" cy="954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tx1"/>
                </a:solidFill>
              </a:rPr>
              <a:t>Proses </a:t>
            </a:r>
            <a:r>
              <a:rPr lang="en-US" b="1" dirty="0" err="1">
                <a:solidFill>
                  <a:schemeClr val="tx1"/>
                </a:solidFill>
              </a:rPr>
              <a:t>Adopsi</a:t>
            </a:r>
            <a:endParaRPr b="1" dirty="0">
              <a:solidFill>
                <a:schemeClr val="tx1"/>
              </a:solidFill>
            </a:endParaRPr>
          </a:p>
        </p:txBody>
      </p:sp>
      <p:sp>
        <p:nvSpPr>
          <p:cNvPr id="967" name="Google Shape;967;p90"/>
          <p:cNvSpPr txBox="1">
            <a:spLocks noGrp="1"/>
          </p:cNvSpPr>
          <p:nvPr>
            <p:ph type="title" idx="2"/>
          </p:nvPr>
        </p:nvSpPr>
        <p:spPr>
          <a:xfrm>
            <a:off x="3500762" y="2616575"/>
            <a:ext cx="2147400" cy="954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tx1"/>
                </a:solidFill>
              </a:rPr>
              <a:t>Proses </a:t>
            </a:r>
            <a:r>
              <a:rPr lang="en-US" b="1" dirty="0" err="1">
                <a:solidFill>
                  <a:schemeClr val="tx1"/>
                </a:solidFill>
              </a:rPr>
              <a:t>Adaptasi</a:t>
            </a:r>
            <a:endParaRPr b="1" dirty="0">
              <a:solidFill>
                <a:schemeClr val="tx1"/>
              </a:solidFill>
            </a:endParaRPr>
          </a:p>
        </p:txBody>
      </p:sp>
      <p:sp>
        <p:nvSpPr>
          <p:cNvPr id="969" name="Google Shape;969;p90"/>
          <p:cNvSpPr txBox="1">
            <a:spLocks noGrp="1"/>
          </p:cNvSpPr>
          <p:nvPr>
            <p:ph type="title" idx="4"/>
          </p:nvPr>
        </p:nvSpPr>
        <p:spPr>
          <a:xfrm>
            <a:off x="6019800" y="2616575"/>
            <a:ext cx="2563483" cy="954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tx1"/>
                </a:solidFill>
              </a:rPr>
              <a:t>Proses </a:t>
            </a:r>
            <a:r>
              <a:rPr lang="en-US" b="1" dirty="0" err="1">
                <a:solidFill>
                  <a:schemeClr val="tx1"/>
                </a:solidFill>
              </a:rPr>
              <a:t>Terjemahan</a:t>
            </a:r>
            <a:endParaRPr b="1" dirty="0">
              <a:solidFill>
                <a:schemeClr val="tx1"/>
              </a:solidFill>
            </a:endParaRPr>
          </a:p>
        </p:txBody>
      </p:sp>
      <p:sp>
        <p:nvSpPr>
          <p:cNvPr id="971" name="Google Shape;971;p90"/>
          <p:cNvSpPr txBox="1">
            <a:spLocks noGrp="1"/>
          </p:cNvSpPr>
          <p:nvPr>
            <p:ph type="title" idx="6"/>
          </p:nvPr>
        </p:nvSpPr>
        <p:spPr>
          <a:xfrm>
            <a:off x="720000" y="5395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bg2"/>
                </a:solidFill>
              </a:rPr>
              <a:t>Proses dalam Penggunaan Istilah :</a:t>
            </a:r>
            <a:endParaRPr b="1" dirty="0">
              <a:solidFill>
                <a:schemeClr val="bg2"/>
              </a:solidFill>
            </a:endParaRPr>
          </a:p>
        </p:txBody>
      </p:sp>
      <p:pic>
        <p:nvPicPr>
          <p:cNvPr id="972" name="Google Shape;972;p90"/>
          <p:cNvPicPr preferRelativeResize="0"/>
          <p:nvPr/>
        </p:nvPicPr>
        <p:blipFill>
          <a:blip r:embed="rId3">
            <a:alphaModFix/>
          </a:blip>
          <a:stretch>
            <a:fillRect/>
          </a:stretch>
        </p:blipFill>
        <p:spPr>
          <a:xfrm>
            <a:off x="1538693" y="1673527"/>
            <a:ext cx="513926" cy="1157501"/>
          </a:xfrm>
          <a:prstGeom prst="rect">
            <a:avLst/>
          </a:prstGeom>
          <a:noFill/>
          <a:ln>
            <a:noFill/>
          </a:ln>
        </p:spPr>
      </p:pic>
      <p:pic>
        <p:nvPicPr>
          <p:cNvPr id="973" name="Google Shape;973;p90"/>
          <p:cNvPicPr preferRelativeResize="0"/>
          <p:nvPr/>
        </p:nvPicPr>
        <p:blipFill>
          <a:blip r:embed="rId4">
            <a:alphaModFix/>
          </a:blip>
          <a:stretch>
            <a:fillRect/>
          </a:stretch>
        </p:blipFill>
        <p:spPr>
          <a:xfrm>
            <a:off x="4287148" y="1997773"/>
            <a:ext cx="574600" cy="660725"/>
          </a:xfrm>
          <a:prstGeom prst="rect">
            <a:avLst/>
          </a:prstGeom>
          <a:noFill/>
          <a:ln>
            <a:noFill/>
          </a:ln>
        </p:spPr>
      </p:pic>
      <p:pic>
        <p:nvPicPr>
          <p:cNvPr id="974" name="Google Shape;974;p90"/>
          <p:cNvPicPr preferRelativeResize="0"/>
          <p:nvPr/>
        </p:nvPicPr>
        <p:blipFill>
          <a:blip r:embed="rId5">
            <a:alphaModFix/>
          </a:blip>
          <a:stretch>
            <a:fillRect/>
          </a:stretch>
        </p:blipFill>
        <p:spPr>
          <a:xfrm>
            <a:off x="7053203" y="1771591"/>
            <a:ext cx="574600" cy="99134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87" name="Google Shape;987;p91"/>
          <p:cNvSpPr txBox="1">
            <a:spLocks noGrp="1"/>
          </p:cNvSpPr>
          <p:nvPr>
            <p:ph type="title" idx="8"/>
          </p:nvPr>
        </p:nvSpPr>
        <p:spPr>
          <a:xfrm>
            <a:off x="720000" y="5395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bg2"/>
                </a:solidFill>
              </a:rPr>
              <a:t>Kata </a:t>
            </a:r>
            <a:r>
              <a:rPr lang="en-US" b="1" dirty="0" err="1">
                <a:solidFill>
                  <a:schemeClr val="bg2"/>
                </a:solidFill>
              </a:rPr>
              <a:t>Mubazir</a:t>
            </a:r>
            <a:r>
              <a:rPr lang="en-US" b="1" dirty="0">
                <a:solidFill>
                  <a:schemeClr val="bg2"/>
                </a:solidFill>
              </a:rPr>
              <a:t> dan Kata </a:t>
            </a:r>
            <a:r>
              <a:rPr lang="en-US" b="1" dirty="0" err="1">
                <a:solidFill>
                  <a:schemeClr val="bg2"/>
                </a:solidFill>
              </a:rPr>
              <a:t>Ekonomis</a:t>
            </a:r>
            <a:r>
              <a:rPr lang="en-US" b="1" dirty="0">
                <a:solidFill>
                  <a:schemeClr val="bg2"/>
                </a:solidFill>
              </a:rPr>
              <a:t> :</a:t>
            </a:r>
            <a:endParaRPr lang="id-ID" b="1" dirty="0">
              <a:solidFill>
                <a:schemeClr val="bg2"/>
              </a:solidFill>
            </a:endParaRPr>
          </a:p>
        </p:txBody>
      </p:sp>
      <p:grpSp>
        <p:nvGrpSpPr>
          <p:cNvPr id="988" name="Google Shape;988;p91"/>
          <p:cNvGrpSpPr/>
          <p:nvPr/>
        </p:nvGrpSpPr>
        <p:grpSpPr>
          <a:xfrm>
            <a:off x="2737924" y="4409675"/>
            <a:ext cx="3668151" cy="388650"/>
            <a:chOff x="2734524" y="2807175"/>
            <a:chExt cx="3668151" cy="388650"/>
          </a:xfrm>
        </p:grpSpPr>
        <p:pic>
          <p:nvPicPr>
            <p:cNvPr id="989" name="Google Shape;989;p91"/>
            <p:cNvPicPr preferRelativeResize="0"/>
            <p:nvPr/>
          </p:nvPicPr>
          <p:blipFill>
            <a:blip r:embed="rId3">
              <a:alphaModFix/>
            </a:blip>
            <a:stretch>
              <a:fillRect/>
            </a:stretch>
          </p:blipFill>
          <p:spPr>
            <a:xfrm>
              <a:off x="2734524" y="2807175"/>
              <a:ext cx="1635576" cy="388650"/>
            </a:xfrm>
            <a:prstGeom prst="rect">
              <a:avLst/>
            </a:prstGeom>
            <a:noFill/>
            <a:ln>
              <a:noFill/>
            </a:ln>
          </p:spPr>
        </p:pic>
        <p:pic>
          <p:nvPicPr>
            <p:cNvPr id="990" name="Google Shape;990;p91"/>
            <p:cNvPicPr preferRelativeResize="0"/>
            <p:nvPr/>
          </p:nvPicPr>
          <p:blipFill>
            <a:blip r:embed="rId3">
              <a:alphaModFix/>
            </a:blip>
            <a:stretch>
              <a:fillRect/>
            </a:stretch>
          </p:blipFill>
          <p:spPr>
            <a:xfrm flipH="1">
              <a:off x="4767099" y="2807175"/>
              <a:ext cx="1635576" cy="388650"/>
            </a:xfrm>
            <a:prstGeom prst="rect">
              <a:avLst/>
            </a:prstGeom>
            <a:noFill/>
            <a:ln>
              <a:noFill/>
            </a:ln>
          </p:spPr>
        </p:pic>
      </p:grpSp>
      <p:graphicFrame>
        <p:nvGraphicFramePr>
          <p:cNvPr id="18" name="Table 17">
            <a:extLst>
              <a:ext uri="{FF2B5EF4-FFF2-40B4-BE49-F238E27FC236}">
                <a16:creationId xmlns:a16="http://schemas.microsoft.com/office/drawing/2014/main" id="{8D0D41E2-7671-A420-97E9-67AAB02D6F1F}"/>
              </a:ext>
            </a:extLst>
          </p:cNvPr>
          <p:cNvGraphicFramePr>
            <a:graphicFrameLocks noGrp="1"/>
          </p:cNvGraphicFramePr>
          <p:nvPr>
            <p:extLst>
              <p:ext uri="{D42A27DB-BD31-4B8C-83A1-F6EECF244321}">
                <p14:modId xmlns:p14="http://schemas.microsoft.com/office/powerpoint/2010/main" val="3436164135"/>
              </p:ext>
            </p:extLst>
          </p:nvPr>
        </p:nvGraphicFramePr>
        <p:xfrm>
          <a:off x="940279" y="1406106"/>
          <a:ext cx="7332453" cy="2527792"/>
        </p:xfrm>
        <a:graphic>
          <a:graphicData uri="http://schemas.openxmlformats.org/drawingml/2006/table">
            <a:tbl>
              <a:tblPr firstRow="1" firstCol="1" lastRow="1" lastCol="1" bandRow="1" bandCol="1">
                <a:tableStyleId>{793D81CF-94F2-401A-BA57-92F5A7B2D0C5}</a:tableStyleId>
              </a:tblPr>
              <a:tblGrid>
                <a:gridCol w="2525124">
                  <a:extLst>
                    <a:ext uri="{9D8B030D-6E8A-4147-A177-3AD203B41FA5}">
                      <a16:colId xmlns:a16="http://schemas.microsoft.com/office/drawing/2014/main" val="3198516557"/>
                    </a:ext>
                  </a:extLst>
                </a:gridCol>
                <a:gridCol w="4807329">
                  <a:extLst>
                    <a:ext uri="{9D8B030D-6E8A-4147-A177-3AD203B41FA5}">
                      <a16:colId xmlns:a16="http://schemas.microsoft.com/office/drawing/2014/main" val="2799457371"/>
                    </a:ext>
                  </a:extLst>
                </a:gridCol>
              </a:tblGrid>
              <a:tr h="397068">
                <a:tc>
                  <a:txBody>
                    <a:bodyPr/>
                    <a:lstStyle/>
                    <a:p>
                      <a:pPr marL="540385" indent="-180340" algn="ctr">
                        <a:lnSpc>
                          <a:spcPct val="150000"/>
                        </a:lnSpc>
                        <a:tabLst>
                          <a:tab pos="540385" algn="l"/>
                        </a:tabLst>
                      </a:pPr>
                      <a:r>
                        <a:rPr lang="en-US" sz="1700" dirty="0">
                          <a:effectLst/>
                        </a:rPr>
                        <a:t>MUBAZIR</a:t>
                      </a:r>
                      <a:endParaRPr lang="id-ID"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dirty="0">
                          <a:effectLst/>
                        </a:rPr>
                        <a:t>EKONOMIS</a:t>
                      </a:r>
                      <a:endParaRPr lang="id-ID"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292685671"/>
                  </a:ext>
                </a:extLst>
              </a:tr>
              <a:tr h="397068">
                <a:tc>
                  <a:txBody>
                    <a:bodyPr/>
                    <a:lstStyle/>
                    <a:p>
                      <a:pPr marL="540385" indent="-180340" algn="ctr">
                        <a:lnSpc>
                          <a:spcPct val="150000"/>
                        </a:lnSpc>
                        <a:tabLst>
                          <a:tab pos="540385" algn="l"/>
                        </a:tabLst>
                      </a:pPr>
                      <a:r>
                        <a:rPr lang="en-US" sz="1700" b="0" dirty="0">
                          <a:effectLst/>
                        </a:rPr>
                        <a:t>Sangat</a:t>
                      </a:r>
                      <a:r>
                        <a:rPr lang="en-US" sz="1700" b="0" spc="-15" dirty="0">
                          <a:effectLst/>
                        </a:rPr>
                        <a:t> </a:t>
                      </a:r>
                      <a:r>
                        <a:rPr lang="en-US" sz="1700" b="0" dirty="0" err="1">
                          <a:effectLst/>
                        </a:rPr>
                        <a:t>perlu</a:t>
                      </a:r>
                      <a:r>
                        <a:rPr lang="en-US" sz="1700" b="0" spc="-15" dirty="0">
                          <a:effectLst/>
                        </a:rPr>
                        <a:t> </a:t>
                      </a:r>
                      <a:r>
                        <a:rPr lang="en-US" sz="1700" b="0" dirty="0" err="1">
                          <a:effectLst/>
                        </a:rPr>
                        <a:t>sekali</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dirty="0">
                          <a:effectLst/>
                        </a:rPr>
                        <a:t>Sangat</a:t>
                      </a:r>
                      <a:r>
                        <a:rPr lang="en-US" sz="1700" b="0" spc="-10" dirty="0">
                          <a:effectLst/>
                        </a:rPr>
                        <a:t> </a:t>
                      </a:r>
                      <a:r>
                        <a:rPr lang="en-US" sz="1700" b="0" dirty="0" err="1">
                          <a:effectLst/>
                        </a:rPr>
                        <a:t>perlu</a:t>
                      </a:r>
                      <a:r>
                        <a:rPr lang="en-US" sz="1700" b="0" spc="285" dirty="0">
                          <a:effectLst/>
                        </a:rPr>
                        <a:t> </a:t>
                      </a:r>
                      <a:r>
                        <a:rPr lang="en-US" sz="1700" b="1" dirty="0" err="1">
                          <a:effectLst/>
                        </a:rPr>
                        <a:t>atau</a:t>
                      </a:r>
                      <a:r>
                        <a:rPr lang="en-US" sz="1700" b="1" spc="290" dirty="0">
                          <a:effectLst/>
                        </a:rPr>
                        <a:t> </a:t>
                      </a:r>
                      <a:r>
                        <a:rPr lang="en-US" sz="1700" b="0" dirty="0" err="1">
                          <a:effectLst/>
                        </a:rPr>
                        <a:t>perlu</a:t>
                      </a:r>
                      <a:r>
                        <a:rPr lang="en-US" sz="1700" b="0" spc="-25" dirty="0">
                          <a:effectLst/>
                        </a:rPr>
                        <a:t> </a:t>
                      </a:r>
                      <a:r>
                        <a:rPr lang="en-US" sz="1700" b="0" dirty="0" err="1">
                          <a:effectLst/>
                        </a:rPr>
                        <a:t>sekali</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725415251"/>
                  </a:ext>
                </a:extLst>
              </a:tr>
              <a:tr h="397068">
                <a:tc>
                  <a:txBody>
                    <a:bodyPr/>
                    <a:lstStyle/>
                    <a:p>
                      <a:pPr marL="540385" indent="-180340" algn="ctr">
                        <a:lnSpc>
                          <a:spcPct val="150000"/>
                        </a:lnSpc>
                        <a:tabLst>
                          <a:tab pos="540385" algn="l"/>
                        </a:tabLst>
                      </a:pPr>
                      <a:r>
                        <a:rPr lang="en-US" sz="1700" b="0" dirty="0" err="1">
                          <a:effectLst/>
                        </a:rPr>
                        <a:t>Disebabkan</a:t>
                      </a:r>
                      <a:r>
                        <a:rPr lang="en-US" sz="1700" b="0" spc="-30" dirty="0">
                          <a:effectLst/>
                        </a:rPr>
                        <a:t> </a:t>
                      </a:r>
                      <a:r>
                        <a:rPr lang="en-US" sz="1700" b="0" dirty="0" err="1">
                          <a:effectLst/>
                        </a:rPr>
                        <a:t>karena</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dirty="0" err="1">
                          <a:effectLst/>
                        </a:rPr>
                        <a:t>Disebabkan</a:t>
                      </a:r>
                      <a:r>
                        <a:rPr lang="en-US" sz="1700" b="0" spc="280" dirty="0">
                          <a:effectLst/>
                        </a:rPr>
                        <a:t> </a:t>
                      </a:r>
                      <a:r>
                        <a:rPr lang="en-US" sz="1700" b="1" dirty="0" err="1">
                          <a:effectLst/>
                        </a:rPr>
                        <a:t>atau</a:t>
                      </a:r>
                      <a:r>
                        <a:rPr lang="en-US" sz="1700" b="0" spc="290" dirty="0">
                          <a:effectLst/>
                        </a:rPr>
                        <a:t> </a:t>
                      </a:r>
                      <a:r>
                        <a:rPr lang="en-US" sz="1700" b="0" dirty="0" err="1">
                          <a:effectLst/>
                        </a:rPr>
                        <a:t>karena</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912845917"/>
                  </a:ext>
                </a:extLst>
              </a:tr>
              <a:tr h="397068">
                <a:tc>
                  <a:txBody>
                    <a:bodyPr/>
                    <a:lstStyle/>
                    <a:p>
                      <a:pPr marL="540385" indent="-180340" algn="ctr">
                        <a:lnSpc>
                          <a:spcPct val="150000"/>
                        </a:lnSpc>
                        <a:tabLst>
                          <a:tab pos="540385" algn="l"/>
                        </a:tabLst>
                      </a:pPr>
                      <a:r>
                        <a:rPr lang="en-US" sz="1700" b="0" dirty="0" err="1">
                          <a:effectLst/>
                        </a:rPr>
                        <a:t>Adalah</a:t>
                      </a:r>
                      <a:r>
                        <a:rPr lang="en-US" sz="1700" b="0" spc="-20" dirty="0">
                          <a:effectLst/>
                        </a:rPr>
                        <a:t> </a:t>
                      </a:r>
                      <a:r>
                        <a:rPr lang="en-US" sz="1700" b="0" dirty="0" err="1">
                          <a:effectLst/>
                        </a:rPr>
                        <a:t>merupakan</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dirty="0" err="1">
                          <a:effectLst/>
                        </a:rPr>
                        <a:t>Adalah</a:t>
                      </a:r>
                      <a:r>
                        <a:rPr lang="en-US" sz="1700" b="0" spc="280" dirty="0">
                          <a:effectLst/>
                        </a:rPr>
                        <a:t> </a:t>
                      </a:r>
                      <a:r>
                        <a:rPr lang="en-US" sz="1700" b="1" dirty="0" err="1">
                          <a:effectLst/>
                        </a:rPr>
                        <a:t>atau</a:t>
                      </a:r>
                      <a:r>
                        <a:rPr lang="en-US" sz="1700" b="0" spc="270" dirty="0">
                          <a:effectLst/>
                        </a:rPr>
                        <a:t> </a:t>
                      </a:r>
                      <a:r>
                        <a:rPr lang="en-US" sz="1700" b="0" dirty="0" err="1">
                          <a:effectLst/>
                        </a:rPr>
                        <a:t>merupakan</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964330282"/>
                  </a:ext>
                </a:extLst>
              </a:tr>
              <a:tr h="542452">
                <a:tc>
                  <a:txBody>
                    <a:bodyPr/>
                    <a:lstStyle/>
                    <a:p>
                      <a:pPr marL="540385" indent="-180340" algn="ctr">
                        <a:lnSpc>
                          <a:spcPct val="150000"/>
                        </a:lnSpc>
                        <a:tabLst>
                          <a:tab pos="540385" algn="l"/>
                        </a:tabLst>
                      </a:pPr>
                      <a:r>
                        <a:rPr lang="en-US" sz="1700" b="0" dirty="0" err="1">
                          <a:effectLst/>
                        </a:rPr>
                        <a:t>Sejak</a:t>
                      </a:r>
                      <a:r>
                        <a:rPr lang="en-US" sz="1700" b="0" spc="-10" dirty="0">
                          <a:effectLst/>
                        </a:rPr>
                        <a:t> </a:t>
                      </a:r>
                      <a:r>
                        <a:rPr lang="en-US" sz="1700" b="0" dirty="0" err="1">
                          <a:effectLst/>
                        </a:rPr>
                        <a:t>dari</a:t>
                      </a:r>
                      <a:r>
                        <a:rPr lang="en-US" sz="1700" b="0" spc="-20" dirty="0">
                          <a:effectLst/>
                        </a:rPr>
                        <a:t> </a:t>
                      </a:r>
                      <a:r>
                        <a:rPr lang="en-US" sz="1700" b="0" dirty="0" err="1">
                          <a:effectLst/>
                        </a:rPr>
                        <a:t>tadi</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dirty="0" err="1">
                          <a:effectLst/>
                        </a:rPr>
                        <a:t>Sejak</a:t>
                      </a:r>
                      <a:r>
                        <a:rPr lang="en-US" sz="1700" b="0" spc="-15" dirty="0">
                          <a:effectLst/>
                        </a:rPr>
                        <a:t> </a:t>
                      </a:r>
                      <a:r>
                        <a:rPr lang="en-US" sz="1700" b="0" dirty="0" err="1">
                          <a:effectLst/>
                        </a:rPr>
                        <a:t>tadi</a:t>
                      </a:r>
                      <a:r>
                        <a:rPr lang="en-US" sz="1700" b="0" dirty="0">
                          <a:effectLst/>
                        </a:rPr>
                        <a:t>  </a:t>
                      </a:r>
                      <a:r>
                        <a:rPr lang="en-US" sz="1700" b="1" dirty="0" err="1">
                          <a:effectLst/>
                        </a:rPr>
                        <a:t>atau</a:t>
                      </a:r>
                      <a:r>
                        <a:rPr lang="en-US" sz="1700" b="0" spc="285" dirty="0">
                          <a:effectLst/>
                        </a:rPr>
                        <a:t> </a:t>
                      </a:r>
                      <a:r>
                        <a:rPr lang="en-US" sz="1700" b="0" dirty="0" err="1">
                          <a:effectLst/>
                        </a:rPr>
                        <a:t>dari</a:t>
                      </a:r>
                      <a:r>
                        <a:rPr lang="en-US" sz="1700" b="0" spc="-15" dirty="0">
                          <a:effectLst/>
                        </a:rPr>
                        <a:t> </a:t>
                      </a:r>
                      <a:r>
                        <a:rPr lang="en-US" sz="1700" b="0" dirty="0" err="1">
                          <a:effectLst/>
                        </a:rPr>
                        <a:t>tadi</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620073028"/>
                  </a:ext>
                </a:extLst>
              </a:tr>
              <a:tr h="397068">
                <a:tc>
                  <a:txBody>
                    <a:bodyPr/>
                    <a:lstStyle/>
                    <a:p>
                      <a:pPr marL="540385" indent="-180340" algn="ctr">
                        <a:lnSpc>
                          <a:spcPct val="150000"/>
                        </a:lnSpc>
                        <a:tabLst>
                          <a:tab pos="540385" algn="l"/>
                        </a:tabLst>
                      </a:pPr>
                      <a:r>
                        <a:rPr lang="en-US" sz="1700" b="0" dirty="0" err="1">
                          <a:effectLst/>
                        </a:rPr>
                        <a:t>Berdasarkan</a:t>
                      </a:r>
                      <a:r>
                        <a:rPr lang="en-US" sz="1700" b="0" spc="-30" dirty="0">
                          <a:effectLst/>
                        </a:rPr>
                        <a:t> </a:t>
                      </a:r>
                      <a:r>
                        <a:rPr lang="en-US" sz="1700" b="0" dirty="0">
                          <a:effectLst/>
                        </a:rPr>
                        <a:t>pada</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dirty="0" err="1">
                          <a:effectLst/>
                        </a:rPr>
                        <a:t>Berdasarkan</a:t>
                      </a:r>
                      <a:r>
                        <a:rPr lang="en-US" sz="1700" b="0" spc="275" dirty="0">
                          <a:effectLst/>
                        </a:rPr>
                        <a:t> </a:t>
                      </a:r>
                      <a:r>
                        <a:rPr lang="en-US" sz="1700" b="1" dirty="0" err="1">
                          <a:effectLst/>
                        </a:rPr>
                        <a:t>atau</a:t>
                      </a:r>
                      <a:r>
                        <a:rPr lang="en-US" sz="1700" b="0" spc="285" dirty="0">
                          <a:effectLst/>
                        </a:rPr>
                        <a:t> </a:t>
                      </a:r>
                      <a:r>
                        <a:rPr lang="en-US" sz="1700" b="0" dirty="0" err="1">
                          <a:effectLst/>
                        </a:rPr>
                        <a:t>berdasar</a:t>
                      </a:r>
                      <a:r>
                        <a:rPr lang="en-US" sz="1700" b="0" dirty="0">
                          <a:effectLst/>
                        </a:rPr>
                        <a:t> pada</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35737437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87" name="Google Shape;987;p91"/>
          <p:cNvSpPr txBox="1">
            <a:spLocks noGrp="1"/>
          </p:cNvSpPr>
          <p:nvPr>
            <p:ph type="title" idx="8"/>
          </p:nvPr>
        </p:nvSpPr>
        <p:spPr>
          <a:xfrm>
            <a:off x="745879" y="548127"/>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bg2"/>
                </a:solidFill>
              </a:rPr>
              <a:t>Kata Nonformal dan Kata Formal :</a:t>
            </a:r>
            <a:endParaRPr lang="id-ID" b="1" dirty="0">
              <a:solidFill>
                <a:schemeClr val="bg2"/>
              </a:solidFill>
            </a:endParaRPr>
          </a:p>
        </p:txBody>
      </p:sp>
      <p:grpSp>
        <p:nvGrpSpPr>
          <p:cNvPr id="988" name="Google Shape;988;p91"/>
          <p:cNvGrpSpPr/>
          <p:nvPr/>
        </p:nvGrpSpPr>
        <p:grpSpPr>
          <a:xfrm>
            <a:off x="2763803" y="4418302"/>
            <a:ext cx="3668151" cy="388650"/>
            <a:chOff x="2734524" y="2807175"/>
            <a:chExt cx="3668151" cy="388650"/>
          </a:xfrm>
        </p:grpSpPr>
        <p:pic>
          <p:nvPicPr>
            <p:cNvPr id="989" name="Google Shape;989;p91"/>
            <p:cNvPicPr preferRelativeResize="0"/>
            <p:nvPr/>
          </p:nvPicPr>
          <p:blipFill>
            <a:blip r:embed="rId3">
              <a:alphaModFix/>
            </a:blip>
            <a:stretch>
              <a:fillRect/>
            </a:stretch>
          </p:blipFill>
          <p:spPr>
            <a:xfrm>
              <a:off x="2734524" y="2807175"/>
              <a:ext cx="1635576" cy="388650"/>
            </a:xfrm>
            <a:prstGeom prst="rect">
              <a:avLst/>
            </a:prstGeom>
            <a:noFill/>
            <a:ln>
              <a:noFill/>
            </a:ln>
          </p:spPr>
        </p:pic>
        <p:pic>
          <p:nvPicPr>
            <p:cNvPr id="990" name="Google Shape;990;p91"/>
            <p:cNvPicPr preferRelativeResize="0"/>
            <p:nvPr/>
          </p:nvPicPr>
          <p:blipFill>
            <a:blip r:embed="rId3">
              <a:alphaModFix/>
            </a:blip>
            <a:stretch>
              <a:fillRect/>
            </a:stretch>
          </p:blipFill>
          <p:spPr>
            <a:xfrm flipH="1">
              <a:off x="4767099" y="2807175"/>
              <a:ext cx="1635576" cy="388650"/>
            </a:xfrm>
            <a:prstGeom prst="rect">
              <a:avLst/>
            </a:prstGeom>
            <a:noFill/>
            <a:ln>
              <a:noFill/>
            </a:ln>
          </p:spPr>
        </p:pic>
      </p:grpSp>
      <p:graphicFrame>
        <p:nvGraphicFramePr>
          <p:cNvPr id="2" name="Table 1">
            <a:extLst>
              <a:ext uri="{FF2B5EF4-FFF2-40B4-BE49-F238E27FC236}">
                <a16:creationId xmlns:a16="http://schemas.microsoft.com/office/drawing/2014/main" id="{A8183942-78F4-29A1-7ACA-651829F73962}"/>
              </a:ext>
            </a:extLst>
          </p:cNvPr>
          <p:cNvGraphicFramePr>
            <a:graphicFrameLocks noGrp="1"/>
          </p:cNvGraphicFramePr>
          <p:nvPr>
            <p:extLst>
              <p:ext uri="{D42A27DB-BD31-4B8C-83A1-F6EECF244321}">
                <p14:modId xmlns:p14="http://schemas.microsoft.com/office/powerpoint/2010/main" val="1669041937"/>
              </p:ext>
            </p:extLst>
          </p:nvPr>
        </p:nvGraphicFramePr>
        <p:xfrm>
          <a:off x="1798607" y="1717357"/>
          <a:ext cx="5598543" cy="1708785"/>
        </p:xfrm>
        <a:graphic>
          <a:graphicData uri="http://schemas.openxmlformats.org/drawingml/2006/table">
            <a:tbl>
              <a:tblPr firstRow="1" firstCol="1" lastRow="1" lastCol="1" bandRow="1" bandCol="1">
                <a:tableStyleId>{7E9639D4-E3E2-4D34-9284-5A2195B3D0D7}</a:tableStyleId>
              </a:tblPr>
              <a:tblGrid>
                <a:gridCol w="2579298">
                  <a:extLst>
                    <a:ext uri="{9D8B030D-6E8A-4147-A177-3AD203B41FA5}">
                      <a16:colId xmlns:a16="http://schemas.microsoft.com/office/drawing/2014/main" val="3468848147"/>
                    </a:ext>
                  </a:extLst>
                </a:gridCol>
                <a:gridCol w="3019245">
                  <a:extLst>
                    <a:ext uri="{9D8B030D-6E8A-4147-A177-3AD203B41FA5}">
                      <a16:colId xmlns:a16="http://schemas.microsoft.com/office/drawing/2014/main" val="2727256738"/>
                    </a:ext>
                  </a:extLst>
                </a:gridCol>
              </a:tblGrid>
              <a:tr h="244602">
                <a:tc>
                  <a:txBody>
                    <a:bodyPr/>
                    <a:lstStyle/>
                    <a:p>
                      <a:pPr marL="540385" indent="-180340" algn="ctr">
                        <a:lnSpc>
                          <a:spcPct val="150000"/>
                        </a:lnSpc>
                        <a:tabLst>
                          <a:tab pos="540385" algn="l"/>
                        </a:tabLst>
                      </a:pPr>
                      <a:r>
                        <a:rPr lang="en-US" sz="1700" b="1" dirty="0">
                          <a:effectLst/>
                        </a:rPr>
                        <a:t>TIDAK</a:t>
                      </a:r>
                      <a:r>
                        <a:rPr lang="en-US" sz="1700" b="1" spc="-25" dirty="0">
                          <a:effectLst/>
                        </a:rPr>
                        <a:t> </a:t>
                      </a:r>
                      <a:r>
                        <a:rPr lang="en-US" sz="1700" b="1" dirty="0">
                          <a:effectLst/>
                        </a:rPr>
                        <a:t>FORMAL</a:t>
                      </a:r>
                      <a:endParaRPr lang="id-ID" sz="17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marR="843915" indent="-180340" algn="ctr">
                        <a:lnSpc>
                          <a:spcPct val="150000"/>
                        </a:lnSpc>
                        <a:spcAft>
                          <a:spcPts val="0"/>
                        </a:spcAft>
                        <a:tabLst>
                          <a:tab pos="540385" algn="l"/>
                        </a:tabLst>
                      </a:pPr>
                      <a:r>
                        <a:rPr lang="en-US" sz="1700" b="1" dirty="0">
                          <a:effectLst/>
                        </a:rPr>
                        <a:t>FORMAL</a:t>
                      </a:r>
                      <a:endParaRPr lang="id-ID" sz="17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890881616"/>
                  </a:ext>
                </a:extLst>
              </a:tr>
              <a:tr h="156210">
                <a:tc>
                  <a:txBody>
                    <a:bodyPr/>
                    <a:lstStyle/>
                    <a:p>
                      <a:pPr marL="540385" indent="-180340" algn="ctr">
                        <a:lnSpc>
                          <a:spcPct val="150000"/>
                        </a:lnSpc>
                        <a:tabLst>
                          <a:tab pos="540385" algn="l"/>
                        </a:tabLst>
                      </a:pPr>
                      <a:r>
                        <a:rPr lang="en-US" sz="1700" b="0" i="0" u="none" dirty="0">
                          <a:effectLst/>
                        </a:rPr>
                        <a:t>Cuman,</a:t>
                      </a:r>
                      <a:r>
                        <a:rPr lang="en-US" sz="1700" b="0" i="0" u="none" spc="-15" dirty="0">
                          <a:effectLst/>
                        </a:rPr>
                        <a:t> </a:t>
                      </a:r>
                      <a:r>
                        <a:rPr lang="en-US" sz="1700" b="0" i="0" u="none" dirty="0" err="1">
                          <a:effectLst/>
                        </a:rPr>
                        <a:t>cuma</a:t>
                      </a:r>
                      <a:endParaRPr lang="id-ID" sz="1700" b="0" i="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449263" indent="-88900" algn="ctr">
                        <a:lnSpc>
                          <a:spcPct val="150000"/>
                        </a:lnSpc>
                        <a:tabLst>
                          <a:tab pos="540385" algn="l"/>
                        </a:tabLst>
                      </a:pPr>
                      <a:r>
                        <a:rPr lang="en-US" sz="1700" b="0" i="0" u="none" dirty="0" err="1">
                          <a:effectLst/>
                        </a:rPr>
                        <a:t>Hanya</a:t>
                      </a:r>
                      <a:endParaRPr lang="id-ID" sz="1700" b="0" i="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563449508"/>
                  </a:ext>
                </a:extLst>
              </a:tr>
              <a:tr h="151765">
                <a:tc>
                  <a:txBody>
                    <a:bodyPr/>
                    <a:lstStyle/>
                    <a:p>
                      <a:pPr marL="540385" indent="-180340" algn="ctr">
                        <a:lnSpc>
                          <a:spcPct val="150000"/>
                        </a:lnSpc>
                        <a:tabLst>
                          <a:tab pos="540385" algn="l"/>
                        </a:tabLst>
                      </a:pPr>
                      <a:r>
                        <a:rPr lang="en-US" sz="1700" b="0" i="0" u="none" dirty="0" err="1">
                          <a:effectLst/>
                        </a:rPr>
                        <a:t>Bilang</a:t>
                      </a:r>
                      <a:endParaRPr lang="id-ID" sz="1700" b="0" i="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i="0" u="none" dirty="0" err="1">
                          <a:effectLst/>
                        </a:rPr>
                        <a:t>Katakan</a:t>
                      </a:r>
                      <a:endParaRPr lang="id-ID" sz="1700" b="0" i="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787706758"/>
                  </a:ext>
                </a:extLst>
              </a:tr>
              <a:tr h="157480">
                <a:tc>
                  <a:txBody>
                    <a:bodyPr/>
                    <a:lstStyle/>
                    <a:p>
                      <a:pPr marL="540385" indent="-180340" algn="ctr">
                        <a:lnSpc>
                          <a:spcPct val="150000"/>
                        </a:lnSpc>
                        <a:tabLst>
                          <a:tab pos="540385" algn="l"/>
                        </a:tabLst>
                      </a:pPr>
                      <a:r>
                        <a:rPr lang="en-US" sz="1700" b="0" i="0" u="none" dirty="0" err="1">
                          <a:effectLst/>
                        </a:rPr>
                        <a:t>Ketimbang</a:t>
                      </a:r>
                      <a:endParaRPr lang="id-ID" sz="1700" b="0" i="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i="0" u="none" dirty="0" err="1">
                          <a:effectLst/>
                        </a:rPr>
                        <a:t>Dibandingkan</a:t>
                      </a:r>
                      <a:endParaRPr lang="id-ID" sz="1700" b="0" i="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29608806"/>
                  </a:ext>
                </a:extLst>
              </a:tr>
              <a:tr h="156210">
                <a:tc>
                  <a:txBody>
                    <a:bodyPr/>
                    <a:lstStyle/>
                    <a:p>
                      <a:pPr marL="540385" indent="-180340" algn="ctr">
                        <a:lnSpc>
                          <a:spcPct val="150000"/>
                        </a:lnSpc>
                        <a:tabLst>
                          <a:tab pos="540385" algn="l"/>
                        </a:tabLst>
                      </a:pPr>
                      <a:r>
                        <a:rPr lang="en-US" sz="1700" b="0" i="0" u="none" dirty="0" err="1">
                          <a:effectLst/>
                        </a:rPr>
                        <a:t>Mendingan</a:t>
                      </a:r>
                      <a:endParaRPr lang="id-ID" sz="1700" b="0" i="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i="0" u="none" dirty="0" err="1">
                          <a:effectLst/>
                        </a:rPr>
                        <a:t>Lebih</a:t>
                      </a:r>
                      <a:r>
                        <a:rPr lang="en-US" sz="1700" b="0" i="0" u="none" spc="-10" dirty="0">
                          <a:effectLst/>
                        </a:rPr>
                        <a:t> </a:t>
                      </a:r>
                      <a:r>
                        <a:rPr lang="en-US" sz="1700" b="0" i="0" u="none" dirty="0" err="1">
                          <a:effectLst/>
                        </a:rPr>
                        <a:t>baik</a:t>
                      </a:r>
                      <a:endParaRPr lang="id-ID" sz="1700" b="0" i="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104283108"/>
                  </a:ext>
                </a:extLst>
              </a:tr>
            </a:tbl>
          </a:graphicData>
        </a:graphic>
      </p:graphicFrame>
    </p:spTree>
    <p:extLst>
      <p:ext uri="{BB962C8B-B14F-4D97-AF65-F5344CB8AC3E}">
        <p14:creationId xmlns:p14="http://schemas.microsoft.com/office/powerpoint/2010/main" val="3675837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87" name="Google Shape;987;p91"/>
          <p:cNvSpPr txBox="1">
            <a:spLocks noGrp="1"/>
          </p:cNvSpPr>
          <p:nvPr>
            <p:ph type="title" idx="8"/>
          </p:nvPr>
        </p:nvSpPr>
        <p:spPr>
          <a:xfrm>
            <a:off x="745879" y="548127"/>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bg2"/>
                </a:solidFill>
              </a:rPr>
              <a:t>Kata Salah dan Kata </a:t>
            </a:r>
            <a:r>
              <a:rPr lang="en-US" b="1" dirty="0" err="1">
                <a:solidFill>
                  <a:schemeClr val="bg2"/>
                </a:solidFill>
              </a:rPr>
              <a:t>Benar</a:t>
            </a:r>
            <a:r>
              <a:rPr lang="en-US" b="1" dirty="0">
                <a:solidFill>
                  <a:schemeClr val="bg2"/>
                </a:solidFill>
              </a:rPr>
              <a:t> :</a:t>
            </a:r>
            <a:endParaRPr lang="id-ID" b="1" dirty="0">
              <a:solidFill>
                <a:schemeClr val="bg2"/>
              </a:solidFill>
            </a:endParaRPr>
          </a:p>
        </p:txBody>
      </p:sp>
      <p:grpSp>
        <p:nvGrpSpPr>
          <p:cNvPr id="988" name="Google Shape;988;p91"/>
          <p:cNvGrpSpPr/>
          <p:nvPr/>
        </p:nvGrpSpPr>
        <p:grpSpPr>
          <a:xfrm>
            <a:off x="2763803" y="4418302"/>
            <a:ext cx="3668151" cy="388650"/>
            <a:chOff x="2734524" y="2807175"/>
            <a:chExt cx="3668151" cy="388650"/>
          </a:xfrm>
        </p:grpSpPr>
        <p:pic>
          <p:nvPicPr>
            <p:cNvPr id="989" name="Google Shape;989;p91"/>
            <p:cNvPicPr preferRelativeResize="0"/>
            <p:nvPr/>
          </p:nvPicPr>
          <p:blipFill>
            <a:blip r:embed="rId3">
              <a:alphaModFix/>
            </a:blip>
            <a:stretch>
              <a:fillRect/>
            </a:stretch>
          </p:blipFill>
          <p:spPr>
            <a:xfrm>
              <a:off x="2734524" y="2807175"/>
              <a:ext cx="1635576" cy="388650"/>
            </a:xfrm>
            <a:prstGeom prst="rect">
              <a:avLst/>
            </a:prstGeom>
            <a:noFill/>
            <a:ln>
              <a:noFill/>
            </a:ln>
          </p:spPr>
        </p:pic>
        <p:pic>
          <p:nvPicPr>
            <p:cNvPr id="990" name="Google Shape;990;p91"/>
            <p:cNvPicPr preferRelativeResize="0"/>
            <p:nvPr/>
          </p:nvPicPr>
          <p:blipFill>
            <a:blip r:embed="rId3">
              <a:alphaModFix/>
            </a:blip>
            <a:stretch>
              <a:fillRect/>
            </a:stretch>
          </p:blipFill>
          <p:spPr>
            <a:xfrm flipH="1">
              <a:off x="4767099" y="2807175"/>
              <a:ext cx="1635576" cy="388650"/>
            </a:xfrm>
            <a:prstGeom prst="rect">
              <a:avLst/>
            </a:prstGeom>
            <a:noFill/>
            <a:ln>
              <a:noFill/>
            </a:ln>
          </p:spPr>
        </p:pic>
      </p:grpSp>
      <p:graphicFrame>
        <p:nvGraphicFramePr>
          <p:cNvPr id="3" name="Table 2">
            <a:extLst>
              <a:ext uri="{FF2B5EF4-FFF2-40B4-BE49-F238E27FC236}">
                <a16:creationId xmlns:a16="http://schemas.microsoft.com/office/drawing/2014/main" id="{829BBB4F-9086-6D27-8BB2-4EF19DC4D7AF}"/>
              </a:ext>
            </a:extLst>
          </p:cNvPr>
          <p:cNvGraphicFramePr>
            <a:graphicFrameLocks noGrp="1"/>
          </p:cNvGraphicFramePr>
          <p:nvPr>
            <p:extLst>
              <p:ext uri="{D42A27DB-BD31-4B8C-83A1-F6EECF244321}">
                <p14:modId xmlns:p14="http://schemas.microsoft.com/office/powerpoint/2010/main" val="183936235"/>
              </p:ext>
            </p:extLst>
          </p:nvPr>
        </p:nvGraphicFramePr>
        <p:xfrm>
          <a:off x="2246608" y="1744293"/>
          <a:ext cx="4702541" cy="2050542"/>
        </p:xfrm>
        <a:graphic>
          <a:graphicData uri="http://schemas.openxmlformats.org/drawingml/2006/table">
            <a:tbl>
              <a:tblPr firstRow="1" firstCol="1" lastRow="1" lastCol="1" bandRow="1" bandCol="1">
                <a:tableStyleId>{7E9639D4-E3E2-4D34-9284-5A2195B3D0D7}</a:tableStyleId>
              </a:tblPr>
              <a:tblGrid>
                <a:gridCol w="2329132">
                  <a:extLst>
                    <a:ext uri="{9D8B030D-6E8A-4147-A177-3AD203B41FA5}">
                      <a16:colId xmlns:a16="http://schemas.microsoft.com/office/drawing/2014/main" val="3343349628"/>
                    </a:ext>
                  </a:extLst>
                </a:gridCol>
                <a:gridCol w="2373409">
                  <a:extLst>
                    <a:ext uri="{9D8B030D-6E8A-4147-A177-3AD203B41FA5}">
                      <a16:colId xmlns:a16="http://schemas.microsoft.com/office/drawing/2014/main" val="1069725390"/>
                    </a:ext>
                  </a:extLst>
                </a:gridCol>
              </a:tblGrid>
              <a:tr h="158115">
                <a:tc>
                  <a:txBody>
                    <a:bodyPr/>
                    <a:lstStyle/>
                    <a:p>
                      <a:pPr marL="540385" marR="901700" indent="-180340" algn="ctr">
                        <a:lnSpc>
                          <a:spcPct val="150000"/>
                        </a:lnSpc>
                        <a:spcAft>
                          <a:spcPts val="0"/>
                        </a:spcAft>
                        <a:tabLst>
                          <a:tab pos="540385" algn="l"/>
                        </a:tabLst>
                      </a:pPr>
                      <a:r>
                        <a:rPr lang="en-US" sz="1700" dirty="0">
                          <a:effectLst/>
                        </a:rPr>
                        <a:t>SALAH</a:t>
                      </a:r>
                      <a:endParaRPr lang="id-ID"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marR="925830" indent="-180340" algn="ctr">
                        <a:lnSpc>
                          <a:spcPct val="150000"/>
                        </a:lnSpc>
                        <a:spcAft>
                          <a:spcPts val="0"/>
                        </a:spcAft>
                        <a:tabLst>
                          <a:tab pos="540385" algn="l"/>
                        </a:tabLst>
                      </a:pPr>
                      <a:r>
                        <a:rPr lang="en-US" sz="1700" dirty="0">
                          <a:effectLst/>
                        </a:rPr>
                        <a:t>BENAR</a:t>
                      </a:r>
                      <a:endParaRPr lang="id-ID"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517549557"/>
                  </a:ext>
                </a:extLst>
              </a:tr>
              <a:tr h="157480">
                <a:tc>
                  <a:txBody>
                    <a:bodyPr/>
                    <a:lstStyle/>
                    <a:p>
                      <a:pPr marL="540385" indent="-180340" algn="ctr">
                        <a:lnSpc>
                          <a:spcPct val="150000"/>
                        </a:lnSpc>
                        <a:tabLst>
                          <a:tab pos="540385" algn="l"/>
                        </a:tabLst>
                      </a:pPr>
                      <a:r>
                        <a:rPr lang="en-US" sz="1700" b="0" dirty="0" err="1">
                          <a:effectLst/>
                        </a:rPr>
                        <a:t>Terdiri</a:t>
                      </a:r>
                      <a:r>
                        <a:rPr lang="en-US" sz="1700" b="0" spc="-15" dirty="0">
                          <a:effectLst/>
                        </a:rPr>
                        <a:t> </a:t>
                      </a:r>
                      <a:r>
                        <a:rPr lang="en-US" sz="1700" b="0" dirty="0" err="1">
                          <a:effectLst/>
                        </a:rPr>
                        <a:t>dari</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dirty="0" err="1">
                          <a:effectLst/>
                        </a:rPr>
                        <a:t>Terdiri</a:t>
                      </a:r>
                      <a:r>
                        <a:rPr lang="en-US" sz="1700" b="0" spc="-20" dirty="0">
                          <a:effectLst/>
                        </a:rPr>
                        <a:t> </a:t>
                      </a:r>
                      <a:r>
                        <a:rPr lang="en-US" sz="1700" b="0" dirty="0" err="1">
                          <a:effectLst/>
                        </a:rPr>
                        <a:t>atas</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719543867"/>
                  </a:ext>
                </a:extLst>
              </a:tr>
              <a:tr h="157480">
                <a:tc>
                  <a:txBody>
                    <a:bodyPr/>
                    <a:lstStyle/>
                    <a:p>
                      <a:pPr marL="540385" indent="-180340" algn="ctr">
                        <a:lnSpc>
                          <a:spcPct val="150000"/>
                        </a:lnSpc>
                        <a:tabLst>
                          <a:tab pos="540385" algn="l"/>
                        </a:tabLst>
                      </a:pPr>
                      <a:r>
                        <a:rPr lang="en-US" sz="1700" b="0" dirty="0" err="1">
                          <a:effectLst/>
                        </a:rPr>
                        <a:t>Tergantung</a:t>
                      </a:r>
                      <a:r>
                        <a:rPr lang="en-US" sz="1700" b="0" spc="-30" dirty="0">
                          <a:effectLst/>
                        </a:rPr>
                        <a:t> </a:t>
                      </a:r>
                      <a:r>
                        <a:rPr lang="en-US" sz="1700" b="0" dirty="0" err="1">
                          <a:effectLst/>
                        </a:rPr>
                        <a:t>dari</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dirty="0" err="1">
                          <a:effectLst/>
                        </a:rPr>
                        <a:t>Bergantung</a:t>
                      </a:r>
                      <a:r>
                        <a:rPr lang="en-US" sz="1700" b="0" spc="-15" dirty="0">
                          <a:effectLst/>
                        </a:rPr>
                        <a:t> </a:t>
                      </a:r>
                      <a:r>
                        <a:rPr lang="en-US" sz="1700" b="0" dirty="0">
                          <a:effectLst/>
                        </a:rPr>
                        <a:t>pada</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96653117"/>
                  </a:ext>
                </a:extLst>
              </a:tr>
              <a:tr h="158115">
                <a:tc>
                  <a:txBody>
                    <a:bodyPr/>
                    <a:lstStyle/>
                    <a:p>
                      <a:pPr marL="540385" indent="-180340" algn="ctr">
                        <a:lnSpc>
                          <a:spcPct val="150000"/>
                        </a:lnSpc>
                        <a:tabLst>
                          <a:tab pos="540385" algn="l"/>
                        </a:tabLst>
                      </a:pPr>
                      <a:r>
                        <a:rPr lang="en-US" sz="1700" b="0" dirty="0" err="1">
                          <a:effectLst/>
                        </a:rPr>
                        <a:t>Teringat</a:t>
                      </a:r>
                      <a:r>
                        <a:rPr lang="en-US" sz="1700" b="0" spc="-15" dirty="0">
                          <a:effectLst/>
                        </a:rPr>
                        <a:t> </a:t>
                      </a:r>
                      <a:r>
                        <a:rPr lang="en-US" sz="1700" b="0" dirty="0">
                          <a:effectLst/>
                        </a:rPr>
                        <a:t>pada</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dirty="0" err="1">
                          <a:effectLst/>
                        </a:rPr>
                        <a:t>Teringat</a:t>
                      </a:r>
                      <a:r>
                        <a:rPr lang="en-US" sz="1700" b="0" spc="-20" dirty="0">
                          <a:effectLst/>
                        </a:rPr>
                        <a:t> </a:t>
                      </a:r>
                      <a:r>
                        <a:rPr lang="en-US" sz="1700" b="0" dirty="0" err="1">
                          <a:effectLst/>
                        </a:rPr>
                        <a:t>akan</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299329741"/>
                  </a:ext>
                </a:extLst>
              </a:tr>
              <a:tr h="158115">
                <a:tc>
                  <a:txBody>
                    <a:bodyPr/>
                    <a:lstStyle/>
                    <a:p>
                      <a:pPr marL="540385" indent="-180340" algn="ctr">
                        <a:lnSpc>
                          <a:spcPct val="150000"/>
                        </a:lnSpc>
                        <a:tabLst>
                          <a:tab pos="540385" algn="l"/>
                        </a:tabLst>
                      </a:pPr>
                      <a:r>
                        <a:rPr lang="en-US" sz="1700" b="0" dirty="0" err="1">
                          <a:effectLst/>
                        </a:rPr>
                        <a:t>Berbeda</a:t>
                      </a:r>
                      <a:r>
                        <a:rPr lang="en-US" sz="1700" b="0" spc="-35" dirty="0">
                          <a:effectLst/>
                        </a:rPr>
                        <a:t> </a:t>
                      </a:r>
                      <a:r>
                        <a:rPr lang="en-US" sz="1700" b="0" dirty="0" err="1">
                          <a:effectLst/>
                        </a:rPr>
                        <a:t>dengan</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dirty="0" err="1">
                          <a:effectLst/>
                        </a:rPr>
                        <a:t>Berbeda</a:t>
                      </a:r>
                      <a:r>
                        <a:rPr lang="en-US" sz="1700" b="0" spc="-30" dirty="0">
                          <a:effectLst/>
                        </a:rPr>
                        <a:t> </a:t>
                      </a:r>
                      <a:r>
                        <a:rPr lang="en-US" sz="1700" b="0" dirty="0" err="1">
                          <a:effectLst/>
                        </a:rPr>
                        <a:t>dari</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788578454"/>
                  </a:ext>
                </a:extLst>
              </a:tr>
              <a:tr h="157480">
                <a:tc>
                  <a:txBody>
                    <a:bodyPr/>
                    <a:lstStyle/>
                    <a:p>
                      <a:pPr marL="540385" indent="-180340" algn="ctr">
                        <a:lnSpc>
                          <a:spcPct val="150000"/>
                        </a:lnSpc>
                        <a:tabLst>
                          <a:tab pos="540385" algn="l"/>
                        </a:tabLst>
                      </a:pPr>
                      <a:r>
                        <a:rPr lang="en-US" sz="1700" b="0" dirty="0" err="1">
                          <a:effectLst/>
                        </a:rPr>
                        <a:t>Sesuai</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dirty="0" err="1">
                          <a:effectLst/>
                        </a:rPr>
                        <a:t>Sesuai</a:t>
                      </a:r>
                      <a:r>
                        <a:rPr lang="en-US" sz="1700" b="0" spc="-20" dirty="0">
                          <a:effectLst/>
                        </a:rPr>
                        <a:t> </a:t>
                      </a:r>
                      <a:r>
                        <a:rPr lang="en-US" sz="1700" b="0" dirty="0" err="1">
                          <a:effectLst/>
                        </a:rPr>
                        <a:t>dengan</a:t>
                      </a:r>
                      <a:endParaRPr lang="id-ID" sz="17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028013189"/>
                  </a:ext>
                </a:extLst>
              </a:tr>
            </a:tbl>
          </a:graphicData>
        </a:graphic>
      </p:graphicFrame>
    </p:spTree>
    <p:extLst>
      <p:ext uri="{BB962C8B-B14F-4D97-AF65-F5344CB8AC3E}">
        <p14:creationId xmlns:p14="http://schemas.microsoft.com/office/powerpoint/2010/main" val="16246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87" name="Google Shape;987;p91"/>
          <p:cNvSpPr txBox="1">
            <a:spLocks noGrp="1"/>
          </p:cNvSpPr>
          <p:nvPr>
            <p:ph type="title" idx="8"/>
          </p:nvPr>
        </p:nvSpPr>
        <p:spPr>
          <a:xfrm>
            <a:off x="745879" y="548127"/>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bg2"/>
                </a:solidFill>
              </a:rPr>
              <a:t>Kata </a:t>
            </a:r>
            <a:r>
              <a:rPr lang="en-US" b="1" dirty="0" err="1">
                <a:solidFill>
                  <a:schemeClr val="bg2"/>
                </a:solidFill>
              </a:rPr>
              <a:t>Tidak</a:t>
            </a:r>
            <a:r>
              <a:rPr lang="en-US" b="1" dirty="0">
                <a:solidFill>
                  <a:schemeClr val="bg2"/>
                </a:solidFill>
              </a:rPr>
              <a:t> </a:t>
            </a:r>
            <a:r>
              <a:rPr lang="en-US" b="1" dirty="0" err="1">
                <a:solidFill>
                  <a:schemeClr val="bg2"/>
                </a:solidFill>
              </a:rPr>
              <a:t>Lugas</a:t>
            </a:r>
            <a:r>
              <a:rPr lang="en-US" b="1" dirty="0">
                <a:solidFill>
                  <a:schemeClr val="bg2"/>
                </a:solidFill>
              </a:rPr>
              <a:t> dan Kata </a:t>
            </a:r>
            <a:r>
              <a:rPr lang="en-US" b="1" dirty="0" err="1">
                <a:solidFill>
                  <a:schemeClr val="bg2"/>
                </a:solidFill>
              </a:rPr>
              <a:t>Lugas</a:t>
            </a:r>
            <a:r>
              <a:rPr lang="en-US" b="1" dirty="0">
                <a:solidFill>
                  <a:schemeClr val="bg2"/>
                </a:solidFill>
              </a:rPr>
              <a:t> :</a:t>
            </a:r>
            <a:endParaRPr lang="id-ID" b="1" dirty="0">
              <a:solidFill>
                <a:schemeClr val="bg2"/>
              </a:solidFill>
            </a:endParaRPr>
          </a:p>
        </p:txBody>
      </p:sp>
      <p:grpSp>
        <p:nvGrpSpPr>
          <p:cNvPr id="988" name="Google Shape;988;p91"/>
          <p:cNvGrpSpPr/>
          <p:nvPr/>
        </p:nvGrpSpPr>
        <p:grpSpPr>
          <a:xfrm>
            <a:off x="2763803" y="4418302"/>
            <a:ext cx="3668151" cy="388650"/>
            <a:chOff x="2734524" y="2807175"/>
            <a:chExt cx="3668151" cy="388650"/>
          </a:xfrm>
        </p:grpSpPr>
        <p:pic>
          <p:nvPicPr>
            <p:cNvPr id="989" name="Google Shape;989;p91"/>
            <p:cNvPicPr preferRelativeResize="0"/>
            <p:nvPr/>
          </p:nvPicPr>
          <p:blipFill>
            <a:blip r:embed="rId3">
              <a:alphaModFix/>
            </a:blip>
            <a:stretch>
              <a:fillRect/>
            </a:stretch>
          </p:blipFill>
          <p:spPr>
            <a:xfrm>
              <a:off x="2734524" y="2807175"/>
              <a:ext cx="1635576" cy="388650"/>
            </a:xfrm>
            <a:prstGeom prst="rect">
              <a:avLst/>
            </a:prstGeom>
            <a:noFill/>
            <a:ln>
              <a:noFill/>
            </a:ln>
          </p:spPr>
        </p:pic>
        <p:pic>
          <p:nvPicPr>
            <p:cNvPr id="990" name="Google Shape;990;p91"/>
            <p:cNvPicPr preferRelativeResize="0"/>
            <p:nvPr/>
          </p:nvPicPr>
          <p:blipFill>
            <a:blip r:embed="rId3">
              <a:alphaModFix/>
            </a:blip>
            <a:stretch>
              <a:fillRect/>
            </a:stretch>
          </p:blipFill>
          <p:spPr>
            <a:xfrm flipH="1">
              <a:off x="4767099" y="2807175"/>
              <a:ext cx="1635576" cy="388650"/>
            </a:xfrm>
            <a:prstGeom prst="rect">
              <a:avLst/>
            </a:prstGeom>
            <a:noFill/>
            <a:ln>
              <a:noFill/>
            </a:ln>
          </p:spPr>
        </p:pic>
      </p:grpSp>
      <p:graphicFrame>
        <p:nvGraphicFramePr>
          <p:cNvPr id="2" name="Table 1">
            <a:extLst>
              <a:ext uri="{FF2B5EF4-FFF2-40B4-BE49-F238E27FC236}">
                <a16:creationId xmlns:a16="http://schemas.microsoft.com/office/drawing/2014/main" id="{446DDFA6-08A2-C50D-3FEE-6E6A4F458C53}"/>
              </a:ext>
            </a:extLst>
          </p:cNvPr>
          <p:cNvGraphicFramePr>
            <a:graphicFrameLocks noGrp="1"/>
          </p:cNvGraphicFramePr>
          <p:nvPr>
            <p:extLst>
              <p:ext uri="{D42A27DB-BD31-4B8C-83A1-F6EECF244321}">
                <p14:modId xmlns:p14="http://schemas.microsoft.com/office/powerpoint/2010/main" val="3612902014"/>
              </p:ext>
            </p:extLst>
          </p:nvPr>
        </p:nvGraphicFramePr>
        <p:xfrm>
          <a:off x="1155939" y="1717357"/>
          <a:ext cx="6832122" cy="1708785"/>
        </p:xfrm>
        <a:graphic>
          <a:graphicData uri="http://schemas.openxmlformats.org/drawingml/2006/table">
            <a:tbl>
              <a:tblPr firstRow="1" firstCol="1" lastRow="1" lastCol="1" bandRow="1" bandCol="1">
                <a:tableStyleId>{7E9639D4-E3E2-4D34-9284-5A2195B3D0D7}</a:tableStyleId>
              </a:tblPr>
              <a:tblGrid>
                <a:gridCol w="3583915">
                  <a:extLst>
                    <a:ext uri="{9D8B030D-6E8A-4147-A177-3AD203B41FA5}">
                      <a16:colId xmlns:a16="http://schemas.microsoft.com/office/drawing/2014/main" val="1811669357"/>
                    </a:ext>
                  </a:extLst>
                </a:gridCol>
                <a:gridCol w="3248207">
                  <a:extLst>
                    <a:ext uri="{9D8B030D-6E8A-4147-A177-3AD203B41FA5}">
                      <a16:colId xmlns:a16="http://schemas.microsoft.com/office/drawing/2014/main" val="3967510423"/>
                    </a:ext>
                  </a:extLst>
                </a:gridCol>
              </a:tblGrid>
              <a:tr h="203200">
                <a:tc>
                  <a:txBody>
                    <a:bodyPr/>
                    <a:lstStyle/>
                    <a:p>
                      <a:pPr marL="540385" indent="-180340" algn="ctr">
                        <a:lnSpc>
                          <a:spcPct val="150000"/>
                        </a:lnSpc>
                        <a:spcBef>
                          <a:spcPts val="35"/>
                        </a:spcBef>
                        <a:spcAft>
                          <a:spcPts val="0"/>
                        </a:spcAft>
                        <a:tabLst>
                          <a:tab pos="540385" algn="l"/>
                        </a:tabLst>
                      </a:pPr>
                      <a:r>
                        <a:rPr lang="en-US" sz="1700" dirty="0">
                          <a:effectLst/>
                        </a:rPr>
                        <a:t>TIDAK</a:t>
                      </a:r>
                      <a:r>
                        <a:rPr lang="en-US" sz="1700" spc="-40" dirty="0">
                          <a:effectLst/>
                        </a:rPr>
                        <a:t> </a:t>
                      </a:r>
                      <a:r>
                        <a:rPr lang="en-US" sz="1700" dirty="0">
                          <a:effectLst/>
                        </a:rPr>
                        <a:t>LUGAS</a:t>
                      </a:r>
                      <a:endParaRPr lang="id-ID"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marR="937895" indent="-180340" algn="ctr">
                        <a:lnSpc>
                          <a:spcPct val="150000"/>
                        </a:lnSpc>
                        <a:spcBef>
                          <a:spcPts val="35"/>
                        </a:spcBef>
                        <a:spcAft>
                          <a:spcPts val="0"/>
                        </a:spcAft>
                        <a:tabLst>
                          <a:tab pos="540385" algn="l"/>
                        </a:tabLst>
                      </a:pPr>
                      <a:r>
                        <a:rPr lang="en-US" sz="1700" dirty="0">
                          <a:effectLst/>
                        </a:rPr>
                        <a:t>LUGAS</a:t>
                      </a:r>
                      <a:endParaRPr lang="id-ID"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865763039"/>
                  </a:ext>
                </a:extLst>
              </a:tr>
              <a:tr h="160655">
                <a:tc>
                  <a:txBody>
                    <a:bodyPr/>
                    <a:lstStyle/>
                    <a:p>
                      <a:pPr marL="540385" indent="-180340" algn="ctr">
                        <a:lnSpc>
                          <a:spcPct val="150000"/>
                        </a:lnSpc>
                        <a:tabLst>
                          <a:tab pos="540385" algn="l"/>
                        </a:tabLst>
                      </a:pPr>
                      <a:r>
                        <a:rPr lang="en-US" sz="1700" b="0" u="none" dirty="0" err="1">
                          <a:effectLst/>
                        </a:rPr>
                        <a:t>Memberikan</a:t>
                      </a:r>
                      <a:r>
                        <a:rPr lang="en-US" sz="1700" b="0" u="none" spc="-25" dirty="0">
                          <a:effectLst/>
                        </a:rPr>
                        <a:t> </a:t>
                      </a:r>
                      <a:r>
                        <a:rPr lang="en-US" sz="1700" b="0" u="none" dirty="0" err="1">
                          <a:effectLst/>
                        </a:rPr>
                        <a:t>penjelasan</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u="none" dirty="0" err="1">
                          <a:effectLst/>
                        </a:rPr>
                        <a:t>Menjelaskan</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15093273"/>
                  </a:ext>
                </a:extLst>
              </a:tr>
              <a:tr h="156210">
                <a:tc>
                  <a:txBody>
                    <a:bodyPr/>
                    <a:lstStyle/>
                    <a:p>
                      <a:pPr marL="540385" indent="-180340" algn="ctr">
                        <a:lnSpc>
                          <a:spcPct val="150000"/>
                        </a:lnSpc>
                        <a:tabLst>
                          <a:tab pos="540385" algn="l"/>
                        </a:tabLst>
                      </a:pPr>
                      <a:r>
                        <a:rPr lang="en-US" sz="1700" b="0" u="none" dirty="0" err="1">
                          <a:effectLst/>
                        </a:rPr>
                        <a:t>Sepanjang</a:t>
                      </a:r>
                      <a:r>
                        <a:rPr lang="en-US" sz="1700" b="0" u="none" spc="-25" dirty="0">
                          <a:effectLst/>
                        </a:rPr>
                        <a:t> </a:t>
                      </a:r>
                      <a:r>
                        <a:rPr lang="en-US" sz="1700" b="0" u="none" dirty="0" err="1">
                          <a:effectLst/>
                        </a:rPr>
                        <a:t>pengetahuan</a:t>
                      </a:r>
                      <a:r>
                        <a:rPr lang="en-US" sz="1700" b="0" u="none" spc="-45" dirty="0">
                          <a:effectLst/>
                        </a:rPr>
                        <a:t> </a:t>
                      </a:r>
                      <a:r>
                        <a:rPr lang="en-US" sz="1700" b="0" u="none" dirty="0" err="1">
                          <a:effectLst/>
                        </a:rPr>
                        <a:t>saya</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u="none" dirty="0" err="1">
                          <a:effectLst/>
                        </a:rPr>
                        <a:t>Setahu</a:t>
                      </a:r>
                      <a:r>
                        <a:rPr lang="en-US" sz="1700" b="0" u="none" spc="-30" dirty="0">
                          <a:effectLst/>
                        </a:rPr>
                        <a:t> </a:t>
                      </a:r>
                      <a:r>
                        <a:rPr lang="en-US" sz="1700" b="0" u="none" dirty="0" err="1">
                          <a:effectLst/>
                        </a:rPr>
                        <a:t>saya</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772087480"/>
                  </a:ext>
                </a:extLst>
              </a:tr>
              <a:tr h="158115">
                <a:tc>
                  <a:txBody>
                    <a:bodyPr/>
                    <a:lstStyle/>
                    <a:p>
                      <a:pPr marL="540385" indent="-180340" algn="ctr">
                        <a:lnSpc>
                          <a:spcPct val="150000"/>
                        </a:lnSpc>
                        <a:tabLst>
                          <a:tab pos="540385" algn="l"/>
                        </a:tabLst>
                      </a:pPr>
                      <a:r>
                        <a:rPr lang="en-US" sz="1700" b="0" u="none" dirty="0" err="1">
                          <a:effectLst/>
                        </a:rPr>
                        <a:t>Mengadakan</a:t>
                      </a:r>
                      <a:r>
                        <a:rPr lang="en-US" sz="1700" b="0" u="none" spc="-35" dirty="0">
                          <a:effectLst/>
                        </a:rPr>
                        <a:t> </a:t>
                      </a:r>
                      <a:r>
                        <a:rPr lang="en-US" sz="1700" b="0" u="none" dirty="0" err="1">
                          <a:effectLst/>
                        </a:rPr>
                        <a:t>pendekatan</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u="none" dirty="0" err="1">
                          <a:effectLst/>
                        </a:rPr>
                        <a:t>Mendekati</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882895004"/>
                  </a:ext>
                </a:extLst>
              </a:tr>
              <a:tr h="156210">
                <a:tc>
                  <a:txBody>
                    <a:bodyPr/>
                    <a:lstStyle/>
                    <a:p>
                      <a:pPr marL="540385" indent="-180340" algn="ctr">
                        <a:lnSpc>
                          <a:spcPct val="150000"/>
                        </a:lnSpc>
                        <a:tabLst>
                          <a:tab pos="540385" algn="l"/>
                        </a:tabLst>
                      </a:pPr>
                      <a:r>
                        <a:rPr lang="en-US" sz="1700" b="0" u="none" dirty="0" err="1">
                          <a:effectLst/>
                        </a:rPr>
                        <a:t>Mengambil</a:t>
                      </a:r>
                      <a:r>
                        <a:rPr lang="en-US" sz="1700" b="0" u="none" spc="-25" dirty="0">
                          <a:effectLst/>
                        </a:rPr>
                        <a:t> </a:t>
                      </a:r>
                      <a:r>
                        <a:rPr lang="en-US" sz="1700" b="0" u="none" dirty="0" err="1">
                          <a:effectLst/>
                        </a:rPr>
                        <a:t>keputusan</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u="none" dirty="0" err="1">
                          <a:effectLst/>
                        </a:rPr>
                        <a:t>Memutuskan</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677683463"/>
                  </a:ext>
                </a:extLst>
              </a:tr>
            </a:tbl>
          </a:graphicData>
        </a:graphic>
      </p:graphicFrame>
    </p:spTree>
    <p:extLst>
      <p:ext uri="{BB962C8B-B14F-4D97-AF65-F5344CB8AC3E}">
        <p14:creationId xmlns:p14="http://schemas.microsoft.com/office/powerpoint/2010/main" val="4213822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87" name="Google Shape;987;p91"/>
          <p:cNvSpPr txBox="1">
            <a:spLocks noGrp="1"/>
          </p:cNvSpPr>
          <p:nvPr>
            <p:ph type="title" idx="8"/>
          </p:nvPr>
        </p:nvSpPr>
        <p:spPr>
          <a:xfrm>
            <a:off x="745879" y="548127"/>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bg2"/>
                </a:solidFill>
              </a:rPr>
              <a:t>Kata </a:t>
            </a:r>
            <a:r>
              <a:rPr lang="en-US" b="1" dirty="0" err="1">
                <a:solidFill>
                  <a:schemeClr val="bg2"/>
                </a:solidFill>
              </a:rPr>
              <a:t>Umum</a:t>
            </a:r>
            <a:r>
              <a:rPr lang="en-US" b="1" dirty="0">
                <a:solidFill>
                  <a:schemeClr val="bg2"/>
                </a:solidFill>
              </a:rPr>
              <a:t> dan Kata </a:t>
            </a:r>
            <a:r>
              <a:rPr lang="en-US" b="1" dirty="0" err="1">
                <a:solidFill>
                  <a:schemeClr val="bg2"/>
                </a:solidFill>
              </a:rPr>
              <a:t>Khusus</a:t>
            </a:r>
            <a:r>
              <a:rPr lang="en-US" b="1" dirty="0">
                <a:solidFill>
                  <a:schemeClr val="bg2"/>
                </a:solidFill>
              </a:rPr>
              <a:t> :</a:t>
            </a:r>
            <a:endParaRPr lang="id-ID" b="1" dirty="0">
              <a:solidFill>
                <a:schemeClr val="bg2"/>
              </a:solidFill>
            </a:endParaRPr>
          </a:p>
        </p:txBody>
      </p:sp>
      <p:grpSp>
        <p:nvGrpSpPr>
          <p:cNvPr id="988" name="Google Shape;988;p91"/>
          <p:cNvGrpSpPr/>
          <p:nvPr/>
        </p:nvGrpSpPr>
        <p:grpSpPr>
          <a:xfrm>
            <a:off x="2763803" y="4418302"/>
            <a:ext cx="3668151" cy="388650"/>
            <a:chOff x="2734524" y="2807175"/>
            <a:chExt cx="3668151" cy="388650"/>
          </a:xfrm>
        </p:grpSpPr>
        <p:pic>
          <p:nvPicPr>
            <p:cNvPr id="989" name="Google Shape;989;p91"/>
            <p:cNvPicPr preferRelativeResize="0"/>
            <p:nvPr/>
          </p:nvPicPr>
          <p:blipFill>
            <a:blip r:embed="rId3">
              <a:alphaModFix/>
            </a:blip>
            <a:stretch>
              <a:fillRect/>
            </a:stretch>
          </p:blipFill>
          <p:spPr>
            <a:xfrm>
              <a:off x="2734524" y="2807175"/>
              <a:ext cx="1635576" cy="388650"/>
            </a:xfrm>
            <a:prstGeom prst="rect">
              <a:avLst/>
            </a:prstGeom>
            <a:noFill/>
            <a:ln>
              <a:noFill/>
            </a:ln>
          </p:spPr>
        </p:pic>
        <p:pic>
          <p:nvPicPr>
            <p:cNvPr id="990" name="Google Shape;990;p91"/>
            <p:cNvPicPr preferRelativeResize="0"/>
            <p:nvPr/>
          </p:nvPicPr>
          <p:blipFill>
            <a:blip r:embed="rId3">
              <a:alphaModFix/>
            </a:blip>
            <a:stretch>
              <a:fillRect/>
            </a:stretch>
          </p:blipFill>
          <p:spPr>
            <a:xfrm flipH="1">
              <a:off x="4767099" y="2807175"/>
              <a:ext cx="1635576" cy="388650"/>
            </a:xfrm>
            <a:prstGeom prst="rect">
              <a:avLst/>
            </a:prstGeom>
            <a:noFill/>
            <a:ln>
              <a:noFill/>
            </a:ln>
          </p:spPr>
        </p:pic>
      </p:grpSp>
      <p:graphicFrame>
        <p:nvGraphicFramePr>
          <p:cNvPr id="4" name="Table 3">
            <a:extLst>
              <a:ext uri="{FF2B5EF4-FFF2-40B4-BE49-F238E27FC236}">
                <a16:creationId xmlns:a16="http://schemas.microsoft.com/office/drawing/2014/main" id="{30A410F7-D729-7977-417F-5B2ECDF3C885}"/>
              </a:ext>
            </a:extLst>
          </p:cNvPr>
          <p:cNvGraphicFramePr>
            <a:graphicFrameLocks noGrp="1"/>
          </p:cNvGraphicFramePr>
          <p:nvPr>
            <p:extLst>
              <p:ext uri="{D42A27DB-BD31-4B8C-83A1-F6EECF244321}">
                <p14:modId xmlns:p14="http://schemas.microsoft.com/office/powerpoint/2010/main" val="3639979218"/>
              </p:ext>
            </p:extLst>
          </p:nvPr>
        </p:nvGraphicFramePr>
        <p:xfrm>
          <a:off x="445191" y="1896174"/>
          <a:ext cx="7908375" cy="1746781"/>
        </p:xfrm>
        <a:graphic>
          <a:graphicData uri="http://schemas.openxmlformats.org/drawingml/2006/table">
            <a:tbl>
              <a:tblPr firstRow="1" firstCol="1" lastRow="1" lastCol="1" bandRow="1" bandCol="1">
                <a:tableStyleId>{7E9639D4-E3E2-4D34-9284-5A2195B3D0D7}</a:tableStyleId>
              </a:tblPr>
              <a:tblGrid>
                <a:gridCol w="2059666">
                  <a:extLst>
                    <a:ext uri="{9D8B030D-6E8A-4147-A177-3AD203B41FA5}">
                      <a16:colId xmlns:a16="http://schemas.microsoft.com/office/drawing/2014/main" val="255653612"/>
                    </a:ext>
                  </a:extLst>
                </a:gridCol>
                <a:gridCol w="5848709">
                  <a:extLst>
                    <a:ext uri="{9D8B030D-6E8A-4147-A177-3AD203B41FA5}">
                      <a16:colId xmlns:a16="http://schemas.microsoft.com/office/drawing/2014/main" val="1684318407"/>
                    </a:ext>
                  </a:extLst>
                </a:gridCol>
              </a:tblGrid>
              <a:tr h="640573">
                <a:tc>
                  <a:txBody>
                    <a:bodyPr/>
                    <a:lstStyle/>
                    <a:p>
                      <a:pPr marL="540385" indent="-180340" algn="ctr">
                        <a:lnSpc>
                          <a:spcPct val="150000"/>
                        </a:lnSpc>
                        <a:spcBef>
                          <a:spcPts val="130"/>
                        </a:spcBef>
                        <a:spcAft>
                          <a:spcPts val="0"/>
                        </a:spcAft>
                        <a:tabLst>
                          <a:tab pos="540385" algn="l"/>
                        </a:tabLst>
                      </a:pPr>
                      <a:r>
                        <a:rPr lang="en-US" sz="1700" dirty="0">
                          <a:effectLst/>
                        </a:rPr>
                        <a:t>KATA</a:t>
                      </a:r>
                      <a:r>
                        <a:rPr lang="en-US" sz="1700" spc="-40" dirty="0">
                          <a:effectLst/>
                        </a:rPr>
                        <a:t> </a:t>
                      </a:r>
                      <a:r>
                        <a:rPr lang="en-US" sz="1700" dirty="0">
                          <a:effectLst/>
                        </a:rPr>
                        <a:t>UMUM</a:t>
                      </a:r>
                      <a:endParaRPr lang="id-ID"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180975" indent="179388" algn="ctr">
                        <a:lnSpc>
                          <a:spcPct val="150000"/>
                        </a:lnSpc>
                        <a:spcBef>
                          <a:spcPts val="130"/>
                        </a:spcBef>
                        <a:spcAft>
                          <a:spcPts val="0"/>
                        </a:spcAft>
                        <a:tabLst>
                          <a:tab pos="180975" algn="l"/>
                        </a:tabLst>
                      </a:pPr>
                      <a:r>
                        <a:rPr lang="en-US" sz="1700" dirty="0">
                          <a:effectLst/>
                        </a:rPr>
                        <a:t>KATA</a:t>
                      </a:r>
                      <a:r>
                        <a:rPr lang="en-US" sz="1700" spc="-40" dirty="0">
                          <a:effectLst/>
                        </a:rPr>
                        <a:t> </a:t>
                      </a:r>
                      <a:r>
                        <a:rPr lang="en-US" sz="1700" dirty="0">
                          <a:effectLst/>
                        </a:rPr>
                        <a:t>KHUSUS</a:t>
                      </a:r>
                      <a:endParaRPr lang="id-ID"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25084935"/>
                  </a:ext>
                </a:extLst>
              </a:tr>
              <a:tr h="313755">
                <a:tc>
                  <a:txBody>
                    <a:bodyPr/>
                    <a:lstStyle/>
                    <a:p>
                      <a:pPr marL="540385" indent="-180340" algn="ctr">
                        <a:lnSpc>
                          <a:spcPct val="150000"/>
                        </a:lnSpc>
                        <a:tabLst>
                          <a:tab pos="540385" algn="l"/>
                        </a:tabLst>
                      </a:pPr>
                      <a:r>
                        <a:rPr lang="en-US" sz="1700" b="0" u="none" dirty="0" err="1">
                          <a:effectLst/>
                        </a:rPr>
                        <a:t>Sebentar</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spcBef>
                          <a:spcPts val="10"/>
                        </a:spcBef>
                        <a:spcAft>
                          <a:spcPts val="0"/>
                        </a:spcAft>
                        <a:tabLst>
                          <a:tab pos="540385" algn="l"/>
                        </a:tabLst>
                      </a:pPr>
                      <a:r>
                        <a:rPr lang="en-US" sz="1700" b="0" u="none" dirty="0" err="1">
                          <a:effectLst/>
                        </a:rPr>
                        <a:t>Sejenak</a:t>
                      </a:r>
                      <a:r>
                        <a:rPr lang="en-US" sz="1700" b="0" u="none" dirty="0">
                          <a:effectLst/>
                        </a:rPr>
                        <a:t>,</a:t>
                      </a:r>
                      <a:r>
                        <a:rPr lang="en-US" sz="1700" b="0" u="none" spc="-25" dirty="0">
                          <a:effectLst/>
                        </a:rPr>
                        <a:t> </a:t>
                      </a:r>
                      <a:r>
                        <a:rPr lang="en-US" sz="1700" b="0" u="none" dirty="0" err="1">
                          <a:effectLst/>
                        </a:rPr>
                        <a:t>sepintas</a:t>
                      </a:r>
                      <a:r>
                        <a:rPr lang="en-US" sz="1700" b="0" u="none" dirty="0">
                          <a:effectLst/>
                        </a:rPr>
                        <a:t>,</a:t>
                      </a:r>
                      <a:r>
                        <a:rPr lang="en-US" sz="1700" b="0" u="none" spc="-15" dirty="0">
                          <a:effectLst/>
                        </a:rPr>
                        <a:t> </a:t>
                      </a:r>
                      <a:r>
                        <a:rPr lang="en-US" sz="1700" b="0" u="none" dirty="0" err="1">
                          <a:effectLst/>
                        </a:rPr>
                        <a:t>sekejap</a:t>
                      </a:r>
                      <a:r>
                        <a:rPr lang="en-US" sz="1700" b="0" u="none" dirty="0">
                          <a:effectLst/>
                        </a:rPr>
                        <a:t>,</a:t>
                      </a:r>
                      <a:r>
                        <a:rPr lang="en-US" sz="1700" b="0" u="none" spc="-15" dirty="0">
                          <a:effectLst/>
                        </a:rPr>
                        <a:t> </a:t>
                      </a:r>
                      <a:r>
                        <a:rPr lang="en-US" sz="1700" b="0" u="none" dirty="0" err="1">
                          <a:effectLst/>
                        </a:rPr>
                        <a:t>sesaat</a:t>
                      </a:r>
                      <a:r>
                        <a:rPr lang="en-US" sz="1700" b="0" u="none" dirty="0">
                          <a:effectLst/>
                        </a:rPr>
                        <a:t>,</a:t>
                      </a:r>
                      <a:r>
                        <a:rPr lang="en-US" sz="1700" b="0" u="none" spc="-20" dirty="0">
                          <a:effectLst/>
                        </a:rPr>
                        <a:t> </a:t>
                      </a:r>
                      <a:r>
                        <a:rPr lang="en-US" sz="1700" b="0" u="none" dirty="0" err="1">
                          <a:effectLst/>
                        </a:rPr>
                        <a:t>sekilas</a:t>
                      </a:r>
                      <a:r>
                        <a:rPr lang="en-US" sz="1700" b="0" u="none" dirty="0">
                          <a:effectLst/>
                        </a:rPr>
                        <a:t>,</a:t>
                      </a:r>
                      <a:r>
                        <a:rPr lang="en-US" sz="1700" b="0" u="none" spc="-25" dirty="0">
                          <a:effectLst/>
                        </a:rPr>
                        <a:t> </a:t>
                      </a:r>
                      <a:r>
                        <a:rPr lang="en-US" sz="1700" b="0" u="none" dirty="0" err="1">
                          <a:effectLst/>
                        </a:rPr>
                        <a:t>sejurus</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146417438"/>
                  </a:ext>
                </a:extLst>
              </a:tr>
              <a:tr h="422694">
                <a:tc>
                  <a:txBody>
                    <a:bodyPr/>
                    <a:lstStyle/>
                    <a:p>
                      <a:pPr marL="540385" indent="-180340" algn="ctr">
                        <a:lnSpc>
                          <a:spcPct val="150000"/>
                        </a:lnSpc>
                        <a:tabLst>
                          <a:tab pos="540385" algn="l"/>
                        </a:tabLst>
                      </a:pPr>
                      <a:r>
                        <a:rPr lang="en-US" sz="1700" b="0" u="none" dirty="0" err="1">
                          <a:effectLst/>
                        </a:rPr>
                        <a:t>Memegang</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u="none" dirty="0" err="1">
                          <a:effectLst/>
                        </a:rPr>
                        <a:t>Menggenggam</a:t>
                      </a:r>
                      <a:r>
                        <a:rPr lang="en-US" sz="1700" b="0" u="none" dirty="0">
                          <a:effectLst/>
                        </a:rPr>
                        <a:t>,</a:t>
                      </a:r>
                      <a:r>
                        <a:rPr lang="en-US" sz="1700" b="0" u="none" spc="-40" dirty="0">
                          <a:effectLst/>
                        </a:rPr>
                        <a:t> </a:t>
                      </a:r>
                      <a:r>
                        <a:rPr lang="en-US" sz="1700" b="0" u="none" dirty="0" err="1">
                          <a:effectLst/>
                        </a:rPr>
                        <a:t>mencengkram</a:t>
                      </a:r>
                      <a:r>
                        <a:rPr lang="en-US" sz="1700" b="0" u="none" dirty="0">
                          <a:effectLst/>
                        </a:rPr>
                        <a:t>,</a:t>
                      </a:r>
                      <a:r>
                        <a:rPr lang="en-US" sz="1700" b="0" u="none" spc="-30" dirty="0">
                          <a:effectLst/>
                        </a:rPr>
                        <a:t> </a:t>
                      </a:r>
                      <a:r>
                        <a:rPr lang="en-US" sz="1700" b="0" u="none" dirty="0" err="1">
                          <a:effectLst/>
                        </a:rPr>
                        <a:t>menyentuh</a:t>
                      </a:r>
                      <a:r>
                        <a:rPr lang="en-US" sz="1700" b="0" u="none" dirty="0">
                          <a:effectLst/>
                        </a:rPr>
                        <a:t>,</a:t>
                      </a:r>
                      <a:r>
                        <a:rPr lang="en-US" sz="1700" b="0" u="none" spc="-25" dirty="0">
                          <a:effectLst/>
                        </a:rPr>
                        <a:t> </a:t>
                      </a:r>
                      <a:r>
                        <a:rPr lang="en-US" sz="1700" b="0" u="none" dirty="0" err="1">
                          <a:effectLst/>
                        </a:rPr>
                        <a:t>meraba</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57449869"/>
                  </a:ext>
                </a:extLst>
              </a:tr>
              <a:tr h="313755">
                <a:tc>
                  <a:txBody>
                    <a:bodyPr/>
                    <a:lstStyle/>
                    <a:p>
                      <a:pPr marL="540385" indent="-180340" algn="ctr">
                        <a:lnSpc>
                          <a:spcPct val="150000"/>
                        </a:lnSpc>
                        <a:tabLst>
                          <a:tab pos="540385" algn="l"/>
                        </a:tabLst>
                      </a:pPr>
                      <a:r>
                        <a:rPr lang="en-US" sz="1700" b="0" u="none" dirty="0" err="1">
                          <a:effectLst/>
                        </a:rPr>
                        <a:t>Melihat</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540385" indent="-180340" algn="ctr">
                        <a:lnSpc>
                          <a:spcPct val="150000"/>
                        </a:lnSpc>
                        <a:tabLst>
                          <a:tab pos="540385" algn="l"/>
                        </a:tabLst>
                      </a:pPr>
                      <a:r>
                        <a:rPr lang="en-US" sz="1700" b="0" u="none" dirty="0" err="1">
                          <a:effectLst/>
                        </a:rPr>
                        <a:t>Memandang</a:t>
                      </a:r>
                      <a:r>
                        <a:rPr lang="en-US" sz="1700" b="0" u="none" dirty="0">
                          <a:effectLst/>
                        </a:rPr>
                        <a:t>,</a:t>
                      </a:r>
                      <a:r>
                        <a:rPr lang="en-US" sz="1700" b="0" u="none" spc="-15" dirty="0">
                          <a:effectLst/>
                        </a:rPr>
                        <a:t> </a:t>
                      </a:r>
                      <a:r>
                        <a:rPr lang="en-US" sz="1700" b="0" u="none" dirty="0" err="1">
                          <a:effectLst/>
                        </a:rPr>
                        <a:t>melirik</a:t>
                      </a:r>
                      <a:r>
                        <a:rPr lang="en-US" sz="1700" b="0" u="none" dirty="0">
                          <a:effectLst/>
                        </a:rPr>
                        <a:t>,</a:t>
                      </a:r>
                      <a:r>
                        <a:rPr lang="en-US" sz="1700" b="0" u="none" spc="-15" dirty="0">
                          <a:effectLst/>
                        </a:rPr>
                        <a:t> </a:t>
                      </a:r>
                      <a:r>
                        <a:rPr lang="en-US" sz="1700" b="0" u="none" dirty="0" err="1">
                          <a:effectLst/>
                        </a:rPr>
                        <a:t>menonton</a:t>
                      </a:r>
                      <a:r>
                        <a:rPr lang="en-US" sz="1700" b="0" u="none" dirty="0">
                          <a:effectLst/>
                        </a:rPr>
                        <a:t>,</a:t>
                      </a:r>
                      <a:r>
                        <a:rPr lang="en-US" sz="1700" b="0" u="none" spc="-25" dirty="0">
                          <a:effectLst/>
                        </a:rPr>
                        <a:t> </a:t>
                      </a:r>
                      <a:r>
                        <a:rPr lang="en-US" sz="1700" b="0" u="none" dirty="0" err="1">
                          <a:effectLst/>
                        </a:rPr>
                        <a:t>menatap</a:t>
                      </a:r>
                      <a:r>
                        <a:rPr lang="en-US" sz="1700" b="0" u="none" dirty="0">
                          <a:effectLst/>
                        </a:rPr>
                        <a:t>,</a:t>
                      </a:r>
                      <a:r>
                        <a:rPr lang="en-US" sz="1700" b="0" u="none" spc="-15" dirty="0">
                          <a:effectLst/>
                        </a:rPr>
                        <a:t> </a:t>
                      </a:r>
                      <a:r>
                        <a:rPr lang="en-US" sz="1700" b="0" u="none" dirty="0" err="1">
                          <a:effectLst/>
                        </a:rPr>
                        <a:t>melotot</a:t>
                      </a:r>
                      <a:endParaRPr lang="id-ID" sz="1700" b="0" u="non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44576681"/>
                  </a:ext>
                </a:extLst>
              </a:tr>
            </a:tbl>
          </a:graphicData>
        </a:graphic>
      </p:graphicFrame>
    </p:spTree>
    <p:extLst>
      <p:ext uri="{BB962C8B-B14F-4D97-AF65-F5344CB8AC3E}">
        <p14:creationId xmlns:p14="http://schemas.microsoft.com/office/powerpoint/2010/main" val="2418765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8" name="Google Shape;1168;p104"/>
          <p:cNvSpPr txBox="1">
            <a:spLocks noGrp="1"/>
          </p:cNvSpPr>
          <p:nvPr>
            <p:ph type="title"/>
          </p:nvPr>
        </p:nvSpPr>
        <p:spPr>
          <a:xfrm>
            <a:off x="573869" y="1870169"/>
            <a:ext cx="4584169" cy="192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US" sz="5400" b="1" dirty="0">
                <a:solidFill>
                  <a:schemeClr val="dk1"/>
                </a:solidFill>
              </a:rPr>
              <a:t>Ada yang </a:t>
            </a:r>
            <a:r>
              <a:rPr lang="en-US" sz="5400" b="1" dirty="0" err="1">
                <a:solidFill>
                  <a:schemeClr val="dk1"/>
                </a:solidFill>
              </a:rPr>
              <a:t>ingin</a:t>
            </a:r>
            <a:r>
              <a:rPr lang="en-US" sz="5400" b="1" dirty="0">
                <a:solidFill>
                  <a:schemeClr val="dk1"/>
                </a:solidFill>
              </a:rPr>
              <a:t> </a:t>
            </a:r>
            <a:r>
              <a:rPr lang="en-US" sz="5400" b="1" dirty="0" err="1">
                <a:solidFill>
                  <a:schemeClr val="dk1"/>
                </a:solidFill>
              </a:rPr>
              <a:t>ditanyakan</a:t>
            </a:r>
            <a:r>
              <a:rPr lang="en-US" sz="5400" b="1" dirty="0">
                <a:solidFill>
                  <a:schemeClr val="dk1"/>
                </a:solidFill>
              </a:rPr>
              <a:t>?</a:t>
            </a:r>
            <a:endParaRPr sz="5400" b="1" dirty="0">
              <a:solidFill>
                <a:schemeClr val="dk1"/>
              </a:solidFill>
            </a:endParaRPr>
          </a:p>
        </p:txBody>
      </p:sp>
      <p:pic>
        <p:nvPicPr>
          <p:cNvPr id="1170" name="Google Shape;1170;p104"/>
          <p:cNvPicPr preferRelativeResize="0"/>
          <p:nvPr/>
        </p:nvPicPr>
        <p:blipFill rotWithShape="1">
          <a:blip r:embed="rId3">
            <a:alphaModFix/>
          </a:blip>
          <a:srcRect l="19" r="19"/>
          <a:stretch/>
        </p:blipFill>
        <p:spPr>
          <a:xfrm>
            <a:off x="5455575" y="798451"/>
            <a:ext cx="2363700" cy="3546600"/>
          </a:xfrm>
          <a:prstGeom prst="ellipse">
            <a:avLst/>
          </a:prstGeom>
          <a:noFill/>
          <a:ln>
            <a:noFill/>
          </a:ln>
        </p:spPr>
      </p:pic>
      <p:grpSp>
        <p:nvGrpSpPr>
          <p:cNvPr id="1171" name="Google Shape;1171;p104"/>
          <p:cNvGrpSpPr/>
          <p:nvPr/>
        </p:nvGrpSpPr>
        <p:grpSpPr>
          <a:xfrm>
            <a:off x="5369726" y="405764"/>
            <a:ext cx="2527636" cy="1145686"/>
            <a:chOff x="5369726" y="405764"/>
            <a:chExt cx="2527636" cy="1145686"/>
          </a:xfrm>
        </p:grpSpPr>
        <p:pic>
          <p:nvPicPr>
            <p:cNvPr id="1172" name="Google Shape;1172;p104"/>
            <p:cNvPicPr preferRelativeResize="0"/>
            <p:nvPr/>
          </p:nvPicPr>
          <p:blipFill>
            <a:blip r:embed="rId4">
              <a:alphaModFix/>
            </a:blip>
            <a:stretch>
              <a:fillRect/>
            </a:stretch>
          </p:blipFill>
          <p:spPr>
            <a:xfrm rot="-2674875" flipH="1">
              <a:off x="5290195" y="822364"/>
              <a:ext cx="1315098" cy="312500"/>
            </a:xfrm>
            <a:prstGeom prst="rect">
              <a:avLst/>
            </a:prstGeom>
            <a:noFill/>
            <a:ln>
              <a:noFill/>
            </a:ln>
          </p:spPr>
        </p:pic>
        <p:pic>
          <p:nvPicPr>
            <p:cNvPr id="1173" name="Google Shape;1173;p104"/>
            <p:cNvPicPr preferRelativeResize="0"/>
            <p:nvPr/>
          </p:nvPicPr>
          <p:blipFill>
            <a:blip r:embed="rId5">
              <a:alphaModFix/>
            </a:blip>
            <a:stretch>
              <a:fillRect/>
            </a:stretch>
          </p:blipFill>
          <p:spPr>
            <a:xfrm rot="-2674876">
              <a:off x="6575350" y="431719"/>
              <a:ext cx="124150" cy="122447"/>
            </a:xfrm>
            <a:prstGeom prst="rect">
              <a:avLst/>
            </a:prstGeom>
            <a:noFill/>
            <a:ln>
              <a:noFill/>
            </a:ln>
          </p:spPr>
        </p:pic>
        <p:pic>
          <p:nvPicPr>
            <p:cNvPr id="1174" name="Google Shape;1174;p104"/>
            <p:cNvPicPr preferRelativeResize="0"/>
            <p:nvPr/>
          </p:nvPicPr>
          <p:blipFill>
            <a:blip r:embed="rId4">
              <a:alphaModFix/>
            </a:blip>
            <a:stretch>
              <a:fillRect/>
            </a:stretch>
          </p:blipFill>
          <p:spPr>
            <a:xfrm rot="2674875">
              <a:off x="6661795" y="822364"/>
              <a:ext cx="1315098" cy="312500"/>
            </a:xfrm>
            <a:prstGeom prst="rect">
              <a:avLst/>
            </a:prstGeom>
            <a:noFill/>
            <a:ln>
              <a:noFill/>
            </a:ln>
          </p:spPr>
        </p:pic>
      </p:grpSp>
      <p:grpSp>
        <p:nvGrpSpPr>
          <p:cNvPr id="1175" name="Google Shape;1175;p104"/>
          <p:cNvGrpSpPr/>
          <p:nvPr/>
        </p:nvGrpSpPr>
        <p:grpSpPr>
          <a:xfrm rot="10800000" flipH="1">
            <a:off x="5373601" y="3601464"/>
            <a:ext cx="2527636" cy="1145686"/>
            <a:chOff x="5369726" y="405764"/>
            <a:chExt cx="2527636" cy="1145686"/>
          </a:xfrm>
        </p:grpSpPr>
        <p:pic>
          <p:nvPicPr>
            <p:cNvPr id="1176" name="Google Shape;1176;p104"/>
            <p:cNvPicPr preferRelativeResize="0"/>
            <p:nvPr/>
          </p:nvPicPr>
          <p:blipFill>
            <a:blip r:embed="rId4">
              <a:alphaModFix/>
            </a:blip>
            <a:stretch>
              <a:fillRect/>
            </a:stretch>
          </p:blipFill>
          <p:spPr>
            <a:xfrm rot="-2674875" flipH="1">
              <a:off x="5290195" y="822364"/>
              <a:ext cx="1315098" cy="312500"/>
            </a:xfrm>
            <a:prstGeom prst="rect">
              <a:avLst/>
            </a:prstGeom>
            <a:noFill/>
            <a:ln>
              <a:noFill/>
            </a:ln>
          </p:spPr>
        </p:pic>
        <p:pic>
          <p:nvPicPr>
            <p:cNvPr id="1177" name="Google Shape;1177;p104"/>
            <p:cNvPicPr preferRelativeResize="0"/>
            <p:nvPr/>
          </p:nvPicPr>
          <p:blipFill>
            <a:blip r:embed="rId5">
              <a:alphaModFix/>
            </a:blip>
            <a:stretch>
              <a:fillRect/>
            </a:stretch>
          </p:blipFill>
          <p:spPr>
            <a:xfrm rot="-2674876">
              <a:off x="6575350" y="431719"/>
              <a:ext cx="124150" cy="122447"/>
            </a:xfrm>
            <a:prstGeom prst="rect">
              <a:avLst/>
            </a:prstGeom>
            <a:noFill/>
            <a:ln>
              <a:noFill/>
            </a:ln>
          </p:spPr>
        </p:pic>
        <p:pic>
          <p:nvPicPr>
            <p:cNvPr id="1178" name="Google Shape;1178;p104"/>
            <p:cNvPicPr preferRelativeResize="0"/>
            <p:nvPr/>
          </p:nvPicPr>
          <p:blipFill>
            <a:blip r:embed="rId4">
              <a:alphaModFix/>
            </a:blip>
            <a:stretch>
              <a:fillRect/>
            </a:stretch>
          </p:blipFill>
          <p:spPr>
            <a:xfrm rot="2674875">
              <a:off x="6661795" y="822364"/>
              <a:ext cx="1315098" cy="312500"/>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96"/>
        <p:cNvGrpSpPr/>
        <p:nvPr/>
      </p:nvGrpSpPr>
      <p:grpSpPr>
        <a:xfrm>
          <a:off x="0" y="0"/>
          <a:ext cx="0" cy="0"/>
          <a:chOff x="0" y="0"/>
          <a:chExt cx="0" cy="0"/>
        </a:xfrm>
      </p:grpSpPr>
      <p:sp>
        <p:nvSpPr>
          <p:cNvPr id="1197" name="Google Shape;1197;p106"/>
          <p:cNvSpPr txBox="1">
            <a:spLocks noGrp="1"/>
          </p:cNvSpPr>
          <p:nvPr>
            <p:ph type="body" idx="1"/>
          </p:nvPr>
        </p:nvSpPr>
        <p:spPr>
          <a:xfrm>
            <a:off x="504551" y="752282"/>
            <a:ext cx="4139726" cy="121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800" b="1" dirty="0" err="1"/>
              <a:t>Terima</a:t>
            </a:r>
            <a:r>
              <a:rPr lang="en-US" sz="4800" b="1" dirty="0"/>
              <a:t> Kasih</a:t>
            </a:r>
            <a:endParaRPr sz="4800" b="1" dirty="0"/>
          </a:p>
        </p:txBody>
      </p:sp>
      <p:grpSp>
        <p:nvGrpSpPr>
          <p:cNvPr id="1198" name="Google Shape;1198;p106"/>
          <p:cNvGrpSpPr/>
          <p:nvPr/>
        </p:nvGrpSpPr>
        <p:grpSpPr>
          <a:xfrm>
            <a:off x="742825" y="422163"/>
            <a:ext cx="3756900" cy="402288"/>
            <a:chOff x="742825" y="422163"/>
            <a:chExt cx="3756900" cy="402288"/>
          </a:xfrm>
        </p:grpSpPr>
        <p:pic>
          <p:nvPicPr>
            <p:cNvPr id="1199" name="Google Shape;1199;p106"/>
            <p:cNvPicPr preferRelativeResize="0"/>
            <p:nvPr/>
          </p:nvPicPr>
          <p:blipFill>
            <a:blip r:embed="rId4">
              <a:alphaModFix/>
            </a:blip>
            <a:stretch>
              <a:fillRect/>
            </a:stretch>
          </p:blipFill>
          <p:spPr>
            <a:xfrm rot="10800000" flipH="1">
              <a:off x="742825" y="422163"/>
              <a:ext cx="1692891" cy="402275"/>
            </a:xfrm>
            <a:prstGeom prst="rect">
              <a:avLst/>
            </a:prstGeom>
            <a:noFill/>
            <a:ln>
              <a:noFill/>
            </a:ln>
          </p:spPr>
        </p:pic>
        <p:pic>
          <p:nvPicPr>
            <p:cNvPr id="1200" name="Google Shape;1200;p106"/>
            <p:cNvPicPr preferRelativeResize="0"/>
            <p:nvPr/>
          </p:nvPicPr>
          <p:blipFill>
            <a:blip r:embed="rId4">
              <a:alphaModFix/>
            </a:blip>
            <a:stretch>
              <a:fillRect/>
            </a:stretch>
          </p:blipFill>
          <p:spPr>
            <a:xfrm rot="10800000">
              <a:off x="2806834" y="422175"/>
              <a:ext cx="1692891" cy="402275"/>
            </a:xfrm>
            <a:prstGeom prst="rect">
              <a:avLst/>
            </a:prstGeom>
            <a:noFill/>
            <a:ln>
              <a:noFill/>
            </a:ln>
          </p:spPr>
        </p:pic>
      </p:grpSp>
      <p:grpSp>
        <p:nvGrpSpPr>
          <p:cNvPr id="1201" name="Google Shape;1201;p106"/>
          <p:cNvGrpSpPr/>
          <p:nvPr/>
        </p:nvGrpSpPr>
        <p:grpSpPr>
          <a:xfrm>
            <a:off x="742825" y="1957538"/>
            <a:ext cx="3756900" cy="402288"/>
            <a:chOff x="742825" y="1957538"/>
            <a:chExt cx="3756900" cy="402288"/>
          </a:xfrm>
        </p:grpSpPr>
        <p:pic>
          <p:nvPicPr>
            <p:cNvPr id="1202" name="Google Shape;1202;p106"/>
            <p:cNvPicPr preferRelativeResize="0"/>
            <p:nvPr/>
          </p:nvPicPr>
          <p:blipFill>
            <a:blip r:embed="rId4">
              <a:alphaModFix/>
            </a:blip>
            <a:stretch>
              <a:fillRect/>
            </a:stretch>
          </p:blipFill>
          <p:spPr>
            <a:xfrm>
              <a:off x="742825" y="1957550"/>
              <a:ext cx="1692891" cy="402275"/>
            </a:xfrm>
            <a:prstGeom prst="rect">
              <a:avLst/>
            </a:prstGeom>
            <a:noFill/>
            <a:ln>
              <a:noFill/>
            </a:ln>
          </p:spPr>
        </p:pic>
        <p:pic>
          <p:nvPicPr>
            <p:cNvPr id="1203" name="Google Shape;1203;p106"/>
            <p:cNvPicPr preferRelativeResize="0"/>
            <p:nvPr/>
          </p:nvPicPr>
          <p:blipFill>
            <a:blip r:embed="rId4">
              <a:alphaModFix/>
            </a:blip>
            <a:stretch>
              <a:fillRect/>
            </a:stretch>
          </p:blipFill>
          <p:spPr>
            <a:xfrm flipH="1">
              <a:off x="2806834" y="1957538"/>
              <a:ext cx="1692891" cy="402275"/>
            </a:xfrm>
            <a:prstGeom prst="rect">
              <a:avLst/>
            </a:prstGeom>
            <a:noFill/>
            <a:ln>
              <a:noFill/>
            </a:ln>
          </p:spPr>
        </p:pic>
      </p:grpSp>
    </p:spTree>
  </p:cSld>
  <p:clrMapOvr>
    <a:masterClrMapping/>
  </p:clrMapOvr>
</p:sld>
</file>

<file path=ppt/theme/theme1.xml><?xml version="1.0" encoding="utf-8"?>
<a:theme xmlns:a="http://schemas.openxmlformats.org/drawingml/2006/main" name="Language Arts for High School - 9th Grade: POV and Narrative Voice by Slidesgo">
  <a:themeElements>
    <a:clrScheme name="Simple Light">
      <a:dk1>
        <a:srgbClr val="783F04"/>
      </a:dk1>
      <a:lt1>
        <a:srgbClr val="FFFFFF"/>
      </a:lt1>
      <a:dk2>
        <a:srgbClr val="C24445"/>
      </a:dk2>
      <a:lt2>
        <a:srgbClr val="FFFFFF"/>
      </a:lt2>
      <a:accent1>
        <a:srgbClr val="D3A245"/>
      </a:accent1>
      <a:accent2>
        <a:srgbClr val="72627C"/>
      </a:accent2>
      <a:accent3>
        <a:srgbClr val="FFFFFF"/>
      </a:accent3>
      <a:accent4>
        <a:srgbClr val="FFFFFF"/>
      </a:accent4>
      <a:accent5>
        <a:srgbClr val="FFFFFF"/>
      </a:accent5>
      <a:accent6>
        <a:srgbClr val="FFFFFF"/>
      </a:accent6>
      <a:hlink>
        <a:srgbClr val="783F0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658</Words>
  <Application>Microsoft Office PowerPoint</Application>
  <PresentationFormat>On-screen Show (16:9)</PresentationFormat>
  <Paragraphs>127</Paragraphs>
  <Slides>17</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Times New Roman</vt:lpstr>
      <vt:lpstr>Calibri</vt:lpstr>
      <vt:lpstr>Poppins</vt:lpstr>
      <vt:lpstr>Aref Ruqaa</vt:lpstr>
      <vt:lpstr>Arial</vt:lpstr>
      <vt:lpstr>Nunito</vt:lpstr>
      <vt:lpstr>Anaheim</vt:lpstr>
      <vt:lpstr>Language Arts for High School - 9th Grade: POV and Narrative Voice by Slidesgo</vt:lpstr>
      <vt:lpstr>Ragam dan Santun Bahasa Diksi</vt:lpstr>
      <vt:lpstr>Pengertian Diksi</vt:lpstr>
      <vt:lpstr>Pengertian Diksi</vt:lpstr>
      <vt:lpstr>Diksi adalah pilihan kata dan kejelasan lafal dalam berbicara atau dalam karang mengarang agar memperoleh efek tertentu (Kridalaksana, 2015).    Diksi merupakan pemakaian kata yang bisa betul-betul tepat untuk menyatakan suatu makna, maksud, dan gagasan dalam komunikasi serta tepat dalam konteks situasi tertentu.    Diksi berkaitan erat dengan kaidah sintaksis, kaidah makna, kaidah hubungan sosial, dan kaidah mengarang. </vt:lpstr>
      <vt:lpstr>Fungsi Diksi</vt:lpstr>
      <vt:lpstr>Syarat-Syarat Ketepatan Pemilihan Kata :</vt:lpstr>
      <vt:lpstr> Syarat-Syarat Kesesuaian Kata :</vt:lpstr>
      <vt:lpstr>Makna Stikistika</vt:lpstr>
      <vt:lpstr>Peristilahan</vt:lpstr>
      <vt:lpstr>Proses Adopsi</vt:lpstr>
      <vt:lpstr>Kata Mubazir dan Kata Ekonomis :</vt:lpstr>
      <vt:lpstr>Kata Nonformal dan Kata Formal :</vt:lpstr>
      <vt:lpstr>Kata Salah dan Kata Benar :</vt:lpstr>
      <vt:lpstr>Kata Tidak Lugas dan Kata Lugas :</vt:lpstr>
      <vt:lpstr>Kata Umum dan Kata Khusus :</vt:lpstr>
      <vt:lpstr>Ada yang ingin ditanyakan?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Ragam dan Santun Bahasa Diksi</dc:title>
  <cp:lastModifiedBy>SILFIANA DWI NABIILAH</cp:lastModifiedBy>
  <cp:revision>5</cp:revision>
  <dcterms:modified xsi:type="dcterms:W3CDTF">2023-02-08T07:07:22Z</dcterms:modified>
</cp:coreProperties>
</file>