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96" y="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png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42" Type="http://schemas.openxmlformats.org/officeDocument/2006/relationships/image" Target="../media/image51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41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40" Type="http://schemas.openxmlformats.org/officeDocument/2006/relationships/image" Target="../media/image49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4375403"/>
            <a:ext cx="12188952" cy="24825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4702" y="2422160"/>
            <a:ext cx="2145962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DASAR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2666" y="2422160"/>
            <a:ext cx="1740852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TEORI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36414" y="2422160"/>
            <a:ext cx="3191033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REKAYASA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8470" y="2422160"/>
            <a:ext cx="1990883" cy="635000"/>
          </a:xfrm>
          <a:prstGeom prst="rect">
            <a:avLst/>
          </a:prstGeom>
        </p:spPr>
        <p:txBody>
          <a:bodyPr wrap="square" lIns="0" tIns="31750" rIns="0" bIns="0" rtlCol="0">
            <a:noAutofit/>
          </a:bodyPr>
          <a:lstStyle/>
          <a:p>
            <a:pPr marL="12700">
              <a:lnSpc>
                <a:spcPts val="5000"/>
              </a:lnSpc>
            </a:pPr>
            <a:r>
              <a:rPr sz="4800" dirty="0">
                <a:solidFill>
                  <a:srgbClr val="FFFFFF"/>
                </a:solidFill>
                <a:latin typeface="Century Gothic"/>
                <a:cs typeface="Century Gothic"/>
              </a:rPr>
              <a:t>TRAFIK</a:t>
            </a:r>
            <a:endParaRPr sz="4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0805" y="3467633"/>
            <a:ext cx="1312586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spc="0" dirty="0">
                <a:solidFill>
                  <a:srgbClr val="FFFFFF"/>
                </a:solidFill>
                <a:latin typeface="Calibri"/>
                <a:cs typeface="Calibri"/>
              </a:rPr>
              <a:t>Modul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0248" y="3467633"/>
            <a:ext cx="441398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0195" y="3467633"/>
            <a:ext cx="5837579" cy="482904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700"/>
              </a:lnSpc>
            </a:pPr>
            <a:r>
              <a:rPr sz="3600" spc="-36" dirty="0">
                <a:solidFill>
                  <a:srgbClr val="FFFFFF"/>
                </a:solidFill>
                <a:latin typeface="Calibri"/>
                <a:cs typeface="Calibri"/>
              </a:rPr>
              <a:t>Rekayasa Trafik Telekomunikasi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3719" y="5064887"/>
            <a:ext cx="4345658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9516" y="2001012"/>
            <a:ext cx="8686800" cy="4191000"/>
          </a:xfrm>
          <a:custGeom>
            <a:avLst/>
            <a:gdLst/>
            <a:ahLst/>
            <a:cxnLst/>
            <a:rect l="l" t="t" r="r" b="b"/>
            <a:pathLst>
              <a:path w="8686800" h="4191000">
                <a:moveTo>
                  <a:pt x="0" y="4191000"/>
                </a:moveTo>
                <a:lnTo>
                  <a:pt x="8686800" y="4191000"/>
                </a:lnTo>
                <a:lnTo>
                  <a:pt x="8686800" y="0"/>
                </a:lnTo>
                <a:lnTo>
                  <a:pt x="0" y="0"/>
                </a:lnTo>
                <a:lnTo>
                  <a:pt x="0" y="4191000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942562"/>
            <a:ext cx="2086615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-2" dirty="0">
                <a:solidFill>
                  <a:srgbClr val="FFFFFF"/>
                </a:solidFill>
                <a:latin typeface="Century Gothic"/>
                <a:cs typeface="Century Gothic"/>
              </a:rPr>
              <a:t>OUTLINE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38200" y="2054351"/>
            <a:ext cx="8686800" cy="4191000"/>
          </a:xfrm>
          <a:prstGeom prst="rect">
            <a:avLst/>
          </a:prstGeom>
        </p:spPr>
        <p:txBody>
          <a:bodyPr wrap="square" lIns="0" tIns="57785" rIns="0" bIns="0" rtlCol="0">
            <a:noAutofit/>
          </a:bodyPr>
          <a:lstStyle/>
          <a:p>
            <a:pPr marL="92354">
              <a:lnSpc>
                <a:spcPct val="95825"/>
              </a:lnSpc>
            </a:pPr>
            <a:r>
              <a:rPr sz="2800" spc="-11" dirty="0">
                <a:solidFill>
                  <a:srgbClr val="FFFFFF"/>
                </a:solidFill>
                <a:latin typeface="Arial"/>
                <a:cs typeface="Arial"/>
              </a:rPr>
              <a:t>• Konfigurasi Jaringan Telekomunikasi</a:t>
            </a:r>
            <a:endParaRPr sz="2800" dirty="0">
              <a:latin typeface="Arial"/>
              <a:cs typeface="Arial"/>
            </a:endParaRPr>
          </a:p>
          <a:p>
            <a:pPr marL="92354">
              <a:lnSpc>
                <a:spcPct val="95825"/>
              </a:lnSpc>
              <a:spcBef>
                <a:spcPts val="742"/>
              </a:spcBef>
            </a:pPr>
            <a:r>
              <a:rPr sz="2800" spc="-15" dirty="0">
                <a:solidFill>
                  <a:srgbClr val="FFFFFF"/>
                </a:solidFill>
                <a:latin typeface="Arial"/>
                <a:cs typeface="Arial"/>
              </a:rPr>
              <a:t>• Sudut Pandang Trafik Telekomunikasi</a:t>
            </a:r>
            <a:endParaRPr sz="2800" dirty="0">
              <a:latin typeface="Arial"/>
              <a:cs typeface="Arial"/>
            </a:endParaRPr>
          </a:p>
          <a:p>
            <a:pPr marL="92354">
              <a:lnSpc>
                <a:spcPct val="95825"/>
              </a:lnSpc>
              <a:spcBef>
                <a:spcPts val="740"/>
              </a:spcBef>
            </a:pPr>
            <a:r>
              <a:rPr sz="2800" spc="-29" dirty="0">
                <a:solidFill>
                  <a:srgbClr val="FFFFFF"/>
                </a:solidFill>
                <a:latin typeface="Arial"/>
                <a:cs typeface="Arial"/>
              </a:rPr>
              <a:t>• Tujuan Teori Trafik</a:t>
            </a:r>
            <a:endParaRPr sz="2800" dirty="0">
              <a:latin typeface="Arial"/>
              <a:cs typeface="Arial"/>
            </a:endParaRPr>
          </a:p>
          <a:p>
            <a:pPr marL="92354">
              <a:lnSpc>
                <a:spcPct val="95825"/>
              </a:lnSpc>
              <a:spcBef>
                <a:spcPts val="740"/>
              </a:spcBef>
            </a:pPr>
            <a:r>
              <a:rPr sz="2800" spc="-16" dirty="0">
                <a:solidFill>
                  <a:srgbClr val="FFFFFF"/>
                </a:solidFill>
                <a:latin typeface="Arial"/>
                <a:cs typeface="Arial"/>
              </a:rPr>
              <a:t>• Pengertian Trafik Telekomunikasi</a:t>
            </a:r>
            <a:endParaRPr sz="2800" dirty="0">
              <a:latin typeface="Arial"/>
              <a:cs typeface="Arial"/>
            </a:endParaRPr>
          </a:p>
          <a:p>
            <a:pPr marL="92354">
              <a:lnSpc>
                <a:spcPct val="95825"/>
              </a:lnSpc>
              <a:spcBef>
                <a:spcPts val="743"/>
              </a:spcBef>
            </a:pPr>
            <a:r>
              <a:rPr sz="2800" spc="-4" dirty="0">
                <a:solidFill>
                  <a:srgbClr val="FFFFFF"/>
                </a:solidFill>
                <a:latin typeface="Arial"/>
                <a:cs typeface="Arial"/>
              </a:rPr>
              <a:t>• Implementasi pada jaringan telepon dan komputer</a:t>
            </a:r>
            <a:endParaRPr sz="2800" dirty="0">
              <a:latin typeface="Arial"/>
              <a:cs typeface="Arial"/>
            </a:endParaRPr>
          </a:p>
          <a:p>
            <a:pPr marL="92354">
              <a:lnSpc>
                <a:spcPct val="95825"/>
              </a:lnSpc>
              <a:spcBef>
                <a:spcPts val="740"/>
              </a:spcBef>
            </a:pPr>
            <a:r>
              <a:rPr sz="2800" spc="-8" dirty="0">
                <a:solidFill>
                  <a:srgbClr val="FFFFFF"/>
                </a:solidFill>
                <a:latin typeface="Arial"/>
                <a:cs typeface="Arial"/>
              </a:rPr>
              <a:t>• Hal yang berkaitan dengan Trafik</a:t>
            </a:r>
            <a:endParaRPr sz="2800" dirty="0">
              <a:latin typeface="Arial"/>
              <a:cs typeface="Arial"/>
            </a:endParaRPr>
          </a:p>
          <a:p>
            <a:pPr marL="92354">
              <a:lnSpc>
                <a:spcPct val="95825"/>
              </a:lnSpc>
              <a:spcBef>
                <a:spcPts val="740"/>
              </a:spcBef>
            </a:pPr>
            <a:r>
              <a:rPr sz="2800" spc="-2" dirty="0">
                <a:solidFill>
                  <a:srgbClr val="FFFFFF"/>
                </a:solidFill>
                <a:latin typeface="Arial"/>
                <a:cs typeface="Arial"/>
              </a:rPr>
              <a:t>• Bidang ilmu yang terkait</a:t>
            </a:r>
            <a:endParaRPr sz="2800" dirty="0">
              <a:latin typeface="Arial"/>
              <a:cs typeface="Arial"/>
            </a:endParaRPr>
          </a:p>
          <a:p>
            <a:pPr marL="92354">
              <a:lnSpc>
                <a:spcPct val="95825"/>
              </a:lnSpc>
              <a:spcBef>
                <a:spcPts val="742"/>
              </a:spcBef>
            </a:pPr>
            <a:r>
              <a:rPr sz="2800" spc="-19" dirty="0">
                <a:solidFill>
                  <a:srgbClr val="FFFFFF"/>
                </a:solidFill>
                <a:latin typeface="Arial"/>
                <a:cs typeface="Arial"/>
              </a:rPr>
              <a:t>• Model Teletrafik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42644" y="1772412"/>
            <a:ext cx="8648700" cy="483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07056" y="921857"/>
            <a:ext cx="6154775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13" dirty="0">
                <a:solidFill>
                  <a:srgbClr val="FFFFFF"/>
                </a:solidFill>
                <a:latin typeface="Century Gothic"/>
                <a:cs typeface="Century Gothic"/>
              </a:rPr>
              <a:t>KONFIGURASI JARINGAN</a:t>
            </a:r>
            <a:endParaRPr sz="4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21992" y="1781555"/>
            <a:ext cx="5903976" cy="1944624"/>
          </a:xfrm>
          <a:custGeom>
            <a:avLst/>
            <a:gdLst/>
            <a:ahLst/>
            <a:cxnLst/>
            <a:rect l="l" t="t" r="r" b="b"/>
            <a:pathLst>
              <a:path w="5903976" h="1944624">
                <a:moveTo>
                  <a:pt x="0" y="1944624"/>
                </a:moveTo>
                <a:lnTo>
                  <a:pt x="5903976" y="1944624"/>
                </a:lnTo>
                <a:lnTo>
                  <a:pt x="5903976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78579" y="1997964"/>
            <a:ext cx="2663952" cy="1511808"/>
          </a:xfrm>
          <a:custGeom>
            <a:avLst/>
            <a:gdLst/>
            <a:ahLst/>
            <a:cxnLst/>
            <a:rect l="l" t="t" r="r" b="b"/>
            <a:pathLst>
              <a:path w="2663952" h="1511808">
                <a:moveTo>
                  <a:pt x="0" y="1511808"/>
                </a:moveTo>
                <a:lnTo>
                  <a:pt x="2663952" y="1511808"/>
                </a:lnTo>
                <a:lnTo>
                  <a:pt x="2663952" y="0"/>
                </a:lnTo>
                <a:lnTo>
                  <a:pt x="0" y="0"/>
                </a:lnTo>
                <a:lnTo>
                  <a:pt x="0" y="1511808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42532" y="2750820"/>
            <a:ext cx="1296162" cy="76200"/>
          </a:xfrm>
          <a:custGeom>
            <a:avLst/>
            <a:gdLst/>
            <a:ahLst/>
            <a:cxnLst/>
            <a:rect l="l" t="t" r="r" b="b"/>
            <a:pathLst>
              <a:path w="1296162" h="76200">
                <a:moveTo>
                  <a:pt x="1232662" y="44450"/>
                </a:moveTo>
                <a:lnTo>
                  <a:pt x="1219961" y="44449"/>
                </a:lnTo>
                <a:lnTo>
                  <a:pt x="1219962" y="76200"/>
                </a:lnTo>
                <a:lnTo>
                  <a:pt x="1296162" y="38100"/>
                </a:lnTo>
                <a:lnTo>
                  <a:pt x="1232662" y="44450"/>
                </a:lnTo>
                <a:close/>
              </a:path>
              <a:path w="1296162" h="76200">
                <a:moveTo>
                  <a:pt x="1232662" y="31750"/>
                </a:moveTo>
                <a:lnTo>
                  <a:pt x="1219962" y="0"/>
                </a:lnTo>
                <a:lnTo>
                  <a:pt x="1219962" y="31749"/>
                </a:lnTo>
                <a:lnTo>
                  <a:pt x="1232662" y="31750"/>
                </a:lnTo>
                <a:close/>
              </a:path>
              <a:path w="1296162" h="76200">
                <a:moveTo>
                  <a:pt x="0" y="31750"/>
                </a:moveTo>
                <a:lnTo>
                  <a:pt x="0" y="44450"/>
                </a:lnTo>
                <a:lnTo>
                  <a:pt x="1232662" y="44450"/>
                </a:lnTo>
                <a:lnTo>
                  <a:pt x="1296162" y="38100"/>
                </a:lnTo>
                <a:lnTo>
                  <a:pt x="1219962" y="0"/>
                </a:lnTo>
                <a:lnTo>
                  <a:pt x="1232662" y="31750"/>
                </a:lnTo>
                <a:lnTo>
                  <a:pt x="0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81656" y="2679191"/>
            <a:ext cx="1296162" cy="76200"/>
          </a:xfrm>
          <a:custGeom>
            <a:avLst/>
            <a:gdLst/>
            <a:ahLst/>
            <a:cxnLst/>
            <a:rect l="l" t="t" r="r" b="b"/>
            <a:pathLst>
              <a:path w="1296162" h="76200">
                <a:moveTo>
                  <a:pt x="1232662" y="44450"/>
                </a:moveTo>
                <a:lnTo>
                  <a:pt x="1219961" y="44449"/>
                </a:lnTo>
                <a:lnTo>
                  <a:pt x="1219962" y="76200"/>
                </a:lnTo>
                <a:lnTo>
                  <a:pt x="1296162" y="38100"/>
                </a:lnTo>
                <a:lnTo>
                  <a:pt x="1232662" y="44450"/>
                </a:lnTo>
                <a:close/>
              </a:path>
              <a:path w="1296162" h="76200">
                <a:moveTo>
                  <a:pt x="1232662" y="31750"/>
                </a:moveTo>
                <a:lnTo>
                  <a:pt x="1219962" y="0"/>
                </a:lnTo>
                <a:lnTo>
                  <a:pt x="1219962" y="31749"/>
                </a:lnTo>
                <a:lnTo>
                  <a:pt x="1232662" y="31750"/>
                </a:lnTo>
                <a:close/>
              </a:path>
              <a:path w="1296162" h="76200">
                <a:moveTo>
                  <a:pt x="0" y="31750"/>
                </a:moveTo>
                <a:lnTo>
                  <a:pt x="0" y="44450"/>
                </a:lnTo>
                <a:lnTo>
                  <a:pt x="1232662" y="44450"/>
                </a:lnTo>
                <a:lnTo>
                  <a:pt x="1296162" y="38100"/>
                </a:lnTo>
                <a:lnTo>
                  <a:pt x="1219962" y="0"/>
                </a:lnTo>
                <a:lnTo>
                  <a:pt x="1232662" y="31750"/>
                </a:lnTo>
                <a:lnTo>
                  <a:pt x="0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0008" y="2855976"/>
            <a:ext cx="669036" cy="630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43784" y="2781300"/>
            <a:ext cx="669035" cy="629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21864" y="3182112"/>
            <a:ext cx="667512" cy="629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70504" y="3064764"/>
            <a:ext cx="667512" cy="6294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04659" y="2852928"/>
            <a:ext cx="946403" cy="821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40" y="1041872"/>
            <a:ext cx="1612601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dirty="0">
                <a:solidFill>
                  <a:srgbClr val="FFFFFF"/>
                </a:solidFill>
                <a:latin typeface="Century Gothic"/>
                <a:cs typeface="Century Gothic"/>
              </a:rPr>
              <a:t>SUDUT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5032" y="1041872"/>
            <a:ext cx="2723730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dirty="0">
                <a:solidFill>
                  <a:srgbClr val="FFFFFF"/>
                </a:solidFill>
                <a:latin typeface="Century Gothic"/>
                <a:cs typeface="Century Gothic"/>
              </a:rPr>
              <a:t>PANDANG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2870" y="1041872"/>
            <a:ext cx="5871602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TRAFIK TELEKOMUNIKASI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4793" y="2211361"/>
            <a:ext cx="1089041" cy="528374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algn="ctr">
              <a:lnSpc>
                <a:spcPts val="1975"/>
              </a:lnSpc>
            </a:pPr>
            <a:r>
              <a:rPr sz="1800" spc="4" dirty="0">
                <a:solidFill>
                  <a:srgbClr val="FFFFFF"/>
                </a:solidFill>
                <a:latin typeface="Century Gothic"/>
                <a:cs typeface="Century Gothic"/>
              </a:rPr>
              <a:t>Incoming</a:t>
            </a:r>
            <a:endParaRPr sz="1800">
              <a:latin typeface="Century Gothic"/>
              <a:cs typeface="Century Gothic"/>
            </a:endParaRPr>
          </a:p>
          <a:p>
            <a:pPr marL="187048" marR="202017" algn="ctr">
              <a:lnSpc>
                <a:spcPts val="2160"/>
              </a:lnSpc>
              <a:spcBef>
                <a:spcPts val="9"/>
              </a:spcBef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3230" y="2283624"/>
            <a:ext cx="1099786" cy="52832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algn="ctr">
              <a:lnSpc>
                <a:spcPts val="1975"/>
              </a:lnSpc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Outgoing</a:t>
            </a:r>
            <a:endParaRPr sz="1800">
              <a:latin typeface="Century Gothic"/>
              <a:cs typeface="Century Gothic"/>
            </a:endParaRPr>
          </a:p>
          <a:p>
            <a:pPr marL="191643" marR="208607" algn="ctr">
              <a:lnSpc>
                <a:spcPts val="2160"/>
              </a:lnSpc>
              <a:spcBef>
                <a:spcPts val="9"/>
              </a:spcBef>
            </a:pP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5883" y="4349888"/>
            <a:ext cx="4034091" cy="333578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SISTIM melayani </a:t>
            </a:r>
            <a:r>
              <a:rPr sz="2400" i="1" spc="-1" dirty="0">
                <a:solidFill>
                  <a:srgbClr val="FFFFFF"/>
                </a:solidFill>
                <a:latin typeface="Century Gothic"/>
                <a:cs typeface="Century Gothic"/>
              </a:rPr>
              <a:t>incoming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9603" y="4349888"/>
            <a:ext cx="926369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i="1" spc="1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5883" y="4716153"/>
            <a:ext cx="9862857" cy="1796615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43356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TRAFIK dibangkitkan oleh pengguna sistim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ts val="2880"/>
              </a:lnSpc>
              <a:spcBef>
                <a:spcPts val="59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ra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2400" spc="-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dapat berupa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pang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gi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4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yang har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 d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mbun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pada </a:t>
            </a: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ar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40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telepon, paket yang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har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 d</a:t>
            </a:r>
            <a:r>
              <a:rPr sz="24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ru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ekan</a:t>
            </a:r>
            <a:r>
              <a:rPr sz="2400" spc="-2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pada </a:t>
            </a: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ar</a:t>
            </a:r>
            <a:r>
              <a:rPr sz="24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400" spc="-4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an da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a, re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q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uest</a:t>
            </a:r>
            <a:r>
              <a:rPr sz="2400" spc="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untuk web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er</a:t>
            </a:r>
            <a:r>
              <a:rPr sz="2400" spc="14" dirty="0">
                <a:solidFill>
                  <a:srgbClr val="FFFFFF"/>
                </a:solidFill>
                <a:latin typeface="Century Gothic"/>
                <a:cs typeface="Century Gothic"/>
              </a:rPr>
              <a:t>v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er</a:t>
            </a:r>
            <a:r>
              <a:rPr sz="24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dsb</a:t>
            </a:r>
            <a:endParaRPr sz="2400">
              <a:latin typeface="Century Gothic"/>
              <a:cs typeface="Century Gothic"/>
            </a:endParaRPr>
          </a:p>
          <a:p>
            <a:pPr marL="12700" marR="43356">
              <a:lnSpc>
                <a:spcPts val="283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Trafik yang keluar dari sistim adalah </a:t>
            </a:r>
            <a:r>
              <a:rPr sz="2400" i="1" dirty="0">
                <a:solidFill>
                  <a:srgbClr val="FFFFFF"/>
                </a:solidFill>
                <a:latin typeface="Century Gothic"/>
                <a:cs typeface="Century Gothic"/>
              </a:rPr>
              <a:t>outgoing traffic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78579" y="1997964"/>
            <a:ext cx="2663952" cy="1511808"/>
          </a:xfrm>
          <a:prstGeom prst="rect">
            <a:avLst/>
          </a:prstGeom>
        </p:spPr>
        <p:txBody>
          <a:bodyPr wrap="square" lIns="0" tIns="6215" rIns="0" bIns="0" rtlCol="0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marL="1079881">
              <a:lnSpc>
                <a:spcPct val="102172"/>
              </a:lnSpc>
              <a:spcBef>
                <a:spcPts val="3000"/>
              </a:spcBef>
            </a:pPr>
            <a:r>
              <a:rPr sz="2400" spc="-5" dirty="0">
                <a:solidFill>
                  <a:srgbClr val="FFFFFF"/>
                </a:solidFill>
                <a:latin typeface="Century Gothic"/>
                <a:cs typeface="Century Gothic"/>
              </a:rPr>
              <a:t>SISTIM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5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0384" y="1018758"/>
            <a:ext cx="5549337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TUJUAN MEMPELAJARI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34099" y="1018758"/>
            <a:ext cx="2656147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0" dirty="0">
                <a:solidFill>
                  <a:srgbClr val="FFFFFF"/>
                </a:solidFill>
                <a:latin typeface="Century Gothic"/>
                <a:cs typeface="Century Gothic"/>
              </a:rPr>
              <a:t>TELETRAFIK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199028"/>
            <a:ext cx="5789901" cy="1922039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 marR="53800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Perencanaan jaringan</a:t>
            </a:r>
            <a:endParaRPr sz="2800">
              <a:latin typeface="Century Gothic"/>
              <a:cs typeface="Century Gothic"/>
            </a:endParaRPr>
          </a:p>
          <a:p>
            <a:pPr marL="469900" marR="53800">
              <a:lnSpc>
                <a:spcPts val="2805"/>
              </a:lnSpc>
            </a:pPr>
            <a:r>
              <a:rPr sz="2400" spc="-527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Dimensioning</a:t>
            </a:r>
            <a:endParaRPr sz="2400">
              <a:latin typeface="Century Gothic"/>
              <a:cs typeface="Century Gothic"/>
            </a:endParaRPr>
          </a:p>
          <a:p>
            <a:pPr marL="469900" marR="53800">
              <a:lnSpc>
                <a:spcPts val="2810"/>
              </a:lnSpc>
              <a:spcBef>
                <a:spcPts val="0"/>
              </a:spcBef>
            </a:pPr>
            <a:r>
              <a:rPr sz="2400" spc="-527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Optimisasi</a:t>
            </a:r>
            <a:endParaRPr sz="2400">
              <a:latin typeface="Century Gothic"/>
              <a:cs typeface="Century Gothic"/>
            </a:endParaRPr>
          </a:p>
          <a:p>
            <a:pPr marL="469900" marR="53800">
              <a:lnSpc>
                <a:spcPts val="2810"/>
              </a:lnSpc>
            </a:pPr>
            <a:r>
              <a:rPr sz="2400" spc="-532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Analisa kinerja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114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Manajemen dan pengendalian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0758" y="3736998"/>
            <a:ext cx="1489331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3" dirty="0">
                <a:solidFill>
                  <a:srgbClr val="FFFFFF"/>
                </a:solidFill>
                <a:latin typeface="Century Gothic"/>
                <a:cs typeface="Century Gothic"/>
              </a:rPr>
              <a:t>jaringan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1740" y="4145542"/>
            <a:ext cx="6084707" cy="175713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-527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Efisiensi dalam pengoperasian jaringan</a:t>
            </a:r>
            <a:endParaRPr sz="2400">
              <a:latin typeface="Century Gothic"/>
              <a:cs typeface="Century Gothic"/>
            </a:endParaRPr>
          </a:p>
          <a:p>
            <a:pPr marL="12700" marR="46197">
              <a:lnSpc>
                <a:spcPts val="2795"/>
              </a:lnSpc>
              <a:spcBef>
                <a:spcPts val="9"/>
              </a:spcBef>
            </a:pPr>
            <a:r>
              <a:rPr sz="2400" spc="-527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Pemulihan kegagalan</a:t>
            </a:r>
            <a:endParaRPr sz="2400">
              <a:latin typeface="Century Gothic"/>
              <a:cs typeface="Century Gothic"/>
            </a:endParaRPr>
          </a:p>
          <a:p>
            <a:pPr marL="12700" marR="46197">
              <a:lnSpc>
                <a:spcPts val="2810"/>
              </a:lnSpc>
              <a:spcBef>
                <a:spcPts val="0"/>
              </a:spcBef>
            </a:pPr>
            <a:r>
              <a:rPr sz="2400" spc="-532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Manajemen trafik</a:t>
            </a:r>
            <a:endParaRPr sz="2400">
              <a:latin typeface="Century Gothic"/>
              <a:cs typeface="Century Gothic"/>
            </a:endParaRPr>
          </a:p>
          <a:p>
            <a:pPr marL="12700" marR="46197">
              <a:lnSpc>
                <a:spcPts val="2810"/>
              </a:lnSpc>
            </a:pPr>
            <a:r>
              <a:rPr sz="2400" spc="-527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3" dirty="0">
                <a:solidFill>
                  <a:srgbClr val="FFFFFF"/>
                </a:solidFill>
                <a:latin typeface="Century Gothic"/>
                <a:cs typeface="Century Gothic"/>
              </a:rPr>
              <a:t>Routing</a:t>
            </a:r>
            <a:endParaRPr sz="2400">
              <a:latin typeface="Century Gothic"/>
              <a:cs typeface="Century Gothic"/>
            </a:endParaRPr>
          </a:p>
          <a:p>
            <a:pPr marL="12700" marR="46197">
              <a:lnSpc>
                <a:spcPts val="2795"/>
              </a:lnSpc>
            </a:pPr>
            <a:r>
              <a:rPr sz="2400" spc="-527" dirty="0">
                <a:solidFill>
                  <a:srgbClr val="FFFFFF"/>
                </a:solidFill>
                <a:latin typeface="MS PGothic"/>
                <a:cs typeface="MS PGothic"/>
              </a:rPr>
              <a:t>✓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Accounting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bject 41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6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4540" y="785880"/>
            <a:ext cx="9912442" cy="533196"/>
          </a:xfrm>
          <a:prstGeom prst="rect">
            <a:avLst/>
          </a:prstGeom>
        </p:spPr>
        <p:txBody>
          <a:bodyPr wrap="square" lIns="0" tIns="26606" rIns="0" bIns="0" rtlCol="0">
            <a:noAutofit/>
          </a:bodyPr>
          <a:lstStyle/>
          <a:p>
            <a:pPr marL="12700">
              <a:lnSpc>
                <a:spcPts val="4190"/>
              </a:lnSpc>
            </a:pPr>
            <a:r>
              <a:rPr sz="4000" spc="-8" dirty="0">
                <a:solidFill>
                  <a:srgbClr val="FFFFFF"/>
                </a:solidFill>
                <a:latin typeface="Arial"/>
                <a:cs typeface="Arial"/>
              </a:rPr>
              <a:t>PENGERTIAN TRAFIK TELEKOMUNIKASI</a:t>
            </a:r>
            <a:endParaRPr sz="4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44016" y="1836218"/>
            <a:ext cx="203098" cy="380796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72616" y="1832637"/>
            <a:ext cx="9591827" cy="380796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12700">
              <a:lnSpc>
                <a:spcPts val="3000"/>
              </a:lnSpc>
            </a:pPr>
            <a:r>
              <a:rPr sz="2800" b="1" u="heavy" spc="80" dirty="0">
                <a:solidFill>
                  <a:srgbClr val="FFFFFF"/>
                </a:solidFill>
                <a:latin typeface="Century Gothic"/>
                <a:cs typeface="Century Gothic"/>
              </a:rPr>
              <a:t>Trafik: </a:t>
            </a:r>
            <a:r>
              <a:rPr sz="2800" spc="80" dirty="0">
                <a:solidFill>
                  <a:srgbClr val="FFFFFF"/>
                </a:solidFill>
                <a:latin typeface="Century Gothic"/>
                <a:cs typeface="Century Gothic"/>
              </a:rPr>
              <a:t>sejumlah data atau informasi yang berpindah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2616" y="2174644"/>
            <a:ext cx="9591807" cy="721867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433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da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-12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tempat</a:t>
            </a:r>
            <a:r>
              <a:rPr sz="2800" spc="-8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sal</a:t>
            </a:r>
            <a:r>
              <a:rPr sz="2800" spc="-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ke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tu</a:t>
            </a:r>
            <a:r>
              <a:rPr sz="2800" spc="25" dirty="0">
                <a:solidFill>
                  <a:srgbClr val="FFFFFF"/>
                </a:solidFill>
                <a:latin typeface="Century Gothic"/>
                <a:cs typeface="Century Gothic"/>
              </a:rPr>
              <a:t>j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n,</a:t>
            </a:r>
            <a:r>
              <a:rPr sz="2800" spc="-2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dan</a:t>
            </a:r>
            <a:r>
              <a:rPr sz="28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ngg</a:t>
            </a:r>
            <a:r>
              <a:rPr sz="2800" spc="19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akan</a:t>
            </a:r>
            <a:r>
              <a:rPr sz="2800" spc="-177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bu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h 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ts val="3433"/>
              </a:lnSpc>
            </a:pP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fasilitas telekomunikasi selama periode waktu tertentu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44016" y="2988990"/>
            <a:ext cx="202946" cy="380492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72616" y="2985412"/>
            <a:ext cx="989766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6" dirty="0">
                <a:solidFill>
                  <a:srgbClr val="FFFFFF"/>
                </a:solidFill>
                <a:latin typeface="Century Gothic"/>
                <a:cs typeface="Century Gothic"/>
              </a:rPr>
              <a:t>Yang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07310" y="2985412"/>
            <a:ext cx="2452773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dikategorikan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05171" y="2985412"/>
            <a:ext cx="1603381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informasi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54036" y="2985412"/>
            <a:ext cx="1337263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adalah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737473" y="2985412"/>
            <a:ext cx="2227333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berita-berita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2616" y="3326538"/>
            <a:ext cx="6611589" cy="380796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12700">
              <a:lnSpc>
                <a:spcPts val="3000"/>
              </a:lnSpc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telekomunikasi (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Suara, data, gambar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4016" y="3798488"/>
            <a:ext cx="202946" cy="380491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2616" y="3794910"/>
            <a:ext cx="9591434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34" dirty="0">
                <a:solidFill>
                  <a:srgbClr val="FFFFFF"/>
                </a:solidFill>
                <a:latin typeface="Century Gothic"/>
                <a:cs typeface="Century Gothic"/>
              </a:rPr>
              <a:t>Jadi,  besaran  trafik  di  dalam  dunia  telekomunikasi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72616" y="4136286"/>
            <a:ext cx="1337263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adalah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69666" y="4136286"/>
            <a:ext cx="7797369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la</a:t>
            </a:r>
            <a:r>
              <a:rPr sz="2800" u="heavy" spc="4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anya    </a:t>
            </a:r>
            <a:r>
              <a:rPr sz="2800" u="heavy" spc="238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waktu    </a:t>
            </a:r>
            <a:r>
              <a:rPr sz="2800" u="heavy" spc="287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pen</a:t>
            </a:r>
            <a:r>
              <a:rPr sz="2800" u="heavy" spc="4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800" u="heavy" spc="1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800" u="heavy" spc="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aan    </a:t>
            </a:r>
            <a:r>
              <a:rPr sz="2800" u="heavy" spc="18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u="heavy" spc="9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as</a:t>
            </a:r>
            <a:r>
              <a:rPr sz="2800" u="heavy" spc="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u="heavy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tas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2616" y="4477662"/>
            <a:ext cx="9591531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u="heavy" spc="10" dirty="0">
                <a:solidFill>
                  <a:srgbClr val="FFFFFF"/>
                </a:solidFill>
                <a:latin typeface="Century Gothic"/>
                <a:cs typeface="Century Gothic"/>
              </a:rPr>
              <a:t>telekomunikasi </a:t>
            </a:r>
            <a:r>
              <a:rPr sz="2800" spc="10" dirty="0">
                <a:solidFill>
                  <a:srgbClr val="FFFFFF"/>
                </a:solidFill>
                <a:latin typeface="Century Gothic"/>
                <a:cs typeface="Century Gothic"/>
              </a:rPr>
              <a:t> (saluran,  switching,  control  dsb)  oleh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2616" y="4818788"/>
            <a:ext cx="3226745" cy="380796"/>
          </a:xfrm>
          <a:prstGeom prst="rect">
            <a:avLst/>
          </a:prstGeom>
        </p:spPr>
        <p:txBody>
          <a:bodyPr wrap="square" lIns="0" tIns="19050" rIns="0" bIns="0" rtlCol="0">
            <a:noAutofit/>
          </a:bodyPr>
          <a:lstStyle/>
          <a:p>
            <a:pPr marL="12700">
              <a:lnSpc>
                <a:spcPts val="3000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sejumlah informasi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4016" y="5290814"/>
            <a:ext cx="202946" cy="380492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2616" y="5287237"/>
            <a:ext cx="743061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Jika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58898" y="5287237"/>
            <a:ext cx="2378900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dihubungkan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83607" y="5287237"/>
            <a:ext cx="1468483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dengan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96583" y="5287237"/>
            <a:ext cx="1313662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saluran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54365" y="5287237"/>
            <a:ext cx="2711765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telekomunikasi,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2616" y="5628613"/>
            <a:ext cx="9592352" cy="721868"/>
          </a:xfrm>
          <a:prstGeom prst="rect">
            <a:avLst/>
          </a:prstGeom>
        </p:spPr>
        <p:txBody>
          <a:bodyPr wrap="square" lIns="0" tIns="23495" rIns="0" bIns="0" rtlCol="0">
            <a:noAutofit/>
          </a:bodyPr>
          <a:lstStyle/>
          <a:p>
            <a:pPr marL="12700">
              <a:lnSpc>
                <a:spcPts val="3433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maka</a:t>
            </a:r>
            <a:r>
              <a:rPr sz="2800" spc="66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106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tra</a:t>
            </a:r>
            <a:r>
              <a:rPr sz="2800" spc="-14" dirty="0">
                <a:solidFill>
                  <a:srgbClr val="FFFFFF"/>
                </a:solidFill>
                <a:latin typeface="Century Gothic"/>
                <a:cs typeface="Century Gothic"/>
              </a:rPr>
              <a:t>f</a:t>
            </a:r>
            <a:r>
              <a:rPr sz="28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2800" spc="12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sebu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h</a:t>
            </a:r>
            <a:r>
              <a:rPr sz="2800" spc="43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sa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uran</a:t>
            </a:r>
            <a:r>
              <a:rPr sz="2800" spc="47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ekom</a:t>
            </a:r>
            <a:r>
              <a:rPr sz="28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8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kasi</a:t>
            </a:r>
            <a:r>
              <a:rPr sz="2800" spc="-2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800" spc="-9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alah 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ts val="3433"/>
              </a:lnSpc>
            </a:pPr>
            <a:r>
              <a:rPr sz="2800" u="heavy" spc="-9" dirty="0">
                <a:solidFill>
                  <a:srgbClr val="FFFFFF"/>
                </a:solidFill>
                <a:latin typeface="Century Gothic"/>
                <a:cs typeface="Century Gothic"/>
              </a:rPr>
              <a:t>lamanya waktu pendudukan pada saluran tersebut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5020" y="1997202"/>
            <a:ext cx="18212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5234908" y="3491103"/>
            <a:ext cx="9972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6282475" y="3491103"/>
            <a:ext cx="9762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4721762" y="4300601"/>
            <a:ext cx="53667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6310533" y="4300601"/>
            <a:ext cx="53768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9153860" y="4300601"/>
            <a:ext cx="53700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920472" y="4641977"/>
            <a:ext cx="21858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924646" y="6134303"/>
            <a:ext cx="10074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077492" y="6134303"/>
            <a:ext cx="9852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6424090" y="6134303"/>
            <a:ext cx="9926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493962" y="6134303"/>
            <a:ext cx="9949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8826742" y="6134303"/>
            <a:ext cx="10021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26202" y="4513336"/>
            <a:ext cx="390144" cy="274299"/>
          </a:xfrm>
          <a:custGeom>
            <a:avLst/>
            <a:gdLst/>
            <a:ahLst/>
            <a:cxnLst/>
            <a:rect l="l" t="t" r="r" b="b"/>
            <a:pathLst>
              <a:path w="390144" h="274299">
                <a:moveTo>
                  <a:pt x="0" y="14594"/>
                </a:moveTo>
                <a:lnTo>
                  <a:pt x="11986" y="10958"/>
                </a:lnTo>
                <a:lnTo>
                  <a:pt x="23936" y="7525"/>
                </a:lnTo>
                <a:lnTo>
                  <a:pt x="35819" y="4504"/>
                </a:lnTo>
                <a:lnTo>
                  <a:pt x="47604" y="2103"/>
                </a:lnTo>
                <a:lnTo>
                  <a:pt x="59260" y="532"/>
                </a:lnTo>
                <a:lnTo>
                  <a:pt x="70755" y="0"/>
                </a:lnTo>
                <a:lnTo>
                  <a:pt x="82061" y="714"/>
                </a:lnTo>
                <a:lnTo>
                  <a:pt x="93144" y="2883"/>
                </a:lnTo>
                <a:lnTo>
                  <a:pt x="103976" y="6718"/>
                </a:lnTo>
                <a:lnTo>
                  <a:pt x="114524" y="12425"/>
                </a:lnTo>
                <a:lnTo>
                  <a:pt x="124758" y="20215"/>
                </a:lnTo>
                <a:lnTo>
                  <a:pt x="130048" y="25262"/>
                </a:lnTo>
                <a:lnTo>
                  <a:pt x="135818" y="32184"/>
                </a:lnTo>
                <a:lnTo>
                  <a:pt x="141276" y="40634"/>
                </a:lnTo>
                <a:lnTo>
                  <a:pt x="146462" y="50434"/>
                </a:lnTo>
                <a:lnTo>
                  <a:pt x="151419" y="61410"/>
                </a:lnTo>
                <a:lnTo>
                  <a:pt x="156187" y="73385"/>
                </a:lnTo>
                <a:lnTo>
                  <a:pt x="160808" y="86183"/>
                </a:lnTo>
                <a:lnTo>
                  <a:pt x="165324" y="99626"/>
                </a:lnTo>
                <a:lnTo>
                  <a:pt x="169776" y="113541"/>
                </a:lnTo>
                <a:lnTo>
                  <a:pt x="174206" y="127749"/>
                </a:lnTo>
                <a:lnTo>
                  <a:pt x="178655" y="142076"/>
                </a:lnTo>
                <a:lnTo>
                  <a:pt x="183164" y="156344"/>
                </a:lnTo>
                <a:lnTo>
                  <a:pt x="187776" y="170378"/>
                </a:lnTo>
                <a:lnTo>
                  <a:pt x="192531" y="184002"/>
                </a:lnTo>
                <a:lnTo>
                  <a:pt x="197472" y="197039"/>
                </a:lnTo>
                <a:lnTo>
                  <a:pt x="202639" y="209313"/>
                </a:lnTo>
                <a:lnTo>
                  <a:pt x="208074" y="220648"/>
                </a:lnTo>
                <a:lnTo>
                  <a:pt x="213819" y="230868"/>
                </a:lnTo>
                <a:lnTo>
                  <a:pt x="219915" y="239797"/>
                </a:lnTo>
                <a:lnTo>
                  <a:pt x="226403" y="247258"/>
                </a:lnTo>
                <a:lnTo>
                  <a:pt x="238245" y="256419"/>
                </a:lnTo>
                <a:lnTo>
                  <a:pt x="250891" y="262684"/>
                </a:lnTo>
                <a:lnTo>
                  <a:pt x="265061" y="267384"/>
                </a:lnTo>
                <a:lnTo>
                  <a:pt x="280295" y="270707"/>
                </a:lnTo>
                <a:lnTo>
                  <a:pt x="296133" y="272841"/>
                </a:lnTo>
                <a:lnTo>
                  <a:pt x="312114" y="273976"/>
                </a:lnTo>
                <a:lnTo>
                  <a:pt x="327779" y="274299"/>
                </a:lnTo>
                <a:lnTo>
                  <a:pt x="342667" y="273998"/>
                </a:lnTo>
                <a:lnTo>
                  <a:pt x="356318" y="273262"/>
                </a:lnTo>
                <a:lnTo>
                  <a:pt x="368272" y="272280"/>
                </a:lnTo>
                <a:lnTo>
                  <a:pt x="378068" y="271239"/>
                </a:lnTo>
                <a:lnTo>
                  <a:pt x="385246" y="270328"/>
                </a:lnTo>
                <a:lnTo>
                  <a:pt x="390144" y="26961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98770" y="4507309"/>
            <a:ext cx="417576" cy="280287"/>
          </a:xfrm>
          <a:custGeom>
            <a:avLst/>
            <a:gdLst/>
            <a:ahLst/>
            <a:cxnLst/>
            <a:rect l="l" t="t" r="r" b="b"/>
            <a:pathLst>
              <a:path w="417575" h="280287">
                <a:moveTo>
                  <a:pt x="417575" y="14906"/>
                </a:moveTo>
                <a:lnTo>
                  <a:pt x="405485" y="11382"/>
                </a:lnTo>
                <a:lnTo>
                  <a:pt x="393424" y="8036"/>
                </a:lnTo>
                <a:lnTo>
                  <a:pt x="381419" y="5047"/>
                </a:lnTo>
                <a:lnTo>
                  <a:pt x="369499" y="2592"/>
                </a:lnTo>
                <a:lnTo>
                  <a:pt x="357693" y="850"/>
                </a:lnTo>
                <a:lnTo>
                  <a:pt x="346029" y="0"/>
                </a:lnTo>
                <a:lnTo>
                  <a:pt x="334535" y="218"/>
                </a:lnTo>
                <a:lnTo>
                  <a:pt x="323239" y="1683"/>
                </a:lnTo>
                <a:lnTo>
                  <a:pt x="312171" y="4575"/>
                </a:lnTo>
                <a:lnTo>
                  <a:pt x="301358" y="9070"/>
                </a:lnTo>
                <a:lnTo>
                  <a:pt x="290829" y="15347"/>
                </a:lnTo>
                <a:lnTo>
                  <a:pt x="280612" y="23584"/>
                </a:lnTo>
                <a:lnTo>
                  <a:pt x="272383" y="32552"/>
                </a:lnTo>
                <a:lnTo>
                  <a:pt x="266699" y="40880"/>
                </a:lnTo>
                <a:lnTo>
                  <a:pt x="261291" y="50521"/>
                </a:lnTo>
                <a:lnTo>
                  <a:pt x="256119" y="61309"/>
                </a:lnTo>
                <a:lnTo>
                  <a:pt x="251142" y="73080"/>
                </a:lnTo>
                <a:lnTo>
                  <a:pt x="246318" y="85668"/>
                </a:lnTo>
                <a:lnTo>
                  <a:pt x="241609" y="98909"/>
                </a:lnTo>
                <a:lnTo>
                  <a:pt x="236972" y="112637"/>
                </a:lnTo>
                <a:lnTo>
                  <a:pt x="232368" y="126687"/>
                </a:lnTo>
                <a:lnTo>
                  <a:pt x="227755" y="140895"/>
                </a:lnTo>
                <a:lnTo>
                  <a:pt x="223093" y="155094"/>
                </a:lnTo>
                <a:lnTo>
                  <a:pt x="218342" y="169121"/>
                </a:lnTo>
                <a:lnTo>
                  <a:pt x="213461" y="182810"/>
                </a:lnTo>
                <a:lnTo>
                  <a:pt x="208408" y="195996"/>
                </a:lnTo>
                <a:lnTo>
                  <a:pt x="203144" y="208514"/>
                </a:lnTo>
                <a:lnTo>
                  <a:pt x="197628" y="220199"/>
                </a:lnTo>
                <a:lnTo>
                  <a:pt x="191818" y="230887"/>
                </a:lnTo>
                <a:lnTo>
                  <a:pt x="185676" y="240410"/>
                </a:lnTo>
                <a:lnTo>
                  <a:pt x="179159" y="248606"/>
                </a:lnTo>
                <a:lnTo>
                  <a:pt x="163332" y="261547"/>
                </a:lnTo>
                <a:lnTo>
                  <a:pt x="150772" y="267713"/>
                </a:lnTo>
                <a:lnTo>
                  <a:pt x="136720" y="272450"/>
                </a:lnTo>
                <a:lnTo>
                  <a:pt x="121584" y="275916"/>
                </a:lnTo>
                <a:lnTo>
                  <a:pt x="105773" y="278272"/>
                </a:lnTo>
                <a:lnTo>
                  <a:pt x="89694" y="279676"/>
                </a:lnTo>
                <a:lnTo>
                  <a:pt x="73758" y="280287"/>
                </a:lnTo>
                <a:lnTo>
                  <a:pt x="58372" y="280264"/>
                </a:lnTo>
                <a:lnTo>
                  <a:pt x="43945" y="279765"/>
                </a:lnTo>
                <a:lnTo>
                  <a:pt x="30885" y="278951"/>
                </a:lnTo>
                <a:lnTo>
                  <a:pt x="19602" y="277979"/>
                </a:lnTo>
                <a:lnTo>
                  <a:pt x="10505" y="277010"/>
                </a:lnTo>
                <a:lnTo>
                  <a:pt x="498" y="275712"/>
                </a:lnTo>
                <a:lnTo>
                  <a:pt x="0" y="275637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39511" y="4395216"/>
            <a:ext cx="792479" cy="504444"/>
          </a:xfrm>
          <a:custGeom>
            <a:avLst/>
            <a:gdLst/>
            <a:ahLst/>
            <a:cxnLst/>
            <a:rect l="l" t="t" r="r" b="b"/>
            <a:pathLst>
              <a:path w="792479" h="504444">
                <a:moveTo>
                  <a:pt x="0" y="504443"/>
                </a:moveTo>
                <a:lnTo>
                  <a:pt x="792479" y="504443"/>
                </a:lnTo>
                <a:lnTo>
                  <a:pt x="792479" y="0"/>
                </a:lnTo>
                <a:lnTo>
                  <a:pt x="0" y="0"/>
                </a:lnTo>
                <a:lnTo>
                  <a:pt x="0" y="504443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59174" y="5045212"/>
            <a:ext cx="390144" cy="274299"/>
          </a:xfrm>
          <a:custGeom>
            <a:avLst/>
            <a:gdLst/>
            <a:ahLst/>
            <a:cxnLst/>
            <a:rect l="l" t="t" r="r" b="b"/>
            <a:pathLst>
              <a:path w="390144" h="274299">
                <a:moveTo>
                  <a:pt x="0" y="14594"/>
                </a:moveTo>
                <a:lnTo>
                  <a:pt x="11986" y="10958"/>
                </a:lnTo>
                <a:lnTo>
                  <a:pt x="23936" y="7525"/>
                </a:lnTo>
                <a:lnTo>
                  <a:pt x="35819" y="4504"/>
                </a:lnTo>
                <a:lnTo>
                  <a:pt x="47604" y="2103"/>
                </a:lnTo>
                <a:lnTo>
                  <a:pt x="59260" y="532"/>
                </a:lnTo>
                <a:lnTo>
                  <a:pt x="70755" y="0"/>
                </a:lnTo>
                <a:lnTo>
                  <a:pt x="82061" y="714"/>
                </a:lnTo>
                <a:lnTo>
                  <a:pt x="93144" y="2883"/>
                </a:lnTo>
                <a:lnTo>
                  <a:pt x="103976" y="6718"/>
                </a:lnTo>
                <a:lnTo>
                  <a:pt x="114524" y="12425"/>
                </a:lnTo>
                <a:lnTo>
                  <a:pt x="124758" y="20215"/>
                </a:lnTo>
                <a:lnTo>
                  <a:pt x="130048" y="25262"/>
                </a:lnTo>
                <a:lnTo>
                  <a:pt x="135818" y="32184"/>
                </a:lnTo>
                <a:lnTo>
                  <a:pt x="141276" y="40634"/>
                </a:lnTo>
                <a:lnTo>
                  <a:pt x="146462" y="50434"/>
                </a:lnTo>
                <a:lnTo>
                  <a:pt x="151419" y="61410"/>
                </a:lnTo>
                <a:lnTo>
                  <a:pt x="156187" y="73385"/>
                </a:lnTo>
                <a:lnTo>
                  <a:pt x="160808" y="86183"/>
                </a:lnTo>
                <a:lnTo>
                  <a:pt x="165324" y="99626"/>
                </a:lnTo>
                <a:lnTo>
                  <a:pt x="169776" y="113541"/>
                </a:lnTo>
                <a:lnTo>
                  <a:pt x="174206" y="127749"/>
                </a:lnTo>
                <a:lnTo>
                  <a:pt x="178655" y="142076"/>
                </a:lnTo>
                <a:lnTo>
                  <a:pt x="183164" y="156344"/>
                </a:lnTo>
                <a:lnTo>
                  <a:pt x="187776" y="170378"/>
                </a:lnTo>
                <a:lnTo>
                  <a:pt x="192531" y="184002"/>
                </a:lnTo>
                <a:lnTo>
                  <a:pt x="197472" y="197039"/>
                </a:lnTo>
                <a:lnTo>
                  <a:pt x="202639" y="209313"/>
                </a:lnTo>
                <a:lnTo>
                  <a:pt x="208074" y="220648"/>
                </a:lnTo>
                <a:lnTo>
                  <a:pt x="213819" y="230868"/>
                </a:lnTo>
                <a:lnTo>
                  <a:pt x="219915" y="239797"/>
                </a:lnTo>
                <a:lnTo>
                  <a:pt x="226403" y="247258"/>
                </a:lnTo>
                <a:lnTo>
                  <a:pt x="238245" y="256419"/>
                </a:lnTo>
                <a:lnTo>
                  <a:pt x="250891" y="262684"/>
                </a:lnTo>
                <a:lnTo>
                  <a:pt x="265061" y="267384"/>
                </a:lnTo>
                <a:lnTo>
                  <a:pt x="280295" y="270707"/>
                </a:lnTo>
                <a:lnTo>
                  <a:pt x="296133" y="272841"/>
                </a:lnTo>
                <a:lnTo>
                  <a:pt x="312114" y="273976"/>
                </a:lnTo>
                <a:lnTo>
                  <a:pt x="327779" y="274299"/>
                </a:lnTo>
                <a:lnTo>
                  <a:pt x="342667" y="273998"/>
                </a:lnTo>
                <a:lnTo>
                  <a:pt x="356318" y="273262"/>
                </a:lnTo>
                <a:lnTo>
                  <a:pt x="368272" y="272280"/>
                </a:lnTo>
                <a:lnTo>
                  <a:pt x="378068" y="271239"/>
                </a:lnTo>
                <a:lnTo>
                  <a:pt x="385246" y="270328"/>
                </a:lnTo>
                <a:lnTo>
                  <a:pt x="390144" y="26961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33266" y="5039179"/>
            <a:ext cx="416052" cy="280299"/>
          </a:xfrm>
          <a:custGeom>
            <a:avLst/>
            <a:gdLst/>
            <a:ahLst/>
            <a:cxnLst/>
            <a:rect l="l" t="t" r="r" b="b"/>
            <a:pathLst>
              <a:path w="416051" h="280299">
                <a:moveTo>
                  <a:pt x="416051" y="14912"/>
                </a:moveTo>
                <a:lnTo>
                  <a:pt x="403957" y="11378"/>
                </a:lnTo>
                <a:lnTo>
                  <a:pt x="391892" y="8024"/>
                </a:lnTo>
                <a:lnTo>
                  <a:pt x="379885" y="5029"/>
                </a:lnTo>
                <a:lnTo>
                  <a:pt x="367965" y="2573"/>
                </a:lnTo>
                <a:lnTo>
                  <a:pt x="356161" y="837"/>
                </a:lnTo>
                <a:lnTo>
                  <a:pt x="344503" y="0"/>
                </a:lnTo>
                <a:lnTo>
                  <a:pt x="333019" y="241"/>
                </a:lnTo>
                <a:lnTo>
                  <a:pt x="321738" y="1740"/>
                </a:lnTo>
                <a:lnTo>
                  <a:pt x="310690" y="4678"/>
                </a:lnTo>
                <a:lnTo>
                  <a:pt x="299903" y="9234"/>
                </a:lnTo>
                <a:lnTo>
                  <a:pt x="289406" y="15587"/>
                </a:lnTo>
                <a:lnTo>
                  <a:pt x="279229" y="23918"/>
                </a:lnTo>
                <a:lnTo>
                  <a:pt x="271382" y="32562"/>
                </a:lnTo>
                <a:lnTo>
                  <a:pt x="265715" y="40897"/>
                </a:lnTo>
                <a:lnTo>
                  <a:pt x="260323" y="50546"/>
                </a:lnTo>
                <a:lnTo>
                  <a:pt x="255167" y="61344"/>
                </a:lnTo>
                <a:lnTo>
                  <a:pt x="250207" y="73125"/>
                </a:lnTo>
                <a:lnTo>
                  <a:pt x="245400" y="85723"/>
                </a:lnTo>
                <a:lnTo>
                  <a:pt x="240707" y="98975"/>
                </a:lnTo>
                <a:lnTo>
                  <a:pt x="236087" y="112713"/>
                </a:lnTo>
                <a:lnTo>
                  <a:pt x="231499" y="126774"/>
                </a:lnTo>
                <a:lnTo>
                  <a:pt x="226903" y="140990"/>
                </a:lnTo>
                <a:lnTo>
                  <a:pt x="222257" y="155199"/>
                </a:lnTo>
                <a:lnTo>
                  <a:pt x="217521" y="169232"/>
                </a:lnTo>
                <a:lnTo>
                  <a:pt x="212655" y="182927"/>
                </a:lnTo>
                <a:lnTo>
                  <a:pt x="207617" y="196116"/>
                </a:lnTo>
                <a:lnTo>
                  <a:pt x="202366" y="208635"/>
                </a:lnTo>
                <a:lnTo>
                  <a:pt x="196863" y="220319"/>
                </a:lnTo>
                <a:lnTo>
                  <a:pt x="191067" y="231001"/>
                </a:lnTo>
                <a:lnTo>
                  <a:pt x="184935" y="240517"/>
                </a:lnTo>
                <a:lnTo>
                  <a:pt x="178429" y="248702"/>
                </a:lnTo>
                <a:lnTo>
                  <a:pt x="162690" y="261575"/>
                </a:lnTo>
                <a:lnTo>
                  <a:pt x="150122" y="267754"/>
                </a:lnTo>
                <a:lnTo>
                  <a:pt x="136062" y="272495"/>
                </a:lnTo>
                <a:lnTo>
                  <a:pt x="120920" y="275960"/>
                </a:lnTo>
                <a:lnTo>
                  <a:pt x="105108" y="278308"/>
                </a:lnTo>
                <a:lnTo>
                  <a:pt x="89036" y="279701"/>
                </a:lnTo>
                <a:lnTo>
                  <a:pt x="73115" y="280299"/>
                </a:lnTo>
                <a:lnTo>
                  <a:pt x="57756" y="280262"/>
                </a:lnTo>
                <a:lnTo>
                  <a:pt x="43370" y="279751"/>
                </a:lnTo>
                <a:lnTo>
                  <a:pt x="30368" y="278927"/>
                </a:lnTo>
                <a:lnTo>
                  <a:pt x="19161" y="277950"/>
                </a:lnTo>
                <a:lnTo>
                  <a:pt x="10159" y="276980"/>
                </a:lnTo>
                <a:lnTo>
                  <a:pt x="415" y="275706"/>
                </a:lnTo>
                <a:lnTo>
                  <a:pt x="0" y="275643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74008" y="4927092"/>
            <a:ext cx="790956" cy="502919"/>
          </a:xfrm>
          <a:custGeom>
            <a:avLst/>
            <a:gdLst/>
            <a:ahLst/>
            <a:cxnLst/>
            <a:rect l="l" t="t" r="r" b="b"/>
            <a:pathLst>
              <a:path w="790956" h="502920">
                <a:moveTo>
                  <a:pt x="0" y="502919"/>
                </a:moveTo>
                <a:lnTo>
                  <a:pt x="790956" y="502919"/>
                </a:lnTo>
                <a:lnTo>
                  <a:pt x="790956" y="0"/>
                </a:lnTo>
                <a:lnTo>
                  <a:pt x="0" y="0"/>
                </a:lnTo>
                <a:lnTo>
                  <a:pt x="0" y="502919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68724" y="4646676"/>
            <a:ext cx="970407" cy="279400"/>
          </a:xfrm>
          <a:custGeom>
            <a:avLst/>
            <a:gdLst/>
            <a:ahLst/>
            <a:cxnLst/>
            <a:rect l="l" t="t" r="r" b="b"/>
            <a:pathLst>
              <a:path w="970406" h="279400">
                <a:moveTo>
                  <a:pt x="0" y="279400"/>
                </a:moveTo>
                <a:lnTo>
                  <a:pt x="970407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84798" y="5328676"/>
            <a:ext cx="390144" cy="274305"/>
          </a:xfrm>
          <a:custGeom>
            <a:avLst/>
            <a:gdLst/>
            <a:ahLst/>
            <a:cxnLst/>
            <a:rect l="l" t="t" r="r" b="b"/>
            <a:pathLst>
              <a:path w="390144" h="274305">
                <a:moveTo>
                  <a:pt x="0" y="14594"/>
                </a:moveTo>
                <a:lnTo>
                  <a:pt x="11986" y="10958"/>
                </a:lnTo>
                <a:lnTo>
                  <a:pt x="23936" y="7525"/>
                </a:lnTo>
                <a:lnTo>
                  <a:pt x="35819" y="4504"/>
                </a:lnTo>
                <a:lnTo>
                  <a:pt x="47604" y="2103"/>
                </a:lnTo>
                <a:lnTo>
                  <a:pt x="59260" y="532"/>
                </a:lnTo>
                <a:lnTo>
                  <a:pt x="70755" y="0"/>
                </a:lnTo>
                <a:lnTo>
                  <a:pt x="82061" y="714"/>
                </a:lnTo>
                <a:lnTo>
                  <a:pt x="93144" y="2883"/>
                </a:lnTo>
                <a:lnTo>
                  <a:pt x="103976" y="6718"/>
                </a:lnTo>
                <a:lnTo>
                  <a:pt x="114524" y="12425"/>
                </a:lnTo>
                <a:lnTo>
                  <a:pt x="124758" y="20215"/>
                </a:lnTo>
                <a:lnTo>
                  <a:pt x="130048" y="25262"/>
                </a:lnTo>
                <a:lnTo>
                  <a:pt x="135818" y="32184"/>
                </a:lnTo>
                <a:lnTo>
                  <a:pt x="141276" y="40634"/>
                </a:lnTo>
                <a:lnTo>
                  <a:pt x="146462" y="50434"/>
                </a:lnTo>
                <a:lnTo>
                  <a:pt x="151419" y="61410"/>
                </a:lnTo>
                <a:lnTo>
                  <a:pt x="156187" y="73385"/>
                </a:lnTo>
                <a:lnTo>
                  <a:pt x="160808" y="86183"/>
                </a:lnTo>
                <a:lnTo>
                  <a:pt x="165324" y="99626"/>
                </a:lnTo>
                <a:lnTo>
                  <a:pt x="169776" y="113541"/>
                </a:lnTo>
                <a:lnTo>
                  <a:pt x="174206" y="127749"/>
                </a:lnTo>
                <a:lnTo>
                  <a:pt x="178655" y="142076"/>
                </a:lnTo>
                <a:lnTo>
                  <a:pt x="183164" y="156344"/>
                </a:lnTo>
                <a:lnTo>
                  <a:pt x="187776" y="170378"/>
                </a:lnTo>
                <a:lnTo>
                  <a:pt x="192531" y="184002"/>
                </a:lnTo>
                <a:lnTo>
                  <a:pt x="197472" y="197039"/>
                </a:lnTo>
                <a:lnTo>
                  <a:pt x="202639" y="209313"/>
                </a:lnTo>
                <a:lnTo>
                  <a:pt x="208074" y="220648"/>
                </a:lnTo>
                <a:lnTo>
                  <a:pt x="213819" y="230868"/>
                </a:lnTo>
                <a:lnTo>
                  <a:pt x="219915" y="239797"/>
                </a:lnTo>
                <a:lnTo>
                  <a:pt x="226403" y="247258"/>
                </a:lnTo>
                <a:lnTo>
                  <a:pt x="238248" y="256414"/>
                </a:lnTo>
                <a:lnTo>
                  <a:pt x="250897" y="262676"/>
                </a:lnTo>
                <a:lnTo>
                  <a:pt x="265071" y="267376"/>
                </a:lnTo>
                <a:lnTo>
                  <a:pt x="280310" y="270700"/>
                </a:lnTo>
                <a:lnTo>
                  <a:pt x="296151" y="272838"/>
                </a:lnTo>
                <a:lnTo>
                  <a:pt x="312136" y="273977"/>
                </a:lnTo>
                <a:lnTo>
                  <a:pt x="327804" y="274305"/>
                </a:lnTo>
                <a:lnTo>
                  <a:pt x="342693" y="274010"/>
                </a:lnTo>
                <a:lnTo>
                  <a:pt x="356345" y="273280"/>
                </a:lnTo>
                <a:lnTo>
                  <a:pt x="368297" y="272303"/>
                </a:lnTo>
                <a:lnTo>
                  <a:pt x="378089" y="271267"/>
                </a:lnTo>
                <a:lnTo>
                  <a:pt x="385262" y="270361"/>
                </a:lnTo>
                <a:lnTo>
                  <a:pt x="390144" y="269648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57366" y="5322649"/>
            <a:ext cx="417576" cy="280271"/>
          </a:xfrm>
          <a:custGeom>
            <a:avLst/>
            <a:gdLst/>
            <a:ahLst/>
            <a:cxnLst/>
            <a:rect l="l" t="t" r="r" b="b"/>
            <a:pathLst>
              <a:path w="417575" h="280271">
                <a:moveTo>
                  <a:pt x="417575" y="14906"/>
                </a:moveTo>
                <a:lnTo>
                  <a:pt x="405485" y="11382"/>
                </a:lnTo>
                <a:lnTo>
                  <a:pt x="393424" y="8036"/>
                </a:lnTo>
                <a:lnTo>
                  <a:pt x="381419" y="5047"/>
                </a:lnTo>
                <a:lnTo>
                  <a:pt x="369499" y="2592"/>
                </a:lnTo>
                <a:lnTo>
                  <a:pt x="357693" y="850"/>
                </a:lnTo>
                <a:lnTo>
                  <a:pt x="346029" y="0"/>
                </a:lnTo>
                <a:lnTo>
                  <a:pt x="334535" y="218"/>
                </a:lnTo>
                <a:lnTo>
                  <a:pt x="323239" y="1683"/>
                </a:lnTo>
                <a:lnTo>
                  <a:pt x="312171" y="4575"/>
                </a:lnTo>
                <a:lnTo>
                  <a:pt x="301358" y="9070"/>
                </a:lnTo>
                <a:lnTo>
                  <a:pt x="290829" y="15347"/>
                </a:lnTo>
                <a:lnTo>
                  <a:pt x="280612" y="23584"/>
                </a:lnTo>
                <a:lnTo>
                  <a:pt x="272383" y="32552"/>
                </a:lnTo>
                <a:lnTo>
                  <a:pt x="266699" y="40880"/>
                </a:lnTo>
                <a:lnTo>
                  <a:pt x="261291" y="50521"/>
                </a:lnTo>
                <a:lnTo>
                  <a:pt x="256119" y="61309"/>
                </a:lnTo>
                <a:lnTo>
                  <a:pt x="251142" y="73080"/>
                </a:lnTo>
                <a:lnTo>
                  <a:pt x="246318" y="85668"/>
                </a:lnTo>
                <a:lnTo>
                  <a:pt x="241609" y="98909"/>
                </a:lnTo>
                <a:lnTo>
                  <a:pt x="236972" y="112637"/>
                </a:lnTo>
                <a:lnTo>
                  <a:pt x="232368" y="126687"/>
                </a:lnTo>
                <a:lnTo>
                  <a:pt x="227755" y="140895"/>
                </a:lnTo>
                <a:lnTo>
                  <a:pt x="223093" y="155094"/>
                </a:lnTo>
                <a:lnTo>
                  <a:pt x="218342" y="169121"/>
                </a:lnTo>
                <a:lnTo>
                  <a:pt x="213461" y="182810"/>
                </a:lnTo>
                <a:lnTo>
                  <a:pt x="208408" y="195996"/>
                </a:lnTo>
                <a:lnTo>
                  <a:pt x="203144" y="208514"/>
                </a:lnTo>
                <a:lnTo>
                  <a:pt x="197628" y="220199"/>
                </a:lnTo>
                <a:lnTo>
                  <a:pt x="191818" y="230887"/>
                </a:lnTo>
                <a:lnTo>
                  <a:pt x="185676" y="240410"/>
                </a:lnTo>
                <a:lnTo>
                  <a:pt x="179159" y="248606"/>
                </a:lnTo>
                <a:lnTo>
                  <a:pt x="163335" y="261551"/>
                </a:lnTo>
                <a:lnTo>
                  <a:pt x="150779" y="267718"/>
                </a:lnTo>
                <a:lnTo>
                  <a:pt x="136731" y="272454"/>
                </a:lnTo>
                <a:lnTo>
                  <a:pt x="121600" y="275918"/>
                </a:lnTo>
                <a:lnTo>
                  <a:pt x="105793" y="278270"/>
                </a:lnTo>
                <a:lnTo>
                  <a:pt x="89719" y="279667"/>
                </a:lnTo>
                <a:lnTo>
                  <a:pt x="73785" y="280271"/>
                </a:lnTo>
                <a:lnTo>
                  <a:pt x="58402" y="280240"/>
                </a:lnTo>
                <a:lnTo>
                  <a:pt x="43976" y="279734"/>
                </a:lnTo>
                <a:lnTo>
                  <a:pt x="30916" y="278912"/>
                </a:lnTo>
                <a:lnTo>
                  <a:pt x="19631" y="277933"/>
                </a:lnTo>
                <a:lnTo>
                  <a:pt x="10528" y="276957"/>
                </a:lnTo>
                <a:lnTo>
                  <a:pt x="505" y="275650"/>
                </a:lnTo>
                <a:lnTo>
                  <a:pt x="0" y="275574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98108" y="5210556"/>
            <a:ext cx="792480" cy="504444"/>
          </a:xfrm>
          <a:custGeom>
            <a:avLst/>
            <a:gdLst/>
            <a:ahLst/>
            <a:cxnLst/>
            <a:rect l="l" t="t" r="r" b="b"/>
            <a:pathLst>
              <a:path w="792480" h="504444">
                <a:moveTo>
                  <a:pt x="0" y="504444"/>
                </a:moveTo>
                <a:lnTo>
                  <a:pt x="792480" y="504444"/>
                </a:lnTo>
                <a:lnTo>
                  <a:pt x="792480" y="0"/>
                </a:lnTo>
                <a:lnTo>
                  <a:pt x="0" y="0"/>
                </a:lnTo>
                <a:lnTo>
                  <a:pt x="0" y="504444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984748" y="4582668"/>
            <a:ext cx="608838" cy="627888"/>
          </a:xfrm>
          <a:custGeom>
            <a:avLst/>
            <a:gdLst/>
            <a:ahLst/>
            <a:cxnLst/>
            <a:rect l="l" t="t" r="r" b="b"/>
            <a:pathLst>
              <a:path w="608838" h="627888">
                <a:moveTo>
                  <a:pt x="0" y="0"/>
                </a:moveTo>
                <a:lnTo>
                  <a:pt x="608838" y="627887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57978" y="5833113"/>
            <a:ext cx="390144" cy="274312"/>
          </a:xfrm>
          <a:custGeom>
            <a:avLst/>
            <a:gdLst/>
            <a:ahLst/>
            <a:cxnLst/>
            <a:rect l="l" t="t" r="r" b="b"/>
            <a:pathLst>
              <a:path w="390144" h="274312">
                <a:moveTo>
                  <a:pt x="0" y="14627"/>
                </a:moveTo>
                <a:lnTo>
                  <a:pt x="11987" y="10977"/>
                </a:lnTo>
                <a:lnTo>
                  <a:pt x="23937" y="7534"/>
                </a:lnTo>
                <a:lnTo>
                  <a:pt x="35821" y="4507"/>
                </a:lnTo>
                <a:lnTo>
                  <a:pt x="47606" y="2103"/>
                </a:lnTo>
                <a:lnTo>
                  <a:pt x="59262" y="532"/>
                </a:lnTo>
                <a:lnTo>
                  <a:pt x="70758" y="0"/>
                </a:lnTo>
                <a:lnTo>
                  <a:pt x="82064" y="715"/>
                </a:lnTo>
                <a:lnTo>
                  <a:pt x="93148" y="2887"/>
                </a:lnTo>
                <a:lnTo>
                  <a:pt x="103979" y="6722"/>
                </a:lnTo>
                <a:lnTo>
                  <a:pt x="114528" y="12429"/>
                </a:lnTo>
                <a:lnTo>
                  <a:pt x="124763" y="20217"/>
                </a:lnTo>
                <a:lnTo>
                  <a:pt x="130048" y="25257"/>
                </a:lnTo>
                <a:lnTo>
                  <a:pt x="135818" y="32175"/>
                </a:lnTo>
                <a:lnTo>
                  <a:pt x="141275" y="40622"/>
                </a:lnTo>
                <a:lnTo>
                  <a:pt x="146462" y="50422"/>
                </a:lnTo>
                <a:lnTo>
                  <a:pt x="151418" y="61397"/>
                </a:lnTo>
                <a:lnTo>
                  <a:pt x="156186" y="73372"/>
                </a:lnTo>
                <a:lnTo>
                  <a:pt x="160807" y="86171"/>
                </a:lnTo>
                <a:lnTo>
                  <a:pt x="165323" y="99616"/>
                </a:lnTo>
                <a:lnTo>
                  <a:pt x="169775" y="113532"/>
                </a:lnTo>
                <a:lnTo>
                  <a:pt x="174204" y="127743"/>
                </a:lnTo>
                <a:lnTo>
                  <a:pt x="178653" y="142072"/>
                </a:lnTo>
                <a:lnTo>
                  <a:pt x="183162" y="156342"/>
                </a:lnTo>
                <a:lnTo>
                  <a:pt x="187773" y="170378"/>
                </a:lnTo>
                <a:lnTo>
                  <a:pt x="192528" y="184004"/>
                </a:lnTo>
                <a:lnTo>
                  <a:pt x="197468" y="197043"/>
                </a:lnTo>
                <a:lnTo>
                  <a:pt x="202635" y="209318"/>
                </a:lnTo>
                <a:lnTo>
                  <a:pt x="208070" y="220654"/>
                </a:lnTo>
                <a:lnTo>
                  <a:pt x="213814" y="230873"/>
                </a:lnTo>
                <a:lnTo>
                  <a:pt x="219909" y="239801"/>
                </a:lnTo>
                <a:lnTo>
                  <a:pt x="226397" y="247260"/>
                </a:lnTo>
                <a:lnTo>
                  <a:pt x="238248" y="256422"/>
                </a:lnTo>
                <a:lnTo>
                  <a:pt x="250897" y="262684"/>
                </a:lnTo>
                <a:lnTo>
                  <a:pt x="265071" y="267384"/>
                </a:lnTo>
                <a:lnTo>
                  <a:pt x="280310" y="270708"/>
                </a:lnTo>
                <a:lnTo>
                  <a:pt x="296151" y="272846"/>
                </a:lnTo>
                <a:lnTo>
                  <a:pt x="312136" y="273984"/>
                </a:lnTo>
                <a:lnTo>
                  <a:pt x="327804" y="274312"/>
                </a:lnTo>
                <a:lnTo>
                  <a:pt x="342693" y="274017"/>
                </a:lnTo>
                <a:lnTo>
                  <a:pt x="356345" y="273287"/>
                </a:lnTo>
                <a:lnTo>
                  <a:pt x="368297" y="272311"/>
                </a:lnTo>
                <a:lnTo>
                  <a:pt x="378089" y="271275"/>
                </a:lnTo>
                <a:lnTo>
                  <a:pt x="385262" y="270368"/>
                </a:lnTo>
                <a:lnTo>
                  <a:pt x="390144" y="269655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30546" y="5827066"/>
            <a:ext cx="417576" cy="280307"/>
          </a:xfrm>
          <a:custGeom>
            <a:avLst/>
            <a:gdLst/>
            <a:ahLst/>
            <a:cxnLst/>
            <a:rect l="l" t="t" r="r" b="b"/>
            <a:pathLst>
              <a:path w="417575" h="280307">
                <a:moveTo>
                  <a:pt x="417575" y="14908"/>
                </a:moveTo>
                <a:lnTo>
                  <a:pt x="405489" y="11382"/>
                </a:lnTo>
                <a:lnTo>
                  <a:pt x="393430" y="8035"/>
                </a:lnTo>
                <a:lnTo>
                  <a:pt x="381428" y="5045"/>
                </a:lnTo>
                <a:lnTo>
                  <a:pt x="369511" y="2590"/>
                </a:lnTo>
                <a:lnTo>
                  <a:pt x="357708" y="849"/>
                </a:lnTo>
                <a:lnTo>
                  <a:pt x="346046" y="0"/>
                </a:lnTo>
                <a:lnTo>
                  <a:pt x="334555" y="220"/>
                </a:lnTo>
                <a:lnTo>
                  <a:pt x="323262" y="1690"/>
                </a:lnTo>
                <a:lnTo>
                  <a:pt x="312196" y="4586"/>
                </a:lnTo>
                <a:lnTo>
                  <a:pt x="301385" y="9087"/>
                </a:lnTo>
                <a:lnTo>
                  <a:pt x="290858" y="15371"/>
                </a:lnTo>
                <a:lnTo>
                  <a:pt x="280642" y="23616"/>
                </a:lnTo>
                <a:lnTo>
                  <a:pt x="272383" y="32608"/>
                </a:lnTo>
                <a:lnTo>
                  <a:pt x="266700" y="40928"/>
                </a:lnTo>
                <a:lnTo>
                  <a:pt x="261293" y="50561"/>
                </a:lnTo>
                <a:lnTo>
                  <a:pt x="256121" y="61342"/>
                </a:lnTo>
                <a:lnTo>
                  <a:pt x="251144" y="73106"/>
                </a:lnTo>
                <a:lnTo>
                  <a:pt x="246321" y="85687"/>
                </a:lnTo>
                <a:lnTo>
                  <a:pt x="241612" y="98922"/>
                </a:lnTo>
                <a:lnTo>
                  <a:pt x="236976" y="112645"/>
                </a:lnTo>
                <a:lnTo>
                  <a:pt x="232372" y="126692"/>
                </a:lnTo>
                <a:lnTo>
                  <a:pt x="227759" y="140897"/>
                </a:lnTo>
                <a:lnTo>
                  <a:pt x="223098" y="155096"/>
                </a:lnTo>
                <a:lnTo>
                  <a:pt x="218347" y="169124"/>
                </a:lnTo>
                <a:lnTo>
                  <a:pt x="213466" y="182815"/>
                </a:lnTo>
                <a:lnTo>
                  <a:pt x="208415" y="196006"/>
                </a:lnTo>
                <a:lnTo>
                  <a:pt x="203151" y="208530"/>
                </a:lnTo>
                <a:lnTo>
                  <a:pt x="197636" y="220224"/>
                </a:lnTo>
                <a:lnTo>
                  <a:pt x="191828" y="230922"/>
                </a:lnTo>
                <a:lnTo>
                  <a:pt x="185686" y="240459"/>
                </a:lnTo>
                <a:lnTo>
                  <a:pt x="179171" y="248671"/>
                </a:lnTo>
                <a:lnTo>
                  <a:pt x="163333" y="261630"/>
                </a:lnTo>
                <a:lnTo>
                  <a:pt x="150776" y="267787"/>
                </a:lnTo>
                <a:lnTo>
                  <a:pt x="136726" y="272514"/>
                </a:lnTo>
                <a:lnTo>
                  <a:pt x="121593" y="275971"/>
                </a:lnTo>
                <a:lnTo>
                  <a:pt x="105784" y="278315"/>
                </a:lnTo>
                <a:lnTo>
                  <a:pt x="89707" y="279708"/>
                </a:lnTo>
                <a:lnTo>
                  <a:pt x="73773" y="280307"/>
                </a:lnTo>
                <a:lnTo>
                  <a:pt x="58388" y="280273"/>
                </a:lnTo>
                <a:lnTo>
                  <a:pt x="43962" y="279764"/>
                </a:lnTo>
                <a:lnTo>
                  <a:pt x="30902" y="278940"/>
                </a:lnTo>
                <a:lnTo>
                  <a:pt x="19618" y="277960"/>
                </a:lnTo>
                <a:lnTo>
                  <a:pt x="10518" y="276983"/>
                </a:lnTo>
                <a:lnTo>
                  <a:pt x="502" y="275676"/>
                </a:lnTo>
                <a:lnTo>
                  <a:pt x="0" y="27560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71287" y="5715000"/>
            <a:ext cx="792479" cy="502920"/>
          </a:xfrm>
          <a:custGeom>
            <a:avLst/>
            <a:gdLst/>
            <a:ahLst/>
            <a:cxnLst/>
            <a:rect l="l" t="t" r="r" b="b"/>
            <a:pathLst>
              <a:path w="792479" h="502920">
                <a:moveTo>
                  <a:pt x="0" y="502920"/>
                </a:moveTo>
                <a:lnTo>
                  <a:pt x="792479" y="502920"/>
                </a:lnTo>
                <a:lnTo>
                  <a:pt x="792479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66438" y="5336286"/>
            <a:ext cx="705104" cy="630466"/>
          </a:xfrm>
          <a:custGeom>
            <a:avLst/>
            <a:gdLst/>
            <a:ahLst/>
            <a:cxnLst/>
            <a:rect l="l" t="t" r="r" b="b"/>
            <a:pathLst>
              <a:path w="705103" h="630466">
                <a:moveTo>
                  <a:pt x="0" y="0"/>
                </a:moveTo>
                <a:lnTo>
                  <a:pt x="705104" y="630466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64530" y="5688330"/>
            <a:ext cx="1010666" cy="279450"/>
          </a:xfrm>
          <a:custGeom>
            <a:avLst/>
            <a:gdLst/>
            <a:ahLst/>
            <a:cxnLst/>
            <a:rect l="l" t="t" r="r" b="b"/>
            <a:pathLst>
              <a:path w="1010666" h="279450">
                <a:moveTo>
                  <a:pt x="0" y="279450"/>
                </a:moveTo>
                <a:lnTo>
                  <a:pt x="1010666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05862" y="5179314"/>
            <a:ext cx="1167638" cy="0"/>
          </a:xfrm>
          <a:custGeom>
            <a:avLst/>
            <a:gdLst/>
            <a:ahLst/>
            <a:cxnLst/>
            <a:rect l="l" t="t" r="r" b="b"/>
            <a:pathLst>
              <a:path w="1167638">
                <a:moveTo>
                  <a:pt x="0" y="0"/>
                </a:moveTo>
                <a:lnTo>
                  <a:pt x="116763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991350" y="5462778"/>
            <a:ext cx="1167638" cy="0"/>
          </a:xfrm>
          <a:custGeom>
            <a:avLst/>
            <a:gdLst/>
            <a:ahLst/>
            <a:cxnLst/>
            <a:rect l="l" t="t" r="r" b="b"/>
            <a:pathLst>
              <a:path w="1167638">
                <a:moveTo>
                  <a:pt x="0" y="0"/>
                </a:moveTo>
                <a:lnTo>
                  <a:pt x="1167638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22832" y="4341876"/>
            <a:ext cx="1673352" cy="1673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21168" y="4593336"/>
            <a:ext cx="1673352" cy="1673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64144" y="4408762"/>
            <a:ext cx="1087628" cy="262932"/>
          </a:xfrm>
          <a:custGeom>
            <a:avLst/>
            <a:gdLst/>
            <a:ahLst/>
            <a:cxnLst/>
            <a:rect l="l" t="t" r="r" b="b"/>
            <a:pathLst>
              <a:path w="1087627" h="262932">
                <a:moveTo>
                  <a:pt x="95250" y="168063"/>
                </a:moveTo>
                <a:lnTo>
                  <a:pt x="100584" y="162221"/>
                </a:lnTo>
                <a:lnTo>
                  <a:pt x="103886" y="154982"/>
                </a:lnTo>
                <a:lnTo>
                  <a:pt x="107188" y="147743"/>
                </a:lnTo>
                <a:lnTo>
                  <a:pt x="108330" y="139615"/>
                </a:lnTo>
                <a:lnTo>
                  <a:pt x="107314" y="130725"/>
                </a:lnTo>
                <a:lnTo>
                  <a:pt x="106740" y="127232"/>
                </a:lnTo>
                <a:lnTo>
                  <a:pt x="102462" y="114921"/>
                </a:lnTo>
                <a:lnTo>
                  <a:pt x="94869" y="104944"/>
                </a:lnTo>
                <a:lnTo>
                  <a:pt x="82209" y="96770"/>
                </a:lnTo>
                <a:lnTo>
                  <a:pt x="69469" y="93641"/>
                </a:lnTo>
                <a:lnTo>
                  <a:pt x="61500" y="93457"/>
                </a:lnTo>
                <a:lnTo>
                  <a:pt x="49012" y="94201"/>
                </a:lnTo>
                <a:lnTo>
                  <a:pt x="32512" y="95927"/>
                </a:lnTo>
                <a:lnTo>
                  <a:pt x="0" y="99991"/>
                </a:lnTo>
                <a:lnTo>
                  <a:pt x="20066" y="262932"/>
                </a:lnTo>
                <a:lnTo>
                  <a:pt x="36449" y="260900"/>
                </a:lnTo>
                <a:lnTo>
                  <a:pt x="27051" y="185208"/>
                </a:lnTo>
                <a:lnTo>
                  <a:pt x="36322" y="184192"/>
                </a:lnTo>
                <a:lnTo>
                  <a:pt x="104267" y="252518"/>
                </a:lnTo>
                <a:lnTo>
                  <a:pt x="124332" y="250105"/>
                </a:lnTo>
                <a:lnTo>
                  <a:pt x="56388" y="181652"/>
                </a:lnTo>
                <a:lnTo>
                  <a:pt x="65197" y="180247"/>
                </a:lnTo>
                <a:lnTo>
                  <a:pt x="64008" y="164761"/>
                </a:lnTo>
                <a:lnTo>
                  <a:pt x="53213" y="166031"/>
                </a:lnTo>
                <a:lnTo>
                  <a:pt x="25146" y="169333"/>
                </a:lnTo>
                <a:lnTo>
                  <a:pt x="18288" y="113961"/>
                </a:lnTo>
                <a:lnTo>
                  <a:pt x="46990" y="110405"/>
                </a:lnTo>
                <a:lnTo>
                  <a:pt x="58166" y="109008"/>
                </a:lnTo>
                <a:lnTo>
                  <a:pt x="66294" y="109008"/>
                </a:lnTo>
                <a:lnTo>
                  <a:pt x="71247" y="110278"/>
                </a:lnTo>
                <a:lnTo>
                  <a:pt x="76327" y="111675"/>
                </a:lnTo>
                <a:lnTo>
                  <a:pt x="80645" y="114342"/>
                </a:lnTo>
                <a:lnTo>
                  <a:pt x="84201" y="118406"/>
                </a:lnTo>
                <a:lnTo>
                  <a:pt x="87630" y="122597"/>
                </a:lnTo>
                <a:lnTo>
                  <a:pt x="89789" y="127296"/>
                </a:lnTo>
                <a:lnTo>
                  <a:pt x="90424" y="132757"/>
                </a:lnTo>
                <a:lnTo>
                  <a:pt x="91059" y="138345"/>
                </a:lnTo>
                <a:lnTo>
                  <a:pt x="90297" y="143679"/>
                </a:lnTo>
                <a:lnTo>
                  <a:pt x="87884" y="148632"/>
                </a:lnTo>
                <a:lnTo>
                  <a:pt x="85598" y="153458"/>
                </a:lnTo>
                <a:lnTo>
                  <a:pt x="81915" y="157268"/>
                </a:lnTo>
                <a:lnTo>
                  <a:pt x="87884" y="172381"/>
                </a:lnTo>
                <a:lnTo>
                  <a:pt x="95250" y="168063"/>
                </a:lnTo>
                <a:close/>
              </a:path>
              <a:path w="1087627" h="262932">
                <a:moveTo>
                  <a:pt x="77953" y="176919"/>
                </a:moveTo>
                <a:lnTo>
                  <a:pt x="87884" y="172381"/>
                </a:lnTo>
                <a:lnTo>
                  <a:pt x="81915" y="157268"/>
                </a:lnTo>
                <a:lnTo>
                  <a:pt x="76962" y="159935"/>
                </a:lnTo>
                <a:lnTo>
                  <a:pt x="72009" y="162729"/>
                </a:lnTo>
                <a:lnTo>
                  <a:pt x="64008" y="164761"/>
                </a:lnTo>
                <a:lnTo>
                  <a:pt x="65197" y="180247"/>
                </a:lnTo>
                <a:lnTo>
                  <a:pt x="77953" y="176919"/>
                </a:lnTo>
                <a:close/>
              </a:path>
              <a:path w="1087627" h="262932">
                <a:moveTo>
                  <a:pt x="232918" y="151045"/>
                </a:moveTo>
                <a:lnTo>
                  <a:pt x="238252" y="145203"/>
                </a:lnTo>
                <a:lnTo>
                  <a:pt x="241554" y="137964"/>
                </a:lnTo>
                <a:lnTo>
                  <a:pt x="244856" y="130725"/>
                </a:lnTo>
                <a:lnTo>
                  <a:pt x="245999" y="122597"/>
                </a:lnTo>
                <a:lnTo>
                  <a:pt x="244856" y="113834"/>
                </a:lnTo>
                <a:lnTo>
                  <a:pt x="244325" y="110355"/>
                </a:lnTo>
                <a:lnTo>
                  <a:pt x="240078" y="97958"/>
                </a:lnTo>
                <a:lnTo>
                  <a:pt x="232536" y="88053"/>
                </a:lnTo>
                <a:lnTo>
                  <a:pt x="219803" y="79755"/>
                </a:lnTo>
                <a:lnTo>
                  <a:pt x="207136" y="76623"/>
                </a:lnTo>
                <a:lnTo>
                  <a:pt x="199085" y="76445"/>
                </a:lnTo>
                <a:lnTo>
                  <a:pt x="186589" y="77224"/>
                </a:lnTo>
                <a:lnTo>
                  <a:pt x="170053" y="79036"/>
                </a:lnTo>
                <a:lnTo>
                  <a:pt x="137668" y="82973"/>
                </a:lnTo>
                <a:lnTo>
                  <a:pt x="157734" y="245914"/>
                </a:lnTo>
                <a:lnTo>
                  <a:pt x="173990" y="243882"/>
                </a:lnTo>
                <a:lnTo>
                  <a:pt x="164719" y="168317"/>
                </a:lnTo>
                <a:lnTo>
                  <a:pt x="173863" y="167174"/>
                </a:lnTo>
                <a:lnTo>
                  <a:pt x="241808" y="235627"/>
                </a:lnTo>
                <a:lnTo>
                  <a:pt x="262001" y="233087"/>
                </a:lnTo>
                <a:lnTo>
                  <a:pt x="194056" y="164634"/>
                </a:lnTo>
                <a:lnTo>
                  <a:pt x="202814" y="163229"/>
                </a:lnTo>
                <a:lnTo>
                  <a:pt x="209677" y="145711"/>
                </a:lnTo>
                <a:lnTo>
                  <a:pt x="201676" y="147743"/>
                </a:lnTo>
                <a:lnTo>
                  <a:pt x="190881" y="149140"/>
                </a:lnTo>
                <a:lnTo>
                  <a:pt x="162687" y="152315"/>
                </a:lnTo>
                <a:lnTo>
                  <a:pt x="155829" y="96943"/>
                </a:lnTo>
                <a:lnTo>
                  <a:pt x="184658" y="93387"/>
                </a:lnTo>
                <a:lnTo>
                  <a:pt x="195834" y="91990"/>
                </a:lnTo>
                <a:lnTo>
                  <a:pt x="203961" y="91990"/>
                </a:lnTo>
                <a:lnTo>
                  <a:pt x="208915" y="93260"/>
                </a:lnTo>
                <a:lnTo>
                  <a:pt x="213995" y="94657"/>
                </a:lnTo>
                <a:lnTo>
                  <a:pt x="218313" y="97324"/>
                </a:lnTo>
                <a:lnTo>
                  <a:pt x="221742" y="101388"/>
                </a:lnTo>
                <a:lnTo>
                  <a:pt x="225297" y="105579"/>
                </a:lnTo>
                <a:lnTo>
                  <a:pt x="227329" y="110278"/>
                </a:lnTo>
                <a:lnTo>
                  <a:pt x="228092" y="115739"/>
                </a:lnTo>
                <a:lnTo>
                  <a:pt x="228727" y="121454"/>
                </a:lnTo>
                <a:lnTo>
                  <a:pt x="227965" y="126661"/>
                </a:lnTo>
                <a:lnTo>
                  <a:pt x="225552" y="131614"/>
                </a:lnTo>
                <a:lnTo>
                  <a:pt x="223139" y="136440"/>
                </a:lnTo>
                <a:lnTo>
                  <a:pt x="219583" y="140250"/>
                </a:lnTo>
                <a:lnTo>
                  <a:pt x="225552" y="155363"/>
                </a:lnTo>
                <a:lnTo>
                  <a:pt x="232918" y="151045"/>
                </a:lnTo>
                <a:close/>
              </a:path>
              <a:path w="1087627" h="262932">
                <a:moveTo>
                  <a:pt x="215586" y="159901"/>
                </a:moveTo>
                <a:lnTo>
                  <a:pt x="225552" y="155363"/>
                </a:lnTo>
                <a:lnTo>
                  <a:pt x="219583" y="140250"/>
                </a:lnTo>
                <a:lnTo>
                  <a:pt x="214629" y="143044"/>
                </a:lnTo>
                <a:lnTo>
                  <a:pt x="209677" y="145711"/>
                </a:lnTo>
                <a:lnTo>
                  <a:pt x="202814" y="163229"/>
                </a:lnTo>
                <a:lnTo>
                  <a:pt x="215586" y="159901"/>
                </a:lnTo>
                <a:close/>
              </a:path>
              <a:path w="1087627" h="262932">
                <a:moveTo>
                  <a:pt x="370459" y="134027"/>
                </a:moveTo>
                <a:lnTo>
                  <a:pt x="375793" y="128185"/>
                </a:lnTo>
                <a:lnTo>
                  <a:pt x="379222" y="120946"/>
                </a:lnTo>
                <a:lnTo>
                  <a:pt x="382524" y="113707"/>
                </a:lnTo>
                <a:lnTo>
                  <a:pt x="383667" y="105706"/>
                </a:lnTo>
                <a:lnTo>
                  <a:pt x="382524" y="96816"/>
                </a:lnTo>
                <a:lnTo>
                  <a:pt x="377713" y="80918"/>
                </a:lnTo>
                <a:lnTo>
                  <a:pt x="370078" y="71035"/>
                </a:lnTo>
                <a:lnTo>
                  <a:pt x="357508" y="62809"/>
                </a:lnTo>
                <a:lnTo>
                  <a:pt x="344805" y="59605"/>
                </a:lnTo>
                <a:lnTo>
                  <a:pt x="336753" y="59427"/>
                </a:lnTo>
                <a:lnTo>
                  <a:pt x="324257" y="60206"/>
                </a:lnTo>
                <a:lnTo>
                  <a:pt x="307721" y="62018"/>
                </a:lnTo>
                <a:lnTo>
                  <a:pt x="275336" y="65955"/>
                </a:lnTo>
                <a:lnTo>
                  <a:pt x="295402" y="228896"/>
                </a:lnTo>
                <a:lnTo>
                  <a:pt x="311658" y="226991"/>
                </a:lnTo>
                <a:lnTo>
                  <a:pt x="302387" y="151299"/>
                </a:lnTo>
                <a:lnTo>
                  <a:pt x="311531" y="150156"/>
                </a:lnTo>
                <a:lnTo>
                  <a:pt x="379476" y="218609"/>
                </a:lnTo>
                <a:lnTo>
                  <a:pt x="399669" y="216069"/>
                </a:lnTo>
                <a:lnTo>
                  <a:pt x="331724" y="147616"/>
                </a:lnTo>
                <a:lnTo>
                  <a:pt x="340451" y="146219"/>
                </a:lnTo>
                <a:lnTo>
                  <a:pt x="347218" y="128693"/>
                </a:lnTo>
                <a:lnTo>
                  <a:pt x="339344" y="130725"/>
                </a:lnTo>
                <a:lnTo>
                  <a:pt x="328422" y="132122"/>
                </a:lnTo>
                <a:lnTo>
                  <a:pt x="300355" y="135297"/>
                </a:lnTo>
                <a:lnTo>
                  <a:pt x="293497" y="79925"/>
                </a:lnTo>
                <a:lnTo>
                  <a:pt x="322326" y="76369"/>
                </a:lnTo>
                <a:lnTo>
                  <a:pt x="333375" y="74972"/>
                </a:lnTo>
                <a:lnTo>
                  <a:pt x="341503" y="74972"/>
                </a:lnTo>
                <a:lnTo>
                  <a:pt x="346583" y="76369"/>
                </a:lnTo>
                <a:lnTo>
                  <a:pt x="351663" y="77639"/>
                </a:lnTo>
                <a:lnTo>
                  <a:pt x="355854" y="80306"/>
                </a:lnTo>
                <a:lnTo>
                  <a:pt x="359410" y="84497"/>
                </a:lnTo>
                <a:lnTo>
                  <a:pt x="362966" y="88561"/>
                </a:lnTo>
                <a:lnTo>
                  <a:pt x="364998" y="93387"/>
                </a:lnTo>
                <a:lnTo>
                  <a:pt x="365760" y="98848"/>
                </a:lnTo>
                <a:lnTo>
                  <a:pt x="366395" y="104436"/>
                </a:lnTo>
                <a:lnTo>
                  <a:pt x="365506" y="109643"/>
                </a:lnTo>
                <a:lnTo>
                  <a:pt x="363220" y="114596"/>
                </a:lnTo>
                <a:lnTo>
                  <a:pt x="360807" y="119422"/>
                </a:lnTo>
                <a:lnTo>
                  <a:pt x="357124" y="123232"/>
                </a:lnTo>
                <a:lnTo>
                  <a:pt x="363220" y="138472"/>
                </a:lnTo>
                <a:lnTo>
                  <a:pt x="370459" y="134027"/>
                </a:lnTo>
                <a:close/>
              </a:path>
              <a:path w="1087627" h="262932">
                <a:moveTo>
                  <a:pt x="353241" y="142917"/>
                </a:moveTo>
                <a:lnTo>
                  <a:pt x="363220" y="138472"/>
                </a:lnTo>
                <a:lnTo>
                  <a:pt x="357124" y="123232"/>
                </a:lnTo>
                <a:lnTo>
                  <a:pt x="352171" y="126026"/>
                </a:lnTo>
                <a:lnTo>
                  <a:pt x="347218" y="128693"/>
                </a:lnTo>
                <a:lnTo>
                  <a:pt x="340451" y="146219"/>
                </a:lnTo>
                <a:lnTo>
                  <a:pt x="353241" y="142917"/>
                </a:lnTo>
                <a:close/>
              </a:path>
              <a:path w="1087627" h="262932">
                <a:moveTo>
                  <a:pt x="646938" y="146981"/>
                </a:moveTo>
                <a:lnTo>
                  <a:pt x="523113" y="35348"/>
                </a:lnTo>
                <a:lnTo>
                  <a:pt x="519556" y="35856"/>
                </a:lnTo>
                <a:lnTo>
                  <a:pt x="539623" y="198797"/>
                </a:lnTo>
                <a:lnTo>
                  <a:pt x="556514" y="196765"/>
                </a:lnTo>
                <a:lnTo>
                  <a:pt x="541274" y="73321"/>
                </a:lnTo>
                <a:lnTo>
                  <a:pt x="664083" y="183430"/>
                </a:lnTo>
                <a:lnTo>
                  <a:pt x="667766" y="182922"/>
                </a:lnTo>
                <a:lnTo>
                  <a:pt x="647573" y="19981"/>
                </a:lnTo>
                <a:lnTo>
                  <a:pt x="631571" y="22013"/>
                </a:lnTo>
                <a:lnTo>
                  <a:pt x="646938" y="146981"/>
                </a:lnTo>
                <a:close/>
              </a:path>
              <a:path w="1087627" h="262932">
                <a:moveTo>
                  <a:pt x="719312" y="22132"/>
                </a:moveTo>
                <a:lnTo>
                  <a:pt x="710250" y="31194"/>
                </a:lnTo>
                <a:lnTo>
                  <a:pt x="702774" y="41436"/>
                </a:lnTo>
                <a:lnTo>
                  <a:pt x="696849" y="52874"/>
                </a:lnTo>
                <a:lnTo>
                  <a:pt x="694085" y="60039"/>
                </a:lnTo>
                <a:lnTo>
                  <a:pt x="691012" y="72215"/>
                </a:lnTo>
                <a:lnTo>
                  <a:pt x="689828" y="84686"/>
                </a:lnTo>
                <a:lnTo>
                  <a:pt x="690499" y="97451"/>
                </a:lnTo>
                <a:lnTo>
                  <a:pt x="691914" y="105807"/>
                </a:lnTo>
                <a:lnTo>
                  <a:pt x="695613" y="118154"/>
                </a:lnTo>
                <a:lnTo>
                  <a:pt x="701119" y="129592"/>
                </a:lnTo>
                <a:lnTo>
                  <a:pt x="708431" y="140130"/>
                </a:lnTo>
                <a:lnTo>
                  <a:pt x="717550" y="149775"/>
                </a:lnTo>
                <a:lnTo>
                  <a:pt x="731151" y="160027"/>
                </a:lnTo>
                <a:lnTo>
                  <a:pt x="742008" y="165627"/>
                </a:lnTo>
                <a:lnTo>
                  <a:pt x="753610" y="169602"/>
                </a:lnTo>
                <a:lnTo>
                  <a:pt x="765955" y="171948"/>
                </a:lnTo>
                <a:lnTo>
                  <a:pt x="779039" y="172664"/>
                </a:lnTo>
                <a:lnTo>
                  <a:pt x="792861" y="171746"/>
                </a:lnTo>
                <a:lnTo>
                  <a:pt x="807503" y="168932"/>
                </a:lnTo>
                <a:lnTo>
                  <a:pt x="820121" y="164625"/>
                </a:lnTo>
                <a:lnTo>
                  <a:pt x="831337" y="158734"/>
                </a:lnTo>
                <a:lnTo>
                  <a:pt x="841167" y="151248"/>
                </a:lnTo>
                <a:lnTo>
                  <a:pt x="849630" y="142155"/>
                </a:lnTo>
                <a:lnTo>
                  <a:pt x="857342" y="129906"/>
                </a:lnTo>
                <a:lnTo>
                  <a:pt x="861795" y="118695"/>
                </a:lnTo>
                <a:lnTo>
                  <a:pt x="864488" y="106539"/>
                </a:lnTo>
                <a:lnTo>
                  <a:pt x="865426" y="93445"/>
                </a:lnTo>
                <a:lnTo>
                  <a:pt x="864616" y="79417"/>
                </a:lnTo>
                <a:lnTo>
                  <a:pt x="794385" y="88053"/>
                </a:lnTo>
                <a:lnTo>
                  <a:pt x="796290" y="103801"/>
                </a:lnTo>
                <a:lnTo>
                  <a:pt x="848233" y="97324"/>
                </a:lnTo>
                <a:lnTo>
                  <a:pt x="847990" y="102021"/>
                </a:lnTo>
                <a:lnTo>
                  <a:pt x="845459" y="114769"/>
                </a:lnTo>
                <a:lnTo>
                  <a:pt x="840206" y="126320"/>
                </a:lnTo>
                <a:lnTo>
                  <a:pt x="832231" y="136694"/>
                </a:lnTo>
                <a:lnTo>
                  <a:pt x="827113" y="141491"/>
                </a:lnTo>
                <a:lnTo>
                  <a:pt x="816736" y="148478"/>
                </a:lnTo>
                <a:lnTo>
                  <a:pt x="804853" y="153356"/>
                </a:lnTo>
                <a:lnTo>
                  <a:pt x="791464" y="156125"/>
                </a:lnTo>
                <a:lnTo>
                  <a:pt x="776478" y="156644"/>
                </a:lnTo>
                <a:lnTo>
                  <a:pt x="764083" y="154974"/>
                </a:lnTo>
                <a:lnTo>
                  <a:pt x="752094" y="151299"/>
                </a:lnTo>
                <a:lnTo>
                  <a:pt x="740645" y="145667"/>
                </a:lnTo>
                <a:lnTo>
                  <a:pt x="730435" y="138110"/>
                </a:lnTo>
                <a:lnTo>
                  <a:pt x="721741" y="128693"/>
                </a:lnTo>
                <a:lnTo>
                  <a:pt x="715301" y="118958"/>
                </a:lnTo>
                <a:lnTo>
                  <a:pt x="710249" y="107314"/>
                </a:lnTo>
                <a:lnTo>
                  <a:pt x="707517" y="94911"/>
                </a:lnTo>
                <a:lnTo>
                  <a:pt x="707033" y="84315"/>
                </a:lnTo>
                <a:lnTo>
                  <a:pt x="708720" y="71960"/>
                </a:lnTo>
                <a:lnTo>
                  <a:pt x="712851" y="59732"/>
                </a:lnTo>
                <a:lnTo>
                  <a:pt x="718533" y="49227"/>
                </a:lnTo>
                <a:lnTo>
                  <a:pt x="726567" y="39375"/>
                </a:lnTo>
                <a:lnTo>
                  <a:pt x="736600" y="30903"/>
                </a:lnTo>
                <a:lnTo>
                  <a:pt x="747565" y="24216"/>
                </a:lnTo>
                <a:lnTo>
                  <a:pt x="759380" y="19523"/>
                </a:lnTo>
                <a:lnTo>
                  <a:pt x="771906" y="16933"/>
                </a:lnTo>
                <a:lnTo>
                  <a:pt x="779087" y="16419"/>
                </a:lnTo>
                <a:lnTo>
                  <a:pt x="791492" y="17183"/>
                </a:lnTo>
                <a:lnTo>
                  <a:pt x="804418" y="19981"/>
                </a:lnTo>
                <a:lnTo>
                  <a:pt x="814456" y="23545"/>
                </a:lnTo>
                <a:lnTo>
                  <a:pt x="825783" y="29228"/>
                </a:lnTo>
                <a:lnTo>
                  <a:pt x="836676" y="36618"/>
                </a:lnTo>
                <a:lnTo>
                  <a:pt x="847852" y="23029"/>
                </a:lnTo>
                <a:lnTo>
                  <a:pt x="843206" y="19740"/>
                </a:lnTo>
                <a:lnTo>
                  <a:pt x="831853" y="12775"/>
                </a:lnTo>
                <a:lnTo>
                  <a:pt x="820539" y="7359"/>
                </a:lnTo>
                <a:lnTo>
                  <a:pt x="809244" y="3471"/>
                </a:lnTo>
                <a:lnTo>
                  <a:pt x="794800" y="707"/>
                </a:lnTo>
                <a:lnTo>
                  <a:pt x="782208" y="0"/>
                </a:lnTo>
                <a:lnTo>
                  <a:pt x="769366" y="804"/>
                </a:lnTo>
                <a:lnTo>
                  <a:pt x="759426" y="2498"/>
                </a:lnTo>
                <a:lnTo>
                  <a:pt x="746950" y="6066"/>
                </a:lnTo>
                <a:lnTo>
                  <a:pt x="735456" y="11127"/>
                </a:lnTo>
                <a:lnTo>
                  <a:pt x="724916" y="17695"/>
                </a:lnTo>
                <a:lnTo>
                  <a:pt x="719312" y="22132"/>
                </a:lnTo>
                <a:close/>
              </a:path>
              <a:path w="1087627" h="262932">
                <a:moveTo>
                  <a:pt x="984758" y="136821"/>
                </a:moveTo>
                <a:lnTo>
                  <a:pt x="986409" y="139996"/>
                </a:lnTo>
                <a:lnTo>
                  <a:pt x="989457" y="142282"/>
                </a:lnTo>
                <a:lnTo>
                  <a:pt x="992378" y="144695"/>
                </a:lnTo>
                <a:lnTo>
                  <a:pt x="995807" y="145584"/>
                </a:lnTo>
                <a:lnTo>
                  <a:pt x="999616" y="145203"/>
                </a:lnTo>
                <a:lnTo>
                  <a:pt x="1003300" y="144695"/>
                </a:lnTo>
                <a:lnTo>
                  <a:pt x="1006347" y="142917"/>
                </a:lnTo>
                <a:lnTo>
                  <a:pt x="1008634" y="139869"/>
                </a:lnTo>
                <a:lnTo>
                  <a:pt x="1011047" y="136948"/>
                </a:lnTo>
                <a:lnTo>
                  <a:pt x="1011936" y="133519"/>
                </a:lnTo>
                <a:lnTo>
                  <a:pt x="1011428" y="129709"/>
                </a:lnTo>
                <a:lnTo>
                  <a:pt x="1011047" y="125899"/>
                </a:lnTo>
                <a:lnTo>
                  <a:pt x="1009269" y="122851"/>
                </a:lnTo>
                <a:lnTo>
                  <a:pt x="1006347" y="120438"/>
                </a:lnTo>
                <a:lnTo>
                  <a:pt x="1003300" y="118152"/>
                </a:lnTo>
                <a:lnTo>
                  <a:pt x="999871" y="117263"/>
                </a:lnTo>
                <a:lnTo>
                  <a:pt x="996188" y="117644"/>
                </a:lnTo>
                <a:lnTo>
                  <a:pt x="992378" y="118152"/>
                </a:lnTo>
                <a:lnTo>
                  <a:pt x="989330" y="119930"/>
                </a:lnTo>
                <a:lnTo>
                  <a:pt x="987044" y="122851"/>
                </a:lnTo>
                <a:lnTo>
                  <a:pt x="984631" y="125899"/>
                </a:lnTo>
                <a:lnTo>
                  <a:pt x="983741" y="129328"/>
                </a:lnTo>
                <a:lnTo>
                  <a:pt x="984250" y="133138"/>
                </a:lnTo>
                <a:lnTo>
                  <a:pt x="984758" y="136821"/>
                </a:lnTo>
                <a:close/>
              </a:path>
              <a:path w="1087627" h="262932">
                <a:moveTo>
                  <a:pt x="1059942" y="123740"/>
                </a:moveTo>
                <a:lnTo>
                  <a:pt x="1060323" y="127550"/>
                </a:lnTo>
                <a:lnTo>
                  <a:pt x="1062101" y="130598"/>
                </a:lnTo>
                <a:lnTo>
                  <a:pt x="1065022" y="133011"/>
                </a:lnTo>
                <a:lnTo>
                  <a:pt x="1068070" y="135297"/>
                </a:lnTo>
                <a:lnTo>
                  <a:pt x="1071499" y="136313"/>
                </a:lnTo>
                <a:lnTo>
                  <a:pt x="1075182" y="135805"/>
                </a:lnTo>
                <a:lnTo>
                  <a:pt x="1078865" y="135424"/>
                </a:lnTo>
                <a:lnTo>
                  <a:pt x="1081913" y="133646"/>
                </a:lnTo>
                <a:lnTo>
                  <a:pt x="1084326" y="130598"/>
                </a:lnTo>
                <a:lnTo>
                  <a:pt x="1086612" y="127550"/>
                </a:lnTo>
                <a:lnTo>
                  <a:pt x="1087628" y="124121"/>
                </a:lnTo>
                <a:lnTo>
                  <a:pt x="1087120" y="120438"/>
                </a:lnTo>
                <a:lnTo>
                  <a:pt x="1086612" y="116501"/>
                </a:lnTo>
                <a:lnTo>
                  <a:pt x="1084961" y="113453"/>
                </a:lnTo>
                <a:lnTo>
                  <a:pt x="1081913" y="111167"/>
                </a:lnTo>
                <a:lnTo>
                  <a:pt x="1078865" y="108881"/>
                </a:lnTo>
                <a:lnTo>
                  <a:pt x="1075563" y="107865"/>
                </a:lnTo>
                <a:lnTo>
                  <a:pt x="1071880" y="108373"/>
                </a:lnTo>
                <a:lnTo>
                  <a:pt x="1068070" y="108754"/>
                </a:lnTo>
                <a:lnTo>
                  <a:pt x="1065022" y="110532"/>
                </a:lnTo>
                <a:lnTo>
                  <a:pt x="1062736" y="113580"/>
                </a:lnTo>
                <a:lnTo>
                  <a:pt x="1060323" y="116501"/>
                </a:lnTo>
                <a:lnTo>
                  <a:pt x="1059434" y="119930"/>
                </a:lnTo>
                <a:lnTo>
                  <a:pt x="1059942" y="123740"/>
                </a:lnTo>
                <a:close/>
              </a:path>
              <a:path w="1087627" h="262932">
                <a:moveTo>
                  <a:pt x="908558" y="142409"/>
                </a:moveTo>
                <a:lnTo>
                  <a:pt x="909066" y="146219"/>
                </a:lnTo>
                <a:lnTo>
                  <a:pt x="910716" y="149267"/>
                </a:lnTo>
                <a:lnTo>
                  <a:pt x="913765" y="151680"/>
                </a:lnTo>
                <a:lnTo>
                  <a:pt x="916686" y="153966"/>
                </a:lnTo>
                <a:lnTo>
                  <a:pt x="920115" y="154982"/>
                </a:lnTo>
                <a:lnTo>
                  <a:pt x="923925" y="154474"/>
                </a:lnTo>
                <a:lnTo>
                  <a:pt x="927608" y="154093"/>
                </a:lnTo>
                <a:lnTo>
                  <a:pt x="930656" y="152315"/>
                </a:lnTo>
                <a:lnTo>
                  <a:pt x="933069" y="149267"/>
                </a:lnTo>
                <a:lnTo>
                  <a:pt x="935355" y="146219"/>
                </a:lnTo>
                <a:lnTo>
                  <a:pt x="936244" y="142790"/>
                </a:lnTo>
                <a:lnTo>
                  <a:pt x="935863" y="139107"/>
                </a:lnTo>
                <a:lnTo>
                  <a:pt x="935355" y="135297"/>
                </a:lnTo>
                <a:lnTo>
                  <a:pt x="933577" y="132122"/>
                </a:lnTo>
                <a:lnTo>
                  <a:pt x="930656" y="129836"/>
                </a:lnTo>
                <a:lnTo>
                  <a:pt x="927608" y="127550"/>
                </a:lnTo>
                <a:lnTo>
                  <a:pt x="924306" y="126534"/>
                </a:lnTo>
                <a:lnTo>
                  <a:pt x="920496" y="127042"/>
                </a:lnTo>
                <a:lnTo>
                  <a:pt x="916686" y="127550"/>
                </a:lnTo>
                <a:lnTo>
                  <a:pt x="913638" y="129201"/>
                </a:lnTo>
                <a:lnTo>
                  <a:pt x="911352" y="132249"/>
                </a:lnTo>
                <a:lnTo>
                  <a:pt x="909066" y="135170"/>
                </a:lnTo>
                <a:lnTo>
                  <a:pt x="908050" y="138599"/>
                </a:lnTo>
                <a:lnTo>
                  <a:pt x="908558" y="142409"/>
                </a:lnTo>
                <a:close/>
              </a:path>
              <a:path w="1087627" h="262932">
                <a:moveTo>
                  <a:pt x="480441" y="40682"/>
                </a:moveTo>
                <a:lnTo>
                  <a:pt x="464184" y="42714"/>
                </a:lnTo>
                <a:lnTo>
                  <a:pt x="484251" y="205655"/>
                </a:lnTo>
                <a:lnTo>
                  <a:pt x="500506" y="203623"/>
                </a:lnTo>
                <a:lnTo>
                  <a:pt x="480441" y="40682"/>
                </a:lnTo>
                <a:close/>
              </a:path>
              <a:path w="1087627" h="262932">
                <a:moveTo>
                  <a:pt x="425958" y="47413"/>
                </a:moveTo>
                <a:lnTo>
                  <a:pt x="409702" y="49445"/>
                </a:lnTo>
                <a:lnTo>
                  <a:pt x="429768" y="212386"/>
                </a:lnTo>
                <a:lnTo>
                  <a:pt x="446151" y="210354"/>
                </a:lnTo>
                <a:lnTo>
                  <a:pt x="425958" y="4741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49092" y="3925316"/>
            <a:ext cx="824484" cy="430276"/>
          </a:xfrm>
          <a:custGeom>
            <a:avLst/>
            <a:gdLst/>
            <a:ahLst/>
            <a:cxnLst/>
            <a:rect l="l" t="t" r="r" b="b"/>
            <a:pathLst>
              <a:path w="824484" h="430275">
                <a:moveTo>
                  <a:pt x="54102" y="20827"/>
                </a:moveTo>
                <a:lnTo>
                  <a:pt x="0" y="158749"/>
                </a:lnTo>
                <a:lnTo>
                  <a:pt x="15113" y="164718"/>
                </a:lnTo>
                <a:lnTo>
                  <a:pt x="75057" y="11810"/>
                </a:lnTo>
                <a:lnTo>
                  <a:pt x="45085" y="0"/>
                </a:lnTo>
                <a:lnTo>
                  <a:pt x="30099" y="11429"/>
                </a:lnTo>
                <a:lnTo>
                  <a:pt x="54102" y="20827"/>
                </a:lnTo>
                <a:close/>
              </a:path>
              <a:path w="824484" h="430275">
                <a:moveTo>
                  <a:pt x="218125" y="90139"/>
                </a:moveTo>
                <a:lnTo>
                  <a:pt x="214630" y="77850"/>
                </a:lnTo>
                <a:lnTo>
                  <a:pt x="207434" y="65729"/>
                </a:lnTo>
                <a:lnTo>
                  <a:pt x="198006" y="57163"/>
                </a:lnTo>
                <a:lnTo>
                  <a:pt x="185801" y="50799"/>
                </a:lnTo>
                <a:lnTo>
                  <a:pt x="180975" y="49107"/>
                </a:lnTo>
                <a:lnTo>
                  <a:pt x="168616" y="46818"/>
                </a:lnTo>
                <a:lnTo>
                  <a:pt x="156418" y="47545"/>
                </a:lnTo>
                <a:lnTo>
                  <a:pt x="144399" y="51307"/>
                </a:lnTo>
                <a:lnTo>
                  <a:pt x="139914" y="53494"/>
                </a:lnTo>
                <a:lnTo>
                  <a:pt x="129644" y="60781"/>
                </a:lnTo>
                <a:lnTo>
                  <a:pt x="121233" y="70430"/>
                </a:lnTo>
                <a:lnTo>
                  <a:pt x="114681" y="82422"/>
                </a:lnTo>
                <a:lnTo>
                  <a:pt x="129286" y="88264"/>
                </a:lnTo>
                <a:lnTo>
                  <a:pt x="132862" y="81810"/>
                </a:lnTo>
                <a:lnTo>
                  <a:pt x="141170" y="71682"/>
                </a:lnTo>
                <a:lnTo>
                  <a:pt x="151130" y="65150"/>
                </a:lnTo>
                <a:lnTo>
                  <a:pt x="154728" y="63788"/>
                </a:lnTo>
                <a:lnTo>
                  <a:pt x="166811" y="62150"/>
                </a:lnTo>
                <a:lnTo>
                  <a:pt x="179324" y="64896"/>
                </a:lnTo>
                <a:lnTo>
                  <a:pt x="191956" y="72891"/>
                </a:lnTo>
                <a:lnTo>
                  <a:pt x="199263" y="83438"/>
                </a:lnTo>
                <a:lnTo>
                  <a:pt x="202489" y="97347"/>
                </a:lnTo>
                <a:lnTo>
                  <a:pt x="200152" y="109473"/>
                </a:lnTo>
                <a:lnTo>
                  <a:pt x="197485" y="116204"/>
                </a:lnTo>
                <a:lnTo>
                  <a:pt x="193167" y="122046"/>
                </a:lnTo>
                <a:lnTo>
                  <a:pt x="187198" y="126745"/>
                </a:lnTo>
                <a:lnTo>
                  <a:pt x="178880" y="132321"/>
                </a:lnTo>
                <a:lnTo>
                  <a:pt x="167652" y="138574"/>
                </a:lnTo>
                <a:lnTo>
                  <a:pt x="153035" y="145922"/>
                </a:lnTo>
                <a:lnTo>
                  <a:pt x="69850" y="186054"/>
                </a:lnTo>
                <a:lnTo>
                  <a:pt x="173609" y="226821"/>
                </a:lnTo>
                <a:lnTo>
                  <a:pt x="179451" y="212089"/>
                </a:lnTo>
                <a:lnTo>
                  <a:pt x="108966" y="184403"/>
                </a:lnTo>
                <a:lnTo>
                  <a:pt x="163068" y="158368"/>
                </a:lnTo>
                <a:lnTo>
                  <a:pt x="167696" y="156090"/>
                </a:lnTo>
                <a:lnTo>
                  <a:pt x="180934" y="149111"/>
                </a:lnTo>
                <a:lnTo>
                  <a:pt x="191456" y="142759"/>
                </a:lnTo>
                <a:lnTo>
                  <a:pt x="199263" y="137032"/>
                </a:lnTo>
                <a:lnTo>
                  <a:pt x="209121" y="126351"/>
                </a:lnTo>
                <a:lnTo>
                  <a:pt x="215138" y="115061"/>
                </a:lnTo>
                <a:lnTo>
                  <a:pt x="218344" y="102401"/>
                </a:lnTo>
                <a:lnTo>
                  <a:pt x="218125" y="90139"/>
                </a:lnTo>
                <a:close/>
              </a:path>
              <a:path w="824484" h="430275">
                <a:moveTo>
                  <a:pt x="279789" y="92173"/>
                </a:moveTo>
                <a:lnTo>
                  <a:pt x="267589" y="94614"/>
                </a:lnTo>
                <a:lnTo>
                  <a:pt x="258634" y="98803"/>
                </a:lnTo>
                <a:lnTo>
                  <a:pt x="248711" y="106577"/>
                </a:lnTo>
                <a:lnTo>
                  <a:pt x="239903" y="117347"/>
                </a:lnTo>
                <a:lnTo>
                  <a:pt x="255524" y="123443"/>
                </a:lnTo>
                <a:lnTo>
                  <a:pt x="262255" y="115823"/>
                </a:lnTo>
                <a:lnTo>
                  <a:pt x="268859" y="111124"/>
                </a:lnTo>
                <a:lnTo>
                  <a:pt x="275082" y="109346"/>
                </a:lnTo>
                <a:lnTo>
                  <a:pt x="281305" y="107441"/>
                </a:lnTo>
                <a:lnTo>
                  <a:pt x="287655" y="107822"/>
                </a:lnTo>
                <a:lnTo>
                  <a:pt x="294259" y="110489"/>
                </a:lnTo>
                <a:lnTo>
                  <a:pt x="302387" y="113664"/>
                </a:lnTo>
                <a:lnTo>
                  <a:pt x="308102" y="118617"/>
                </a:lnTo>
                <a:lnTo>
                  <a:pt x="311531" y="125602"/>
                </a:lnTo>
                <a:lnTo>
                  <a:pt x="314960" y="132587"/>
                </a:lnTo>
                <a:lnTo>
                  <a:pt x="315341" y="139318"/>
                </a:lnTo>
                <a:lnTo>
                  <a:pt x="312674" y="145922"/>
                </a:lnTo>
                <a:lnTo>
                  <a:pt x="310896" y="150494"/>
                </a:lnTo>
                <a:lnTo>
                  <a:pt x="307975" y="154177"/>
                </a:lnTo>
                <a:lnTo>
                  <a:pt x="303911" y="156971"/>
                </a:lnTo>
                <a:lnTo>
                  <a:pt x="299847" y="159638"/>
                </a:lnTo>
                <a:lnTo>
                  <a:pt x="294386" y="161162"/>
                </a:lnTo>
                <a:lnTo>
                  <a:pt x="287655" y="161416"/>
                </a:lnTo>
                <a:lnTo>
                  <a:pt x="281051" y="161670"/>
                </a:lnTo>
                <a:lnTo>
                  <a:pt x="274193" y="160400"/>
                </a:lnTo>
                <a:lnTo>
                  <a:pt x="267081" y="157606"/>
                </a:lnTo>
                <a:lnTo>
                  <a:pt x="261620" y="171576"/>
                </a:lnTo>
                <a:lnTo>
                  <a:pt x="265524" y="173433"/>
                </a:lnTo>
                <a:lnTo>
                  <a:pt x="277771" y="180273"/>
                </a:lnTo>
                <a:lnTo>
                  <a:pt x="286004" y="186816"/>
                </a:lnTo>
                <a:lnTo>
                  <a:pt x="290576" y="191642"/>
                </a:lnTo>
                <a:lnTo>
                  <a:pt x="293497" y="197357"/>
                </a:lnTo>
                <a:lnTo>
                  <a:pt x="294894" y="203834"/>
                </a:lnTo>
                <a:lnTo>
                  <a:pt x="296164" y="210311"/>
                </a:lnTo>
                <a:lnTo>
                  <a:pt x="295656" y="216534"/>
                </a:lnTo>
                <a:lnTo>
                  <a:pt x="293370" y="222503"/>
                </a:lnTo>
                <a:lnTo>
                  <a:pt x="285198" y="234820"/>
                </a:lnTo>
                <a:lnTo>
                  <a:pt x="274066" y="241934"/>
                </a:lnTo>
                <a:lnTo>
                  <a:pt x="268345" y="243878"/>
                </a:lnTo>
                <a:lnTo>
                  <a:pt x="256315" y="244694"/>
                </a:lnTo>
                <a:lnTo>
                  <a:pt x="243459" y="241426"/>
                </a:lnTo>
                <a:lnTo>
                  <a:pt x="230207" y="233454"/>
                </a:lnTo>
                <a:lnTo>
                  <a:pt x="222631" y="223646"/>
                </a:lnTo>
                <a:lnTo>
                  <a:pt x="219509" y="211763"/>
                </a:lnTo>
                <a:lnTo>
                  <a:pt x="219837" y="197611"/>
                </a:lnTo>
                <a:lnTo>
                  <a:pt x="204851" y="191769"/>
                </a:lnTo>
                <a:lnTo>
                  <a:pt x="204207" y="195490"/>
                </a:lnTo>
                <a:lnTo>
                  <a:pt x="203301" y="208988"/>
                </a:lnTo>
                <a:lnTo>
                  <a:pt x="204878" y="221140"/>
                </a:lnTo>
                <a:lnTo>
                  <a:pt x="208915" y="231901"/>
                </a:lnTo>
                <a:lnTo>
                  <a:pt x="215749" y="241717"/>
                </a:lnTo>
                <a:lnTo>
                  <a:pt x="225356" y="250003"/>
                </a:lnTo>
                <a:lnTo>
                  <a:pt x="237490" y="256285"/>
                </a:lnTo>
                <a:lnTo>
                  <a:pt x="241659" y="257759"/>
                </a:lnTo>
                <a:lnTo>
                  <a:pt x="254122" y="260352"/>
                </a:lnTo>
                <a:lnTo>
                  <a:pt x="266446" y="260222"/>
                </a:lnTo>
                <a:lnTo>
                  <a:pt x="281406" y="256030"/>
                </a:lnTo>
                <a:lnTo>
                  <a:pt x="292354" y="249300"/>
                </a:lnTo>
                <a:lnTo>
                  <a:pt x="302874" y="238323"/>
                </a:lnTo>
                <a:lnTo>
                  <a:pt x="308864" y="227202"/>
                </a:lnTo>
                <a:lnTo>
                  <a:pt x="310836" y="220921"/>
                </a:lnTo>
                <a:lnTo>
                  <a:pt x="311967" y="208648"/>
                </a:lnTo>
                <a:lnTo>
                  <a:pt x="309626" y="196087"/>
                </a:lnTo>
                <a:lnTo>
                  <a:pt x="307086" y="188467"/>
                </a:lnTo>
                <a:lnTo>
                  <a:pt x="302768" y="181736"/>
                </a:lnTo>
                <a:lnTo>
                  <a:pt x="296672" y="175894"/>
                </a:lnTo>
                <a:lnTo>
                  <a:pt x="298566" y="175567"/>
                </a:lnTo>
                <a:lnTo>
                  <a:pt x="311923" y="171081"/>
                </a:lnTo>
                <a:lnTo>
                  <a:pt x="321900" y="163316"/>
                </a:lnTo>
                <a:lnTo>
                  <a:pt x="328549" y="152272"/>
                </a:lnTo>
                <a:lnTo>
                  <a:pt x="331216" y="145541"/>
                </a:lnTo>
                <a:lnTo>
                  <a:pt x="331851" y="138429"/>
                </a:lnTo>
                <a:lnTo>
                  <a:pt x="330454" y="130809"/>
                </a:lnTo>
                <a:lnTo>
                  <a:pt x="329057" y="123062"/>
                </a:lnTo>
                <a:lnTo>
                  <a:pt x="325755" y="116077"/>
                </a:lnTo>
                <a:lnTo>
                  <a:pt x="320294" y="109727"/>
                </a:lnTo>
                <a:lnTo>
                  <a:pt x="314706" y="103377"/>
                </a:lnTo>
                <a:lnTo>
                  <a:pt x="308102" y="98678"/>
                </a:lnTo>
                <a:lnTo>
                  <a:pt x="300101" y="95630"/>
                </a:lnTo>
                <a:lnTo>
                  <a:pt x="292126" y="93178"/>
                </a:lnTo>
                <a:lnTo>
                  <a:pt x="279789" y="92173"/>
                </a:lnTo>
                <a:close/>
              </a:path>
              <a:path w="824484" h="430275">
                <a:moveTo>
                  <a:pt x="422402" y="192531"/>
                </a:moveTo>
                <a:lnTo>
                  <a:pt x="397256" y="256666"/>
                </a:lnTo>
                <a:lnTo>
                  <a:pt x="406654" y="277240"/>
                </a:lnTo>
                <a:lnTo>
                  <a:pt x="425196" y="284479"/>
                </a:lnTo>
                <a:lnTo>
                  <a:pt x="430911" y="269874"/>
                </a:lnTo>
                <a:lnTo>
                  <a:pt x="412369" y="262635"/>
                </a:lnTo>
                <a:lnTo>
                  <a:pt x="454279" y="155955"/>
                </a:lnTo>
                <a:lnTo>
                  <a:pt x="451104" y="154812"/>
                </a:lnTo>
                <a:lnTo>
                  <a:pt x="351917" y="238886"/>
                </a:lnTo>
                <a:lnTo>
                  <a:pt x="422402" y="192531"/>
                </a:lnTo>
                <a:close/>
              </a:path>
              <a:path w="824484" h="430275">
                <a:moveTo>
                  <a:pt x="451104" y="154812"/>
                </a:moveTo>
                <a:lnTo>
                  <a:pt x="318389" y="242569"/>
                </a:lnTo>
                <a:lnTo>
                  <a:pt x="391541" y="271271"/>
                </a:lnTo>
                <a:lnTo>
                  <a:pt x="377571" y="306831"/>
                </a:lnTo>
                <a:lnTo>
                  <a:pt x="392811" y="312673"/>
                </a:lnTo>
                <a:lnTo>
                  <a:pt x="406654" y="277240"/>
                </a:lnTo>
                <a:lnTo>
                  <a:pt x="397256" y="256666"/>
                </a:lnTo>
                <a:lnTo>
                  <a:pt x="351917" y="238886"/>
                </a:lnTo>
                <a:lnTo>
                  <a:pt x="451104" y="154812"/>
                </a:lnTo>
                <a:close/>
              </a:path>
              <a:path w="824484" h="430275">
                <a:moveTo>
                  <a:pt x="457327" y="316102"/>
                </a:moveTo>
                <a:lnTo>
                  <a:pt x="455930" y="311403"/>
                </a:lnTo>
                <a:lnTo>
                  <a:pt x="454660" y="306577"/>
                </a:lnTo>
                <a:lnTo>
                  <a:pt x="454533" y="300989"/>
                </a:lnTo>
                <a:lnTo>
                  <a:pt x="455676" y="294639"/>
                </a:lnTo>
                <a:lnTo>
                  <a:pt x="439928" y="288543"/>
                </a:lnTo>
                <a:lnTo>
                  <a:pt x="438335" y="300061"/>
                </a:lnTo>
                <a:lnTo>
                  <a:pt x="439456" y="312337"/>
                </a:lnTo>
                <a:lnTo>
                  <a:pt x="443611" y="323976"/>
                </a:lnTo>
                <a:lnTo>
                  <a:pt x="449391" y="332782"/>
                </a:lnTo>
                <a:lnTo>
                  <a:pt x="458706" y="341367"/>
                </a:lnTo>
                <a:lnTo>
                  <a:pt x="470535" y="347725"/>
                </a:lnTo>
                <a:lnTo>
                  <a:pt x="476092" y="349641"/>
                </a:lnTo>
                <a:lnTo>
                  <a:pt x="488581" y="352052"/>
                </a:lnTo>
                <a:lnTo>
                  <a:pt x="500761" y="351789"/>
                </a:lnTo>
                <a:lnTo>
                  <a:pt x="516211" y="347006"/>
                </a:lnTo>
                <a:lnTo>
                  <a:pt x="527177" y="339851"/>
                </a:lnTo>
                <a:lnTo>
                  <a:pt x="531019" y="336347"/>
                </a:lnTo>
                <a:lnTo>
                  <a:pt x="539011" y="326545"/>
                </a:lnTo>
                <a:lnTo>
                  <a:pt x="544957" y="314959"/>
                </a:lnTo>
                <a:lnTo>
                  <a:pt x="546592" y="310326"/>
                </a:lnTo>
                <a:lnTo>
                  <a:pt x="549156" y="297681"/>
                </a:lnTo>
                <a:lnTo>
                  <a:pt x="548774" y="285510"/>
                </a:lnTo>
                <a:lnTo>
                  <a:pt x="545465" y="273811"/>
                </a:lnTo>
                <a:lnTo>
                  <a:pt x="537856" y="261293"/>
                </a:lnTo>
                <a:lnTo>
                  <a:pt x="528457" y="252716"/>
                </a:lnTo>
                <a:lnTo>
                  <a:pt x="516509" y="246379"/>
                </a:lnTo>
                <a:lnTo>
                  <a:pt x="511175" y="244220"/>
                </a:lnTo>
                <a:lnTo>
                  <a:pt x="504825" y="242950"/>
                </a:lnTo>
                <a:lnTo>
                  <a:pt x="497332" y="242188"/>
                </a:lnTo>
                <a:lnTo>
                  <a:pt x="521335" y="203580"/>
                </a:lnTo>
                <a:lnTo>
                  <a:pt x="575691" y="224916"/>
                </a:lnTo>
                <a:lnTo>
                  <a:pt x="581406" y="210311"/>
                </a:lnTo>
                <a:lnTo>
                  <a:pt x="515239" y="184403"/>
                </a:lnTo>
                <a:lnTo>
                  <a:pt x="471297" y="254761"/>
                </a:lnTo>
                <a:lnTo>
                  <a:pt x="484016" y="254939"/>
                </a:lnTo>
                <a:lnTo>
                  <a:pt x="496712" y="256472"/>
                </a:lnTo>
                <a:lnTo>
                  <a:pt x="507238" y="259460"/>
                </a:lnTo>
                <a:lnTo>
                  <a:pt x="511902" y="261504"/>
                </a:lnTo>
                <a:lnTo>
                  <a:pt x="522595" y="269079"/>
                </a:lnTo>
                <a:lnTo>
                  <a:pt x="529590" y="279272"/>
                </a:lnTo>
                <a:lnTo>
                  <a:pt x="531132" y="283497"/>
                </a:lnTo>
                <a:lnTo>
                  <a:pt x="532447" y="295522"/>
                </a:lnTo>
                <a:lnTo>
                  <a:pt x="529463" y="308228"/>
                </a:lnTo>
                <a:lnTo>
                  <a:pt x="526039" y="315408"/>
                </a:lnTo>
                <a:lnTo>
                  <a:pt x="518050" y="325474"/>
                </a:lnTo>
                <a:lnTo>
                  <a:pt x="507492" y="332485"/>
                </a:lnTo>
                <a:lnTo>
                  <a:pt x="501386" y="334837"/>
                </a:lnTo>
                <a:lnTo>
                  <a:pt x="489213" y="336400"/>
                </a:lnTo>
                <a:lnTo>
                  <a:pt x="477139" y="333755"/>
                </a:lnTo>
                <a:lnTo>
                  <a:pt x="471932" y="331723"/>
                </a:lnTo>
                <a:lnTo>
                  <a:pt x="467487" y="328675"/>
                </a:lnTo>
                <a:lnTo>
                  <a:pt x="463677" y="324611"/>
                </a:lnTo>
                <a:lnTo>
                  <a:pt x="459867" y="320547"/>
                </a:lnTo>
                <a:lnTo>
                  <a:pt x="457327" y="316102"/>
                </a:lnTo>
                <a:close/>
              </a:path>
              <a:path w="824484" h="430275">
                <a:moveTo>
                  <a:pt x="794893" y="310768"/>
                </a:moveTo>
                <a:lnTo>
                  <a:pt x="671195" y="418845"/>
                </a:lnTo>
                <a:lnTo>
                  <a:pt x="681228" y="430275"/>
                </a:lnTo>
                <a:lnTo>
                  <a:pt x="824484" y="305688"/>
                </a:lnTo>
                <a:lnTo>
                  <a:pt x="727583" y="267588"/>
                </a:lnTo>
                <a:lnTo>
                  <a:pt x="721868" y="282193"/>
                </a:lnTo>
                <a:lnTo>
                  <a:pt x="794893" y="310768"/>
                </a:lnTo>
                <a:close/>
              </a:path>
              <a:path w="824484" h="430275">
                <a:moveTo>
                  <a:pt x="581152" y="363092"/>
                </a:moveTo>
                <a:lnTo>
                  <a:pt x="580368" y="361152"/>
                </a:lnTo>
                <a:lnTo>
                  <a:pt x="582513" y="389878"/>
                </a:lnTo>
                <a:lnTo>
                  <a:pt x="593852" y="395985"/>
                </a:lnTo>
                <a:lnTo>
                  <a:pt x="595637" y="396659"/>
                </a:lnTo>
                <a:lnTo>
                  <a:pt x="607914" y="399435"/>
                </a:lnTo>
                <a:lnTo>
                  <a:pt x="599195" y="380962"/>
                </a:lnTo>
                <a:lnTo>
                  <a:pt x="588411" y="373790"/>
                </a:lnTo>
                <a:lnTo>
                  <a:pt x="581152" y="363092"/>
                </a:lnTo>
                <a:close/>
              </a:path>
              <a:path w="824484" h="430275">
                <a:moveTo>
                  <a:pt x="562610" y="356996"/>
                </a:moveTo>
                <a:lnTo>
                  <a:pt x="566155" y="369878"/>
                </a:lnTo>
                <a:lnTo>
                  <a:pt x="572770" y="380745"/>
                </a:lnTo>
                <a:lnTo>
                  <a:pt x="582513" y="389878"/>
                </a:lnTo>
                <a:lnTo>
                  <a:pt x="580368" y="361152"/>
                </a:lnTo>
                <a:lnTo>
                  <a:pt x="578180" y="348958"/>
                </a:lnTo>
                <a:lnTo>
                  <a:pt x="580644" y="336676"/>
                </a:lnTo>
                <a:lnTo>
                  <a:pt x="588313" y="324712"/>
                </a:lnTo>
                <a:lnTo>
                  <a:pt x="599059" y="317499"/>
                </a:lnTo>
                <a:lnTo>
                  <a:pt x="613193" y="314528"/>
                </a:lnTo>
                <a:lnTo>
                  <a:pt x="625475" y="316991"/>
                </a:lnTo>
                <a:lnTo>
                  <a:pt x="637295" y="324630"/>
                </a:lnTo>
                <a:lnTo>
                  <a:pt x="644525" y="335406"/>
                </a:lnTo>
                <a:lnTo>
                  <a:pt x="647496" y="349497"/>
                </a:lnTo>
                <a:lnTo>
                  <a:pt x="645033" y="361822"/>
                </a:lnTo>
                <a:lnTo>
                  <a:pt x="637442" y="373613"/>
                </a:lnTo>
                <a:lnTo>
                  <a:pt x="626745" y="380872"/>
                </a:lnTo>
                <a:lnTo>
                  <a:pt x="612485" y="383843"/>
                </a:lnTo>
                <a:lnTo>
                  <a:pt x="600202" y="381380"/>
                </a:lnTo>
                <a:lnTo>
                  <a:pt x="599195" y="380962"/>
                </a:lnTo>
                <a:lnTo>
                  <a:pt x="607914" y="399435"/>
                </a:lnTo>
                <a:lnTo>
                  <a:pt x="620522" y="399160"/>
                </a:lnTo>
                <a:lnTo>
                  <a:pt x="633782" y="395620"/>
                </a:lnTo>
                <a:lnTo>
                  <a:pt x="644652" y="389127"/>
                </a:lnTo>
                <a:lnTo>
                  <a:pt x="653996" y="379197"/>
                </a:lnTo>
                <a:lnTo>
                  <a:pt x="660146" y="367664"/>
                </a:lnTo>
                <a:lnTo>
                  <a:pt x="663492" y="354620"/>
                </a:lnTo>
                <a:lnTo>
                  <a:pt x="663425" y="342350"/>
                </a:lnTo>
                <a:lnTo>
                  <a:pt x="660146" y="330326"/>
                </a:lnTo>
                <a:lnTo>
                  <a:pt x="654693" y="320541"/>
                </a:lnTo>
                <a:lnTo>
                  <a:pt x="645819" y="311416"/>
                </a:lnTo>
                <a:lnTo>
                  <a:pt x="634365" y="305053"/>
                </a:lnTo>
                <a:lnTo>
                  <a:pt x="629539" y="303148"/>
                </a:lnTo>
                <a:lnTo>
                  <a:pt x="623951" y="302005"/>
                </a:lnTo>
                <a:lnTo>
                  <a:pt x="617601" y="301751"/>
                </a:lnTo>
                <a:lnTo>
                  <a:pt x="683514" y="255396"/>
                </a:lnTo>
                <a:lnTo>
                  <a:pt x="674116" y="242188"/>
                </a:lnTo>
                <a:lnTo>
                  <a:pt x="600583" y="293242"/>
                </a:lnTo>
                <a:lnTo>
                  <a:pt x="595656" y="296751"/>
                </a:lnTo>
                <a:lnTo>
                  <a:pt x="585150" y="305118"/>
                </a:lnTo>
                <a:lnTo>
                  <a:pt x="577215" y="312800"/>
                </a:lnTo>
                <a:lnTo>
                  <a:pt x="572008" y="318769"/>
                </a:lnTo>
                <a:lnTo>
                  <a:pt x="568198" y="324738"/>
                </a:lnTo>
                <a:lnTo>
                  <a:pt x="565785" y="330961"/>
                </a:lnTo>
                <a:lnTo>
                  <a:pt x="562463" y="344378"/>
                </a:lnTo>
                <a:lnTo>
                  <a:pt x="562610" y="3569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86720" y="3650571"/>
            <a:ext cx="1889972" cy="982877"/>
          </a:xfrm>
          <a:custGeom>
            <a:avLst/>
            <a:gdLst/>
            <a:ahLst/>
            <a:cxnLst/>
            <a:rect l="l" t="t" r="r" b="b"/>
            <a:pathLst>
              <a:path w="1889972" h="982877">
                <a:moveTo>
                  <a:pt x="206467" y="981499"/>
                </a:moveTo>
                <a:lnTo>
                  <a:pt x="357978" y="698670"/>
                </a:lnTo>
                <a:lnTo>
                  <a:pt x="299120" y="661414"/>
                </a:lnTo>
                <a:lnTo>
                  <a:pt x="245407" y="623635"/>
                </a:lnTo>
                <a:lnTo>
                  <a:pt x="196879" y="585501"/>
                </a:lnTo>
                <a:lnTo>
                  <a:pt x="153576" y="547178"/>
                </a:lnTo>
                <a:lnTo>
                  <a:pt x="115537" y="508837"/>
                </a:lnTo>
                <a:lnTo>
                  <a:pt x="82802" y="470644"/>
                </a:lnTo>
                <a:lnTo>
                  <a:pt x="55410" y="432768"/>
                </a:lnTo>
                <a:lnTo>
                  <a:pt x="33403" y="395376"/>
                </a:lnTo>
                <a:lnTo>
                  <a:pt x="16818" y="358637"/>
                </a:lnTo>
                <a:lnTo>
                  <a:pt x="77" y="287789"/>
                </a:lnTo>
                <a:lnTo>
                  <a:pt x="0" y="254016"/>
                </a:lnTo>
                <a:lnTo>
                  <a:pt x="5505" y="221567"/>
                </a:lnTo>
                <a:lnTo>
                  <a:pt x="33420" y="161317"/>
                </a:lnTo>
                <a:lnTo>
                  <a:pt x="84139" y="108382"/>
                </a:lnTo>
                <a:lnTo>
                  <a:pt x="118150" y="85078"/>
                </a:lnTo>
                <a:lnTo>
                  <a:pt x="157982" y="64107"/>
                </a:lnTo>
                <a:lnTo>
                  <a:pt x="203673" y="45636"/>
                </a:lnTo>
                <a:lnTo>
                  <a:pt x="254261" y="30120"/>
                </a:lnTo>
                <a:lnTo>
                  <a:pt x="308567" y="17860"/>
                </a:lnTo>
                <a:lnTo>
                  <a:pt x="366249" y="8794"/>
                </a:lnTo>
                <a:lnTo>
                  <a:pt x="426964" y="2861"/>
                </a:lnTo>
                <a:lnTo>
                  <a:pt x="490371" y="0"/>
                </a:lnTo>
                <a:lnTo>
                  <a:pt x="556128" y="149"/>
                </a:lnTo>
                <a:lnTo>
                  <a:pt x="623893" y="3249"/>
                </a:lnTo>
                <a:lnTo>
                  <a:pt x="693324" y="9237"/>
                </a:lnTo>
                <a:lnTo>
                  <a:pt x="764079" y="18052"/>
                </a:lnTo>
                <a:lnTo>
                  <a:pt x="835815" y="29634"/>
                </a:lnTo>
                <a:lnTo>
                  <a:pt x="908192" y="43921"/>
                </a:lnTo>
                <a:lnTo>
                  <a:pt x="980867" y="60852"/>
                </a:lnTo>
                <a:lnTo>
                  <a:pt x="1053498" y="80365"/>
                </a:lnTo>
                <a:lnTo>
                  <a:pt x="1125744" y="102401"/>
                </a:lnTo>
                <a:lnTo>
                  <a:pt x="1197261" y="126896"/>
                </a:lnTo>
                <a:lnTo>
                  <a:pt x="1267709" y="153791"/>
                </a:lnTo>
                <a:lnTo>
                  <a:pt x="1336746" y="183025"/>
                </a:lnTo>
                <a:lnTo>
                  <a:pt x="1404029" y="214535"/>
                </a:lnTo>
                <a:lnTo>
                  <a:pt x="1469216" y="248261"/>
                </a:lnTo>
                <a:lnTo>
                  <a:pt x="1531966" y="284142"/>
                </a:lnTo>
                <a:lnTo>
                  <a:pt x="1590824" y="321380"/>
                </a:lnTo>
                <a:lnTo>
                  <a:pt x="1644537" y="359143"/>
                </a:lnTo>
                <a:lnTo>
                  <a:pt x="1693065" y="397263"/>
                </a:lnTo>
                <a:lnTo>
                  <a:pt x="1736369" y="435572"/>
                </a:lnTo>
                <a:lnTo>
                  <a:pt x="1774409" y="473902"/>
                </a:lnTo>
                <a:lnTo>
                  <a:pt x="1807145" y="512085"/>
                </a:lnTo>
                <a:lnTo>
                  <a:pt x="1834539" y="549953"/>
                </a:lnTo>
                <a:lnTo>
                  <a:pt x="1856550" y="587337"/>
                </a:lnTo>
                <a:lnTo>
                  <a:pt x="1873138" y="624070"/>
                </a:lnTo>
                <a:lnTo>
                  <a:pt x="1889889" y="694908"/>
                </a:lnTo>
                <a:lnTo>
                  <a:pt x="1889972" y="728678"/>
                </a:lnTo>
                <a:lnTo>
                  <a:pt x="1884474" y="761123"/>
                </a:lnTo>
                <a:lnTo>
                  <a:pt x="1856578" y="821370"/>
                </a:lnTo>
                <a:lnTo>
                  <a:pt x="1805883" y="874303"/>
                </a:lnTo>
                <a:lnTo>
                  <a:pt x="1771886" y="897607"/>
                </a:lnTo>
                <a:lnTo>
                  <a:pt x="1732071" y="918579"/>
                </a:lnTo>
                <a:lnTo>
                  <a:pt x="1686398" y="937049"/>
                </a:lnTo>
                <a:lnTo>
                  <a:pt x="1649335" y="948847"/>
                </a:lnTo>
                <a:lnTo>
                  <a:pt x="1610021" y="958874"/>
                </a:lnTo>
                <a:lnTo>
                  <a:pt x="1568596" y="967142"/>
                </a:lnTo>
                <a:lnTo>
                  <a:pt x="1525203" y="973665"/>
                </a:lnTo>
                <a:lnTo>
                  <a:pt x="1479983" y="978453"/>
                </a:lnTo>
                <a:lnTo>
                  <a:pt x="1433077" y="981520"/>
                </a:lnTo>
                <a:lnTo>
                  <a:pt x="1384626" y="982877"/>
                </a:lnTo>
                <a:lnTo>
                  <a:pt x="1334773" y="982538"/>
                </a:lnTo>
                <a:lnTo>
                  <a:pt x="1283657" y="980513"/>
                </a:lnTo>
                <a:lnTo>
                  <a:pt x="1231420" y="976816"/>
                </a:lnTo>
                <a:lnTo>
                  <a:pt x="1178205" y="971459"/>
                </a:lnTo>
                <a:lnTo>
                  <a:pt x="1124152" y="964454"/>
                </a:lnTo>
                <a:lnTo>
                  <a:pt x="1069402" y="955813"/>
                </a:lnTo>
                <a:lnTo>
                  <a:pt x="1014097" y="945549"/>
                </a:lnTo>
                <a:lnTo>
                  <a:pt x="958378" y="933674"/>
                </a:lnTo>
                <a:lnTo>
                  <a:pt x="902387" y="920200"/>
                </a:lnTo>
                <a:lnTo>
                  <a:pt x="846265" y="905139"/>
                </a:lnTo>
                <a:lnTo>
                  <a:pt x="790153" y="888505"/>
                </a:lnTo>
                <a:lnTo>
                  <a:pt x="734193" y="870308"/>
                </a:lnTo>
                <a:lnTo>
                  <a:pt x="678526" y="850562"/>
                </a:lnTo>
                <a:lnTo>
                  <a:pt x="206467" y="981499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7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647" y="1040348"/>
            <a:ext cx="10147869" cy="2383198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>
              <a:lnSpc>
                <a:spcPts val="4260"/>
              </a:lnSpc>
            </a:pPr>
            <a:r>
              <a:rPr sz="4000" spc="-10" dirty="0">
                <a:solidFill>
                  <a:srgbClr val="FFFFFF"/>
                </a:solidFill>
                <a:latin typeface="Century Gothic"/>
                <a:cs typeface="Century Gothic"/>
              </a:rPr>
              <a:t>IMPLEMENTASI PADA JARINGAN TELEPON</a:t>
            </a:r>
            <a:endParaRPr sz="4000">
              <a:latin typeface="Century Gothic"/>
              <a:cs typeface="Century Gothic"/>
            </a:endParaRPr>
          </a:p>
          <a:p>
            <a:pPr marL="319024" marR="76123">
              <a:lnSpc>
                <a:spcPct val="107747"/>
              </a:lnSpc>
              <a:spcBef>
                <a:spcPts val="2212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Incoming Traffic </a:t>
            </a:r>
            <a:r>
              <a:rPr sz="2400" spc="-68" dirty="0">
                <a:solidFill>
                  <a:srgbClr val="FFFFFF"/>
                </a:solidFill>
                <a:latin typeface="MS PGothic"/>
                <a:cs typeface="MS PGothic"/>
              </a:rPr>
              <a:t>→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panggilan dari sembarang pengguna</a:t>
            </a:r>
            <a:endParaRPr sz="2400">
              <a:latin typeface="Century Gothic"/>
              <a:cs typeface="Century Gothic"/>
            </a:endParaRPr>
          </a:p>
          <a:p>
            <a:pPr marL="319024" marR="76123">
              <a:lnSpc>
                <a:spcPts val="3085"/>
              </a:lnSpc>
              <a:spcBef>
                <a:spcPts val="154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Sistem </a:t>
            </a:r>
            <a:r>
              <a:rPr sz="2400" spc="-68" dirty="0">
                <a:solidFill>
                  <a:srgbClr val="FFFFFF"/>
                </a:solidFill>
                <a:latin typeface="MS PGothic"/>
                <a:cs typeface="MS PGothic"/>
              </a:rPr>
              <a:t>→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Jaringan / sentral telepon</a:t>
            </a:r>
            <a:endParaRPr sz="2400">
              <a:latin typeface="Century Gothic"/>
              <a:cs typeface="Century Gothic"/>
            </a:endParaRPr>
          </a:p>
          <a:p>
            <a:pPr marL="547624" marR="112051" indent="-228600">
              <a:lnSpc>
                <a:spcPts val="3338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 </a:t>
            </a:r>
            <a:r>
              <a:rPr sz="2400" spc="-68" dirty="0">
                <a:solidFill>
                  <a:srgbClr val="FFFFFF"/>
                </a:solidFill>
                <a:latin typeface="MS PGothic"/>
                <a:cs typeface="MS PGothic"/>
              </a:rPr>
              <a:t>→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probabilitas sebuah panggilan bisa sampai </a:t>
            </a:r>
            <a:endParaRPr sz="2400">
              <a:latin typeface="Century Gothic"/>
              <a:cs typeface="Century Gothic"/>
            </a:endParaRPr>
          </a:p>
          <a:p>
            <a:pPr marL="547624" marR="112051">
              <a:lnSpc>
                <a:spcPts val="2942"/>
              </a:lnSpc>
            </a:pPr>
            <a:r>
              <a:rPr sz="2400" spc="4" dirty="0">
                <a:solidFill>
                  <a:srgbClr val="FFFFFF"/>
                </a:solidFill>
                <a:latin typeface="Century Gothic"/>
                <a:cs typeface="Century Gothic"/>
              </a:rPr>
              <a:t>tujuan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71288" y="5715000"/>
            <a:ext cx="792479" cy="5029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6198108" y="5210556"/>
            <a:ext cx="792480" cy="5044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6990588" y="5210556"/>
            <a:ext cx="1168400" cy="2522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6990588" y="5462778"/>
            <a:ext cx="1168400" cy="2522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705862" y="4927092"/>
            <a:ext cx="1168146" cy="2522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874008" y="4927092"/>
            <a:ext cx="790956" cy="5029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705862" y="5179314"/>
            <a:ext cx="1168146" cy="2506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239512" y="4395216"/>
            <a:ext cx="792479" cy="5044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07992" y="4084320"/>
            <a:ext cx="1552956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07836" y="4084320"/>
            <a:ext cx="1552956" cy="794004"/>
          </a:xfrm>
          <a:custGeom>
            <a:avLst/>
            <a:gdLst/>
            <a:ahLst/>
            <a:cxnLst/>
            <a:rect l="l" t="t" r="r" b="b"/>
            <a:pathLst>
              <a:path w="1552956" h="794003">
                <a:moveTo>
                  <a:pt x="1155954" y="595502"/>
                </a:moveTo>
                <a:lnTo>
                  <a:pt x="1155954" y="794003"/>
                </a:lnTo>
                <a:lnTo>
                  <a:pt x="1552956" y="397001"/>
                </a:lnTo>
                <a:lnTo>
                  <a:pt x="1155954" y="0"/>
                </a:lnTo>
                <a:lnTo>
                  <a:pt x="1155954" y="198500"/>
                </a:lnTo>
                <a:lnTo>
                  <a:pt x="0" y="198500"/>
                </a:lnTo>
                <a:lnTo>
                  <a:pt x="0" y="595502"/>
                </a:lnTo>
                <a:lnTo>
                  <a:pt x="1155954" y="5955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07836" y="5033772"/>
            <a:ext cx="1552956" cy="794004"/>
          </a:xfrm>
          <a:custGeom>
            <a:avLst/>
            <a:gdLst/>
            <a:ahLst/>
            <a:cxnLst/>
            <a:rect l="l" t="t" r="r" b="b"/>
            <a:pathLst>
              <a:path w="1552956" h="794003">
                <a:moveTo>
                  <a:pt x="1155954" y="595503"/>
                </a:moveTo>
                <a:lnTo>
                  <a:pt x="1155954" y="794004"/>
                </a:lnTo>
                <a:lnTo>
                  <a:pt x="1552956" y="397002"/>
                </a:lnTo>
                <a:lnTo>
                  <a:pt x="1155954" y="0"/>
                </a:lnTo>
                <a:lnTo>
                  <a:pt x="1155954" y="198500"/>
                </a:lnTo>
                <a:lnTo>
                  <a:pt x="0" y="198500"/>
                </a:lnTo>
                <a:lnTo>
                  <a:pt x="0" y="595503"/>
                </a:lnTo>
                <a:lnTo>
                  <a:pt x="1155954" y="5955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98308" y="4108704"/>
            <a:ext cx="2333244" cy="1427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33116" y="4177283"/>
            <a:ext cx="1552956" cy="320040"/>
          </a:xfrm>
          <a:custGeom>
            <a:avLst/>
            <a:gdLst/>
            <a:ahLst/>
            <a:cxnLst/>
            <a:rect l="l" t="t" r="r" b="b"/>
            <a:pathLst>
              <a:path w="1552956" h="320039">
                <a:moveTo>
                  <a:pt x="1392936" y="240030"/>
                </a:moveTo>
                <a:lnTo>
                  <a:pt x="1392936" y="320040"/>
                </a:lnTo>
                <a:lnTo>
                  <a:pt x="1552956" y="160020"/>
                </a:lnTo>
                <a:lnTo>
                  <a:pt x="1392936" y="0"/>
                </a:lnTo>
                <a:lnTo>
                  <a:pt x="1392936" y="80010"/>
                </a:lnTo>
                <a:lnTo>
                  <a:pt x="0" y="80010"/>
                </a:lnTo>
                <a:lnTo>
                  <a:pt x="0" y="240030"/>
                </a:lnTo>
                <a:lnTo>
                  <a:pt x="1392936" y="2400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33116" y="4527804"/>
            <a:ext cx="1552956" cy="320040"/>
          </a:xfrm>
          <a:custGeom>
            <a:avLst/>
            <a:gdLst/>
            <a:ahLst/>
            <a:cxnLst/>
            <a:rect l="l" t="t" r="r" b="b"/>
            <a:pathLst>
              <a:path w="1552956" h="320039">
                <a:moveTo>
                  <a:pt x="1392936" y="240030"/>
                </a:moveTo>
                <a:lnTo>
                  <a:pt x="1392936" y="320040"/>
                </a:lnTo>
                <a:lnTo>
                  <a:pt x="1552956" y="160020"/>
                </a:lnTo>
                <a:lnTo>
                  <a:pt x="1392936" y="0"/>
                </a:lnTo>
                <a:lnTo>
                  <a:pt x="1392936" y="80010"/>
                </a:lnTo>
                <a:lnTo>
                  <a:pt x="0" y="80010"/>
                </a:lnTo>
                <a:lnTo>
                  <a:pt x="0" y="240030"/>
                </a:lnTo>
                <a:lnTo>
                  <a:pt x="1392936" y="2400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53384" y="4878324"/>
            <a:ext cx="118872" cy="178308"/>
          </a:xfrm>
          <a:custGeom>
            <a:avLst/>
            <a:gdLst/>
            <a:ahLst/>
            <a:cxnLst/>
            <a:rect l="l" t="t" r="r" b="b"/>
            <a:pathLst>
              <a:path w="118872" h="178308">
                <a:moveTo>
                  <a:pt x="0" y="89153"/>
                </a:moveTo>
                <a:lnTo>
                  <a:pt x="211" y="96730"/>
                </a:lnTo>
                <a:lnTo>
                  <a:pt x="2219" y="113363"/>
                </a:lnTo>
                <a:lnTo>
                  <a:pt x="6179" y="128766"/>
                </a:lnTo>
                <a:lnTo>
                  <a:pt x="11886" y="142635"/>
                </a:lnTo>
                <a:lnTo>
                  <a:pt x="19135" y="154665"/>
                </a:lnTo>
                <a:lnTo>
                  <a:pt x="27720" y="164552"/>
                </a:lnTo>
                <a:lnTo>
                  <a:pt x="37436" y="171991"/>
                </a:lnTo>
                <a:lnTo>
                  <a:pt x="48076" y="176678"/>
                </a:lnTo>
                <a:lnTo>
                  <a:pt x="59436" y="178307"/>
                </a:lnTo>
                <a:lnTo>
                  <a:pt x="64475" y="177991"/>
                </a:lnTo>
                <a:lnTo>
                  <a:pt x="75545" y="174988"/>
                </a:lnTo>
                <a:lnTo>
                  <a:pt x="85807" y="169061"/>
                </a:lnTo>
                <a:lnTo>
                  <a:pt x="95054" y="160515"/>
                </a:lnTo>
                <a:lnTo>
                  <a:pt x="103080" y="149654"/>
                </a:lnTo>
                <a:lnTo>
                  <a:pt x="109680" y="136783"/>
                </a:lnTo>
                <a:lnTo>
                  <a:pt x="114650" y="122206"/>
                </a:lnTo>
                <a:lnTo>
                  <a:pt x="117782" y="106228"/>
                </a:lnTo>
                <a:lnTo>
                  <a:pt x="118872" y="89153"/>
                </a:lnTo>
                <a:lnTo>
                  <a:pt x="118660" y="81577"/>
                </a:lnTo>
                <a:lnTo>
                  <a:pt x="116652" y="64944"/>
                </a:lnTo>
                <a:lnTo>
                  <a:pt x="112692" y="49541"/>
                </a:lnTo>
                <a:lnTo>
                  <a:pt x="106985" y="35672"/>
                </a:lnTo>
                <a:lnTo>
                  <a:pt x="99736" y="23642"/>
                </a:lnTo>
                <a:lnTo>
                  <a:pt x="91151" y="13755"/>
                </a:lnTo>
                <a:lnTo>
                  <a:pt x="81435" y="6316"/>
                </a:lnTo>
                <a:lnTo>
                  <a:pt x="70795" y="1629"/>
                </a:lnTo>
                <a:lnTo>
                  <a:pt x="59436" y="0"/>
                </a:lnTo>
                <a:lnTo>
                  <a:pt x="54396" y="316"/>
                </a:lnTo>
                <a:lnTo>
                  <a:pt x="43326" y="3319"/>
                </a:lnTo>
                <a:lnTo>
                  <a:pt x="33064" y="9246"/>
                </a:lnTo>
                <a:lnTo>
                  <a:pt x="23817" y="17792"/>
                </a:lnTo>
                <a:lnTo>
                  <a:pt x="15791" y="28653"/>
                </a:lnTo>
                <a:lnTo>
                  <a:pt x="9191" y="41524"/>
                </a:lnTo>
                <a:lnTo>
                  <a:pt x="4221" y="56101"/>
                </a:lnTo>
                <a:lnTo>
                  <a:pt x="1089" y="72079"/>
                </a:lnTo>
                <a:lnTo>
                  <a:pt x="0" y="89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33116" y="5669280"/>
            <a:ext cx="1552956" cy="320040"/>
          </a:xfrm>
          <a:custGeom>
            <a:avLst/>
            <a:gdLst/>
            <a:ahLst/>
            <a:cxnLst/>
            <a:rect l="l" t="t" r="r" b="b"/>
            <a:pathLst>
              <a:path w="1552956" h="320039">
                <a:moveTo>
                  <a:pt x="1392936" y="240030"/>
                </a:moveTo>
                <a:lnTo>
                  <a:pt x="1392936" y="320040"/>
                </a:lnTo>
                <a:lnTo>
                  <a:pt x="1552956" y="160020"/>
                </a:lnTo>
                <a:lnTo>
                  <a:pt x="1392936" y="0"/>
                </a:lnTo>
                <a:lnTo>
                  <a:pt x="1392936" y="80010"/>
                </a:lnTo>
                <a:lnTo>
                  <a:pt x="0" y="80010"/>
                </a:lnTo>
                <a:lnTo>
                  <a:pt x="0" y="240030"/>
                </a:lnTo>
                <a:lnTo>
                  <a:pt x="1392936" y="2400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85900" y="3532631"/>
            <a:ext cx="829056" cy="11719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43100" y="5103876"/>
            <a:ext cx="827532" cy="1170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27148" y="4384548"/>
            <a:ext cx="387095" cy="7726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53384" y="5111496"/>
            <a:ext cx="118872" cy="178308"/>
          </a:xfrm>
          <a:custGeom>
            <a:avLst/>
            <a:gdLst/>
            <a:ahLst/>
            <a:cxnLst/>
            <a:rect l="l" t="t" r="r" b="b"/>
            <a:pathLst>
              <a:path w="118872" h="178308">
                <a:moveTo>
                  <a:pt x="0" y="89153"/>
                </a:moveTo>
                <a:lnTo>
                  <a:pt x="211" y="96730"/>
                </a:lnTo>
                <a:lnTo>
                  <a:pt x="2219" y="113363"/>
                </a:lnTo>
                <a:lnTo>
                  <a:pt x="6179" y="128766"/>
                </a:lnTo>
                <a:lnTo>
                  <a:pt x="11886" y="142635"/>
                </a:lnTo>
                <a:lnTo>
                  <a:pt x="19135" y="154665"/>
                </a:lnTo>
                <a:lnTo>
                  <a:pt x="27720" y="164552"/>
                </a:lnTo>
                <a:lnTo>
                  <a:pt x="37436" y="171991"/>
                </a:lnTo>
                <a:lnTo>
                  <a:pt x="48076" y="176678"/>
                </a:lnTo>
                <a:lnTo>
                  <a:pt x="59436" y="178307"/>
                </a:lnTo>
                <a:lnTo>
                  <a:pt x="64475" y="177991"/>
                </a:lnTo>
                <a:lnTo>
                  <a:pt x="75545" y="174988"/>
                </a:lnTo>
                <a:lnTo>
                  <a:pt x="85807" y="169061"/>
                </a:lnTo>
                <a:lnTo>
                  <a:pt x="95054" y="160515"/>
                </a:lnTo>
                <a:lnTo>
                  <a:pt x="103080" y="149654"/>
                </a:lnTo>
                <a:lnTo>
                  <a:pt x="109680" y="136783"/>
                </a:lnTo>
                <a:lnTo>
                  <a:pt x="114650" y="122206"/>
                </a:lnTo>
                <a:lnTo>
                  <a:pt x="117782" y="106228"/>
                </a:lnTo>
                <a:lnTo>
                  <a:pt x="118872" y="89153"/>
                </a:lnTo>
                <a:lnTo>
                  <a:pt x="118660" y="81577"/>
                </a:lnTo>
                <a:lnTo>
                  <a:pt x="116652" y="64944"/>
                </a:lnTo>
                <a:lnTo>
                  <a:pt x="112692" y="49541"/>
                </a:lnTo>
                <a:lnTo>
                  <a:pt x="106985" y="35672"/>
                </a:lnTo>
                <a:lnTo>
                  <a:pt x="99736" y="23642"/>
                </a:lnTo>
                <a:lnTo>
                  <a:pt x="91151" y="13755"/>
                </a:lnTo>
                <a:lnTo>
                  <a:pt x="81435" y="6316"/>
                </a:lnTo>
                <a:lnTo>
                  <a:pt x="70795" y="1629"/>
                </a:lnTo>
                <a:lnTo>
                  <a:pt x="59436" y="0"/>
                </a:lnTo>
                <a:lnTo>
                  <a:pt x="54396" y="316"/>
                </a:lnTo>
                <a:lnTo>
                  <a:pt x="43326" y="3319"/>
                </a:lnTo>
                <a:lnTo>
                  <a:pt x="33064" y="9246"/>
                </a:lnTo>
                <a:lnTo>
                  <a:pt x="23817" y="17792"/>
                </a:lnTo>
                <a:lnTo>
                  <a:pt x="15791" y="28653"/>
                </a:lnTo>
                <a:lnTo>
                  <a:pt x="9191" y="41524"/>
                </a:lnTo>
                <a:lnTo>
                  <a:pt x="4221" y="56101"/>
                </a:lnTo>
                <a:lnTo>
                  <a:pt x="1089" y="72079"/>
                </a:lnTo>
                <a:lnTo>
                  <a:pt x="0" y="89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53384" y="5361432"/>
            <a:ext cx="118872" cy="178308"/>
          </a:xfrm>
          <a:custGeom>
            <a:avLst/>
            <a:gdLst/>
            <a:ahLst/>
            <a:cxnLst/>
            <a:rect l="l" t="t" r="r" b="b"/>
            <a:pathLst>
              <a:path w="118872" h="178308">
                <a:moveTo>
                  <a:pt x="0" y="89153"/>
                </a:moveTo>
                <a:lnTo>
                  <a:pt x="211" y="96730"/>
                </a:lnTo>
                <a:lnTo>
                  <a:pt x="2219" y="113363"/>
                </a:lnTo>
                <a:lnTo>
                  <a:pt x="6179" y="128766"/>
                </a:lnTo>
                <a:lnTo>
                  <a:pt x="11886" y="142635"/>
                </a:lnTo>
                <a:lnTo>
                  <a:pt x="19135" y="154665"/>
                </a:lnTo>
                <a:lnTo>
                  <a:pt x="27720" y="164552"/>
                </a:lnTo>
                <a:lnTo>
                  <a:pt x="37436" y="171991"/>
                </a:lnTo>
                <a:lnTo>
                  <a:pt x="48076" y="176678"/>
                </a:lnTo>
                <a:lnTo>
                  <a:pt x="59436" y="178307"/>
                </a:lnTo>
                <a:lnTo>
                  <a:pt x="64475" y="177991"/>
                </a:lnTo>
                <a:lnTo>
                  <a:pt x="75545" y="174988"/>
                </a:lnTo>
                <a:lnTo>
                  <a:pt x="85807" y="169061"/>
                </a:lnTo>
                <a:lnTo>
                  <a:pt x="95054" y="160515"/>
                </a:lnTo>
                <a:lnTo>
                  <a:pt x="103080" y="149654"/>
                </a:lnTo>
                <a:lnTo>
                  <a:pt x="109680" y="136783"/>
                </a:lnTo>
                <a:lnTo>
                  <a:pt x="114650" y="122206"/>
                </a:lnTo>
                <a:lnTo>
                  <a:pt x="117782" y="106228"/>
                </a:lnTo>
                <a:lnTo>
                  <a:pt x="118872" y="89153"/>
                </a:lnTo>
                <a:lnTo>
                  <a:pt x="118660" y="81577"/>
                </a:lnTo>
                <a:lnTo>
                  <a:pt x="116652" y="64944"/>
                </a:lnTo>
                <a:lnTo>
                  <a:pt x="112692" y="49541"/>
                </a:lnTo>
                <a:lnTo>
                  <a:pt x="106985" y="35672"/>
                </a:lnTo>
                <a:lnTo>
                  <a:pt x="99736" y="23642"/>
                </a:lnTo>
                <a:lnTo>
                  <a:pt x="91151" y="13755"/>
                </a:lnTo>
                <a:lnTo>
                  <a:pt x="81435" y="6316"/>
                </a:lnTo>
                <a:lnTo>
                  <a:pt x="70795" y="1629"/>
                </a:lnTo>
                <a:lnTo>
                  <a:pt x="59436" y="0"/>
                </a:lnTo>
                <a:lnTo>
                  <a:pt x="54396" y="316"/>
                </a:lnTo>
                <a:lnTo>
                  <a:pt x="43326" y="3319"/>
                </a:lnTo>
                <a:lnTo>
                  <a:pt x="33064" y="9246"/>
                </a:lnTo>
                <a:lnTo>
                  <a:pt x="23817" y="17792"/>
                </a:lnTo>
                <a:lnTo>
                  <a:pt x="15791" y="28653"/>
                </a:lnTo>
                <a:lnTo>
                  <a:pt x="9191" y="41524"/>
                </a:lnTo>
                <a:lnTo>
                  <a:pt x="4221" y="56101"/>
                </a:lnTo>
                <a:lnTo>
                  <a:pt x="1089" y="72079"/>
                </a:lnTo>
                <a:lnTo>
                  <a:pt x="0" y="891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8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647" y="1040348"/>
            <a:ext cx="10670916" cy="2383198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>
              <a:lnSpc>
                <a:spcPts val="4260"/>
              </a:lnSpc>
            </a:pPr>
            <a:r>
              <a:rPr sz="4000" spc="-10" dirty="0">
                <a:solidFill>
                  <a:srgbClr val="FFFFFF"/>
                </a:solidFill>
                <a:latin typeface="Century Gothic"/>
                <a:cs typeface="Century Gothic"/>
              </a:rPr>
              <a:t>IMPLEMENTASI PADA JARINGAN KOMPUTER</a:t>
            </a:r>
            <a:endParaRPr sz="4000">
              <a:latin typeface="Century Gothic"/>
              <a:cs typeface="Century Gothic"/>
            </a:endParaRPr>
          </a:p>
          <a:p>
            <a:pPr marL="319024" marR="76123">
              <a:lnSpc>
                <a:spcPct val="107747"/>
              </a:lnSpc>
              <a:spcBef>
                <a:spcPts val="2212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Incoming Traffic </a:t>
            </a:r>
            <a:r>
              <a:rPr sz="2400" spc="-68" dirty="0">
                <a:solidFill>
                  <a:srgbClr val="FFFFFF"/>
                </a:solidFill>
                <a:latin typeface="MS PGothic"/>
                <a:cs typeface="MS PGothic"/>
              </a:rPr>
              <a:t>→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paket / streaming dibangkitkan dari gadget/PC</a:t>
            </a:r>
            <a:endParaRPr sz="2400">
              <a:latin typeface="Century Gothic"/>
              <a:cs typeface="Century Gothic"/>
            </a:endParaRPr>
          </a:p>
          <a:p>
            <a:pPr marL="319024" marR="76123">
              <a:lnSpc>
                <a:spcPts val="3085"/>
              </a:lnSpc>
              <a:spcBef>
                <a:spcPts val="154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Sistem </a:t>
            </a:r>
            <a:r>
              <a:rPr sz="2400" spc="-68" dirty="0">
                <a:solidFill>
                  <a:srgbClr val="FFFFFF"/>
                </a:solidFill>
                <a:latin typeface="MS PGothic"/>
                <a:cs typeface="MS PGothic"/>
              </a:rPr>
              <a:t>→ 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Jaringan / server/ switch/router</a:t>
            </a:r>
            <a:endParaRPr sz="2400">
              <a:latin typeface="Century Gothic"/>
              <a:cs typeface="Century Gothic"/>
            </a:endParaRPr>
          </a:p>
          <a:p>
            <a:pPr marL="547624" marR="870443" indent="-228600">
              <a:lnSpc>
                <a:spcPts val="3338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 </a:t>
            </a:r>
            <a:r>
              <a:rPr sz="2400" spc="-68" dirty="0">
                <a:solidFill>
                  <a:srgbClr val="FFFFFF"/>
                </a:solidFill>
                <a:latin typeface="MS PGothic"/>
                <a:cs typeface="MS PGothic"/>
              </a:rPr>
              <a:t>→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probabilitas sebuah paket/streaming bisa </a:t>
            </a:r>
            <a:endParaRPr sz="2400">
              <a:latin typeface="Century Gothic"/>
              <a:cs typeface="Century Gothic"/>
            </a:endParaRPr>
          </a:p>
          <a:p>
            <a:pPr marL="547624" marR="870443">
              <a:lnSpc>
                <a:spcPts val="2942"/>
              </a:lnSpc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sampai tujuan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7116" y="2465831"/>
            <a:ext cx="2232660" cy="2077212"/>
          </a:xfrm>
          <a:custGeom>
            <a:avLst/>
            <a:gdLst/>
            <a:ahLst/>
            <a:cxnLst/>
            <a:rect l="l" t="t" r="r" b="b"/>
            <a:pathLst>
              <a:path w="2232660" h="2077212">
                <a:moveTo>
                  <a:pt x="0" y="1038606"/>
                </a:moveTo>
                <a:lnTo>
                  <a:pt x="3700" y="953417"/>
                </a:lnTo>
                <a:lnTo>
                  <a:pt x="14610" y="870125"/>
                </a:lnTo>
                <a:lnTo>
                  <a:pt x="32443" y="788999"/>
                </a:lnTo>
                <a:lnTo>
                  <a:pt x="56911" y="710305"/>
                </a:lnTo>
                <a:lnTo>
                  <a:pt x="87726" y="634311"/>
                </a:lnTo>
                <a:lnTo>
                  <a:pt x="124602" y="561283"/>
                </a:lnTo>
                <a:lnTo>
                  <a:pt x="167251" y="491489"/>
                </a:lnTo>
                <a:lnTo>
                  <a:pt x="215386" y="425196"/>
                </a:lnTo>
                <a:lnTo>
                  <a:pt x="268719" y="362670"/>
                </a:lnTo>
                <a:lnTo>
                  <a:pt x="326964" y="304180"/>
                </a:lnTo>
                <a:lnTo>
                  <a:pt x="389833" y="249993"/>
                </a:lnTo>
                <a:lnTo>
                  <a:pt x="457039" y="200375"/>
                </a:lnTo>
                <a:lnTo>
                  <a:pt x="528294" y="155594"/>
                </a:lnTo>
                <a:lnTo>
                  <a:pt x="603311" y="115917"/>
                </a:lnTo>
                <a:lnTo>
                  <a:pt x="681803" y="81611"/>
                </a:lnTo>
                <a:lnTo>
                  <a:pt x="763482" y="52943"/>
                </a:lnTo>
                <a:lnTo>
                  <a:pt x="848062" y="30181"/>
                </a:lnTo>
                <a:lnTo>
                  <a:pt x="935254" y="13592"/>
                </a:lnTo>
                <a:lnTo>
                  <a:pt x="1024773" y="3442"/>
                </a:lnTo>
                <a:lnTo>
                  <a:pt x="1116330" y="0"/>
                </a:lnTo>
                <a:lnTo>
                  <a:pt x="1207893" y="3442"/>
                </a:lnTo>
                <a:lnTo>
                  <a:pt x="1297417" y="13592"/>
                </a:lnTo>
                <a:lnTo>
                  <a:pt x="1384614" y="30181"/>
                </a:lnTo>
                <a:lnTo>
                  <a:pt x="1469196" y="52943"/>
                </a:lnTo>
                <a:lnTo>
                  <a:pt x="1550878" y="81611"/>
                </a:lnTo>
                <a:lnTo>
                  <a:pt x="1629371" y="115917"/>
                </a:lnTo>
                <a:lnTo>
                  <a:pt x="1704388" y="155594"/>
                </a:lnTo>
                <a:lnTo>
                  <a:pt x="1775642" y="200375"/>
                </a:lnTo>
                <a:lnTo>
                  <a:pt x="1842847" y="249993"/>
                </a:lnTo>
                <a:lnTo>
                  <a:pt x="1905714" y="304180"/>
                </a:lnTo>
                <a:lnTo>
                  <a:pt x="1963957" y="362670"/>
                </a:lnTo>
                <a:lnTo>
                  <a:pt x="2017288" y="425196"/>
                </a:lnTo>
                <a:lnTo>
                  <a:pt x="2065420" y="491489"/>
                </a:lnTo>
                <a:lnTo>
                  <a:pt x="2108067" y="561283"/>
                </a:lnTo>
                <a:lnTo>
                  <a:pt x="2144940" y="634311"/>
                </a:lnTo>
                <a:lnTo>
                  <a:pt x="2175753" y="710305"/>
                </a:lnTo>
                <a:lnTo>
                  <a:pt x="2200219" y="788999"/>
                </a:lnTo>
                <a:lnTo>
                  <a:pt x="2218050" y="870125"/>
                </a:lnTo>
                <a:lnTo>
                  <a:pt x="2228959" y="953417"/>
                </a:lnTo>
                <a:lnTo>
                  <a:pt x="2232660" y="1038606"/>
                </a:lnTo>
                <a:lnTo>
                  <a:pt x="2228959" y="1123794"/>
                </a:lnTo>
                <a:lnTo>
                  <a:pt x="2218050" y="1207086"/>
                </a:lnTo>
                <a:lnTo>
                  <a:pt x="2200219" y="1288212"/>
                </a:lnTo>
                <a:lnTo>
                  <a:pt x="2175753" y="1366906"/>
                </a:lnTo>
                <a:lnTo>
                  <a:pt x="2144940" y="1442900"/>
                </a:lnTo>
                <a:lnTo>
                  <a:pt x="2108067" y="1515928"/>
                </a:lnTo>
                <a:lnTo>
                  <a:pt x="2065420" y="1585722"/>
                </a:lnTo>
                <a:lnTo>
                  <a:pt x="2017288" y="1652016"/>
                </a:lnTo>
                <a:lnTo>
                  <a:pt x="1963957" y="1714541"/>
                </a:lnTo>
                <a:lnTo>
                  <a:pt x="1905714" y="1773031"/>
                </a:lnTo>
                <a:lnTo>
                  <a:pt x="1842847" y="1827218"/>
                </a:lnTo>
                <a:lnTo>
                  <a:pt x="1775642" y="1876836"/>
                </a:lnTo>
                <a:lnTo>
                  <a:pt x="1704388" y="1921617"/>
                </a:lnTo>
                <a:lnTo>
                  <a:pt x="1629371" y="1961294"/>
                </a:lnTo>
                <a:lnTo>
                  <a:pt x="1550878" y="1995600"/>
                </a:lnTo>
                <a:lnTo>
                  <a:pt x="1469196" y="2024268"/>
                </a:lnTo>
                <a:lnTo>
                  <a:pt x="1384614" y="2047030"/>
                </a:lnTo>
                <a:lnTo>
                  <a:pt x="1297417" y="2063619"/>
                </a:lnTo>
                <a:lnTo>
                  <a:pt x="1207893" y="2073769"/>
                </a:lnTo>
                <a:lnTo>
                  <a:pt x="1116330" y="2077212"/>
                </a:lnTo>
                <a:lnTo>
                  <a:pt x="1024773" y="2073769"/>
                </a:lnTo>
                <a:lnTo>
                  <a:pt x="935254" y="2063619"/>
                </a:lnTo>
                <a:lnTo>
                  <a:pt x="848062" y="2047030"/>
                </a:lnTo>
                <a:lnTo>
                  <a:pt x="763482" y="2024268"/>
                </a:lnTo>
                <a:lnTo>
                  <a:pt x="681803" y="1995600"/>
                </a:lnTo>
                <a:lnTo>
                  <a:pt x="603311" y="1961294"/>
                </a:lnTo>
                <a:lnTo>
                  <a:pt x="528294" y="1921617"/>
                </a:lnTo>
                <a:lnTo>
                  <a:pt x="457039" y="1876836"/>
                </a:lnTo>
                <a:lnTo>
                  <a:pt x="389833" y="1827218"/>
                </a:lnTo>
                <a:lnTo>
                  <a:pt x="326964" y="1773031"/>
                </a:lnTo>
                <a:lnTo>
                  <a:pt x="268719" y="1714541"/>
                </a:lnTo>
                <a:lnTo>
                  <a:pt x="215386" y="1652016"/>
                </a:lnTo>
                <a:lnTo>
                  <a:pt x="167251" y="1585722"/>
                </a:lnTo>
                <a:lnTo>
                  <a:pt x="124602" y="1515928"/>
                </a:lnTo>
                <a:lnTo>
                  <a:pt x="87726" y="1442900"/>
                </a:lnTo>
                <a:lnTo>
                  <a:pt x="56911" y="1366906"/>
                </a:lnTo>
                <a:lnTo>
                  <a:pt x="32443" y="1288212"/>
                </a:lnTo>
                <a:lnTo>
                  <a:pt x="14610" y="1207086"/>
                </a:lnTo>
                <a:lnTo>
                  <a:pt x="3700" y="1123794"/>
                </a:lnTo>
                <a:lnTo>
                  <a:pt x="0" y="1038606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65427" y="4388866"/>
            <a:ext cx="667284" cy="1477810"/>
          </a:xfrm>
          <a:custGeom>
            <a:avLst/>
            <a:gdLst/>
            <a:ahLst/>
            <a:cxnLst/>
            <a:rect l="l" t="t" r="r" b="b"/>
            <a:pathLst>
              <a:path w="667284" h="1477810">
                <a:moveTo>
                  <a:pt x="193316" y="1430179"/>
                </a:moveTo>
                <a:lnTo>
                  <a:pt x="244666" y="1477810"/>
                </a:lnTo>
                <a:lnTo>
                  <a:pt x="225022" y="1427928"/>
                </a:lnTo>
                <a:lnTo>
                  <a:pt x="209183" y="1376574"/>
                </a:lnTo>
                <a:lnTo>
                  <a:pt x="197112" y="1323894"/>
                </a:lnTo>
                <a:lnTo>
                  <a:pt x="188769" y="1270032"/>
                </a:lnTo>
                <a:lnTo>
                  <a:pt x="184120" y="1215134"/>
                </a:lnTo>
                <a:lnTo>
                  <a:pt x="183124" y="1159344"/>
                </a:lnTo>
                <a:lnTo>
                  <a:pt x="185746" y="1102807"/>
                </a:lnTo>
                <a:lnTo>
                  <a:pt x="191948" y="1045669"/>
                </a:lnTo>
                <a:lnTo>
                  <a:pt x="201691" y="988074"/>
                </a:lnTo>
                <a:lnTo>
                  <a:pt x="214939" y="930168"/>
                </a:lnTo>
                <a:lnTo>
                  <a:pt x="231654" y="872096"/>
                </a:lnTo>
                <a:lnTo>
                  <a:pt x="251798" y="814002"/>
                </a:lnTo>
                <a:lnTo>
                  <a:pt x="275334" y="756032"/>
                </a:lnTo>
                <a:lnTo>
                  <a:pt x="302224" y="698330"/>
                </a:lnTo>
                <a:lnTo>
                  <a:pt x="332431" y="641043"/>
                </a:lnTo>
                <a:lnTo>
                  <a:pt x="365917" y="584314"/>
                </a:lnTo>
                <a:lnTo>
                  <a:pt x="402645" y="528288"/>
                </a:lnTo>
                <a:lnTo>
                  <a:pt x="442577" y="473112"/>
                </a:lnTo>
                <a:lnTo>
                  <a:pt x="485675" y="418930"/>
                </a:lnTo>
                <a:lnTo>
                  <a:pt x="531902" y="365886"/>
                </a:lnTo>
                <a:lnTo>
                  <a:pt x="623469" y="487933"/>
                </a:lnTo>
                <a:lnTo>
                  <a:pt x="667284" y="38099"/>
                </a:lnTo>
                <a:lnTo>
                  <a:pt x="257354" y="0"/>
                </a:lnTo>
                <a:lnTo>
                  <a:pt x="348895" y="122046"/>
                </a:lnTo>
                <a:lnTo>
                  <a:pt x="288481" y="192311"/>
                </a:lnTo>
                <a:lnTo>
                  <a:pt x="233734" y="264176"/>
                </a:lnTo>
                <a:lnTo>
                  <a:pt x="184679" y="337332"/>
                </a:lnTo>
                <a:lnTo>
                  <a:pt x="141340" y="411468"/>
                </a:lnTo>
                <a:lnTo>
                  <a:pt x="103740" y="486273"/>
                </a:lnTo>
                <a:lnTo>
                  <a:pt x="71903" y="561438"/>
                </a:lnTo>
                <a:lnTo>
                  <a:pt x="45853" y="636653"/>
                </a:lnTo>
                <a:lnTo>
                  <a:pt x="25614" y="711607"/>
                </a:lnTo>
                <a:lnTo>
                  <a:pt x="11209" y="785991"/>
                </a:lnTo>
                <a:lnTo>
                  <a:pt x="2663" y="859493"/>
                </a:lnTo>
                <a:lnTo>
                  <a:pt x="0" y="931803"/>
                </a:lnTo>
                <a:lnTo>
                  <a:pt x="3242" y="1002613"/>
                </a:lnTo>
                <a:lnTo>
                  <a:pt x="12415" y="1071610"/>
                </a:lnTo>
                <a:lnTo>
                  <a:pt x="27541" y="1138486"/>
                </a:lnTo>
                <a:lnTo>
                  <a:pt x="48645" y="1202930"/>
                </a:lnTo>
                <a:lnTo>
                  <a:pt x="75751" y="1264631"/>
                </a:lnTo>
                <a:lnTo>
                  <a:pt x="108882" y="1323280"/>
                </a:lnTo>
                <a:lnTo>
                  <a:pt x="148063" y="1378566"/>
                </a:lnTo>
                <a:lnTo>
                  <a:pt x="193316" y="1430179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04392" y="5741200"/>
            <a:ext cx="1697736" cy="551376"/>
          </a:xfrm>
          <a:custGeom>
            <a:avLst/>
            <a:gdLst/>
            <a:ahLst/>
            <a:cxnLst/>
            <a:rect l="l" t="t" r="r" b="b"/>
            <a:pathLst>
              <a:path w="1697736" h="551376">
                <a:moveTo>
                  <a:pt x="183007" y="258076"/>
                </a:moveTo>
                <a:lnTo>
                  <a:pt x="230448" y="314544"/>
                </a:lnTo>
                <a:lnTo>
                  <a:pt x="283208" y="364972"/>
                </a:lnTo>
                <a:lnTo>
                  <a:pt x="340895" y="409363"/>
                </a:lnTo>
                <a:lnTo>
                  <a:pt x="403120" y="447720"/>
                </a:lnTo>
                <a:lnTo>
                  <a:pt x="469493" y="480049"/>
                </a:lnTo>
                <a:lnTo>
                  <a:pt x="539624" y="506351"/>
                </a:lnTo>
                <a:lnTo>
                  <a:pt x="613123" y="526632"/>
                </a:lnTo>
                <a:lnTo>
                  <a:pt x="689600" y="540894"/>
                </a:lnTo>
                <a:lnTo>
                  <a:pt x="768666" y="549141"/>
                </a:lnTo>
                <a:lnTo>
                  <a:pt x="849931" y="551376"/>
                </a:lnTo>
                <a:lnTo>
                  <a:pt x="933005" y="547604"/>
                </a:lnTo>
                <a:lnTo>
                  <a:pt x="1017497" y="537829"/>
                </a:lnTo>
                <a:lnTo>
                  <a:pt x="1103019" y="522052"/>
                </a:lnTo>
                <a:lnTo>
                  <a:pt x="1189179" y="500280"/>
                </a:lnTo>
                <a:lnTo>
                  <a:pt x="1275589" y="472514"/>
                </a:lnTo>
                <a:lnTo>
                  <a:pt x="1361859" y="438758"/>
                </a:lnTo>
                <a:lnTo>
                  <a:pt x="1447598" y="399017"/>
                </a:lnTo>
                <a:lnTo>
                  <a:pt x="1532417" y="353294"/>
                </a:lnTo>
                <a:lnTo>
                  <a:pt x="1615926" y="301592"/>
                </a:lnTo>
                <a:lnTo>
                  <a:pt x="1697736" y="243916"/>
                </a:lnTo>
                <a:lnTo>
                  <a:pt x="1514602" y="0"/>
                </a:lnTo>
                <a:lnTo>
                  <a:pt x="1432793" y="57676"/>
                </a:lnTo>
                <a:lnTo>
                  <a:pt x="1349287" y="109378"/>
                </a:lnTo>
                <a:lnTo>
                  <a:pt x="1264472" y="155101"/>
                </a:lnTo>
                <a:lnTo>
                  <a:pt x="1178738" y="194842"/>
                </a:lnTo>
                <a:lnTo>
                  <a:pt x="1092475" y="228598"/>
                </a:lnTo>
                <a:lnTo>
                  <a:pt x="1006073" y="256363"/>
                </a:lnTo>
                <a:lnTo>
                  <a:pt x="919920" y="278136"/>
                </a:lnTo>
                <a:lnTo>
                  <a:pt x="834408" y="293912"/>
                </a:lnTo>
                <a:lnTo>
                  <a:pt x="749925" y="303688"/>
                </a:lnTo>
                <a:lnTo>
                  <a:pt x="666861" y="307460"/>
                </a:lnTo>
                <a:lnTo>
                  <a:pt x="585605" y="305224"/>
                </a:lnTo>
                <a:lnTo>
                  <a:pt x="506549" y="296977"/>
                </a:lnTo>
                <a:lnTo>
                  <a:pt x="430080" y="282716"/>
                </a:lnTo>
                <a:lnTo>
                  <a:pt x="356589" y="262435"/>
                </a:lnTo>
                <a:lnTo>
                  <a:pt x="286466" y="236133"/>
                </a:lnTo>
                <a:lnTo>
                  <a:pt x="220100" y="203804"/>
                </a:lnTo>
                <a:lnTo>
                  <a:pt x="157880" y="165446"/>
                </a:lnTo>
                <a:lnTo>
                  <a:pt x="100197" y="121056"/>
                </a:lnTo>
                <a:lnTo>
                  <a:pt x="47440" y="70628"/>
                </a:lnTo>
                <a:lnTo>
                  <a:pt x="0" y="14160"/>
                </a:lnTo>
                <a:lnTo>
                  <a:pt x="183007" y="258076"/>
                </a:lnTo>
                <a:close/>
              </a:path>
            </a:pathLst>
          </a:custGeom>
          <a:solidFill>
            <a:srgbClr val="CD9A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01189" y="5600382"/>
            <a:ext cx="483234" cy="584098"/>
          </a:xfrm>
          <a:custGeom>
            <a:avLst/>
            <a:gdLst/>
            <a:ahLst/>
            <a:cxnLst/>
            <a:rect l="l" t="t" r="r" b="b"/>
            <a:pathLst>
              <a:path w="483235" h="584098">
                <a:moveTo>
                  <a:pt x="0" y="0"/>
                </a:moveTo>
                <a:lnTo>
                  <a:pt x="383921" y="584098"/>
                </a:lnTo>
                <a:lnTo>
                  <a:pt x="483234" y="100596"/>
                </a:lnTo>
                <a:lnTo>
                  <a:pt x="0" y="0"/>
                </a:lnTo>
                <a:close/>
              </a:path>
            </a:pathLst>
          </a:custGeom>
          <a:solidFill>
            <a:srgbClr val="DB910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03064" y="1749552"/>
            <a:ext cx="2397252" cy="2077212"/>
          </a:xfrm>
          <a:custGeom>
            <a:avLst/>
            <a:gdLst/>
            <a:ahLst/>
            <a:cxnLst/>
            <a:rect l="l" t="t" r="r" b="b"/>
            <a:pathLst>
              <a:path w="2397251" h="2077212">
                <a:moveTo>
                  <a:pt x="0" y="1038606"/>
                </a:moveTo>
                <a:lnTo>
                  <a:pt x="3973" y="953417"/>
                </a:lnTo>
                <a:lnTo>
                  <a:pt x="15689" y="870125"/>
                </a:lnTo>
                <a:lnTo>
                  <a:pt x="34838" y="788999"/>
                </a:lnTo>
                <a:lnTo>
                  <a:pt x="61112" y="710305"/>
                </a:lnTo>
                <a:lnTo>
                  <a:pt x="94202" y="634311"/>
                </a:lnTo>
                <a:lnTo>
                  <a:pt x="133799" y="561283"/>
                </a:lnTo>
                <a:lnTo>
                  <a:pt x="179595" y="491489"/>
                </a:lnTo>
                <a:lnTo>
                  <a:pt x="231282" y="425196"/>
                </a:lnTo>
                <a:lnTo>
                  <a:pt x="288550" y="362670"/>
                </a:lnTo>
                <a:lnTo>
                  <a:pt x="351091" y="304180"/>
                </a:lnTo>
                <a:lnTo>
                  <a:pt x="418597" y="249993"/>
                </a:lnTo>
                <a:lnTo>
                  <a:pt x="490758" y="200375"/>
                </a:lnTo>
                <a:lnTo>
                  <a:pt x="567267" y="155594"/>
                </a:lnTo>
                <a:lnTo>
                  <a:pt x="647814" y="115917"/>
                </a:lnTo>
                <a:lnTo>
                  <a:pt x="732091" y="81611"/>
                </a:lnTo>
                <a:lnTo>
                  <a:pt x="819790" y="52943"/>
                </a:lnTo>
                <a:lnTo>
                  <a:pt x="910601" y="30181"/>
                </a:lnTo>
                <a:lnTo>
                  <a:pt x="1004216" y="13592"/>
                </a:lnTo>
                <a:lnTo>
                  <a:pt x="1100328" y="3442"/>
                </a:lnTo>
                <a:lnTo>
                  <a:pt x="1198626" y="0"/>
                </a:lnTo>
                <a:lnTo>
                  <a:pt x="1296923" y="3442"/>
                </a:lnTo>
                <a:lnTo>
                  <a:pt x="1393035" y="13592"/>
                </a:lnTo>
                <a:lnTo>
                  <a:pt x="1486650" y="30181"/>
                </a:lnTo>
                <a:lnTo>
                  <a:pt x="1577461" y="52943"/>
                </a:lnTo>
                <a:lnTo>
                  <a:pt x="1665160" y="81611"/>
                </a:lnTo>
                <a:lnTo>
                  <a:pt x="1749437" y="115917"/>
                </a:lnTo>
                <a:lnTo>
                  <a:pt x="1829984" y="155594"/>
                </a:lnTo>
                <a:lnTo>
                  <a:pt x="1906493" y="200375"/>
                </a:lnTo>
                <a:lnTo>
                  <a:pt x="1978654" y="249993"/>
                </a:lnTo>
                <a:lnTo>
                  <a:pt x="2046160" y="304180"/>
                </a:lnTo>
                <a:lnTo>
                  <a:pt x="2108701" y="362670"/>
                </a:lnTo>
                <a:lnTo>
                  <a:pt x="2165969" y="425196"/>
                </a:lnTo>
                <a:lnTo>
                  <a:pt x="2217656" y="491489"/>
                </a:lnTo>
                <a:lnTo>
                  <a:pt x="2263452" y="561283"/>
                </a:lnTo>
                <a:lnTo>
                  <a:pt x="2303049" y="634311"/>
                </a:lnTo>
                <a:lnTo>
                  <a:pt x="2336139" y="710305"/>
                </a:lnTo>
                <a:lnTo>
                  <a:pt x="2362413" y="788999"/>
                </a:lnTo>
                <a:lnTo>
                  <a:pt x="2381562" y="870125"/>
                </a:lnTo>
                <a:lnTo>
                  <a:pt x="2393278" y="953417"/>
                </a:lnTo>
                <a:lnTo>
                  <a:pt x="2397252" y="1038606"/>
                </a:lnTo>
                <a:lnTo>
                  <a:pt x="2393278" y="1123794"/>
                </a:lnTo>
                <a:lnTo>
                  <a:pt x="2381562" y="1207086"/>
                </a:lnTo>
                <a:lnTo>
                  <a:pt x="2362413" y="1288212"/>
                </a:lnTo>
                <a:lnTo>
                  <a:pt x="2336139" y="1366906"/>
                </a:lnTo>
                <a:lnTo>
                  <a:pt x="2303049" y="1442900"/>
                </a:lnTo>
                <a:lnTo>
                  <a:pt x="2263452" y="1515928"/>
                </a:lnTo>
                <a:lnTo>
                  <a:pt x="2217656" y="1585722"/>
                </a:lnTo>
                <a:lnTo>
                  <a:pt x="2165969" y="1652016"/>
                </a:lnTo>
                <a:lnTo>
                  <a:pt x="2108701" y="1714541"/>
                </a:lnTo>
                <a:lnTo>
                  <a:pt x="2046160" y="1773031"/>
                </a:lnTo>
                <a:lnTo>
                  <a:pt x="1978654" y="1827218"/>
                </a:lnTo>
                <a:lnTo>
                  <a:pt x="1906493" y="1876836"/>
                </a:lnTo>
                <a:lnTo>
                  <a:pt x="1829984" y="1921617"/>
                </a:lnTo>
                <a:lnTo>
                  <a:pt x="1749437" y="1961294"/>
                </a:lnTo>
                <a:lnTo>
                  <a:pt x="1665160" y="1995600"/>
                </a:lnTo>
                <a:lnTo>
                  <a:pt x="1577461" y="2024268"/>
                </a:lnTo>
                <a:lnTo>
                  <a:pt x="1486650" y="2047030"/>
                </a:lnTo>
                <a:lnTo>
                  <a:pt x="1393035" y="2063619"/>
                </a:lnTo>
                <a:lnTo>
                  <a:pt x="1296923" y="2073769"/>
                </a:lnTo>
                <a:lnTo>
                  <a:pt x="1198626" y="2077212"/>
                </a:lnTo>
                <a:lnTo>
                  <a:pt x="1100327" y="2073769"/>
                </a:lnTo>
                <a:lnTo>
                  <a:pt x="1004216" y="2063619"/>
                </a:lnTo>
                <a:lnTo>
                  <a:pt x="910601" y="2047030"/>
                </a:lnTo>
                <a:lnTo>
                  <a:pt x="819790" y="2024268"/>
                </a:lnTo>
                <a:lnTo>
                  <a:pt x="732091" y="1995600"/>
                </a:lnTo>
                <a:lnTo>
                  <a:pt x="647814" y="1961294"/>
                </a:lnTo>
                <a:lnTo>
                  <a:pt x="567267" y="1921617"/>
                </a:lnTo>
                <a:lnTo>
                  <a:pt x="490758" y="1876836"/>
                </a:lnTo>
                <a:lnTo>
                  <a:pt x="418597" y="1827218"/>
                </a:lnTo>
                <a:lnTo>
                  <a:pt x="351091" y="1773031"/>
                </a:lnTo>
                <a:lnTo>
                  <a:pt x="288550" y="1714541"/>
                </a:lnTo>
                <a:lnTo>
                  <a:pt x="231282" y="1652016"/>
                </a:lnTo>
                <a:lnTo>
                  <a:pt x="179595" y="1585722"/>
                </a:lnTo>
                <a:lnTo>
                  <a:pt x="133799" y="1515928"/>
                </a:lnTo>
                <a:lnTo>
                  <a:pt x="94202" y="1442900"/>
                </a:lnTo>
                <a:lnTo>
                  <a:pt x="61112" y="1366906"/>
                </a:lnTo>
                <a:lnTo>
                  <a:pt x="34838" y="1288212"/>
                </a:lnTo>
                <a:lnTo>
                  <a:pt x="15689" y="1207086"/>
                </a:lnTo>
                <a:lnTo>
                  <a:pt x="3973" y="1123794"/>
                </a:lnTo>
                <a:lnTo>
                  <a:pt x="0" y="1038606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23611" y="5273040"/>
            <a:ext cx="1499362" cy="502132"/>
          </a:xfrm>
          <a:custGeom>
            <a:avLst/>
            <a:gdLst/>
            <a:ahLst/>
            <a:cxnLst/>
            <a:rect l="l" t="t" r="r" b="b"/>
            <a:pathLst>
              <a:path w="1499362" h="502132">
                <a:moveTo>
                  <a:pt x="353695" y="125603"/>
                </a:moveTo>
                <a:lnTo>
                  <a:pt x="440309" y="0"/>
                </a:lnTo>
                <a:lnTo>
                  <a:pt x="0" y="101346"/>
                </a:lnTo>
                <a:lnTo>
                  <a:pt x="93980" y="502132"/>
                </a:lnTo>
                <a:lnTo>
                  <a:pt x="180594" y="376605"/>
                </a:lnTo>
                <a:lnTo>
                  <a:pt x="266428" y="411571"/>
                </a:lnTo>
                <a:lnTo>
                  <a:pt x="351977" y="440655"/>
                </a:lnTo>
                <a:lnTo>
                  <a:pt x="436938" y="463933"/>
                </a:lnTo>
                <a:lnTo>
                  <a:pt x="521010" y="481481"/>
                </a:lnTo>
                <a:lnTo>
                  <a:pt x="603892" y="493374"/>
                </a:lnTo>
                <a:lnTo>
                  <a:pt x="685283" y="499689"/>
                </a:lnTo>
                <a:lnTo>
                  <a:pt x="764880" y="500501"/>
                </a:lnTo>
                <a:lnTo>
                  <a:pt x="842383" y="495886"/>
                </a:lnTo>
                <a:lnTo>
                  <a:pt x="917491" y="485920"/>
                </a:lnTo>
                <a:lnTo>
                  <a:pt x="989901" y="470679"/>
                </a:lnTo>
                <a:lnTo>
                  <a:pt x="1059313" y="450239"/>
                </a:lnTo>
                <a:lnTo>
                  <a:pt x="1125425" y="424675"/>
                </a:lnTo>
                <a:lnTo>
                  <a:pt x="1187935" y="394064"/>
                </a:lnTo>
                <a:lnTo>
                  <a:pt x="1246544" y="358482"/>
                </a:lnTo>
                <a:lnTo>
                  <a:pt x="1300948" y="318003"/>
                </a:lnTo>
                <a:lnTo>
                  <a:pt x="1350847" y="272705"/>
                </a:lnTo>
                <a:lnTo>
                  <a:pt x="1395939" y="222663"/>
                </a:lnTo>
                <a:lnTo>
                  <a:pt x="1435923" y="167952"/>
                </a:lnTo>
                <a:lnTo>
                  <a:pt x="1470498" y="108650"/>
                </a:lnTo>
                <a:lnTo>
                  <a:pt x="1499362" y="44831"/>
                </a:lnTo>
                <a:lnTo>
                  <a:pt x="1458309" y="79288"/>
                </a:lnTo>
                <a:lnTo>
                  <a:pt x="1414651" y="110608"/>
                </a:lnTo>
                <a:lnTo>
                  <a:pt x="1368538" y="138779"/>
                </a:lnTo>
                <a:lnTo>
                  <a:pt x="1320118" y="163790"/>
                </a:lnTo>
                <a:lnTo>
                  <a:pt x="1269541" y="185631"/>
                </a:lnTo>
                <a:lnTo>
                  <a:pt x="1216957" y="204292"/>
                </a:lnTo>
                <a:lnTo>
                  <a:pt x="1162515" y="219761"/>
                </a:lnTo>
                <a:lnTo>
                  <a:pt x="1106365" y="232028"/>
                </a:lnTo>
                <a:lnTo>
                  <a:pt x="1048655" y="241082"/>
                </a:lnTo>
                <a:lnTo>
                  <a:pt x="989536" y="246913"/>
                </a:lnTo>
                <a:lnTo>
                  <a:pt x="929157" y="249510"/>
                </a:lnTo>
                <a:lnTo>
                  <a:pt x="867667" y="248862"/>
                </a:lnTo>
                <a:lnTo>
                  <a:pt x="805215" y="244960"/>
                </a:lnTo>
                <a:lnTo>
                  <a:pt x="741952" y="237791"/>
                </a:lnTo>
                <a:lnTo>
                  <a:pt x="678027" y="227346"/>
                </a:lnTo>
                <a:lnTo>
                  <a:pt x="613588" y="213614"/>
                </a:lnTo>
                <a:lnTo>
                  <a:pt x="548786" y="196584"/>
                </a:lnTo>
                <a:lnTo>
                  <a:pt x="483771" y="176246"/>
                </a:lnTo>
                <a:lnTo>
                  <a:pt x="418690" y="152589"/>
                </a:lnTo>
                <a:lnTo>
                  <a:pt x="353695" y="125603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56426" y="3770629"/>
            <a:ext cx="789834" cy="1682877"/>
          </a:xfrm>
          <a:custGeom>
            <a:avLst/>
            <a:gdLst/>
            <a:ahLst/>
            <a:cxnLst/>
            <a:rect l="l" t="t" r="r" b="b"/>
            <a:pathLst>
              <a:path w="789834" h="1682877">
                <a:moveTo>
                  <a:pt x="704040" y="628702"/>
                </a:moveTo>
                <a:lnTo>
                  <a:pt x="667940" y="551688"/>
                </a:lnTo>
                <a:lnTo>
                  <a:pt x="625824" y="475602"/>
                </a:lnTo>
                <a:lnTo>
                  <a:pt x="577817" y="400815"/>
                </a:lnTo>
                <a:lnTo>
                  <a:pt x="524049" y="327695"/>
                </a:lnTo>
                <a:lnTo>
                  <a:pt x="464646" y="256611"/>
                </a:lnTo>
                <a:lnTo>
                  <a:pt x="399735" y="187930"/>
                </a:lnTo>
                <a:lnTo>
                  <a:pt x="329443" y="122022"/>
                </a:lnTo>
                <a:lnTo>
                  <a:pt x="253898" y="59256"/>
                </a:lnTo>
                <a:lnTo>
                  <a:pt x="173227" y="0"/>
                </a:lnTo>
                <a:lnTo>
                  <a:pt x="0" y="251079"/>
                </a:lnTo>
                <a:lnTo>
                  <a:pt x="80671" y="310334"/>
                </a:lnTo>
                <a:lnTo>
                  <a:pt x="156219" y="373098"/>
                </a:lnTo>
                <a:lnTo>
                  <a:pt x="226514" y="439002"/>
                </a:lnTo>
                <a:lnTo>
                  <a:pt x="291431" y="507677"/>
                </a:lnTo>
                <a:lnTo>
                  <a:pt x="350841" y="578756"/>
                </a:lnTo>
                <a:lnTo>
                  <a:pt x="404617" y="651870"/>
                </a:lnTo>
                <a:lnTo>
                  <a:pt x="452631" y="726651"/>
                </a:lnTo>
                <a:lnTo>
                  <a:pt x="494757" y="802730"/>
                </a:lnTo>
                <a:lnTo>
                  <a:pt x="530866" y="879739"/>
                </a:lnTo>
                <a:lnTo>
                  <a:pt x="560832" y="957310"/>
                </a:lnTo>
                <a:lnTo>
                  <a:pt x="584526" y="1035074"/>
                </a:lnTo>
                <a:lnTo>
                  <a:pt x="601821" y="1112663"/>
                </a:lnTo>
                <a:lnTo>
                  <a:pt x="612590" y="1189709"/>
                </a:lnTo>
                <a:lnTo>
                  <a:pt x="616706" y="1265843"/>
                </a:lnTo>
                <a:lnTo>
                  <a:pt x="614041" y="1340697"/>
                </a:lnTo>
                <a:lnTo>
                  <a:pt x="604467" y="1413903"/>
                </a:lnTo>
                <a:lnTo>
                  <a:pt x="587857" y="1485092"/>
                </a:lnTo>
                <a:lnTo>
                  <a:pt x="564084" y="1553896"/>
                </a:lnTo>
                <a:lnTo>
                  <a:pt x="533020" y="1619947"/>
                </a:lnTo>
                <a:lnTo>
                  <a:pt x="494538" y="1682877"/>
                </a:lnTo>
                <a:lnTo>
                  <a:pt x="667639" y="1431798"/>
                </a:lnTo>
                <a:lnTo>
                  <a:pt x="706122" y="1368885"/>
                </a:lnTo>
                <a:lnTo>
                  <a:pt x="737188" y="1302848"/>
                </a:lnTo>
                <a:lnTo>
                  <a:pt x="760966" y="1234054"/>
                </a:lnTo>
                <a:lnTo>
                  <a:pt x="777581" y="1162872"/>
                </a:lnTo>
                <a:lnTo>
                  <a:pt x="787161" y="1089671"/>
                </a:lnTo>
                <a:lnTo>
                  <a:pt x="789834" y="1014820"/>
                </a:lnTo>
                <a:lnTo>
                  <a:pt x="785727" y="938686"/>
                </a:lnTo>
                <a:lnTo>
                  <a:pt x="774967" y="861639"/>
                </a:lnTo>
                <a:lnTo>
                  <a:pt x="757681" y="784047"/>
                </a:lnTo>
                <a:lnTo>
                  <a:pt x="733996" y="706278"/>
                </a:lnTo>
                <a:lnTo>
                  <a:pt x="704040" y="628702"/>
                </a:lnTo>
                <a:close/>
              </a:path>
            </a:pathLst>
          </a:custGeom>
          <a:solidFill>
            <a:srgbClr val="CD9A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33998" y="3723513"/>
            <a:ext cx="490092" cy="549529"/>
          </a:xfrm>
          <a:custGeom>
            <a:avLst/>
            <a:gdLst/>
            <a:ahLst/>
            <a:cxnLst/>
            <a:rect l="l" t="t" r="r" b="b"/>
            <a:pathLst>
              <a:path w="490093" h="549528">
                <a:moveTo>
                  <a:pt x="58165" y="549529"/>
                </a:moveTo>
                <a:lnTo>
                  <a:pt x="490092" y="0"/>
                </a:lnTo>
                <a:lnTo>
                  <a:pt x="0" y="59309"/>
                </a:lnTo>
                <a:lnTo>
                  <a:pt x="58165" y="549529"/>
                </a:lnTo>
                <a:close/>
              </a:path>
            </a:pathLst>
          </a:custGeom>
          <a:solidFill>
            <a:srgbClr val="DB910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87368" y="1693248"/>
            <a:ext cx="1159002" cy="990515"/>
          </a:xfrm>
          <a:custGeom>
            <a:avLst/>
            <a:gdLst/>
            <a:ahLst/>
            <a:cxnLst/>
            <a:rect l="l" t="t" r="r" b="b"/>
            <a:pathLst>
              <a:path w="1159002" h="990515">
                <a:moveTo>
                  <a:pt x="1014924" y="671413"/>
                </a:moveTo>
                <a:lnTo>
                  <a:pt x="990014" y="602666"/>
                </a:lnTo>
                <a:lnTo>
                  <a:pt x="960670" y="536784"/>
                </a:lnTo>
                <a:lnTo>
                  <a:pt x="927116" y="473924"/>
                </a:lnTo>
                <a:lnTo>
                  <a:pt x="889575" y="414244"/>
                </a:lnTo>
                <a:lnTo>
                  <a:pt x="848271" y="357905"/>
                </a:lnTo>
                <a:lnTo>
                  <a:pt x="803427" y="305063"/>
                </a:lnTo>
                <a:lnTo>
                  <a:pt x="755266" y="255878"/>
                </a:lnTo>
                <a:lnTo>
                  <a:pt x="704013" y="210508"/>
                </a:lnTo>
                <a:lnTo>
                  <a:pt x="649890" y="169111"/>
                </a:lnTo>
                <a:lnTo>
                  <a:pt x="593121" y="131846"/>
                </a:lnTo>
                <a:lnTo>
                  <a:pt x="533930" y="98871"/>
                </a:lnTo>
                <a:lnTo>
                  <a:pt x="472539" y="70346"/>
                </a:lnTo>
                <a:lnTo>
                  <a:pt x="409173" y="46428"/>
                </a:lnTo>
                <a:lnTo>
                  <a:pt x="344054" y="27275"/>
                </a:lnTo>
                <a:lnTo>
                  <a:pt x="277407" y="13048"/>
                </a:lnTo>
                <a:lnTo>
                  <a:pt x="209455" y="3903"/>
                </a:lnTo>
                <a:lnTo>
                  <a:pt x="140420" y="0"/>
                </a:lnTo>
                <a:lnTo>
                  <a:pt x="70527" y="1496"/>
                </a:lnTo>
                <a:lnTo>
                  <a:pt x="0" y="8551"/>
                </a:lnTo>
                <a:lnTo>
                  <a:pt x="56483" y="18277"/>
                </a:lnTo>
                <a:lnTo>
                  <a:pt x="111828" y="31461"/>
                </a:lnTo>
                <a:lnTo>
                  <a:pt x="165924" y="47999"/>
                </a:lnTo>
                <a:lnTo>
                  <a:pt x="218660" y="67790"/>
                </a:lnTo>
                <a:lnTo>
                  <a:pt x="269926" y="90730"/>
                </a:lnTo>
                <a:lnTo>
                  <a:pt x="319612" y="116716"/>
                </a:lnTo>
                <a:lnTo>
                  <a:pt x="367607" y="145647"/>
                </a:lnTo>
                <a:lnTo>
                  <a:pt x="413802" y="177418"/>
                </a:lnTo>
                <a:lnTo>
                  <a:pt x="458086" y="211928"/>
                </a:lnTo>
                <a:lnTo>
                  <a:pt x="500348" y="249073"/>
                </a:lnTo>
                <a:lnTo>
                  <a:pt x="540478" y="288751"/>
                </a:lnTo>
                <a:lnTo>
                  <a:pt x="578367" y="330859"/>
                </a:lnTo>
                <a:lnTo>
                  <a:pt x="613903" y="375294"/>
                </a:lnTo>
                <a:lnTo>
                  <a:pt x="646976" y="421953"/>
                </a:lnTo>
                <a:lnTo>
                  <a:pt x="677477" y="470734"/>
                </a:lnTo>
                <a:lnTo>
                  <a:pt x="705295" y="521533"/>
                </a:lnTo>
                <a:lnTo>
                  <a:pt x="730318" y="574249"/>
                </a:lnTo>
                <a:lnTo>
                  <a:pt x="752439" y="628778"/>
                </a:lnTo>
                <a:lnTo>
                  <a:pt x="771545" y="685018"/>
                </a:lnTo>
                <a:lnTo>
                  <a:pt x="787527" y="742865"/>
                </a:lnTo>
                <a:lnTo>
                  <a:pt x="663702" y="742865"/>
                </a:lnTo>
                <a:lnTo>
                  <a:pt x="941197" y="990515"/>
                </a:lnTo>
                <a:lnTo>
                  <a:pt x="1159002" y="742865"/>
                </a:lnTo>
                <a:lnTo>
                  <a:pt x="1035177" y="742865"/>
                </a:lnTo>
                <a:lnTo>
                  <a:pt x="1014924" y="671413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522220" y="1693164"/>
            <a:ext cx="1188974" cy="990600"/>
          </a:xfrm>
          <a:custGeom>
            <a:avLst/>
            <a:gdLst/>
            <a:ahLst/>
            <a:cxnLst/>
            <a:rect l="l" t="t" r="r" b="b"/>
            <a:pathLst>
              <a:path w="1188974" h="990600">
                <a:moveTo>
                  <a:pt x="275669" y="290131"/>
                </a:moveTo>
                <a:lnTo>
                  <a:pt x="226562" y="345918"/>
                </a:lnTo>
                <a:lnTo>
                  <a:pt x="181595" y="405554"/>
                </a:lnTo>
                <a:lnTo>
                  <a:pt x="141012" y="468784"/>
                </a:lnTo>
                <a:lnTo>
                  <a:pt x="105054" y="535352"/>
                </a:lnTo>
                <a:lnTo>
                  <a:pt x="73963" y="605004"/>
                </a:lnTo>
                <a:lnTo>
                  <a:pt x="47982" y="677485"/>
                </a:lnTo>
                <a:lnTo>
                  <a:pt x="27353" y="752539"/>
                </a:lnTo>
                <a:lnTo>
                  <a:pt x="12318" y="829914"/>
                </a:lnTo>
                <a:lnTo>
                  <a:pt x="3120" y="909352"/>
                </a:lnTo>
                <a:lnTo>
                  <a:pt x="0" y="990600"/>
                </a:lnTo>
                <a:lnTo>
                  <a:pt x="247650" y="990600"/>
                </a:lnTo>
                <a:lnTo>
                  <a:pt x="250770" y="909352"/>
                </a:lnTo>
                <a:lnTo>
                  <a:pt x="259968" y="829914"/>
                </a:lnTo>
                <a:lnTo>
                  <a:pt x="275003" y="752539"/>
                </a:lnTo>
                <a:lnTo>
                  <a:pt x="295633" y="677485"/>
                </a:lnTo>
                <a:lnTo>
                  <a:pt x="321615" y="605004"/>
                </a:lnTo>
                <a:lnTo>
                  <a:pt x="352707" y="535352"/>
                </a:lnTo>
                <a:lnTo>
                  <a:pt x="388667" y="468784"/>
                </a:lnTo>
                <a:lnTo>
                  <a:pt x="429253" y="405554"/>
                </a:lnTo>
                <a:lnTo>
                  <a:pt x="474223" y="345918"/>
                </a:lnTo>
                <a:lnTo>
                  <a:pt x="523335" y="290131"/>
                </a:lnTo>
                <a:lnTo>
                  <a:pt x="576346" y="238447"/>
                </a:lnTo>
                <a:lnTo>
                  <a:pt x="633014" y="191121"/>
                </a:lnTo>
                <a:lnTo>
                  <a:pt x="693098" y="148409"/>
                </a:lnTo>
                <a:lnTo>
                  <a:pt x="756355" y="110564"/>
                </a:lnTo>
                <a:lnTo>
                  <a:pt x="822543" y="77843"/>
                </a:lnTo>
                <a:lnTo>
                  <a:pt x="891420" y="50499"/>
                </a:lnTo>
                <a:lnTo>
                  <a:pt x="962743" y="28788"/>
                </a:lnTo>
                <a:lnTo>
                  <a:pt x="1036271" y="12964"/>
                </a:lnTo>
                <a:lnTo>
                  <a:pt x="1111762" y="3283"/>
                </a:lnTo>
                <a:lnTo>
                  <a:pt x="1188974" y="0"/>
                </a:lnTo>
                <a:lnTo>
                  <a:pt x="941197" y="0"/>
                </a:lnTo>
                <a:lnTo>
                  <a:pt x="864003" y="3283"/>
                </a:lnTo>
                <a:lnTo>
                  <a:pt x="788529" y="12964"/>
                </a:lnTo>
                <a:lnTo>
                  <a:pt x="715015" y="28788"/>
                </a:lnTo>
                <a:lnTo>
                  <a:pt x="643705" y="50499"/>
                </a:lnTo>
                <a:lnTo>
                  <a:pt x="574839" y="77843"/>
                </a:lnTo>
                <a:lnTo>
                  <a:pt x="508661" y="110564"/>
                </a:lnTo>
                <a:lnTo>
                  <a:pt x="445413" y="148409"/>
                </a:lnTo>
                <a:lnTo>
                  <a:pt x="385337" y="191121"/>
                </a:lnTo>
                <a:lnTo>
                  <a:pt x="328675" y="238447"/>
                </a:lnTo>
                <a:lnTo>
                  <a:pt x="275669" y="290131"/>
                </a:lnTo>
                <a:close/>
              </a:path>
            </a:pathLst>
          </a:custGeom>
          <a:solidFill>
            <a:srgbClr val="CD9A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70963" y="2571623"/>
            <a:ext cx="697738" cy="304292"/>
          </a:xfrm>
          <a:custGeom>
            <a:avLst/>
            <a:gdLst/>
            <a:ahLst/>
            <a:cxnLst/>
            <a:rect l="l" t="t" r="r" b="b"/>
            <a:pathLst>
              <a:path w="697738" h="304292">
                <a:moveTo>
                  <a:pt x="697738" y="43434"/>
                </a:moveTo>
                <a:lnTo>
                  <a:pt x="0" y="0"/>
                </a:lnTo>
                <a:lnTo>
                  <a:pt x="331216" y="304292"/>
                </a:lnTo>
                <a:lnTo>
                  <a:pt x="697738" y="43434"/>
                </a:lnTo>
                <a:close/>
              </a:path>
            </a:pathLst>
          </a:custGeom>
          <a:solidFill>
            <a:srgbClr val="DB910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64180" y="4418076"/>
            <a:ext cx="2397252" cy="2077212"/>
          </a:xfrm>
          <a:custGeom>
            <a:avLst/>
            <a:gdLst/>
            <a:ahLst/>
            <a:cxnLst/>
            <a:rect l="l" t="t" r="r" b="b"/>
            <a:pathLst>
              <a:path w="2397251" h="2077212">
                <a:moveTo>
                  <a:pt x="0" y="1038606"/>
                </a:moveTo>
                <a:lnTo>
                  <a:pt x="3973" y="953417"/>
                </a:lnTo>
                <a:lnTo>
                  <a:pt x="15689" y="870125"/>
                </a:lnTo>
                <a:lnTo>
                  <a:pt x="34838" y="788999"/>
                </a:lnTo>
                <a:lnTo>
                  <a:pt x="61112" y="710305"/>
                </a:lnTo>
                <a:lnTo>
                  <a:pt x="94202" y="634311"/>
                </a:lnTo>
                <a:lnTo>
                  <a:pt x="133799" y="561283"/>
                </a:lnTo>
                <a:lnTo>
                  <a:pt x="179595" y="491489"/>
                </a:lnTo>
                <a:lnTo>
                  <a:pt x="231282" y="425195"/>
                </a:lnTo>
                <a:lnTo>
                  <a:pt x="288550" y="362670"/>
                </a:lnTo>
                <a:lnTo>
                  <a:pt x="351091" y="304180"/>
                </a:lnTo>
                <a:lnTo>
                  <a:pt x="418597" y="249993"/>
                </a:lnTo>
                <a:lnTo>
                  <a:pt x="490758" y="200375"/>
                </a:lnTo>
                <a:lnTo>
                  <a:pt x="567267" y="155594"/>
                </a:lnTo>
                <a:lnTo>
                  <a:pt x="647814" y="115917"/>
                </a:lnTo>
                <a:lnTo>
                  <a:pt x="732091" y="81611"/>
                </a:lnTo>
                <a:lnTo>
                  <a:pt x="819790" y="52943"/>
                </a:lnTo>
                <a:lnTo>
                  <a:pt x="910601" y="30181"/>
                </a:lnTo>
                <a:lnTo>
                  <a:pt x="1004216" y="13592"/>
                </a:lnTo>
                <a:lnTo>
                  <a:pt x="1100328" y="3442"/>
                </a:lnTo>
                <a:lnTo>
                  <a:pt x="1198626" y="0"/>
                </a:lnTo>
                <a:lnTo>
                  <a:pt x="1296923" y="3442"/>
                </a:lnTo>
                <a:lnTo>
                  <a:pt x="1393035" y="13592"/>
                </a:lnTo>
                <a:lnTo>
                  <a:pt x="1486650" y="30181"/>
                </a:lnTo>
                <a:lnTo>
                  <a:pt x="1577461" y="52943"/>
                </a:lnTo>
                <a:lnTo>
                  <a:pt x="1665160" y="81611"/>
                </a:lnTo>
                <a:lnTo>
                  <a:pt x="1749437" y="115917"/>
                </a:lnTo>
                <a:lnTo>
                  <a:pt x="1829984" y="155594"/>
                </a:lnTo>
                <a:lnTo>
                  <a:pt x="1906493" y="200375"/>
                </a:lnTo>
                <a:lnTo>
                  <a:pt x="1978654" y="249993"/>
                </a:lnTo>
                <a:lnTo>
                  <a:pt x="2046160" y="304180"/>
                </a:lnTo>
                <a:lnTo>
                  <a:pt x="2108701" y="362670"/>
                </a:lnTo>
                <a:lnTo>
                  <a:pt x="2165969" y="425195"/>
                </a:lnTo>
                <a:lnTo>
                  <a:pt x="2217656" y="491489"/>
                </a:lnTo>
                <a:lnTo>
                  <a:pt x="2263452" y="561283"/>
                </a:lnTo>
                <a:lnTo>
                  <a:pt x="2303049" y="634311"/>
                </a:lnTo>
                <a:lnTo>
                  <a:pt x="2336139" y="710305"/>
                </a:lnTo>
                <a:lnTo>
                  <a:pt x="2362413" y="788999"/>
                </a:lnTo>
                <a:lnTo>
                  <a:pt x="2381562" y="870125"/>
                </a:lnTo>
                <a:lnTo>
                  <a:pt x="2393278" y="953417"/>
                </a:lnTo>
                <a:lnTo>
                  <a:pt x="2397252" y="1038606"/>
                </a:lnTo>
                <a:lnTo>
                  <a:pt x="2393278" y="1123788"/>
                </a:lnTo>
                <a:lnTo>
                  <a:pt x="2381562" y="1207073"/>
                </a:lnTo>
                <a:lnTo>
                  <a:pt x="2362413" y="1288195"/>
                </a:lnTo>
                <a:lnTo>
                  <a:pt x="2336139" y="1366886"/>
                </a:lnTo>
                <a:lnTo>
                  <a:pt x="2303049" y="1442879"/>
                </a:lnTo>
                <a:lnTo>
                  <a:pt x="2263452" y="1515906"/>
                </a:lnTo>
                <a:lnTo>
                  <a:pt x="2217656" y="1585700"/>
                </a:lnTo>
                <a:lnTo>
                  <a:pt x="2165969" y="1651994"/>
                </a:lnTo>
                <a:lnTo>
                  <a:pt x="2108701" y="1714520"/>
                </a:lnTo>
                <a:lnTo>
                  <a:pt x="2046160" y="1773012"/>
                </a:lnTo>
                <a:lnTo>
                  <a:pt x="1978654" y="1827201"/>
                </a:lnTo>
                <a:lnTo>
                  <a:pt x="1906493" y="1876821"/>
                </a:lnTo>
                <a:lnTo>
                  <a:pt x="1829984" y="1921605"/>
                </a:lnTo>
                <a:lnTo>
                  <a:pt x="1749437" y="1961285"/>
                </a:lnTo>
                <a:lnTo>
                  <a:pt x="1665160" y="1995593"/>
                </a:lnTo>
                <a:lnTo>
                  <a:pt x="1577461" y="2024263"/>
                </a:lnTo>
                <a:lnTo>
                  <a:pt x="1486650" y="2047027"/>
                </a:lnTo>
                <a:lnTo>
                  <a:pt x="1393035" y="2063618"/>
                </a:lnTo>
                <a:lnTo>
                  <a:pt x="1296923" y="2073769"/>
                </a:lnTo>
                <a:lnTo>
                  <a:pt x="1198626" y="2077212"/>
                </a:lnTo>
                <a:lnTo>
                  <a:pt x="1100327" y="2073769"/>
                </a:lnTo>
                <a:lnTo>
                  <a:pt x="1004216" y="2063618"/>
                </a:lnTo>
                <a:lnTo>
                  <a:pt x="910601" y="2047027"/>
                </a:lnTo>
                <a:lnTo>
                  <a:pt x="819790" y="2024263"/>
                </a:lnTo>
                <a:lnTo>
                  <a:pt x="732091" y="1995593"/>
                </a:lnTo>
                <a:lnTo>
                  <a:pt x="647814" y="1961285"/>
                </a:lnTo>
                <a:lnTo>
                  <a:pt x="567267" y="1921605"/>
                </a:lnTo>
                <a:lnTo>
                  <a:pt x="490758" y="1876821"/>
                </a:lnTo>
                <a:lnTo>
                  <a:pt x="418597" y="1827201"/>
                </a:lnTo>
                <a:lnTo>
                  <a:pt x="351091" y="1773012"/>
                </a:lnTo>
                <a:lnTo>
                  <a:pt x="288550" y="1714520"/>
                </a:lnTo>
                <a:lnTo>
                  <a:pt x="231282" y="1651994"/>
                </a:lnTo>
                <a:lnTo>
                  <a:pt x="179595" y="1585700"/>
                </a:lnTo>
                <a:lnTo>
                  <a:pt x="133799" y="1515906"/>
                </a:lnTo>
                <a:lnTo>
                  <a:pt x="94202" y="1442879"/>
                </a:lnTo>
                <a:lnTo>
                  <a:pt x="61112" y="1366886"/>
                </a:lnTo>
                <a:lnTo>
                  <a:pt x="34838" y="1288195"/>
                </a:lnTo>
                <a:lnTo>
                  <a:pt x="15689" y="1207073"/>
                </a:lnTo>
                <a:lnTo>
                  <a:pt x="3973" y="1123788"/>
                </a:lnTo>
                <a:lnTo>
                  <a:pt x="0" y="1038606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15656" y="1693164"/>
            <a:ext cx="3300984" cy="4904232"/>
          </a:xfrm>
          <a:custGeom>
            <a:avLst/>
            <a:gdLst/>
            <a:ahLst/>
            <a:cxnLst/>
            <a:rect l="l" t="t" r="r" b="b"/>
            <a:pathLst>
              <a:path w="3300984" h="4904232">
                <a:moveTo>
                  <a:pt x="0" y="4904232"/>
                </a:moveTo>
                <a:lnTo>
                  <a:pt x="3300984" y="4904232"/>
                </a:lnTo>
                <a:lnTo>
                  <a:pt x="3300984" y="0"/>
                </a:lnTo>
                <a:lnTo>
                  <a:pt x="0" y="0"/>
                </a:lnTo>
                <a:lnTo>
                  <a:pt x="0" y="490423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24971" y="492082"/>
            <a:ext cx="119841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dirty="0">
                <a:solidFill>
                  <a:srgbClr val="FFFFFF"/>
                </a:solidFill>
                <a:latin typeface="Century Gothic"/>
                <a:cs typeface="Century Gothic"/>
              </a:rPr>
              <a:t>9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460" y="878772"/>
            <a:ext cx="1755875" cy="432307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dirty="0">
                <a:solidFill>
                  <a:srgbClr val="FFFFFF"/>
                </a:solidFill>
                <a:latin typeface="Century Gothic"/>
                <a:cs typeface="Century Gothic"/>
              </a:rPr>
              <a:t>HAL-HAL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3222" y="878772"/>
            <a:ext cx="1284112" cy="432307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dirty="0">
                <a:solidFill>
                  <a:srgbClr val="FFFFFF"/>
                </a:solidFill>
                <a:latin typeface="Century Gothic"/>
                <a:cs typeface="Century Gothic"/>
              </a:rPr>
              <a:t>YANG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0814" y="878772"/>
            <a:ext cx="4080798" cy="432307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spc="-2" dirty="0">
                <a:solidFill>
                  <a:srgbClr val="FFFFFF"/>
                </a:solidFill>
                <a:latin typeface="Century Gothic"/>
                <a:cs typeface="Century Gothic"/>
              </a:rPr>
              <a:t>BERKAITAN DENGAN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14057" y="878772"/>
            <a:ext cx="1337360" cy="432307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dirty="0">
                <a:solidFill>
                  <a:srgbClr val="FFFFFF"/>
                </a:solidFill>
                <a:latin typeface="Century Gothic"/>
                <a:cs typeface="Century Gothic"/>
              </a:rPr>
              <a:t>TRAFIK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73846" y="878772"/>
            <a:ext cx="3347462" cy="432307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dirty="0">
                <a:solidFill>
                  <a:srgbClr val="FFFFFF"/>
                </a:solidFill>
                <a:latin typeface="Century Gothic"/>
                <a:cs typeface="Century Gothic"/>
              </a:rPr>
              <a:t>TELEKOMUNIKASI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8913" y="2423310"/>
            <a:ext cx="1995605" cy="807212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b="1" dirty="0">
                <a:solidFill>
                  <a:srgbClr val="FFFFFF"/>
                </a:solidFill>
                <a:latin typeface="Century Gothic"/>
                <a:cs typeface="Century Gothic"/>
              </a:rPr>
              <a:t>INCOMING</a:t>
            </a:r>
            <a:endParaRPr sz="2800">
              <a:latin typeface="Century Gothic"/>
              <a:cs typeface="Century Gothic"/>
            </a:endParaRPr>
          </a:p>
          <a:p>
            <a:pPr marL="12700" marR="53263">
              <a:lnSpc>
                <a:spcPts val="3345"/>
              </a:lnSpc>
              <a:spcBef>
                <a:spcPts val="16"/>
              </a:spcBef>
            </a:pPr>
            <a:r>
              <a:rPr sz="2800" b="1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891" y="3215703"/>
            <a:ext cx="1373139" cy="432612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12700">
              <a:lnSpc>
                <a:spcPts val="3404"/>
              </a:lnSpc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SISTEM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0801" y="4758241"/>
            <a:ext cx="1675205" cy="1407748"/>
          </a:xfrm>
          <a:prstGeom prst="rect">
            <a:avLst/>
          </a:prstGeom>
        </p:spPr>
        <p:txBody>
          <a:bodyPr wrap="square" lIns="0" tIns="21812" rIns="0" bIns="0" rtlCol="0">
            <a:noAutofit/>
          </a:bodyPr>
          <a:lstStyle/>
          <a:p>
            <a:pPr algn="ctr">
              <a:lnSpc>
                <a:spcPts val="3435"/>
              </a:lnSpc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QUALITY</a:t>
            </a:r>
            <a:endParaRPr sz="3200">
              <a:latin typeface="Century Gothic"/>
              <a:cs typeface="Century Gothic"/>
            </a:endParaRPr>
          </a:p>
          <a:p>
            <a:pPr marL="505173" marR="532843" algn="ctr">
              <a:lnSpc>
                <a:spcPts val="3840"/>
              </a:lnSpc>
              <a:spcBef>
                <a:spcPts val="20"/>
              </a:spcBef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OF</a:t>
            </a:r>
            <a:endParaRPr sz="3200">
              <a:latin typeface="Century Gothic"/>
              <a:cs typeface="Century Gothic"/>
            </a:endParaRPr>
          </a:p>
          <a:p>
            <a:pPr marR="14410" algn="ctr">
              <a:lnSpc>
                <a:spcPts val="3810"/>
              </a:lnSpc>
            </a:pPr>
            <a:r>
              <a:rPr sz="3200" b="1" dirty="0">
                <a:solidFill>
                  <a:srgbClr val="FFFFFF"/>
                </a:solidFill>
                <a:latin typeface="Century Gothic"/>
                <a:cs typeface="Century Gothic"/>
              </a:rPr>
              <a:t>SERVICE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915656" y="1693164"/>
            <a:ext cx="3300984" cy="4904232"/>
          </a:xfrm>
          <a:prstGeom prst="rect">
            <a:avLst/>
          </a:prstGeom>
        </p:spPr>
        <p:txBody>
          <a:bodyPr wrap="square" lIns="0" tIns="10855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435610" marR="169774" indent="-343281">
              <a:lnSpc>
                <a:spcPct val="100027"/>
              </a:lnSpc>
              <a:tabLst>
                <a:tab pos="431800" algn="l"/>
              </a:tabLst>
            </a:pP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1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	J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ka</a:t>
            </a:r>
            <a:r>
              <a:rPr sz="180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rs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sistem</a:t>
            </a:r>
            <a:r>
              <a:rPr sz="1800" b="1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dan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incoming</a:t>
            </a:r>
            <a:r>
              <a:rPr sz="1800" b="1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traffic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, b</a:t>
            </a:r>
            <a:r>
              <a:rPr sz="1800" spc="-1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Qua</a:t>
            </a:r>
            <a:r>
              <a:rPr sz="1800" b="1" spc="-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ity of Service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n us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r?</a:t>
            </a:r>
            <a:endParaRPr sz="1800">
              <a:latin typeface="Century Gothic"/>
              <a:cs typeface="Century Gothic"/>
            </a:endParaRPr>
          </a:p>
          <a:p>
            <a:pPr marL="435610" marR="266170" indent="-343281">
              <a:lnSpc>
                <a:spcPct val="100027"/>
              </a:lnSpc>
              <a:tabLst>
                <a:tab pos="431800" algn="l"/>
              </a:tabLst>
            </a:pP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2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	J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ka</a:t>
            </a:r>
            <a:r>
              <a:rPr sz="180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rs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incoming traffic</a:t>
            </a:r>
            <a:r>
              <a:rPr sz="1800" b="1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dan 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p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ka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</a:t>
            </a:r>
            <a:r>
              <a:rPr sz="1800" b="1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 b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k,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ga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ma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a 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me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g </a:t>
            </a:r>
            <a:r>
              <a:rPr sz="1800" spc="-39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p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mb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tuka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r>
              <a:rPr sz="1800" spc="4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sistem 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endParaRPr sz="1800">
              <a:latin typeface="Century Gothic"/>
              <a:cs typeface="Century Gothic"/>
            </a:endParaRPr>
          </a:p>
          <a:p>
            <a:pPr marL="58607" marR="186439" algn="ctr">
              <a:lnSpc>
                <a:spcPts val="2170"/>
              </a:lnSpc>
              <a:spcBef>
                <a:spcPts val="108"/>
              </a:spcBef>
            </a:pPr>
            <a:r>
              <a:rPr sz="1800" spc="7" dirty="0">
                <a:solidFill>
                  <a:srgbClr val="FFFFFF"/>
                </a:solidFill>
                <a:latin typeface="Century Gothic"/>
                <a:cs typeface="Century Gothic"/>
              </a:rPr>
              <a:t>3.  Jika tersedia </a:t>
            </a:r>
            <a:r>
              <a:rPr sz="1800" b="1" spc="7" dirty="0">
                <a:solidFill>
                  <a:srgbClr val="FFFFFF"/>
                </a:solidFill>
                <a:latin typeface="Century Gothic"/>
                <a:cs typeface="Century Gothic"/>
              </a:rPr>
              <a:t>sistem </a:t>
            </a:r>
            <a:r>
              <a:rPr sz="1800" spc="7" dirty="0">
                <a:solidFill>
                  <a:srgbClr val="FFFFFF"/>
                </a:solidFill>
                <a:latin typeface="Century Gothic"/>
                <a:cs typeface="Century Gothic"/>
              </a:rPr>
              <a:t>dan</a:t>
            </a:r>
            <a:endParaRPr sz="1800">
              <a:latin typeface="Century Gothic"/>
              <a:cs typeface="Century Gothic"/>
            </a:endParaRPr>
          </a:p>
          <a:p>
            <a:pPr marL="435610">
              <a:lnSpc>
                <a:spcPts val="2160"/>
              </a:lnSpc>
            </a:pP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diperlukan </a:t>
            </a:r>
            <a:r>
              <a:rPr sz="1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Quality of</a:t>
            </a:r>
            <a:endParaRPr sz="1800">
              <a:latin typeface="Century Gothic"/>
              <a:cs typeface="Century Gothic"/>
            </a:endParaRPr>
          </a:p>
          <a:p>
            <a:pPr marL="435610" marR="475422">
              <a:lnSpc>
                <a:spcPts val="2160"/>
              </a:lnSpc>
              <a:spcBef>
                <a:spcPts val="35"/>
              </a:spcBef>
            </a:pP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service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yang baik, berapa besar beban </a:t>
            </a:r>
            <a:r>
              <a:rPr sz="1800" b="1" dirty="0">
                <a:solidFill>
                  <a:srgbClr val="FFFFFF"/>
                </a:solidFill>
                <a:latin typeface="Century Gothic"/>
                <a:cs typeface="Century Gothic"/>
              </a:rPr>
              <a:t>traffic </a:t>
            </a: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yang diijinkan?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3048" y="-222072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83435" y="4277614"/>
            <a:ext cx="2069592" cy="44450"/>
          </a:xfrm>
          <a:custGeom>
            <a:avLst/>
            <a:gdLst/>
            <a:ahLst/>
            <a:cxnLst/>
            <a:rect l="l" t="t" r="r" b="b"/>
            <a:pathLst>
              <a:path w="2069592" h="44450">
                <a:moveTo>
                  <a:pt x="2018792" y="6350"/>
                </a:moveTo>
                <a:lnTo>
                  <a:pt x="2018792" y="12700"/>
                </a:lnTo>
                <a:lnTo>
                  <a:pt x="2069592" y="6350"/>
                </a:lnTo>
                <a:lnTo>
                  <a:pt x="2018792" y="0"/>
                </a:lnTo>
                <a:lnTo>
                  <a:pt x="2018792" y="6350"/>
                </a:lnTo>
                <a:close/>
              </a:path>
              <a:path w="2069592" h="44450">
                <a:moveTo>
                  <a:pt x="2069592" y="6350"/>
                </a:moveTo>
                <a:lnTo>
                  <a:pt x="1993392" y="-31750"/>
                </a:lnTo>
                <a:lnTo>
                  <a:pt x="2014558" y="0"/>
                </a:lnTo>
                <a:lnTo>
                  <a:pt x="0" y="0"/>
                </a:lnTo>
                <a:lnTo>
                  <a:pt x="0" y="12700"/>
                </a:lnTo>
                <a:lnTo>
                  <a:pt x="2014558" y="12700"/>
                </a:lnTo>
                <a:lnTo>
                  <a:pt x="1993392" y="44450"/>
                </a:lnTo>
                <a:lnTo>
                  <a:pt x="2069592" y="6350"/>
                </a:lnTo>
                <a:lnTo>
                  <a:pt x="2018792" y="12700"/>
                </a:lnTo>
                <a:lnTo>
                  <a:pt x="2018792" y="0"/>
                </a:lnTo>
                <a:lnTo>
                  <a:pt x="2069592" y="6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62100" y="2403348"/>
            <a:ext cx="76200" cy="1880616"/>
          </a:xfrm>
          <a:custGeom>
            <a:avLst/>
            <a:gdLst/>
            <a:ahLst/>
            <a:cxnLst/>
            <a:rect l="l" t="t" r="r" b="b"/>
            <a:pathLst>
              <a:path w="76200" h="1880616">
                <a:moveTo>
                  <a:pt x="44450" y="50800"/>
                </a:moveTo>
                <a:lnTo>
                  <a:pt x="44450" y="55033"/>
                </a:lnTo>
                <a:lnTo>
                  <a:pt x="76200" y="76200"/>
                </a:lnTo>
                <a:lnTo>
                  <a:pt x="38100" y="0"/>
                </a:lnTo>
                <a:lnTo>
                  <a:pt x="44450" y="50800"/>
                </a:lnTo>
                <a:close/>
              </a:path>
              <a:path w="76200" h="1880616">
                <a:moveTo>
                  <a:pt x="31750" y="50800"/>
                </a:moveTo>
                <a:lnTo>
                  <a:pt x="38100" y="0"/>
                </a:ln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close/>
              </a:path>
              <a:path w="76200" h="1880616">
                <a:moveTo>
                  <a:pt x="38100" y="50800"/>
                </a:moveTo>
                <a:lnTo>
                  <a:pt x="31750" y="50800"/>
                </a:lnTo>
                <a:lnTo>
                  <a:pt x="31750" y="1880616"/>
                </a:lnTo>
                <a:lnTo>
                  <a:pt x="44450" y="1880616"/>
                </a:lnTo>
                <a:lnTo>
                  <a:pt x="44450" y="50800"/>
                </a:lnTo>
                <a:lnTo>
                  <a:pt x="38100" y="0"/>
                </a:lnTo>
                <a:lnTo>
                  <a:pt x="31750" y="50800"/>
                </a:lnTo>
                <a:lnTo>
                  <a:pt x="38100" y="50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43456" y="2711196"/>
            <a:ext cx="1793748" cy="1264920"/>
          </a:xfrm>
          <a:custGeom>
            <a:avLst/>
            <a:gdLst/>
            <a:ahLst/>
            <a:cxnLst/>
            <a:rect l="l" t="t" r="r" b="b"/>
            <a:pathLst>
              <a:path w="1793747" h="1264920">
                <a:moveTo>
                  <a:pt x="0" y="1264920"/>
                </a:moveTo>
                <a:lnTo>
                  <a:pt x="38257" y="1214871"/>
                </a:lnTo>
                <a:lnTo>
                  <a:pt x="76548" y="1164912"/>
                </a:lnTo>
                <a:lnTo>
                  <a:pt x="114905" y="1115136"/>
                </a:lnTo>
                <a:lnTo>
                  <a:pt x="153361" y="1065636"/>
                </a:lnTo>
                <a:lnTo>
                  <a:pt x="191948" y="1016504"/>
                </a:lnTo>
                <a:lnTo>
                  <a:pt x="230700" y="967831"/>
                </a:lnTo>
                <a:lnTo>
                  <a:pt x="269650" y="919711"/>
                </a:lnTo>
                <a:lnTo>
                  <a:pt x="308831" y="872235"/>
                </a:lnTo>
                <a:lnTo>
                  <a:pt x="348275" y="825497"/>
                </a:lnTo>
                <a:lnTo>
                  <a:pt x="388016" y="779589"/>
                </a:lnTo>
                <a:lnTo>
                  <a:pt x="428087" y="734603"/>
                </a:lnTo>
                <a:lnTo>
                  <a:pt x="468520" y="690631"/>
                </a:lnTo>
                <a:lnTo>
                  <a:pt x="509348" y="647765"/>
                </a:lnTo>
                <a:lnTo>
                  <a:pt x="550605" y="606099"/>
                </a:lnTo>
                <a:lnTo>
                  <a:pt x="592324" y="565725"/>
                </a:lnTo>
                <a:lnTo>
                  <a:pt x="634536" y="526735"/>
                </a:lnTo>
                <a:lnTo>
                  <a:pt x="677276" y="489220"/>
                </a:lnTo>
                <a:lnTo>
                  <a:pt x="720576" y="453275"/>
                </a:lnTo>
                <a:lnTo>
                  <a:pt x="764470" y="418991"/>
                </a:lnTo>
                <a:lnTo>
                  <a:pt x="808990" y="386460"/>
                </a:lnTo>
                <a:lnTo>
                  <a:pt x="856600" y="355119"/>
                </a:lnTo>
                <a:lnTo>
                  <a:pt x="909210" y="324410"/>
                </a:lnTo>
                <a:lnTo>
                  <a:pt x="966012" y="294440"/>
                </a:lnTo>
                <a:lnTo>
                  <a:pt x="1026204" y="265314"/>
                </a:lnTo>
                <a:lnTo>
                  <a:pt x="1088981" y="237136"/>
                </a:lnTo>
                <a:lnTo>
                  <a:pt x="1153538" y="210013"/>
                </a:lnTo>
                <a:lnTo>
                  <a:pt x="1219070" y="184050"/>
                </a:lnTo>
                <a:lnTo>
                  <a:pt x="1284774" y="159352"/>
                </a:lnTo>
                <a:lnTo>
                  <a:pt x="1349845" y="136024"/>
                </a:lnTo>
                <a:lnTo>
                  <a:pt x="1413478" y="114173"/>
                </a:lnTo>
                <a:lnTo>
                  <a:pt x="1474869" y="93902"/>
                </a:lnTo>
                <a:lnTo>
                  <a:pt x="1533213" y="75318"/>
                </a:lnTo>
                <a:lnTo>
                  <a:pt x="1587706" y="58525"/>
                </a:lnTo>
                <a:lnTo>
                  <a:pt x="1637543" y="43630"/>
                </a:lnTo>
                <a:lnTo>
                  <a:pt x="1681920" y="30737"/>
                </a:lnTo>
                <a:lnTo>
                  <a:pt x="1720033" y="19953"/>
                </a:lnTo>
                <a:lnTo>
                  <a:pt x="1774246" y="5128"/>
                </a:lnTo>
                <a:lnTo>
                  <a:pt x="1793748" y="0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46091" y="4236466"/>
            <a:ext cx="2069592" cy="44450"/>
          </a:xfrm>
          <a:custGeom>
            <a:avLst/>
            <a:gdLst/>
            <a:ahLst/>
            <a:cxnLst/>
            <a:rect l="l" t="t" r="r" b="b"/>
            <a:pathLst>
              <a:path w="2069592" h="44450">
                <a:moveTo>
                  <a:pt x="2018792" y="6349"/>
                </a:moveTo>
                <a:lnTo>
                  <a:pt x="2018792" y="12699"/>
                </a:lnTo>
                <a:lnTo>
                  <a:pt x="2069592" y="6349"/>
                </a:lnTo>
                <a:lnTo>
                  <a:pt x="2018792" y="0"/>
                </a:lnTo>
                <a:lnTo>
                  <a:pt x="2018792" y="6349"/>
                </a:lnTo>
                <a:close/>
              </a:path>
              <a:path w="2069592" h="44450">
                <a:moveTo>
                  <a:pt x="2069592" y="6349"/>
                </a:moveTo>
                <a:lnTo>
                  <a:pt x="1993392" y="-31750"/>
                </a:lnTo>
                <a:lnTo>
                  <a:pt x="2014558" y="0"/>
                </a:lnTo>
                <a:lnTo>
                  <a:pt x="0" y="0"/>
                </a:lnTo>
                <a:lnTo>
                  <a:pt x="0" y="12699"/>
                </a:lnTo>
                <a:lnTo>
                  <a:pt x="2014558" y="12700"/>
                </a:lnTo>
                <a:lnTo>
                  <a:pt x="1993392" y="44449"/>
                </a:lnTo>
                <a:lnTo>
                  <a:pt x="2069592" y="6349"/>
                </a:lnTo>
                <a:lnTo>
                  <a:pt x="2018792" y="12699"/>
                </a:lnTo>
                <a:lnTo>
                  <a:pt x="2018792" y="0"/>
                </a:lnTo>
                <a:lnTo>
                  <a:pt x="2069592" y="63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24756" y="2362200"/>
            <a:ext cx="76200" cy="1880616"/>
          </a:xfrm>
          <a:custGeom>
            <a:avLst/>
            <a:gdLst/>
            <a:ahLst/>
            <a:cxnLst/>
            <a:rect l="l" t="t" r="r" b="b"/>
            <a:pathLst>
              <a:path w="76200" h="1880616">
                <a:moveTo>
                  <a:pt x="44450" y="50800"/>
                </a:moveTo>
                <a:lnTo>
                  <a:pt x="44450" y="55033"/>
                </a:lnTo>
                <a:lnTo>
                  <a:pt x="76200" y="76200"/>
                </a:lnTo>
                <a:lnTo>
                  <a:pt x="38100" y="0"/>
                </a:lnTo>
                <a:lnTo>
                  <a:pt x="44450" y="50800"/>
                </a:lnTo>
                <a:close/>
              </a:path>
              <a:path w="76200" h="1880616">
                <a:moveTo>
                  <a:pt x="31750" y="50800"/>
                </a:moveTo>
                <a:lnTo>
                  <a:pt x="38100" y="0"/>
                </a:ln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close/>
              </a:path>
              <a:path w="76200" h="1880616">
                <a:moveTo>
                  <a:pt x="38100" y="50800"/>
                </a:moveTo>
                <a:lnTo>
                  <a:pt x="31750" y="50800"/>
                </a:lnTo>
                <a:lnTo>
                  <a:pt x="31750" y="1880616"/>
                </a:lnTo>
                <a:lnTo>
                  <a:pt x="44450" y="1880616"/>
                </a:lnTo>
                <a:lnTo>
                  <a:pt x="44450" y="50800"/>
                </a:lnTo>
                <a:lnTo>
                  <a:pt x="38100" y="0"/>
                </a:lnTo>
                <a:lnTo>
                  <a:pt x="31750" y="50800"/>
                </a:lnTo>
                <a:lnTo>
                  <a:pt x="38100" y="50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37704" y="4282186"/>
            <a:ext cx="2069592" cy="44450"/>
          </a:xfrm>
          <a:custGeom>
            <a:avLst/>
            <a:gdLst/>
            <a:ahLst/>
            <a:cxnLst/>
            <a:rect l="l" t="t" r="r" b="b"/>
            <a:pathLst>
              <a:path w="2069592" h="44450">
                <a:moveTo>
                  <a:pt x="2018792" y="6350"/>
                </a:moveTo>
                <a:lnTo>
                  <a:pt x="2018792" y="12700"/>
                </a:lnTo>
                <a:lnTo>
                  <a:pt x="2069592" y="6350"/>
                </a:lnTo>
                <a:lnTo>
                  <a:pt x="2018792" y="0"/>
                </a:lnTo>
                <a:lnTo>
                  <a:pt x="2018792" y="6350"/>
                </a:lnTo>
                <a:close/>
              </a:path>
              <a:path w="2069592" h="44450">
                <a:moveTo>
                  <a:pt x="2069592" y="6350"/>
                </a:moveTo>
                <a:lnTo>
                  <a:pt x="1993392" y="-31750"/>
                </a:lnTo>
                <a:lnTo>
                  <a:pt x="2014558" y="0"/>
                </a:lnTo>
                <a:lnTo>
                  <a:pt x="0" y="0"/>
                </a:lnTo>
                <a:lnTo>
                  <a:pt x="0" y="12700"/>
                </a:lnTo>
                <a:lnTo>
                  <a:pt x="2014558" y="12700"/>
                </a:lnTo>
                <a:lnTo>
                  <a:pt x="1993392" y="44450"/>
                </a:lnTo>
                <a:lnTo>
                  <a:pt x="2069592" y="6350"/>
                </a:lnTo>
                <a:lnTo>
                  <a:pt x="2018792" y="12700"/>
                </a:lnTo>
                <a:lnTo>
                  <a:pt x="2018792" y="0"/>
                </a:lnTo>
                <a:lnTo>
                  <a:pt x="2069592" y="6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16368" y="2407920"/>
            <a:ext cx="76200" cy="1880616"/>
          </a:xfrm>
          <a:custGeom>
            <a:avLst/>
            <a:gdLst/>
            <a:ahLst/>
            <a:cxnLst/>
            <a:rect l="l" t="t" r="r" b="b"/>
            <a:pathLst>
              <a:path w="76200" h="1880616">
                <a:moveTo>
                  <a:pt x="44450" y="50800"/>
                </a:moveTo>
                <a:lnTo>
                  <a:pt x="44450" y="55033"/>
                </a:lnTo>
                <a:lnTo>
                  <a:pt x="76200" y="76200"/>
                </a:lnTo>
                <a:lnTo>
                  <a:pt x="38100" y="0"/>
                </a:lnTo>
                <a:lnTo>
                  <a:pt x="44450" y="50800"/>
                </a:lnTo>
                <a:close/>
              </a:path>
              <a:path w="76200" h="1880616">
                <a:moveTo>
                  <a:pt x="31750" y="50800"/>
                </a:moveTo>
                <a:lnTo>
                  <a:pt x="38100" y="0"/>
                </a:ln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close/>
              </a:path>
              <a:path w="76200" h="1880616">
                <a:moveTo>
                  <a:pt x="38100" y="50800"/>
                </a:moveTo>
                <a:lnTo>
                  <a:pt x="31750" y="50800"/>
                </a:lnTo>
                <a:lnTo>
                  <a:pt x="31750" y="1880616"/>
                </a:lnTo>
                <a:lnTo>
                  <a:pt x="44450" y="1880616"/>
                </a:lnTo>
                <a:lnTo>
                  <a:pt x="44450" y="50800"/>
                </a:lnTo>
                <a:lnTo>
                  <a:pt x="38100" y="0"/>
                </a:lnTo>
                <a:lnTo>
                  <a:pt x="31750" y="50800"/>
                </a:lnTo>
                <a:lnTo>
                  <a:pt x="38100" y="50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97724" y="2715768"/>
            <a:ext cx="1793748" cy="1266444"/>
          </a:xfrm>
          <a:custGeom>
            <a:avLst/>
            <a:gdLst/>
            <a:ahLst/>
            <a:cxnLst/>
            <a:rect l="l" t="t" r="r" b="b"/>
            <a:pathLst>
              <a:path w="1793748" h="1266444">
                <a:moveTo>
                  <a:pt x="0" y="1266443"/>
                </a:moveTo>
                <a:lnTo>
                  <a:pt x="38257" y="1216320"/>
                </a:lnTo>
                <a:lnTo>
                  <a:pt x="76548" y="1166291"/>
                </a:lnTo>
                <a:lnTo>
                  <a:pt x="114905" y="1116448"/>
                </a:lnTo>
                <a:lnTo>
                  <a:pt x="153361" y="1066884"/>
                </a:lnTo>
                <a:lnTo>
                  <a:pt x="191948" y="1017690"/>
                </a:lnTo>
                <a:lnTo>
                  <a:pt x="230700" y="968959"/>
                </a:lnTo>
                <a:lnTo>
                  <a:pt x="269650" y="920784"/>
                </a:lnTo>
                <a:lnTo>
                  <a:pt x="308831" y="873256"/>
                </a:lnTo>
                <a:lnTo>
                  <a:pt x="348275" y="826467"/>
                </a:lnTo>
                <a:lnTo>
                  <a:pt x="388016" y="780510"/>
                </a:lnTo>
                <a:lnTo>
                  <a:pt x="428087" y="735477"/>
                </a:lnTo>
                <a:lnTo>
                  <a:pt x="468520" y="691460"/>
                </a:lnTo>
                <a:lnTo>
                  <a:pt x="509348" y="648551"/>
                </a:lnTo>
                <a:lnTo>
                  <a:pt x="550605" y="606843"/>
                </a:lnTo>
                <a:lnTo>
                  <a:pt x="592324" y="566427"/>
                </a:lnTo>
                <a:lnTo>
                  <a:pt x="634536" y="527397"/>
                </a:lnTo>
                <a:lnTo>
                  <a:pt x="677276" y="489844"/>
                </a:lnTo>
                <a:lnTo>
                  <a:pt x="720576" y="453860"/>
                </a:lnTo>
                <a:lnTo>
                  <a:pt x="764470" y="419537"/>
                </a:lnTo>
                <a:lnTo>
                  <a:pt x="808990" y="386968"/>
                </a:lnTo>
                <a:lnTo>
                  <a:pt x="856600" y="355589"/>
                </a:lnTo>
                <a:lnTo>
                  <a:pt x="909210" y="324842"/>
                </a:lnTo>
                <a:lnTo>
                  <a:pt x="966012" y="294835"/>
                </a:lnTo>
                <a:lnTo>
                  <a:pt x="1026204" y="265671"/>
                </a:lnTo>
                <a:lnTo>
                  <a:pt x="1088981" y="237458"/>
                </a:lnTo>
                <a:lnTo>
                  <a:pt x="1153538" y="210300"/>
                </a:lnTo>
                <a:lnTo>
                  <a:pt x="1219070" y="184302"/>
                </a:lnTo>
                <a:lnTo>
                  <a:pt x="1284774" y="159571"/>
                </a:lnTo>
                <a:lnTo>
                  <a:pt x="1349845" y="136213"/>
                </a:lnTo>
                <a:lnTo>
                  <a:pt x="1413478" y="114331"/>
                </a:lnTo>
                <a:lnTo>
                  <a:pt x="1474869" y="94033"/>
                </a:lnTo>
                <a:lnTo>
                  <a:pt x="1533213" y="75423"/>
                </a:lnTo>
                <a:lnTo>
                  <a:pt x="1587706" y="58608"/>
                </a:lnTo>
                <a:lnTo>
                  <a:pt x="1637543" y="43692"/>
                </a:lnTo>
                <a:lnTo>
                  <a:pt x="1681920" y="30781"/>
                </a:lnTo>
                <a:lnTo>
                  <a:pt x="1720033" y="19981"/>
                </a:lnTo>
                <a:lnTo>
                  <a:pt x="1774246" y="5136"/>
                </a:lnTo>
                <a:lnTo>
                  <a:pt x="1793748" y="0"/>
                </a:lnTo>
              </a:path>
            </a:pathLst>
          </a:custGeom>
          <a:ln w="12191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09160" y="2538966"/>
            <a:ext cx="1626108" cy="1517921"/>
          </a:xfrm>
          <a:custGeom>
            <a:avLst/>
            <a:gdLst/>
            <a:ahLst/>
            <a:cxnLst/>
            <a:rect l="l" t="t" r="r" b="b"/>
            <a:pathLst>
              <a:path w="1626108" h="1517921">
                <a:moveTo>
                  <a:pt x="0" y="3573"/>
                </a:moveTo>
                <a:lnTo>
                  <a:pt x="29522" y="2285"/>
                </a:lnTo>
                <a:lnTo>
                  <a:pt x="59016" y="1156"/>
                </a:lnTo>
                <a:lnTo>
                  <a:pt x="88453" y="342"/>
                </a:lnTo>
                <a:lnTo>
                  <a:pt x="117804" y="0"/>
                </a:lnTo>
                <a:lnTo>
                  <a:pt x="147040" y="285"/>
                </a:lnTo>
                <a:lnTo>
                  <a:pt x="176132" y="1354"/>
                </a:lnTo>
                <a:lnTo>
                  <a:pt x="205053" y="3365"/>
                </a:lnTo>
                <a:lnTo>
                  <a:pt x="233773" y="6472"/>
                </a:lnTo>
                <a:lnTo>
                  <a:pt x="262264" y="10834"/>
                </a:lnTo>
                <a:lnTo>
                  <a:pt x="290496" y="16606"/>
                </a:lnTo>
                <a:lnTo>
                  <a:pt x="318442" y="23945"/>
                </a:lnTo>
                <a:lnTo>
                  <a:pt x="346072" y="33007"/>
                </a:lnTo>
                <a:lnTo>
                  <a:pt x="373359" y="43949"/>
                </a:lnTo>
                <a:lnTo>
                  <a:pt x="400273" y="56928"/>
                </a:lnTo>
                <a:lnTo>
                  <a:pt x="426785" y="72099"/>
                </a:lnTo>
                <a:lnTo>
                  <a:pt x="452867" y="89620"/>
                </a:lnTo>
                <a:lnTo>
                  <a:pt x="478491" y="109646"/>
                </a:lnTo>
                <a:lnTo>
                  <a:pt x="503627" y="132335"/>
                </a:lnTo>
                <a:lnTo>
                  <a:pt x="528247" y="157843"/>
                </a:lnTo>
                <a:lnTo>
                  <a:pt x="552323" y="186326"/>
                </a:lnTo>
                <a:lnTo>
                  <a:pt x="575395" y="219222"/>
                </a:lnTo>
                <a:lnTo>
                  <a:pt x="597171" y="257481"/>
                </a:lnTo>
                <a:lnTo>
                  <a:pt x="617813" y="300524"/>
                </a:lnTo>
                <a:lnTo>
                  <a:pt x="637480" y="347774"/>
                </a:lnTo>
                <a:lnTo>
                  <a:pt x="656334" y="398654"/>
                </a:lnTo>
                <a:lnTo>
                  <a:pt x="674535" y="452585"/>
                </a:lnTo>
                <a:lnTo>
                  <a:pt x="692247" y="508991"/>
                </a:lnTo>
                <a:lnTo>
                  <a:pt x="709628" y="567293"/>
                </a:lnTo>
                <a:lnTo>
                  <a:pt x="726840" y="626915"/>
                </a:lnTo>
                <a:lnTo>
                  <a:pt x="744045" y="687277"/>
                </a:lnTo>
                <a:lnTo>
                  <a:pt x="761403" y="747804"/>
                </a:lnTo>
                <a:lnTo>
                  <a:pt x="779075" y="807917"/>
                </a:lnTo>
                <a:lnTo>
                  <a:pt x="797223" y="867038"/>
                </a:lnTo>
                <a:lnTo>
                  <a:pt x="816008" y="924590"/>
                </a:lnTo>
                <a:lnTo>
                  <a:pt x="835590" y="979996"/>
                </a:lnTo>
                <a:lnTo>
                  <a:pt x="856131" y="1032678"/>
                </a:lnTo>
                <a:lnTo>
                  <a:pt x="877791" y="1082058"/>
                </a:lnTo>
                <a:lnTo>
                  <a:pt x="900733" y="1127559"/>
                </a:lnTo>
                <a:lnTo>
                  <a:pt x="925116" y="1168603"/>
                </a:lnTo>
                <a:lnTo>
                  <a:pt x="951103" y="1204612"/>
                </a:lnTo>
                <a:lnTo>
                  <a:pt x="980221" y="1236919"/>
                </a:lnTo>
                <a:lnTo>
                  <a:pt x="1013486" y="1267299"/>
                </a:lnTo>
                <a:lnTo>
                  <a:pt x="1050288" y="1295780"/>
                </a:lnTo>
                <a:lnTo>
                  <a:pt x="1090017" y="1322394"/>
                </a:lnTo>
                <a:lnTo>
                  <a:pt x="1132064" y="1347167"/>
                </a:lnTo>
                <a:lnTo>
                  <a:pt x="1175817" y="1370131"/>
                </a:lnTo>
                <a:lnTo>
                  <a:pt x="1220669" y="1391313"/>
                </a:lnTo>
                <a:lnTo>
                  <a:pt x="1266008" y="1410744"/>
                </a:lnTo>
                <a:lnTo>
                  <a:pt x="1311224" y="1428452"/>
                </a:lnTo>
                <a:lnTo>
                  <a:pt x="1355709" y="1444467"/>
                </a:lnTo>
                <a:lnTo>
                  <a:pt x="1398851" y="1458818"/>
                </a:lnTo>
                <a:lnTo>
                  <a:pt x="1440041" y="1471534"/>
                </a:lnTo>
                <a:lnTo>
                  <a:pt x="1478670" y="1482645"/>
                </a:lnTo>
                <a:lnTo>
                  <a:pt x="1514127" y="1492179"/>
                </a:lnTo>
                <a:lnTo>
                  <a:pt x="1545802" y="1500167"/>
                </a:lnTo>
                <a:lnTo>
                  <a:pt x="1595368" y="1511617"/>
                </a:lnTo>
                <a:lnTo>
                  <a:pt x="1626108" y="1517921"/>
                </a:lnTo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6918" y="3332859"/>
            <a:ext cx="9838944" cy="3599688"/>
          </a:xfrm>
          <a:custGeom>
            <a:avLst/>
            <a:gdLst/>
            <a:ahLst/>
            <a:cxnLst/>
            <a:rect l="l" t="t" r="r" b="b"/>
            <a:pathLst>
              <a:path w="9838944" h="3599688">
                <a:moveTo>
                  <a:pt x="0" y="3599688"/>
                </a:moveTo>
                <a:lnTo>
                  <a:pt x="9838944" y="3599688"/>
                </a:lnTo>
                <a:lnTo>
                  <a:pt x="9838944" y="0"/>
                </a:lnTo>
                <a:lnTo>
                  <a:pt x="0" y="0"/>
                </a:lnTo>
                <a:lnTo>
                  <a:pt x="0" y="3599688"/>
                </a:lnTo>
                <a:close/>
              </a:path>
            </a:pathLst>
          </a:custGeom>
          <a:ln w="12191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0013" y="1027906"/>
            <a:ext cx="2971378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-3" dirty="0">
                <a:solidFill>
                  <a:srgbClr val="FFFFFF"/>
                </a:solidFill>
                <a:latin typeface="Century Gothic"/>
                <a:cs typeface="Century Gothic"/>
              </a:rPr>
              <a:t>HUBUNGAN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06390" y="1027906"/>
            <a:ext cx="1751635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-1" dirty="0">
                <a:solidFill>
                  <a:srgbClr val="FFFFFF"/>
                </a:solidFill>
                <a:latin typeface="Century Gothic"/>
                <a:cs typeface="Century Gothic"/>
              </a:rPr>
              <a:t>ANTAR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00392" y="1027906"/>
            <a:ext cx="382990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dirty="0">
                <a:solidFill>
                  <a:srgbClr val="FFFFFF"/>
                </a:solidFill>
                <a:latin typeface="Century Gothic"/>
                <a:cs typeface="Century Gothic"/>
              </a:rPr>
              <a:t>3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2540" y="1027906"/>
            <a:ext cx="1987362" cy="533196"/>
          </a:xfrm>
          <a:prstGeom prst="rect">
            <a:avLst/>
          </a:prstGeom>
        </p:spPr>
        <p:txBody>
          <a:bodyPr wrap="square" lIns="0" tIns="26670" rIns="0" bIns="0" rtlCol="0">
            <a:noAutofit/>
          </a:bodyPr>
          <a:lstStyle/>
          <a:p>
            <a:pPr marL="12700">
              <a:lnSpc>
                <a:spcPts val="4200"/>
              </a:lnSpc>
            </a:pPr>
            <a:r>
              <a:rPr sz="4000" spc="-2" dirty="0">
                <a:solidFill>
                  <a:srgbClr val="FFFFFF"/>
                </a:solidFill>
                <a:latin typeface="Century Gothic"/>
                <a:cs typeface="Century Gothic"/>
              </a:rPr>
              <a:t>FAKTOR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4702" y="5630302"/>
            <a:ext cx="4488507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Untuk mengetahui lebih lanjut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42636" y="5630302"/>
            <a:ext cx="4582840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hubungan kualitatif ke-3 faktor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7750" y="5630302"/>
            <a:ext cx="341260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dirty="0">
                <a:solidFill>
                  <a:srgbClr val="FFFFFF"/>
                </a:solidFill>
                <a:latin typeface="Century Gothic"/>
                <a:cs typeface="Century Gothic"/>
              </a:rPr>
              <a:t>di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702" y="5996617"/>
            <a:ext cx="6178466" cy="330200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>
              <a:lnSpc>
                <a:spcPts val="2595"/>
              </a:lnSpc>
            </a:pP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atas, diperlukan </a:t>
            </a:r>
            <a:r>
              <a:rPr sz="2400" u="heavy" spc="0" dirty="0">
                <a:solidFill>
                  <a:srgbClr val="FFFFFF"/>
                </a:solidFill>
                <a:latin typeface="Century Gothic"/>
                <a:cs typeface="Century Gothic"/>
              </a:rPr>
              <a:t>pemodelan matematika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 rot="16200000">
            <a:off x="418965" y="3081516"/>
            <a:ext cx="1833970" cy="250825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Kap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 s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-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 rot="16200000">
            <a:off x="3317738" y="2977643"/>
            <a:ext cx="1960974" cy="250825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4" dirty="0">
                <a:solidFill>
                  <a:srgbClr val="FFFFFF"/>
                </a:solidFill>
                <a:latin typeface="Century Gothic"/>
                <a:cs typeface="Century Gothic"/>
              </a:rPr>
              <a:t>Q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ua</a:t>
            </a:r>
            <a:r>
              <a:rPr sz="18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18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of ser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vi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ce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 rot="16200000">
            <a:off x="6309795" y="3022634"/>
            <a:ext cx="1961966" cy="250825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dirty="0">
                <a:solidFill>
                  <a:srgbClr val="FFFFFF"/>
                </a:solidFill>
                <a:latin typeface="Century Gothic"/>
                <a:cs typeface="Century Gothic"/>
              </a:rPr>
              <a:t>Qua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18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of s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vi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ce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728" y="2086098"/>
            <a:ext cx="9838944" cy="35996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 dirty="0"/>
          </a:p>
          <a:p>
            <a:pPr marL="1943353">
              <a:lnSpc>
                <a:spcPts val="2206"/>
              </a:lnSpc>
              <a:spcBef>
                <a:spcPts val="18209"/>
              </a:spcBef>
            </a:pP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ff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c                       </a:t>
            </a:r>
            <a:r>
              <a:rPr sz="1800" spc="9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700" spc="0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700" spc="-4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700" spc="0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700" spc="-9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700" spc="0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700" spc="25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700" spc="-9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700" spc="0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700" spc="-4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700" spc="0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ff</a:t>
            </a:r>
            <a:r>
              <a:rPr sz="2700" spc="19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700" spc="0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c                       </a:t>
            </a:r>
            <a:r>
              <a:rPr sz="2700" spc="341" baseline="10572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Kap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 s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-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endParaRPr sz="1800" dirty="0">
              <a:latin typeface="Century Gothic"/>
              <a:cs typeface="Century Gothic"/>
            </a:endParaRPr>
          </a:p>
          <a:p>
            <a:pPr marL="306933">
              <a:lnSpc>
                <a:spcPts val="2206"/>
              </a:lnSpc>
              <a:spcBef>
                <a:spcPts val="1974"/>
              </a:spcBef>
            </a:pP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ah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ui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i="1" spc="0" dirty="0">
                <a:solidFill>
                  <a:srgbClr val="FFFFFF"/>
                </a:solidFill>
                <a:latin typeface="Century Gothic"/>
                <a:cs typeface="Century Gothic"/>
              </a:rPr>
              <a:t>Qual</a:t>
            </a:r>
            <a:r>
              <a:rPr sz="1800" i="1" spc="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i="1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i="1" spc="0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1800" i="1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i="1" spc="0" dirty="0">
                <a:solidFill>
                  <a:srgbClr val="FFFFFF"/>
                </a:solidFill>
                <a:latin typeface="Century Gothic"/>
                <a:cs typeface="Century Gothic"/>
              </a:rPr>
              <a:t>of Ser</a:t>
            </a:r>
            <a:r>
              <a:rPr sz="1800" i="1" spc="-4" dirty="0">
                <a:solidFill>
                  <a:srgbClr val="FFFFFF"/>
                </a:solidFill>
                <a:latin typeface="Century Gothic"/>
                <a:cs typeface="Century Gothic"/>
              </a:rPr>
              <a:t>v</a:t>
            </a:r>
            <a:r>
              <a:rPr sz="1800" i="1" spc="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i="1" spc="0" dirty="0">
                <a:solidFill>
                  <a:srgbClr val="FFFFFF"/>
                </a:solidFill>
                <a:latin typeface="Century Gothic"/>
                <a:cs typeface="Century Gothic"/>
              </a:rPr>
              <a:t>ce   </a:t>
            </a:r>
            <a:r>
              <a:rPr sz="1800" i="1" spc="261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ah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ui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p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1800" spc="-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m   </a:t>
            </a:r>
            <a:r>
              <a:rPr sz="1800" spc="17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1800" spc="25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k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et</a:t>
            </a:r>
            <a:r>
              <a:rPr sz="1800" spc="-4" dirty="0">
                <a:solidFill>
                  <a:srgbClr val="FFFFFF"/>
                </a:solidFill>
                <a:latin typeface="Century Gothic"/>
                <a:cs typeface="Century Gothic"/>
              </a:rPr>
              <a:t>ah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ui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1800" spc="-1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1800" spc="-1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18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1800" spc="-9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ff</a:t>
            </a:r>
            <a:r>
              <a:rPr sz="1800" spc="1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1800" spc="0" dirty="0">
                <a:solidFill>
                  <a:srgbClr val="FFFFFF"/>
                </a:solidFill>
                <a:latin typeface="Century Gothic"/>
                <a:cs typeface="Century Gothic"/>
              </a:rPr>
              <a:t>c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061842" y="6119672"/>
            <a:ext cx="8622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object 230"/>
          <p:cNvSpPr txBox="1"/>
          <p:nvPr/>
        </p:nvSpPr>
        <p:spPr>
          <a:xfrm>
            <a:off x="1670050" y="5588508"/>
            <a:ext cx="7752842" cy="719328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>
              <a:lnSpc>
                <a:spcPct val="102172"/>
              </a:lnSpc>
            </a:pPr>
            <a:r>
              <a:rPr sz="1800" spc="0" dirty="0">
                <a:latin typeface="Century Gothic"/>
                <a:cs typeface="Century Gothic"/>
              </a:rPr>
              <a:t>memadai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229" name="object 22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578864" y="3924300"/>
            <a:ext cx="9267444" cy="2586228"/>
          </a:xfrm>
          <a:custGeom>
            <a:avLst/>
            <a:gdLst/>
            <a:ahLst/>
            <a:cxnLst/>
            <a:rect l="l" t="t" r="r" b="b"/>
            <a:pathLst>
              <a:path w="9267444" h="2586228">
                <a:moveTo>
                  <a:pt x="0" y="2586228"/>
                </a:moveTo>
                <a:lnTo>
                  <a:pt x="9267444" y="2586228"/>
                </a:lnTo>
                <a:lnTo>
                  <a:pt x="9267444" y="0"/>
                </a:lnTo>
                <a:lnTo>
                  <a:pt x="0" y="0"/>
                </a:lnTo>
                <a:lnTo>
                  <a:pt x="0" y="2586228"/>
                </a:lnTo>
                <a:close/>
              </a:path>
            </a:pathLst>
          </a:custGeom>
          <a:solidFill>
            <a:srgbClr val="FD801A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860804" y="5588508"/>
            <a:ext cx="7562088" cy="719328"/>
          </a:xfrm>
          <a:custGeom>
            <a:avLst/>
            <a:gdLst/>
            <a:ahLst/>
            <a:cxnLst/>
            <a:rect l="l" t="t" r="r" b="b"/>
            <a:pathLst>
              <a:path w="7562088" h="719327">
                <a:moveTo>
                  <a:pt x="0" y="719328"/>
                </a:moveTo>
                <a:lnTo>
                  <a:pt x="7562088" y="719328"/>
                </a:lnTo>
                <a:lnTo>
                  <a:pt x="7562088" y="0"/>
                </a:lnTo>
                <a:lnTo>
                  <a:pt x="0" y="0"/>
                </a:lnTo>
                <a:lnTo>
                  <a:pt x="0" y="719328"/>
                </a:lnTo>
                <a:close/>
              </a:path>
            </a:pathLst>
          </a:custGeom>
          <a:solidFill>
            <a:srgbClr val="2376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98956" y="2572249"/>
            <a:ext cx="3477958" cy="0"/>
          </a:xfrm>
          <a:custGeom>
            <a:avLst/>
            <a:gdLst/>
            <a:ahLst/>
            <a:cxnLst/>
            <a:rect l="l" t="t" r="r" b="b"/>
            <a:pathLst>
              <a:path w="3477958">
                <a:moveTo>
                  <a:pt x="0" y="0"/>
                </a:moveTo>
                <a:lnTo>
                  <a:pt x="3477958" y="0"/>
                </a:lnTo>
              </a:path>
            </a:pathLst>
          </a:custGeom>
          <a:ln w="664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0818" y="2572249"/>
            <a:ext cx="1718137" cy="958181"/>
          </a:xfrm>
          <a:custGeom>
            <a:avLst/>
            <a:gdLst/>
            <a:ahLst/>
            <a:cxnLst/>
            <a:rect l="l" t="t" r="r" b="b"/>
            <a:pathLst>
              <a:path w="1718137" h="958181">
                <a:moveTo>
                  <a:pt x="0" y="958181"/>
                </a:moveTo>
                <a:lnTo>
                  <a:pt x="1718137" y="0"/>
                </a:lnTo>
              </a:path>
            </a:pathLst>
          </a:custGeom>
          <a:ln w="352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03999" y="1683384"/>
            <a:ext cx="1694956" cy="888864"/>
          </a:xfrm>
          <a:custGeom>
            <a:avLst/>
            <a:gdLst/>
            <a:ahLst/>
            <a:cxnLst/>
            <a:rect l="l" t="t" r="r" b="b"/>
            <a:pathLst>
              <a:path w="1694956" h="888864">
                <a:moveTo>
                  <a:pt x="0" y="0"/>
                </a:moveTo>
                <a:lnTo>
                  <a:pt x="1694956" y="888864"/>
                </a:lnTo>
              </a:path>
            </a:pathLst>
          </a:custGeom>
          <a:ln w="352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02837" y="2927126"/>
            <a:ext cx="676173" cy="453234"/>
          </a:xfrm>
          <a:custGeom>
            <a:avLst/>
            <a:gdLst/>
            <a:ahLst/>
            <a:cxnLst/>
            <a:rect l="l" t="t" r="r" b="b"/>
            <a:pathLst>
              <a:path w="676173" h="453234">
                <a:moveTo>
                  <a:pt x="230173" y="453234"/>
                </a:moveTo>
                <a:lnTo>
                  <a:pt x="256176" y="449336"/>
                </a:lnTo>
                <a:lnTo>
                  <a:pt x="281900" y="444427"/>
                </a:lnTo>
                <a:lnTo>
                  <a:pt x="307318" y="438522"/>
                </a:lnTo>
                <a:lnTo>
                  <a:pt x="332403" y="431637"/>
                </a:lnTo>
                <a:lnTo>
                  <a:pt x="357130" y="423786"/>
                </a:lnTo>
                <a:lnTo>
                  <a:pt x="381472" y="414986"/>
                </a:lnTo>
                <a:lnTo>
                  <a:pt x="405402" y="405251"/>
                </a:lnTo>
                <a:lnTo>
                  <a:pt x="428894" y="394598"/>
                </a:lnTo>
                <a:lnTo>
                  <a:pt x="451921" y="383041"/>
                </a:lnTo>
                <a:lnTo>
                  <a:pt x="474456" y="370596"/>
                </a:lnTo>
                <a:lnTo>
                  <a:pt x="496474" y="357278"/>
                </a:lnTo>
                <a:lnTo>
                  <a:pt x="517948" y="343103"/>
                </a:lnTo>
                <a:lnTo>
                  <a:pt x="538851" y="328087"/>
                </a:lnTo>
                <a:lnTo>
                  <a:pt x="559156" y="312244"/>
                </a:lnTo>
                <a:lnTo>
                  <a:pt x="578838" y="295590"/>
                </a:lnTo>
                <a:lnTo>
                  <a:pt x="597869" y="278141"/>
                </a:lnTo>
                <a:lnTo>
                  <a:pt x="616224" y="259912"/>
                </a:lnTo>
                <a:lnTo>
                  <a:pt x="633876" y="240917"/>
                </a:lnTo>
                <a:lnTo>
                  <a:pt x="650797" y="221174"/>
                </a:lnTo>
                <a:lnTo>
                  <a:pt x="666963" y="200697"/>
                </a:lnTo>
                <a:lnTo>
                  <a:pt x="673745" y="176139"/>
                </a:lnTo>
                <a:lnTo>
                  <a:pt x="676173" y="151473"/>
                </a:lnTo>
                <a:lnTo>
                  <a:pt x="675820" y="139243"/>
                </a:lnTo>
                <a:lnTo>
                  <a:pt x="672117" y="115275"/>
                </a:lnTo>
                <a:lnTo>
                  <a:pt x="664594" y="92345"/>
                </a:lnTo>
                <a:lnTo>
                  <a:pt x="653467" y="70911"/>
                </a:lnTo>
                <a:lnTo>
                  <a:pt x="638951" y="51433"/>
                </a:lnTo>
                <a:lnTo>
                  <a:pt x="621259" y="34369"/>
                </a:lnTo>
                <a:lnTo>
                  <a:pt x="600607" y="20176"/>
                </a:lnTo>
                <a:lnTo>
                  <a:pt x="577209" y="9314"/>
                </a:lnTo>
                <a:lnTo>
                  <a:pt x="552567" y="2551"/>
                </a:lnTo>
                <a:lnTo>
                  <a:pt x="527405" y="0"/>
                </a:lnTo>
                <a:lnTo>
                  <a:pt x="514728" y="293"/>
                </a:lnTo>
                <a:lnTo>
                  <a:pt x="509260" y="746"/>
                </a:lnTo>
                <a:lnTo>
                  <a:pt x="0" y="453234"/>
                </a:lnTo>
                <a:lnTo>
                  <a:pt x="230173" y="4532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01691" y="2172363"/>
            <a:ext cx="514004" cy="120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01691" y="2172363"/>
            <a:ext cx="514004" cy="1207997"/>
          </a:xfrm>
          <a:custGeom>
            <a:avLst/>
            <a:gdLst/>
            <a:ahLst/>
            <a:cxnLst/>
            <a:rect l="l" t="t" r="r" b="b"/>
            <a:pathLst>
              <a:path w="514004" h="1207997">
                <a:moveTo>
                  <a:pt x="0" y="1207997"/>
                </a:moveTo>
                <a:lnTo>
                  <a:pt x="509751" y="910824"/>
                </a:lnTo>
                <a:lnTo>
                  <a:pt x="514004" y="0"/>
                </a:lnTo>
                <a:lnTo>
                  <a:pt x="0" y="291618"/>
                </a:lnTo>
                <a:lnTo>
                  <a:pt x="0" y="1207997"/>
                </a:lnTo>
                <a:close/>
              </a:path>
            </a:pathLst>
          </a:custGeom>
          <a:ln w="11771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2215" y="2055788"/>
            <a:ext cx="719476" cy="13245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2215" y="2055788"/>
            <a:ext cx="719476" cy="1324573"/>
          </a:xfrm>
          <a:custGeom>
            <a:avLst/>
            <a:gdLst/>
            <a:ahLst/>
            <a:cxnLst/>
            <a:rect l="l" t="t" r="r" b="b"/>
            <a:pathLst>
              <a:path w="719476" h="1324573">
                <a:moveTo>
                  <a:pt x="0" y="916330"/>
                </a:moveTo>
                <a:lnTo>
                  <a:pt x="0" y="0"/>
                </a:lnTo>
                <a:lnTo>
                  <a:pt x="719476" y="408193"/>
                </a:lnTo>
                <a:lnTo>
                  <a:pt x="719476" y="1324573"/>
                </a:lnTo>
                <a:lnTo>
                  <a:pt x="501081" y="1200634"/>
                </a:lnTo>
                <a:lnTo>
                  <a:pt x="501081" y="1176393"/>
                </a:lnTo>
                <a:lnTo>
                  <a:pt x="393928" y="1115613"/>
                </a:lnTo>
                <a:lnTo>
                  <a:pt x="372498" y="1127733"/>
                </a:lnTo>
                <a:lnTo>
                  <a:pt x="192710" y="1025673"/>
                </a:lnTo>
                <a:lnTo>
                  <a:pt x="192710" y="1001432"/>
                </a:lnTo>
                <a:lnTo>
                  <a:pt x="85558" y="940652"/>
                </a:lnTo>
                <a:lnTo>
                  <a:pt x="64127" y="952772"/>
                </a:lnTo>
                <a:lnTo>
                  <a:pt x="0" y="916330"/>
                </a:lnTo>
                <a:close/>
              </a:path>
            </a:pathLst>
          </a:custGeom>
          <a:ln w="117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82215" y="1764186"/>
            <a:ext cx="1233481" cy="6997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82215" y="1764186"/>
            <a:ext cx="1233481" cy="699795"/>
          </a:xfrm>
          <a:custGeom>
            <a:avLst/>
            <a:gdLst/>
            <a:ahLst/>
            <a:cxnLst/>
            <a:rect l="l" t="t" r="r" b="b"/>
            <a:pathLst>
              <a:path w="1233481" h="699795">
                <a:moveTo>
                  <a:pt x="0" y="291601"/>
                </a:moveTo>
                <a:lnTo>
                  <a:pt x="719476" y="699795"/>
                </a:lnTo>
                <a:lnTo>
                  <a:pt x="1233481" y="408177"/>
                </a:lnTo>
                <a:lnTo>
                  <a:pt x="513841" y="0"/>
                </a:lnTo>
                <a:lnTo>
                  <a:pt x="0" y="291601"/>
                </a:lnTo>
                <a:close/>
              </a:path>
            </a:pathLst>
          </a:custGeom>
          <a:ln w="117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67774" y="2735888"/>
            <a:ext cx="107152" cy="321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21877" y="2823369"/>
            <a:ext cx="107152" cy="21330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76144" y="2910849"/>
            <a:ext cx="107152" cy="321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30411" y="2998330"/>
            <a:ext cx="106988" cy="2133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30411" y="2998330"/>
            <a:ext cx="106988" cy="213309"/>
          </a:xfrm>
          <a:custGeom>
            <a:avLst/>
            <a:gdLst/>
            <a:ahLst/>
            <a:cxnLst/>
            <a:rect l="l" t="t" r="r" b="b"/>
            <a:pathLst>
              <a:path w="106988" h="213309">
                <a:moveTo>
                  <a:pt x="0" y="152528"/>
                </a:moveTo>
                <a:lnTo>
                  <a:pt x="106988" y="213309"/>
                </a:lnTo>
                <a:lnTo>
                  <a:pt x="106988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30411" y="2644775"/>
            <a:ext cx="106988" cy="2133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30411" y="2644775"/>
            <a:ext cx="106988" cy="213309"/>
          </a:xfrm>
          <a:custGeom>
            <a:avLst/>
            <a:gdLst/>
            <a:ahLst/>
            <a:cxnLst/>
            <a:rect l="l" t="t" r="r" b="b"/>
            <a:pathLst>
              <a:path w="106988" h="213309">
                <a:moveTo>
                  <a:pt x="0" y="152528"/>
                </a:moveTo>
                <a:lnTo>
                  <a:pt x="106988" y="213309"/>
                </a:lnTo>
                <a:lnTo>
                  <a:pt x="106988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76144" y="2557294"/>
            <a:ext cx="107152" cy="2133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76144" y="2557294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21877" y="2469813"/>
            <a:ext cx="107152" cy="2133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21877" y="2469813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67774" y="2382333"/>
            <a:ext cx="107152" cy="2133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67774" y="2382333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46343" y="2723768"/>
            <a:ext cx="21430" cy="284792"/>
          </a:xfrm>
          <a:custGeom>
            <a:avLst/>
            <a:gdLst/>
            <a:ahLst/>
            <a:cxnLst/>
            <a:rect l="l" t="t" r="r" b="b"/>
            <a:pathLst>
              <a:path w="21430" h="284792">
                <a:moveTo>
                  <a:pt x="21430" y="272672"/>
                </a:moveTo>
                <a:lnTo>
                  <a:pt x="21430" y="12120"/>
                </a:lnTo>
                <a:lnTo>
                  <a:pt x="0" y="0"/>
                </a:lnTo>
                <a:lnTo>
                  <a:pt x="0" y="284792"/>
                </a:lnTo>
                <a:lnTo>
                  <a:pt x="21430" y="272672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00610" y="2811248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21266" y="12120"/>
                </a:lnTo>
                <a:lnTo>
                  <a:pt x="0" y="0"/>
                </a:lnTo>
                <a:lnTo>
                  <a:pt x="0" y="176769"/>
                </a:lnTo>
                <a:lnTo>
                  <a:pt x="21266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54713" y="2898729"/>
            <a:ext cx="21430" cy="284792"/>
          </a:xfrm>
          <a:custGeom>
            <a:avLst/>
            <a:gdLst/>
            <a:ahLst/>
            <a:cxnLst/>
            <a:rect l="l" t="t" r="r" b="b"/>
            <a:pathLst>
              <a:path w="21430" h="284792">
                <a:moveTo>
                  <a:pt x="21430" y="272672"/>
                </a:moveTo>
                <a:lnTo>
                  <a:pt x="21430" y="12120"/>
                </a:lnTo>
                <a:lnTo>
                  <a:pt x="0" y="0"/>
                </a:lnTo>
                <a:lnTo>
                  <a:pt x="0" y="284792"/>
                </a:lnTo>
                <a:lnTo>
                  <a:pt x="21430" y="272672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08980" y="2986209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21430" y="12120"/>
                </a:lnTo>
                <a:lnTo>
                  <a:pt x="0" y="0"/>
                </a:lnTo>
                <a:lnTo>
                  <a:pt x="0" y="176769"/>
                </a:lnTo>
                <a:lnTo>
                  <a:pt x="21430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08980" y="2632654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21430" y="12120"/>
                </a:lnTo>
                <a:lnTo>
                  <a:pt x="0" y="0"/>
                </a:lnTo>
                <a:lnTo>
                  <a:pt x="0" y="176769"/>
                </a:lnTo>
                <a:lnTo>
                  <a:pt x="21430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54713" y="2545174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21430" y="12120"/>
                </a:lnTo>
                <a:lnTo>
                  <a:pt x="0" y="0"/>
                </a:lnTo>
                <a:lnTo>
                  <a:pt x="0" y="176769"/>
                </a:lnTo>
                <a:lnTo>
                  <a:pt x="21430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54713" y="2545174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0" y="176769"/>
                </a:lnTo>
                <a:lnTo>
                  <a:pt x="0" y="0"/>
                </a:lnTo>
                <a:lnTo>
                  <a:pt x="21430" y="12120"/>
                </a:lnTo>
                <a:lnTo>
                  <a:pt x="21430" y="164649"/>
                </a:lnTo>
                <a:close/>
              </a:path>
            </a:pathLst>
          </a:custGeom>
          <a:ln w="39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00610" y="2457693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21266" y="12120"/>
                </a:lnTo>
                <a:lnTo>
                  <a:pt x="0" y="0"/>
                </a:lnTo>
                <a:lnTo>
                  <a:pt x="0" y="176769"/>
                </a:lnTo>
                <a:lnTo>
                  <a:pt x="21266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00610" y="2457693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0" y="176769"/>
                </a:lnTo>
                <a:lnTo>
                  <a:pt x="0" y="0"/>
                </a:lnTo>
                <a:lnTo>
                  <a:pt x="21266" y="12120"/>
                </a:lnTo>
                <a:lnTo>
                  <a:pt x="21266" y="164649"/>
                </a:lnTo>
                <a:close/>
              </a:path>
            </a:pathLst>
          </a:custGeom>
          <a:ln w="39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46343" y="2370213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21430" y="12120"/>
                </a:lnTo>
                <a:lnTo>
                  <a:pt x="0" y="0"/>
                </a:lnTo>
                <a:lnTo>
                  <a:pt x="0" y="176769"/>
                </a:lnTo>
                <a:lnTo>
                  <a:pt x="21430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46343" y="2370213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0" y="176769"/>
                </a:lnTo>
                <a:lnTo>
                  <a:pt x="0" y="0"/>
                </a:lnTo>
                <a:lnTo>
                  <a:pt x="21430" y="12120"/>
                </a:lnTo>
                <a:lnTo>
                  <a:pt x="21430" y="164649"/>
                </a:lnTo>
                <a:close/>
              </a:path>
            </a:pathLst>
          </a:custGeom>
          <a:ln w="39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300610" y="2975898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608980" y="3150859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608980" y="3150859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608980" y="2797304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08980" y="2797304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54713" y="2709823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54713" y="2709823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300610" y="2622342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300610" y="2622342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146343" y="2534862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146343" y="2534862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801691" y="2172363"/>
            <a:ext cx="514004" cy="35055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801691" y="2172363"/>
            <a:ext cx="514004" cy="350557"/>
          </a:xfrm>
          <a:custGeom>
            <a:avLst/>
            <a:gdLst/>
            <a:ahLst/>
            <a:cxnLst/>
            <a:rect l="l" t="t" r="r" b="b"/>
            <a:pathLst>
              <a:path w="514004" h="350557">
                <a:moveTo>
                  <a:pt x="0" y="350557"/>
                </a:moveTo>
                <a:lnTo>
                  <a:pt x="514004" y="58955"/>
                </a:lnTo>
                <a:lnTo>
                  <a:pt x="514004" y="0"/>
                </a:lnTo>
                <a:lnTo>
                  <a:pt x="0" y="291618"/>
                </a:lnTo>
                <a:lnTo>
                  <a:pt x="0" y="350557"/>
                </a:lnTo>
                <a:close/>
              </a:path>
            </a:pathLst>
          </a:custGeom>
          <a:ln w="117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082215" y="2055788"/>
            <a:ext cx="719476" cy="467133"/>
          </a:xfrm>
          <a:custGeom>
            <a:avLst/>
            <a:gdLst/>
            <a:ahLst/>
            <a:cxnLst/>
            <a:rect l="l" t="t" r="r" b="b"/>
            <a:pathLst>
              <a:path w="719476" h="467133">
                <a:moveTo>
                  <a:pt x="0" y="58890"/>
                </a:moveTo>
                <a:lnTo>
                  <a:pt x="719476" y="467133"/>
                </a:lnTo>
                <a:lnTo>
                  <a:pt x="719476" y="408193"/>
                </a:lnTo>
                <a:lnTo>
                  <a:pt x="0" y="0"/>
                </a:lnTo>
                <a:lnTo>
                  <a:pt x="0" y="58890"/>
                </a:lnTo>
                <a:close/>
              </a:path>
            </a:pathLst>
          </a:custGeom>
          <a:solidFill>
            <a:srgbClr val="9A9A9A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082215" y="2055788"/>
            <a:ext cx="719476" cy="467133"/>
          </a:xfrm>
          <a:custGeom>
            <a:avLst/>
            <a:gdLst/>
            <a:ahLst/>
            <a:cxnLst/>
            <a:rect l="l" t="t" r="r" b="b"/>
            <a:pathLst>
              <a:path w="719476" h="467133">
                <a:moveTo>
                  <a:pt x="0" y="58890"/>
                </a:moveTo>
                <a:lnTo>
                  <a:pt x="719476" y="467133"/>
                </a:lnTo>
                <a:lnTo>
                  <a:pt x="719476" y="408193"/>
                </a:lnTo>
                <a:lnTo>
                  <a:pt x="0" y="0"/>
                </a:lnTo>
                <a:lnTo>
                  <a:pt x="0" y="58890"/>
                </a:lnTo>
                <a:close/>
              </a:path>
            </a:pathLst>
          </a:custGeom>
          <a:ln w="117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082215" y="1764186"/>
            <a:ext cx="1233481" cy="1616175"/>
          </a:xfrm>
          <a:custGeom>
            <a:avLst/>
            <a:gdLst/>
            <a:ahLst/>
            <a:cxnLst/>
            <a:rect l="l" t="t" r="r" b="b"/>
            <a:pathLst>
              <a:path w="1233481" h="1616175">
                <a:moveTo>
                  <a:pt x="0" y="291601"/>
                </a:moveTo>
                <a:lnTo>
                  <a:pt x="0" y="1207932"/>
                </a:lnTo>
                <a:lnTo>
                  <a:pt x="64127" y="1244374"/>
                </a:lnTo>
                <a:lnTo>
                  <a:pt x="85558" y="1232254"/>
                </a:lnTo>
                <a:lnTo>
                  <a:pt x="192710" y="1293034"/>
                </a:lnTo>
                <a:lnTo>
                  <a:pt x="192710" y="1317275"/>
                </a:lnTo>
                <a:lnTo>
                  <a:pt x="372498" y="1419335"/>
                </a:lnTo>
                <a:lnTo>
                  <a:pt x="393928" y="1407215"/>
                </a:lnTo>
                <a:lnTo>
                  <a:pt x="501081" y="1467995"/>
                </a:lnTo>
                <a:lnTo>
                  <a:pt x="501081" y="1492236"/>
                </a:lnTo>
                <a:lnTo>
                  <a:pt x="719476" y="1616175"/>
                </a:lnTo>
                <a:lnTo>
                  <a:pt x="1229227" y="1319001"/>
                </a:lnTo>
                <a:lnTo>
                  <a:pt x="1233481" y="408177"/>
                </a:lnTo>
                <a:lnTo>
                  <a:pt x="513841" y="0"/>
                </a:lnTo>
                <a:lnTo>
                  <a:pt x="0" y="291601"/>
                </a:lnTo>
                <a:close/>
              </a:path>
            </a:pathLst>
          </a:custGeom>
          <a:ln w="16333">
            <a:solidFill>
              <a:srgbClr val="4677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68680" y="1704399"/>
            <a:ext cx="210149" cy="129021"/>
          </a:xfrm>
          <a:custGeom>
            <a:avLst/>
            <a:gdLst/>
            <a:ahLst/>
            <a:cxnLst/>
            <a:rect l="l" t="t" r="r" b="b"/>
            <a:pathLst>
              <a:path w="210149" h="129021">
                <a:moveTo>
                  <a:pt x="84396" y="129021"/>
                </a:moveTo>
                <a:lnTo>
                  <a:pt x="98453" y="128685"/>
                </a:lnTo>
                <a:lnTo>
                  <a:pt x="112136" y="126814"/>
                </a:lnTo>
                <a:lnTo>
                  <a:pt x="125349" y="123485"/>
                </a:lnTo>
                <a:lnTo>
                  <a:pt x="137996" y="118775"/>
                </a:lnTo>
                <a:lnTo>
                  <a:pt x="149981" y="112760"/>
                </a:lnTo>
                <a:lnTo>
                  <a:pt x="161209" y="105516"/>
                </a:lnTo>
                <a:lnTo>
                  <a:pt x="171584" y="97121"/>
                </a:lnTo>
                <a:lnTo>
                  <a:pt x="181010" y="87650"/>
                </a:lnTo>
                <a:lnTo>
                  <a:pt x="189391" y="77180"/>
                </a:lnTo>
                <a:lnTo>
                  <a:pt x="196632" y="65789"/>
                </a:lnTo>
                <a:lnTo>
                  <a:pt x="202636" y="53551"/>
                </a:lnTo>
                <a:lnTo>
                  <a:pt x="207308" y="40544"/>
                </a:lnTo>
                <a:lnTo>
                  <a:pt x="210149" y="28997"/>
                </a:lnTo>
                <a:lnTo>
                  <a:pt x="209983" y="16395"/>
                </a:lnTo>
                <a:lnTo>
                  <a:pt x="203437" y="6064"/>
                </a:lnTo>
                <a:lnTo>
                  <a:pt x="194052" y="977"/>
                </a:lnTo>
                <a:lnTo>
                  <a:pt x="191434" y="162"/>
                </a:lnTo>
                <a:lnTo>
                  <a:pt x="188719" y="0"/>
                </a:lnTo>
                <a:lnTo>
                  <a:pt x="186036" y="162"/>
                </a:lnTo>
                <a:lnTo>
                  <a:pt x="0" y="129021"/>
                </a:lnTo>
                <a:lnTo>
                  <a:pt x="84396" y="1290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874500" y="1533185"/>
            <a:ext cx="280216" cy="1941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874500" y="1533185"/>
            <a:ext cx="280216" cy="194184"/>
          </a:xfrm>
          <a:custGeom>
            <a:avLst/>
            <a:gdLst/>
            <a:ahLst/>
            <a:cxnLst/>
            <a:rect l="l" t="t" r="r" b="b"/>
            <a:pathLst>
              <a:path w="280216" h="194184">
                <a:moveTo>
                  <a:pt x="280183" y="151828"/>
                </a:moveTo>
                <a:lnTo>
                  <a:pt x="280216" y="171377"/>
                </a:lnTo>
                <a:lnTo>
                  <a:pt x="272498" y="182386"/>
                </a:lnTo>
                <a:lnTo>
                  <a:pt x="261788" y="190073"/>
                </a:lnTo>
                <a:lnTo>
                  <a:pt x="249043" y="193875"/>
                </a:lnTo>
                <a:lnTo>
                  <a:pt x="244046" y="194184"/>
                </a:lnTo>
                <a:lnTo>
                  <a:pt x="244046" y="174146"/>
                </a:lnTo>
                <a:lnTo>
                  <a:pt x="240917" y="161527"/>
                </a:lnTo>
                <a:lnTo>
                  <a:pt x="235825" y="149677"/>
                </a:lnTo>
                <a:lnTo>
                  <a:pt x="228895" y="138804"/>
                </a:lnTo>
                <a:lnTo>
                  <a:pt x="220253" y="129118"/>
                </a:lnTo>
                <a:lnTo>
                  <a:pt x="216513" y="125763"/>
                </a:lnTo>
                <a:lnTo>
                  <a:pt x="46214" y="27205"/>
                </a:lnTo>
                <a:lnTo>
                  <a:pt x="33219" y="28842"/>
                </a:lnTo>
                <a:lnTo>
                  <a:pt x="20932" y="32948"/>
                </a:lnTo>
                <a:lnTo>
                  <a:pt x="9715" y="39414"/>
                </a:lnTo>
                <a:lnTo>
                  <a:pt x="0" y="48057"/>
                </a:lnTo>
                <a:lnTo>
                  <a:pt x="4815" y="35762"/>
                </a:lnTo>
                <a:lnTo>
                  <a:pt x="12216" y="25021"/>
                </a:lnTo>
                <a:lnTo>
                  <a:pt x="21863" y="16232"/>
                </a:lnTo>
                <a:lnTo>
                  <a:pt x="33454" y="9774"/>
                </a:lnTo>
                <a:lnTo>
                  <a:pt x="63179" y="0"/>
                </a:lnTo>
                <a:lnTo>
                  <a:pt x="251325" y="107843"/>
                </a:lnTo>
                <a:lnTo>
                  <a:pt x="260432" y="116937"/>
                </a:lnTo>
                <a:lnTo>
                  <a:pt x="268238" y="127120"/>
                </a:lnTo>
                <a:lnTo>
                  <a:pt x="274658" y="138225"/>
                </a:lnTo>
                <a:lnTo>
                  <a:pt x="279604" y="150089"/>
                </a:lnTo>
                <a:lnTo>
                  <a:pt x="280183" y="151828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967829" y="1663347"/>
            <a:ext cx="150716" cy="1700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967829" y="1663347"/>
            <a:ext cx="150716" cy="170073"/>
          </a:xfrm>
          <a:custGeom>
            <a:avLst/>
            <a:gdLst/>
            <a:ahLst/>
            <a:cxnLst/>
            <a:rect l="l" t="t" r="r" b="b"/>
            <a:pathLst>
              <a:path w="150716" h="170073">
                <a:moveTo>
                  <a:pt x="150716" y="86014"/>
                </a:moveTo>
                <a:lnTo>
                  <a:pt x="10044" y="166164"/>
                </a:lnTo>
                <a:lnTo>
                  <a:pt x="7034" y="168119"/>
                </a:lnTo>
                <a:lnTo>
                  <a:pt x="3599" y="169585"/>
                </a:lnTo>
                <a:lnTo>
                  <a:pt x="0" y="170073"/>
                </a:lnTo>
                <a:lnTo>
                  <a:pt x="0" y="126089"/>
                </a:lnTo>
                <a:lnTo>
                  <a:pt x="69362" y="12055"/>
                </a:lnTo>
                <a:lnTo>
                  <a:pt x="90433" y="0"/>
                </a:lnTo>
                <a:lnTo>
                  <a:pt x="150716" y="64022"/>
                </a:lnTo>
                <a:lnTo>
                  <a:pt x="150716" y="86014"/>
                </a:lnTo>
                <a:close/>
              </a:path>
            </a:pathLst>
          </a:custGeom>
          <a:ln w="117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921549" y="1595252"/>
            <a:ext cx="136713" cy="8014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874467" y="1560390"/>
            <a:ext cx="244078" cy="16774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874467" y="1560390"/>
            <a:ext cx="244078" cy="167741"/>
          </a:xfrm>
          <a:custGeom>
            <a:avLst/>
            <a:gdLst/>
            <a:ahLst/>
            <a:cxnLst/>
            <a:rect l="l" t="t" r="r" b="b"/>
            <a:pathLst>
              <a:path w="244078" h="167741">
                <a:moveTo>
                  <a:pt x="183795" y="102956"/>
                </a:moveTo>
                <a:lnTo>
                  <a:pt x="191009" y="128044"/>
                </a:lnTo>
                <a:lnTo>
                  <a:pt x="191385" y="150199"/>
                </a:lnTo>
                <a:lnTo>
                  <a:pt x="201286" y="158221"/>
                </a:lnTo>
                <a:lnTo>
                  <a:pt x="212498" y="163895"/>
                </a:lnTo>
                <a:lnTo>
                  <a:pt x="224618" y="167107"/>
                </a:lnTo>
                <a:lnTo>
                  <a:pt x="237241" y="167741"/>
                </a:lnTo>
                <a:lnTo>
                  <a:pt x="244078" y="166978"/>
                </a:lnTo>
                <a:lnTo>
                  <a:pt x="244078" y="146941"/>
                </a:lnTo>
                <a:lnTo>
                  <a:pt x="240908" y="134322"/>
                </a:lnTo>
                <a:lnTo>
                  <a:pt x="235802" y="122472"/>
                </a:lnTo>
                <a:lnTo>
                  <a:pt x="228882" y="111599"/>
                </a:lnTo>
                <a:lnTo>
                  <a:pt x="220270" y="101912"/>
                </a:lnTo>
                <a:lnTo>
                  <a:pt x="216546" y="98558"/>
                </a:lnTo>
                <a:lnTo>
                  <a:pt x="46247" y="0"/>
                </a:lnTo>
                <a:lnTo>
                  <a:pt x="33252" y="1637"/>
                </a:lnTo>
                <a:lnTo>
                  <a:pt x="20965" y="5742"/>
                </a:lnTo>
                <a:lnTo>
                  <a:pt x="9747" y="12208"/>
                </a:lnTo>
                <a:lnTo>
                  <a:pt x="32" y="20851"/>
                </a:lnTo>
                <a:lnTo>
                  <a:pt x="0" y="42518"/>
                </a:lnTo>
                <a:lnTo>
                  <a:pt x="8425" y="52673"/>
                </a:lnTo>
                <a:lnTo>
                  <a:pt x="19143" y="60098"/>
                </a:lnTo>
                <a:lnTo>
                  <a:pt x="31532" y="64382"/>
                </a:lnTo>
                <a:lnTo>
                  <a:pt x="37282" y="65162"/>
                </a:lnTo>
                <a:lnTo>
                  <a:pt x="47081" y="48057"/>
                </a:lnTo>
                <a:lnTo>
                  <a:pt x="69248" y="34861"/>
                </a:lnTo>
                <a:lnTo>
                  <a:pt x="183795" y="102956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853282" y="1605678"/>
            <a:ext cx="183909" cy="1837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853282" y="1605678"/>
            <a:ext cx="183909" cy="183758"/>
          </a:xfrm>
          <a:custGeom>
            <a:avLst/>
            <a:gdLst/>
            <a:ahLst/>
            <a:cxnLst/>
            <a:rect l="l" t="t" r="r" b="b"/>
            <a:pathLst>
              <a:path w="183909" h="183758">
                <a:moveTo>
                  <a:pt x="0" y="117618"/>
                </a:moveTo>
                <a:lnTo>
                  <a:pt x="114546" y="183758"/>
                </a:lnTo>
                <a:lnTo>
                  <a:pt x="183909" y="69723"/>
                </a:lnTo>
                <a:lnTo>
                  <a:pt x="156344" y="53759"/>
                </a:lnTo>
                <a:lnTo>
                  <a:pt x="155902" y="36979"/>
                </a:lnTo>
                <a:lnTo>
                  <a:pt x="139412" y="28019"/>
                </a:lnTo>
                <a:lnTo>
                  <a:pt x="139347" y="43821"/>
                </a:lnTo>
                <a:lnTo>
                  <a:pt x="107397" y="25413"/>
                </a:lnTo>
                <a:lnTo>
                  <a:pt x="107446" y="8959"/>
                </a:lnTo>
                <a:lnTo>
                  <a:pt x="91365" y="0"/>
                </a:lnTo>
                <a:lnTo>
                  <a:pt x="91300" y="16616"/>
                </a:lnTo>
                <a:lnTo>
                  <a:pt x="68266" y="2769"/>
                </a:lnTo>
                <a:lnTo>
                  <a:pt x="0" y="117618"/>
                </a:lnTo>
                <a:close/>
              </a:path>
            </a:pathLst>
          </a:custGeom>
          <a:ln w="117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901247" y="1657319"/>
            <a:ext cx="95112" cy="10425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886279" y="1648522"/>
            <a:ext cx="105238" cy="110450"/>
          </a:xfrm>
          <a:custGeom>
            <a:avLst/>
            <a:gdLst/>
            <a:ahLst/>
            <a:cxnLst/>
            <a:rect l="l" t="t" r="r" b="b"/>
            <a:pathLst>
              <a:path w="105238" h="110450">
                <a:moveTo>
                  <a:pt x="44595" y="0"/>
                </a:moveTo>
                <a:lnTo>
                  <a:pt x="35057" y="16127"/>
                </a:lnTo>
                <a:lnTo>
                  <a:pt x="50026" y="24598"/>
                </a:lnTo>
                <a:lnTo>
                  <a:pt x="59400" y="8796"/>
                </a:lnTo>
                <a:lnTo>
                  <a:pt x="44595" y="0"/>
                </a:lnTo>
                <a:close/>
              </a:path>
              <a:path w="105238" h="110450">
                <a:moveTo>
                  <a:pt x="32996" y="19548"/>
                </a:moveTo>
                <a:lnTo>
                  <a:pt x="23459" y="35676"/>
                </a:lnTo>
                <a:lnTo>
                  <a:pt x="38427" y="44147"/>
                </a:lnTo>
                <a:lnTo>
                  <a:pt x="47801" y="28345"/>
                </a:lnTo>
                <a:lnTo>
                  <a:pt x="32996" y="19548"/>
                </a:lnTo>
                <a:close/>
              </a:path>
              <a:path w="105238" h="110450">
                <a:moveTo>
                  <a:pt x="21414" y="39423"/>
                </a:moveTo>
                <a:lnTo>
                  <a:pt x="11876" y="55388"/>
                </a:lnTo>
                <a:lnTo>
                  <a:pt x="26845" y="63859"/>
                </a:lnTo>
                <a:lnTo>
                  <a:pt x="36219" y="48057"/>
                </a:lnTo>
                <a:lnTo>
                  <a:pt x="21414" y="39423"/>
                </a:lnTo>
                <a:close/>
              </a:path>
              <a:path w="105238" h="110450">
                <a:moveTo>
                  <a:pt x="9537" y="58972"/>
                </a:moveTo>
                <a:lnTo>
                  <a:pt x="0" y="75099"/>
                </a:lnTo>
                <a:lnTo>
                  <a:pt x="14968" y="83570"/>
                </a:lnTo>
                <a:lnTo>
                  <a:pt x="24342" y="67768"/>
                </a:lnTo>
                <a:lnTo>
                  <a:pt x="9537" y="58972"/>
                </a:lnTo>
                <a:close/>
              </a:path>
              <a:path w="105238" h="110450">
                <a:moveTo>
                  <a:pt x="32734" y="72167"/>
                </a:moveTo>
                <a:lnTo>
                  <a:pt x="23197" y="88295"/>
                </a:lnTo>
                <a:lnTo>
                  <a:pt x="38165" y="96766"/>
                </a:lnTo>
                <a:lnTo>
                  <a:pt x="47539" y="80964"/>
                </a:lnTo>
                <a:lnTo>
                  <a:pt x="32734" y="72167"/>
                </a:lnTo>
                <a:close/>
              </a:path>
              <a:path w="105238" h="110450">
                <a:moveTo>
                  <a:pt x="44611" y="52618"/>
                </a:moveTo>
                <a:lnTo>
                  <a:pt x="35074" y="68746"/>
                </a:lnTo>
                <a:lnTo>
                  <a:pt x="50042" y="77217"/>
                </a:lnTo>
                <a:lnTo>
                  <a:pt x="59416" y="61415"/>
                </a:lnTo>
                <a:lnTo>
                  <a:pt x="44611" y="52618"/>
                </a:lnTo>
                <a:close/>
              </a:path>
              <a:path w="105238" h="110450">
                <a:moveTo>
                  <a:pt x="56193" y="32907"/>
                </a:moveTo>
                <a:lnTo>
                  <a:pt x="46656" y="48871"/>
                </a:lnTo>
                <a:lnTo>
                  <a:pt x="61624" y="57342"/>
                </a:lnTo>
                <a:lnTo>
                  <a:pt x="70998" y="41541"/>
                </a:lnTo>
                <a:lnTo>
                  <a:pt x="56193" y="32907"/>
                </a:lnTo>
                <a:close/>
              </a:path>
              <a:path w="105238" h="110450">
                <a:moveTo>
                  <a:pt x="67792" y="13358"/>
                </a:moveTo>
                <a:lnTo>
                  <a:pt x="58254" y="29486"/>
                </a:lnTo>
                <a:lnTo>
                  <a:pt x="73223" y="37957"/>
                </a:lnTo>
                <a:lnTo>
                  <a:pt x="82597" y="22155"/>
                </a:lnTo>
                <a:lnTo>
                  <a:pt x="67792" y="13358"/>
                </a:lnTo>
                <a:close/>
              </a:path>
              <a:path w="105238" h="110450">
                <a:moveTo>
                  <a:pt x="90433" y="26879"/>
                </a:moveTo>
                <a:lnTo>
                  <a:pt x="80896" y="43007"/>
                </a:lnTo>
                <a:lnTo>
                  <a:pt x="95864" y="51478"/>
                </a:lnTo>
                <a:lnTo>
                  <a:pt x="105238" y="35676"/>
                </a:lnTo>
                <a:lnTo>
                  <a:pt x="90433" y="26879"/>
                </a:lnTo>
                <a:close/>
              </a:path>
              <a:path w="105238" h="110450">
                <a:moveTo>
                  <a:pt x="78834" y="46428"/>
                </a:moveTo>
                <a:lnTo>
                  <a:pt x="69297" y="62555"/>
                </a:lnTo>
                <a:lnTo>
                  <a:pt x="84266" y="71027"/>
                </a:lnTo>
                <a:lnTo>
                  <a:pt x="93639" y="55225"/>
                </a:lnTo>
                <a:lnTo>
                  <a:pt x="78834" y="46428"/>
                </a:lnTo>
                <a:close/>
              </a:path>
              <a:path w="105238" h="110450">
                <a:moveTo>
                  <a:pt x="67252" y="66302"/>
                </a:moveTo>
                <a:lnTo>
                  <a:pt x="57715" y="82267"/>
                </a:lnTo>
                <a:lnTo>
                  <a:pt x="72683" y="90738"/>
                </a:lnTo>
                <a:lnTo>
                  <a:pt x="82057" y="74936"/>
                </a:lnTo>
                <a:lnTo>
                  <a:pt x="67252" y="66302"/>
                </a:lnTo>
                <a:close/>
              </a:path>
              <a:path w="105238" h="110450">
                <a:moveTo>
                  <a:pt x="55375" y="85851"/>
                </a:moveTo>
                <a:lnTo>
                  <a:pt x="45838" y="101979"/>
                </a:lnTo>
                <a:lnTo>
                  <a:pt x="60807" y="110450"/>
                </a:lnTo>
                <a:lnTo>
                  <a:pt x="70180" y="94648"/>
                </a:lnTo>
                <a:lnTo>
                  <a:pt x="55375" y="858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853282" y="1724274"/>
            <a:ext cx="114546" cy="10914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853282" y="1724274"/>
            <a:ext cx="114546" cy="109147"/>
          </a:xfrm>
          <a:custGeom>
            <a:avLst/>
            <a:gdLst/>
            <a:ahLst/>
            <a:cxnLst/>
            <a:rect l="l" t="t" r="r" b="b"/>
            <a:pathLst>
              <a:path w="114546" h="109147">
                <a:moveTo>
                  <a:pt x="0" y="45124"/>
                </a:moveTo>
                <a:lnTo>
                  <a:pt x="104502" y="105074"/>
                </a:lnTo>
                <a:lnTo>
                  <a:pt x="107512" y="107192"/>
                </a:lnTo>
                <a:lnTo>
                  <a:pt x="110947" y="108495"/>
                </a:lnTo>
                <a:lnTo>
                  <a:pt x="114546" y="109147"/>
                </a:lnTo>
                <a:lnTo>
                  <a:pt x="114546" y="65162"/>
                </a:lnTo>
                <a:lnTo>
                  <a:pt x="0" y="0"/>
                </a:lnTo>
                <a:lnTo>
                  <a:pt x="0" y="45124"/>
                </a:lnTo>
                <a:close/>
              </a:path>
            </a:pathLst>
          </a:custGeom>
          <a:ln w="117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852546" y="1533185"/>
            <a:ext cx="302170" cy="301050"/>
          </a:xfrm>
          <a:custGeom>
            <a:avLst/>
            <a:gdLst/>
            <a:ahLst/>
            <a:cxnLst/>
            <a:rect l="l" t="t" r="r" b="b"/>
            <a:pathLst>
              <a:path w="302170" h="301050">
                <a:moveTo>
                  <a:pt x="302137" y="151828"/>
                </a:moveTo>
                <a:lnTo>
                  <a:pt x="297603" y="139780"/>
                </a:lnTo>
                <a:lnTo>
                  <a:pt x="291444" y="128525"/>
                </a:lnTo>
                <a:lnTo>
                  <a:pt x="283767" y="118225"/>
                </a:lnTo>
                <a:lnTo>
                  <a:pt x="274680" y="109048"/>
                </a:lnTo>
                <a:lnTo>
                  <a:pt x="273279" y="107843"/>
                </a:lnTo>
                <a:lnTo>
                  <a:pt x="85133" y="0"/>
                </a:lnTo>
                <a:lnTo>
                  <a:pt x="55408" y="9774"/>
                </a:lnTo>
                <a:lnTo>
                  <a:pt x="44045" y="16368"/>
                </a:lnTo>
                <a:lnTo>
                  <a:pt x="34480" y="25173"/>
                </a:lnTo>
                <a:lnTo>
                  <a:pt x="27019" y="35839"/>
                </a:lnTo>
                <a:lnTo>
                  <a:pt x="21953" y="48057"/>
                </a:lnTo>
                <a:lnTo>
                  <a:pt x="21921" y="69723"/>
                </a:lnTo>
                <a:lnTo>
                  <a:pt x="29998" y="80340"/>
                </a:lnTo>
                <a:lnTo>
                  <a:pt x="40743" y="87917"/>
                </a:lnTo>
                <a:lnTo>
                  <a:pt x="53349" y="91898"/>
                </a:lnTo>
                <a:lnTo>
                  <a:pt x="59203" y="92367"/>
                </a:lnTo>
                <a:lnTo>
                  <a:pt x="6772" y="180174"/>
                </a:lnTo>
                <a:lnTo>
                  <a:pt x="2208" y="184898"/>
                </a:lnTo>
                <a:lnTo>
                  <a:pt x="0" y="191577"/>
                </a:lnTo>
                <a:lnTo>
                  <a:pt x="736" y="198093"/>
                </a:lnTo>
                <a:lnTo>
                  <a:pt x="736" y="236213"/>
                </a:lnTo>
                <a:lnTo>
                  <a:pt x="105238" y="296163"/>
                </a:lnTo>
                <a:lnTo>
                  <a:pt x="111046" y="301050"/>
                </a:lnTo>
                <a:lnTo>
                  <a:pt x="119520" y="301050"/>
                </a:lnTo>
                <a:lnTo>
                  <a:pt x="125327" y="296163"/>
                </a:lnTo>
                <a:lnTo>
                  <a:pt x="266000" y="216176"/>
                </a:lnTo>
                <a:lnTo>
                  <a:pt x="266000" y="194184"/>
                </a:lnTo>
                <a:lnTo>
                  <a:pt x="279175" y="192601"/>
                </a:lnTo>
                <a:lnTo>
                  <a:pt x="290688" y="186596"/>
                </a:lnTo>
                <a:lnTo>
                  <a:pt x="299429" y="176836"/>
                </a:lnTo>
                <a:lnTo>
                  <a:pt x="302170" y="171377"/>
                </a:lnTo>
                <a:lnTo>
                  <a:pt x="302137" y="151828"/>
                </a:lnTo>
                <a:close/>
              </a:path>
            </a:pathLst>
          </a:custGeom>
          <a:ln w="24487">
            <a:solidFill>
              <a:srgbClr val="4677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945499" y="3551477"/>
            <a:ext cx="210133" cy="129037"/>
          </a:xfrm>
          <a:custGeom>
            <a:avLst/>
            <a:gdLst/>
            <a:ahLst/>
            <a:cxnLst/>
            <a:rect l="l" t="t" r="r" b="b"/>
            <a:pathLst>
              <a:path w="210133" h="129037">
                <a:moveTo>
                  <a:pt x="84396" y="129037"/>
                </a:moveTo>
                <a:lnTo>
                  <a:pt x="98446" y="128716"/>
                </a:lnTo>
                <a:lnTo>
                  <a:pt x="112121" y="126861"/>
                </a:lnTo>
                <a:lnTo>
                  <a:pt x="125327" y="123547"/>
                </a:lnTo>
                <a:lnTo>
                  <a:pt x="137968" y="118851"/>
                </a:lnTo>
                <a:lnTo>
                  <a:pt x="149948" y="112848"/>
                </a:lnTo>
                <a:lnTo>
                  <a:pt x="161171" y="105615"/>
                </a:lnTo>
                <a:lnTo>
                  <a:pt x="171543" y="97228"/>
                </a:lnTo>
                <a:lnTo>
                  <a:pt x="180966" y="87763"/>
                </a:lnTo>
                <a:lnTo>
                  <a:pt x="189346" y="77296"/>
                </a:lnTo>
                <a:lnTo>
                  <a:pt x="196587" y="65902"/>
                </a:lnTo>
                <a:lnTo>
                  <a:pt x="202593" y="53659"/>
                </a:lnTo>
                <a:lnTo>
                  <a:pt x="207268" y="40642"/>
                </a:lnTo>
                <a:lnTo>
                  <a:pt x="210133" y="28980"/>
                </a:lnTo>
                <a:lnTo>
                  <a:pt x="209979" y="16419"/>
                </a:lnTo>
                <a:lnTo>
                  <a:pt x="203441" y="6088"/>
                </a:lnTo>
                <a:lnTo>
                  <a:pt x="194036" y="961"/>
                </a:lnTo>
                <a:lnTo>
                  <a:pt x="191434" y="244"/>
                </a:lnTo>
                <a:lnTo>
                  <a:pt x="188719" y="0"/>
                </a:lnTo>
                <a:lnTo>
                  <a:pt x="186020" y="244"/>
                </a:lnTo>
                <a:lnTo>
                  <a:pt x="0" y="129037"/>
                </a:lnTo>
                <a:lnTo>
                  <a:pt x="84396" y="1290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851319" y="3380361"/>
            <a:ext cx="280199" cy="19410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851319" y="3380361"/>
            <a:ext cx="280199" cy="194102"/>
          </a:xfrm>
          <a:custGeom>
            <a:avLst/>
            <a:gdLst/>
            <a:ahLst/>
            <a:cxnLst/>
            <a:rect l="l" t="t" r="r" b="b"/>
            <a:pathLst>
              <a:path w="280199" h="194102">
                <a:moveTo>
                  <a:pt x="280183" y="151795"/>
                </a:moveTo>
                <a:lnTo>
                  <a:pt x="280199" y="171360"/>
                </a:lnTo>
                <a:lnTo>
                  <a:pt x="272488" y="182319"/>
                </a:lnTo>
                <a:lnTo>
                  <a:pt x="261776" y="190001"/>
                </a:lnTo>
                <a:lnTo>
                  <a:pt x="249027" y="193801"/>
                </a:lnTo>
                <a:lnTo>
                  <a:pt x="244029" y="194102"/>
                </a:lnTo>
                <a:lnTo>
                  <a:pt x="244029" y="174081"/>
                </a:lnTo>
                <a:lnTo>
                  <a:pt x="240908" y="161458"/>
                </a:lnTo>
                <a:lnTo>
                  <a:pt x="235817" y="149594"/>
                </a:lnTo>
                <a:lnTo>
                  <a:pt x="228885" y="138714"/>
                </a:lnTo>
                <a:lnTo>
                  <a:pt x="220238" y="129040"/>
                </a:lnTo>
                <a:lnTo>
                  <a:pt x="46198" y="27205"/>
                </a:lnTo>
                <a:lnTo>
                  <a:pt x="33197" y="28793"/>
                </a:lnTo>
                <a:lnTo>
                  <a:pt x="20901" y="32910"/>
                </a:lnTo>
                <a:lnTo>
                  <a:pt x="9676" y="39389"/>
                </a:lnTo>
                <a:lnTo>
                  <a:pt x="0" y="47943"/>
                </a:lnTo>
                <a:lnTo>
                  <a:pt x="4818" y="35654"/>
                </a:lnTo>
                <a:lnTo>
                  <a:pt x="12225" y="24920"/>
                </a:lnTo>
                <a:lnTo>
                  <a:pt x="21879" y="16137"/>
                </a:lnTo>
                <a:lnTo>
                  <a:pt x="33454" y="9692"/>
                </a:lnTo>
                <a:lnTo>
                  <a:pt x="63179" y="0"/>
                </a:lnTo>
                <a:lnTo>
                  <a:pt x="251325" y="107762"/>
                </a:lnTo>
                <a:lnTo>
                  <a:pt x="260425" y="116890"/>
                </a:lnTo>
                <a:lnTo>
                  <a:pt x="268227" y="127065"/>
                </a:lnTo>
                <a:lnTo>
                  <a:pt x="274645" y="138152"/>
                </a:lnTo>
                <a:lnTo>
                  <a:pt x="279591" y="150014"/>
                </a:lnTo>
                <a:lnTo>
                  <a:pt x="280183" y="151795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944648" y="3510425"/>
            <a:ext cx="150700" cy="17015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944648" y="3510425"/>
            <a:ext cx="150700" cy="170155"/>
          </a:xfrm>
          <a:custGeom>
            <a:avLst/>
            <a:gdLst/>
            <a:ahLst/>
            <a:cxnLst/>
            <a:rect l="l" t="t" r="r" b="b"/>
            <a:pathLst>
              <a:path w="150700" h="170155">
                <a:moveTo>
                  <a:pt x="150700" y="86047"/>
                </a:moveTo>
                <a:lnTo>
                  <a:pt x="10044" y="166147"/>
                </a:lnTo>
                <a:lnTo>
                  <a:pt x="7034" y="168200"/>
                </a:lnTo>
                <a:lnTo>
                  <a:pt x="3599" y="169568"/>
                </a:lnTo>
                <a:lnTo>
                  <a:pt x="0" y="170155"/>
                </a:lnTo>
                <a:lnTo>
                  <a:pt x="0" y="126073"/>
                </a:lnTo>
                <a:lnTo>
                  <a:pt x="69362" y="12038"/>
                </a:lnTo>
                <a:lnTo>
                  <a:pt x="90417" y="0"/>
                </a:lnTo>
                <a:lnTo>
                  <a:pt x="150700" y="64038"/>
                </a:lnTo>
                <a:lnTo>
                  <a:pt x="150700" y="86047"/>
                </a:lnTo>
                <a:close/>
              </a:path>
            </a:pathLst>
          </a:custGeom>
          <a:ln w="117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898352" y="3442395"/>
            <a:ext cx="136713" cy="8006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898352" y="3442395"/>
            <a:ext cx="136713" cy="80068"/>
          </a:xfrm>
          <a:custGeom>
            <a:avLst/>
            <a:gdLst/>
            <a:ahLst/>
            <a:cxnLst/>
            <a:rect l="l" t="t" r="r" b="b"/>
            <a:pathLst>
              <a:path w="136713" h="80068">
                <a:moveTo>
                  <a:pt x="22183" y="0"/>
                </a:moveTo>
                <a:lnTo>
                  <a:pt x="136713" y="68029"/>
                </a:lnTo>
                <a:lnTo>
                  <a:pt x="115659" y="80068"/>
                </a:lnTo>
                <a:lnTo>
                  <a:pt x="88094" y="64168"/>
                </a:lnTo>
                <a:lnTo>
                  <a:pt x="87636" y="47324"/>
                </a:lnTo>
                <a:lnTo>
                  <a:pt x="71162" y="38429"/>
                </a:lnTo>
                <a:lnTo>
                  <a:pt x="71096" y="54264"/>
                </a:lnTo>
                <a:lnTo>
                  <a:pt x="39147" y="35774"/>
                </a:lnTo>
                <a:lnTo>
                  <a:pt x="39196" y="19304"/>
                </a:lnTo>
                <a:lnTo>
                  <a:pt x="23099" y="10393"/>
                </a:lnTo>
                <a:lnTo>
                  <a:pt x="23050" y="27026"/>
                </a:lnTo>
                <a:lnTo>
                  <a:pt x="0" y="13113"/>
                </a:lnTo>
                <a:lnTo>
                  <a:pt x="22183" y="0"/>
                </a:lnTo>
                <a:close/>
              </a:path>
            </a:pathLst>
          </a:custGeom>
          <a:ln w="117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851270" y="3407566"/>
            <a:ext cx="244078" cy="16768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851270" y="3407566"/>
            <a:ext cx="244078" cy="167685"/>
          </a:xfrm>
          <a:custGeom>
            <a:avLst/>
            <a:gdLst/>
            <a:ahLst/>
            <a:cxnLst/>
            <a:rect l="l" t="t" r="r" b="b"/>
            <a:pathLst>
              <a:path w="244078" h="167685">
                <a:moveTo>
                  <a:pt x="183795" y="102858"/>
                </a:moveTo>
                <a:lnTo>
                  <a:pt x="191025" y="128060"/>
                </a:lnTo>
                <a:lnTo>
                  <a:pt x="191402" y="150069"/>
                </a:lnTo>
                <a:lnTo>
                  <a:pt x="201289" y="158110"/>
                </a:lnTo>
                <a:lnTo>
                  <a:pt x="212484" y="163814"/>
                </a:lnTo>
                <a:lnTo>
                  <a:pt x="224584" y="167049"/>
                </a:lnTo>
                <a:lnTo>
                  <a:pt x="237183" y="167685"/>
                </a:lnTo>
                <a:lnTo>
                  <a:pt x="244078" y="166897"/>
                </a:lnTo>
                <a:lnTo>
                  <a:pt x="244078" y="146876"/>
                </a:lnTo>
                <a:lnTo>
                  <a:pt x="240916" y="134274"/>
                </a:lnTo>
                <a:lnTo>
                  <a:pt x="235811" y="122424"/>
                </a:lnTo>
                <a:lnTo>
                  <a:pt x="228888" y="111544"/>
                </a:lnTo>
                <a:lnTo>
                  <a:pt x="220271" y="101850"/>
                </a:lnTo>
                <a:lnTo>
                  <a:pt x="46247" y="0"/>
                </a:lnTo>
                <a:lnTo>
                  <a:pt x="33246" y="1588"/>
                </a:lnTo>
                <a:lnTo>
                  <a:pt x="20950" y="5704"/>
                </a:lnTo>
                <a:lnTo>
                  <a:pt x="9725" y="12183"/>
                </a:lnTo>
                <a:lnTo>
                  <a:pt x="49" y="20737"/>
                </a:lnTo>
                <a:lnTo>
                  <a:pt x="0" y="42420"/>
                </a:lnTo>
                <a:lnTo>
                  <a:pt x="8417" y="52571"/>
                </a:lnTo>
                <a:lnTo>
                  <a:pt x="19123" y="60003"/>
                </a:lnTo>
                <a:lnTo>
                  <a:pt x="31492" y="64336"/>
                </a:lnTo>
                <a:lnTo>
                  <a:pt x="37282" y="65162"/>
                </a:lnTo>
                <a:lnTo>
                  <a:pt x="47081" y="47943"/>
                </a:lnTo>
                <a:lnTo>
                  <a:pt x="69264" y="34829"/>
                </a:lnTo>
                <a:lnTo>
                  <a:pt x="183795" y="102858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830101" y="3452789"/>
            <a:ext cx="183909" cy="18370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830101" y="3452790"/>
            <a:ext cx="183909" cy="183709"/>
          </a:xfrm>
          <a:custGeom>
            <a:avLst/>
            <a:gdLst/>
            <a:ahLst/>
            <a:cxnLst/>
            <a:rect l="l" t="t" r="r" b="b"/>
            <a:pathLst>
              <a:path w="183909" h="183709">
                <a:moveTo>
                  <a:pt x="0" y="117667"/>
                </a:moveTo>
                <a:lnTo>
                  <a:pt x="114546" y="183709"/>
                </a:lnTo>
                <a:lnTo>
                  <a:pt x="183909" y="69674"/>
                </a:lnTo>
                <a:lnTo>
                  <a:pt x="156344" y="53775"/>
                </a:lnTo>
                <a:lnTo>
                  <a:pt x="155886" y="36930"/>
                </a:lnTo>
                <a:lnTo>
                  <a:pt x="139412" y="28036"/>
                </a:lnTo>
                <a:lnTo>
                  <a:pt x="139347" y="43870"/>
                </a:lnTo>
                <a:lnTo>
                  <a:pt x="107397" y="25380"/>
                </a:lnTo>
                <a:lnTo>
                  <a:pt x="107446" y="8910"/>
                </a:lnTo>
                <a:lnTo>
                  <a:pt x="91349" y="0"/>
                </a:lnTo>
                <a:lnTo>
                  <a:pt x="91300" y="16632"/>
                </a:lnTo>
                <a:lnTo>
                  <a:pt x="68250" y="2720"/>
                </a:lnTo>
                <a:lnTo>
                  <a:pt x="0" y="117667"/>
                </a:lnTo>
                <a:close/>
              </a:path>
            </a:pathLst>
          </a:custGeom>
          <a:ln w="117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878066" y="3504495"/>
            <a:ext cx="95095" cy="10416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863098" y="3495715"/>
            <a:ext cx="105238" cy="110352"/>
          </a:xfrm>
          <a:custGeom>
            <a:avLst/>
            <a:gdLst/>
            <a:ahLst/>
            <a:cxnLst/>
            <a:rect l="l" t="t" r="r" b="b"/>
            <a:pathLst>
              <a:path w="105238" h="110352">
                <a:moveTo>
                  <a:pt x="44578" y="0"/>
                </a:moveTo>
                <a:lnTo>
                  <a:pt x="35057" y="16095"/>
                </a:lnTo>
                <a:lnTo>
                  <a:pt x="50026" y="24582"/>
                </a:lnTo>
                <a:lnTo>
                  <a:pt x="59400" y="8780"/>
                </a:lnTo>
                <a:lnTo>
                  <a:pt x="44578" y="0"/>
                </a:lnTo>
                <a:close/>
              </a:path>
              <a:path w="105238" h="110352">
                <a:moveTo>
                  <a:pt x="32980" y="19467"/>
                </a:moveTo>
                <a:lnTo>
                  <a:pt x="23459" y="35562"/>
                </a:lnTo>
                <a:lnTo>
                  <a:pt x="38427" y="44049"/>
                </a:lnTo>
                <a:lnTo>
                  <a:pt x="47785" y="28231"/>
                </a:lnTo>
                <a:lnTo>
                  <a:pt x="32980" y="19467"/>
                </a:lnTo>
                <a:close/>
              </a:path>
              <a:path w="105238" h="110352">
                <a:moveTo>
                  <a:pt x="21397" y="39276"/>
                </a:moveTo>
                <a:lnTo>
                  <a:pt x="11876" y="55371"/>
                </a:lnTo>
                <a:lnTo>
                  <a:pt x="26845" y="63859"/>
                </a:lnTo>
                <a:lnTo>
                  <a:pt x="36219" y="48057"/>
                </a:lnTo>
                <a:lnTo>
                  <a:pt x="21397" y="39276"/>
                </a:lnTo>
                <a:close/>
              </a:path>
              <a:path w="105238" h="110352">
                <a:moveTo>
                  <a:pt x="9521" y="58874"/>
                </a:moveTo>
                <a:lnTo>
                  <a:pt x="0" y="74969"/>
                </a:lnTo>
                <a:lnTo>
                  <a:pt x="14968" y="83473"/>
                </a:lnTo>
                <a:lnTo>
                  <a:pt x="24326" y="67654"/>
                </a:lnTo>
                <a:lnTo>
                  <a:pt x="9521" y="58874"/>
                </a:lnTo>
                <a:close/>
              </a:path>
              <a:path w="105238" h="110352">
                <a:moveTo>
                  <a:pt x="32718" y="72183"/>
                </a:moveTo>
                <a:lnTo>
                  <a:pt x="23197" y="88278"/>
                </a:lnTo>
                <a:lnTo>
                  <a:pt x="38165" y="96766"/>
                </a:lnTo>
                <a:lnTo>
                  <a:pt x="47539" y="80948"/>
                </a:lnTo>
                <a:lnTo>
                  <a:pt x="32718" y="72183"/>
                </a:lnTo>
                <a:close/>
              </a:path>
              <a:path w="105238" h="110352">
                <a:moveTo>
                  <a:pt x="44611" y="52586"/>
                </a:moveTo>
                <a:lnTo>
                  <a:pt x="35074" y="68664"/>
                </a:lnTo>
                <a:lnTo>
                  <a:pt x="50042" y="77168"/>
                </a:lnTo>
                <a:lnTo>
                  <a:pt x="59416" y="61350"/>
                </a:lnTo>
                <a:lnTo>
                  <a:pt x="44611" y="52586"/>
                </a:lnTo>
                <a:close/>
              </a:path>
              <a:path w="105238" h="110352">
                <a:moveTo>
                  <a:pt x="56177" y="32760"/>
                </a:moveTo>
                <a:lnTo>
                  <a:pt x="46656" y="48855"/>
                </a:lnTo>
                <a:lnTo>
                  <a:pt x="61624" y="57359"/>
                </a:lnTo>
                <a:lnTo>
                  <a:pt x="70998" y="41541"/>
                </a:lnTo>
                <a:lnTo>
                  <a:pt x="56177" y="32760"/>
                </a:lnTo>
                <a:close/>
              </a:path>
              <a:path w="105238" h="110352">
                <a:moveTo>
                  <a:pt x="67792" y="13309"/>
                </a:moveTo>
                <a:lnTo>
                  <a:pt x="58254" y="29404"/>
                </a:lnTo>
                <a:lnTo>
                  <a:pt x="73223" y="37891"/>
                </a:lnTo>
                <a:lnTo>
                  <a:pt x="82597" y="22073"/>
                </a:lnTo>
                <a:lnTo>
                  <a:pt x="67792" y="13309"/>
                </a:lnTo>
                <a:close/>
              </a:path>
              <a:path w="105238" h="110352">
                <a:moveTo>
                  <a:pt x="90417" y="26879"/>
                </a:moveTo>
                <a:lnTo>
                  <a:pt x="80896" y="42974"/>
                </a:lnTo>
                <a:lnTo>
                  <a:pt x="95864" y="51478"/>
                </a:lnTo>
                <a:lnTo>
                  <a:pt x="105238" y="35660"/>
                </a:lnTo>
                <a:lnTo>
                  <a:pt x="90417" y="26879"/>
                </a:lnTo>
                <a:close/>
              </a:path>
              <a:path w="105238" h="110352">
                <a:moveTo>
                  <a:pt x="78818" y="46346"/>
                </a:moveTo>
                <a:lnTo>
                  <a:pt x="69297" y="62441"/>
                </a:lnTo>
                <a:lnTo>
                  <a:pt x="84266" y="70929"/>
                </a:lnTo>
                <a:lnTo>
                  <a:pt x="93639" y="55111"/>
                </a:lnTo>
                <a:lnTo>
                  <a:pt x="78818" y="46346"/>
                </a:lnTo>
                <a:close/>
              </a:path>
              <a:path w="105238" h="110352">
                <a:moveTo>
                  <a:pt x="67252" y="66156"/>
                </a:moveTo>
                <a:lnTo>
                  <a:pt x="57715" y="82251"/>
                </a:lnTo>
                <a:lnTo>
                  <a:pt x="72683" y="90754"/>
                </a:lnTo>
                <a:lnTo>
                  <a:pt x="82057" y="74936"/>
                </a:lnTo>
                <a:lnTo>
                  <a:pt x="67252" y="66156"/>
                </a:lnTo>
                <a:close/>
              </a:path>
              <a:path w="105238" h="110352">
                <a:moveTo>
                  <a:pt x="55359" y="85753"/>
                </a:moveTo>
                <a:lnTo>
                  <a:pt x="45838" y="101848"/>
                </a:lnTo>
                <a:lnTo>
                  <a:pt x="60807" y="110352"/>
                </a:lnTo>
                <a:lnTo>
                  <a:pt x="70180" y="94534"/>
                </a:lnTo>
                <a:lnTo>
                  <a:pt x="55359" y="85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830101" y="3571401"/>
            <a:ext cx="114546" cy="10911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830101" y="3571389"/>
            <a:ext cx="114546" cy="109130"/>
          </a:xfrm>
          <a:custGeom>
            <a:avLst/>
            <a:gdLst/>
            <a:ahLst/>
            <a:cxnLst/>
            <a:rect l="l" t="t" r="r" b="b"/>
            <a:pathLst>
              <a:path w="114546" h="109130">
                <a:moveTo>
                  <a:pt x="0" y="45092"/>
                </a:moveTo>
                <a:lnTo>
                  <a:pt x="104485" y="105123"/>
                </a:lnTo>
                <a:lnTo>
                  <a:pt x="107512" y="107175"/>
                </a:lnTo>
                <a:lnTo>
                  <a:pt x="110931" y="108544"/>
                </a:lnTo>
                <a:lnTo>
                  <a:pt x="114546" y="109130"/>
                </a:lnTo>
                <a:lnTo>
                  <a:pt x="114546" y="65097"/>
                </a:lnTo>
                <a:lnTo>
                  <a:pt x="0" y="0"/>
                </a:lnTo>
                <a:lnTo>
                  <a:pt x="0" y="45092"/>
                </a:lnTo>
                <a:close/>
              </a:path>
            </a:pathLst>
          </a:custGeom>
          <a:ln w="117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829349" y="3380361"/>
            <a:ext cx="302170" cy="301034"/>
          </a:xfrm>
          <a:custGeom>
            <a:avLst/>
            <a:gdLst/>
            <a:ahLst/>
            <a:cxnLst/>
            <a:rect l="l" t="t" r="r" b="b"/>
            <a:pathLst>
              <a:path w="302170" h="301034">
                <a:moveTo>
                  <a:pt x="302153" y="151795"/>
                </a:moveTo>
                <a:lnTo>
                  <a:pt x="297617" y="139703"/>
                </a:lnTo>
                <a:lnTo>
                  <a:pt x="291465" y="128430"/>
                </a:lnTo>
                <a:lnTo>
                  <a:pt x="283800" y="118138"/>
                </a:lnTo>
                <a:lnTo>
                  <a:pt x="274727" y="108988"/>
                </a:lnTo>
                <a:lnTo>
                  <a:pt x="273296" y="107762"/>
                </a:lnTo>
                <a:lnTo>
                  <a:pt x="85149" y="0"/>
                </a:lnTo>
                <a:lnTo>
                  <a:pt x="55424" y="9692"/>
                </a:lnTo>
                <a:lnTo>
                  <a:pt x="44056" y="16303"/>
                </a:lnTo>
                <a:lnTo>
                  <a:pt x="34488" y="25109"/>
                </a:lnTo>
                <a:lnTo>
                  <a:pt x="27026" y="35765"/>
                </a:lnTo>
                <a:lnTo>
                  <a:pt x="21970" y="47943"/>
                </a:lnTo>
                <a:lnTo>
                  <a:pt x="21921" y="69626"/>
                </a:lnTo>
                <a:lnTo>
                  <a:pt x="29990" y="80274"/>
                </a:lnTo>
                <a:lnTo>
                  <a:pt x="40723" y="87848"/>
                </a:lnTo>
                <a:lnTo>
                  <a:pt x="53307" y="91858"/>
                </a:lnTo>
                <a:lnTo>
                  <a:pt x="59203" y="92367"/>
                </a:lnTo>
                <a:lnTo>
                  <a:pt x="6789" y="180092"/>
                </a:lnTo>
                <a:lnTo>
                  <a:pt x="2208" y="184914"/>
                </a:lnTo>
                <a:lnTo>
                  <a:pt x="0" y="191496"/>
                </a:lnTo>
                <a:lnTo>
                  <a:pt x="752" y="198093"/>
                </a:lnTo>
                <a:lnTo>
                  <a:pt x="752" y="236116"/>
                </a:lnTo>
                <a:lnTo>
                  <a:pt x="105238" y="296146"/>
                </a:lnTo>
                <a:lnTo>
                  <a:pt x="111062" y="301034"/>
                </a:lnTo>
                <a:lnTo>
                  <a:pt x="119536" y="301034"/>
                </a:lnTo>
                <a:lnTo>
                  <a:pt x="125343" y="296146"/>
                </a:lnTo>
                <a:lnTo>
                  <a:pt x="266000" y="216111"/>
                </a:lnTo>
                <a:lnTo>
                  <a:pt x="266000" y="194102"/>
                </a:lnTo>
                <a:lnTo>
                  <a:pt x="279177" y="192547"/>
                </a:lnTo>
                <a:lnTo>
                  <a:pt x="290684" y="186556"/>
                </a:lnTo>
                <a:lnTo>
                  <a:pt x="299421" y="176819"/>
                </a:lnTo>
                <a:lnTo>
                  <a:pt x="302170" y="171360"/>
                </a:lnTo>
                <a:lnTo>
                  <a:pt x="302153" y="151795"/>
                </a:lnTo>
                <a:close/>
              </a:path>
            </a:pathLst>
          </a:custGeom>
          <a:ln w="24487">
            <a:solidFill>
              <a:srgbClr val="4677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8176914" y="2572249"/>
            <a:ext cx="1718039" cy="958181"/>
          </a:xfrm>
          <a:custGeom>
            <a:avLst/>
            <a:gdLst/>
            <a:ahLst/>
            <a:cxnLst/>
            <a:rect l="l" t="t" r="r" b="b"/>
            <a:pathLst>
              <a:path w="1718039" h="958181">
                <a:moveTo>
                  <a:pt x="1718039" y="958181"/>
                </a:moveTo>
                <a:lnTo>
                  <a:pt x="0" y="0"/>
                </a:lnTo>
              </a:path>
            </a:pathLst>
          </a:custGeom>
          <a:ln w="352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176914" y="1683384"/>
            <a:ext cx="1694809" cy="888864"/>
          </a:xfrm>
          <a:custGeom>
            <a:avLst/>
            <a:gdLst/>
            <a:ahLst/>
            <a:cxnLst/>
            <a:rect l="l" t="t" r="r" b="b"/>
            <a:pathLst>
              <a:path w="1694809" h="888864">
                <a:moveTo>
                  <a:pt x="1694809" y="0"/>
                </a:moveTo>
                <a:lnTo>
                  <a:pt x="0" y="888864"/>
                </a:lnTo>
              </a:path>
            </a:pathLst>
          </a:custGeom>
          <a:ln w="352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9697008" y="1704399"/>
            <a:ext cx="210051" cy="129021"/>
          </a:xfrm>
          <a:custGeom>
            <a:avLst/>
            <a:gdLst/>
            <a:ahLst/>
            <a:cxnLst/>
            <a:rect l="l" t="t" r="r" b="b"/>
            <a:pathLst>
              <a:path w="210051" h="129021">
                <a:moveTo>
                  <a:pt x="125638" y="129021"/>
                </a:moveTo>
                <a:lnTo>
                  <a:pt x="210051" y="129021"/>
                </a:lnTo>
                <a:lnTo>
                  <a:pt x="24047" y="162"/>
                </a:lnTo>
                <a:lnTo>
                  <a:pt x="21266" y="0"/>
                </a:lnTo>
                <a:lnTo>
                  <a:pt x="18649" y="162"/>
                </a:lnTo>
                <a:lnTo>
                  <a:pt x="16031" y="977"/>
                </a:lnTo>
                <a:lnTo>
                  <a:pt x="6557" y="6112"/>
                </a:lnTo>
                <a:lnTo>
                  <a:pt x="71" y="16429"/>
                </a:lnTo>
                <a:lnTo>
                  <a:pt x="0" y="28997"/>
                </a:lnTo>
                <a:lnTo>
                  <a:pt x="2800" y="40458"/>
                </a:lnTo>
                <a:lnTo>
                  <a:pt x="7449" y="53476"/>
                </a:lnTo>
                <a:lnTo>
                  <a:pt x="13434" y="65725"/>
                </a:lnTo>
                <a:lnTo>
                  <a:pt x="20659" y="77127"/>
                </a:lnTo>
                <a:lnTo>
                  <a:pt x="29028" y="87607"/>
                </a:lnTo>
                <a:lnTo>
                  <a:pt x="38444" y="97087"/>
                </a:lnTo>
                <a:lnTo>
                  <a:pt x="48813" y="105491"/>
                </a:lnTo>
                <a:lnTo>
                  <a:pt x="60037" y="112742"/>
                </a:lnTo>
                <a:lnTo>
                  <a:pt x="72022" y="118763"/>
                </a:lnTo>
                <a:lnTo>
                  <a:pt x="84670" y="123479"/>
                </a:lnTo>
                <a:lnTo>
                  <a:pt x="97886" y="126811"/>
                </a:lnTo>
                <a:lnTo>
                  <a:pt x="111574" y="128684"/>
                </a:lnTo>
                <a:lnTo>
                  <a:pt x="125638" y="1290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9721056" y="1533185"/>
            <a:ext cx="280232" cy="19418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9721056" y="1533185"/>
            <a:ext cx="280232" cy="194184"/>
          </a:xfrm>
          <a:custGeom>
            <a:avLst/>
            <a:gdLst/>
            <a:ahLst/>
            <a:cxnLst/>
            <a:rect l="l" t="t" r="r" b="b"/>
            <a:pathLst>
              <a:path w="280232" h="194184">
                <a:moveTo>
                  <a:pt x="0" y="151828"/>
                </a:moveTo>
                <a:lnTo>
                  <a:pt x="0" y="171377"/>
                </a:lnTo>
                <a:lnTo>
                  <a:pt x="7696" y="182389"/>
                </a:lnTo>
                <a:lnTo>
                  <a:pt x="18436" y="190077"/>
                </a:lnTo>
                <a:lnTo>
                  <a:pt x="31188" y="193876"/>
                </a:lnTo>
                <a:lnTo>
                  <a:pt x="36153" y="194184"/>
                </a:lnTo>
                <a:lnTo>
                  <a:pt x="36153" y="174146"/>
                </a:lnTo>
                <a:lnTo>
                  <a:pt x="39287" y="161522"/>
                </a:lnTo>
                <a:lnTo>
                  <a:pt x="44360" y="149667"/>
                </a:lnTo>
                <a:lnTo>
                  <a:pt x="51269" y="138791"/>
                </a:lnTo>
                <a:lnTo>
                  <a:pt x="59908" y="129102"/>
                </a:lnTo>
                <a:lnTo>
                  <a:pt x="63637" y="125763"/>
                </a:lnTo>
                <a:lnTo>
                  <a:pt x="233936" y="27205"/>
                </a:lnTo>
                <a:lnTo>
                  <a:pt x="246950" y="28838"/>
                </a:lnTo>
                <a:lnTo>
                  <a:pt x="259242" y="32932"/>
                </a:lnTo>
                <a:lnTo>
                  <a:pt x="270460" y="39380"/>
                </a:lnTo>
                <a:lnTo>
                  <a:pt x="280232" y="48057"/>
                </a:lnTo>
                <a:lnTo>
                  <a:pt x="275395" y="35774"/>
                </a:lnTo>
                <a:lnTo>
                  <a:pt x="267974" y="25042"/>
                </a:lnTo>
                <a:lnTo>
                  <a:pt x="258322" y="16257"/>
                </a:lnTo>
                <a:lnTo>
                  <a:pt x="246696" y="9774"/>
                </a:lnTo>
                <a:lnTo>
                  <a:pt x="217086" y="0"/>
                </a:lnTo>
                <a:lnTo>
                  <a:pt x="28792" y="107843"/>
                </a:lnTo>
                <a:lnTo>
                  <a:pt x="19687" y="116944"/>
                </a:lnTo>
                <a:lnTo>
                  <a:pt x="11883" y="127134"/>
                </a:lnTo>
                <a:lnTo>
                  <a:pt x="5475" y="138249"/>
                </a:lnTo>
                <a:lnTo>
                  <a:pt x="560" y="150122"/>
                </a:lnTo>
                <a:lnTo>
                  <a:pt x="0" y="151828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757210" y="1663347"/>
            <a:ext cx="150667" cy="17007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757210" y="1663347"/>
            <a:ext cx="150667" cy="170073"/>
          </a:xfrm>
          <a:custGeom>
            <a:avLst/>
            <a:gdLst/>
            <a:ahLst/>
            <a:cxnLst/>
            <a:rect l="l" t="t" r="r" b="b"/>
            <a:pathLst>
              <a:path w="150667" h="170073">
                <a:moveTo>
                  <a:pt x="0" y="86014"/>
                </a:moveTo>
                <a:lnTo>
                  <a:pt x="140688" y="166164"/>
                </a:lnTo>
                <a:lnTo>
                  <a:pt x="143633" y="168119"/>
                </a:lnTo>
                <a:lnTo>
                  <a:pt x="147068" y="169585"/>
                </a:lnTo>
                <a:lnTo>
                  <a:pt x="150667" y="170073"/>
                </a:lnTo>
                <a:lnTo>
                  <a:pt x="150667" y="126089"/>
                </a:lnTo>
                <a:lnTo>
                  <a:pt x="81305" y="12055"/>
                </a:lnTo>
                <a:lnTo>
                  <a:pt x="60365" y="0"/>
                </a:lnTo>
                <a:lnTo>
                  <a:pt x="0" y="64022"/>
                </a:lnTo>
                <a:lnTo>
                  <a:pt x="0" y="86014"/>
                </a:lnTo>
                <a:close/>
              </a:path>
            </a:pathLst>
          </a:custGeom>
          <a:ln w="117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9817575" y="1595252"/>
            <a:ext cx="136599" cy="8014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9757210" y="1560390"/>
            <a:ext cx="244078" cy="16774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9757210" y="1560390"/>
            <a:ext cx="244078" cy="167740"/>
          </a:xfrm>
          <a:custGeom>
            <a:avLst/>
            <a:gdLst/>
            <a:ahLst/>
            <a:cxnLst/>
            <a:rect l="l" t="t" r="r" b="b"/>
            <a:pathLst>
              <a:path w="244078" h="167740">
                <a:moveTo>
                  <a:pt x="60365" y="102956"/>
                </a:moveTo>
                <a:lnTo>
                  <a:pt x="53003" y="128044"/>
                </a:lnTo>
                <a:lnTo>
                  <a:pt x="52676" y="150199"/>
                </a:lnTo>
                <a:lnTo>
                  <a:pt x="42794" y="158223"/>
                </a:lnTo>
                <a:lnTo>
                  <a:pt x="31593" y="163897"/>
                </a:lnTo>
                <a:lnTo>
                  <a:pt x="19475" y="167108"/>
                </a:lnTo>
                <a:lnTo>
                  <a:pt x="6838" y="167740"/>
                </a:lnTo>
                <a:lnTo>
                  <a:pt x="0" y="166978"/>
                </a:lnTo>
                <a:lnTo>
                  <a:pt x="0" y="146941"/>
                </a:lnTo>
                <a:lnTo>
                  <a:pt x="3153" y="134317"/>
                </a:lnTo>
                <a:lnTo>
                  <a:pt x="8262" y="122462"/>
                </a:lnTo>
                <a:lnTo>
                  <a:pt x="15188" y="111585"/>
                </a:lnTo>
                <a:lnTo>
                  <a:pt x="23790" y="101897"/>
                </a:lnTo>
                <a:lnTo>
                  <a:pt x="27483" y="98558"/>
                </a:lnTo>
                <a:lnTo>
                  <a:pt x="197782" y="0"/>
                </a:lnTo>
                <a:lnTo>
                  <a:pt x="210796" y="1632"/>
                </a:lnTo>
                <a:lnTo>
                  <a:pt x="223088" y="5727"/>
                </a:lnTo>
                <a:lnTo>
                  <a:pt x="234306" y="12175"/>
                </a:lnTo>
                <a:lnTo>
                  <a:pt x="244078" y="20851"/>
                </a:lnTo>
                <a:lnTo>
                  <a:pt x="244078" y="42518"/>
                </a:lnTo>
                <a:lnTo>
                  <a:pt x="235691" y="52670"/>
                </a:lnTo>
                <a:lnTo>
                  <a:pt x="224964" y="60094"/>
                </a:lnTo>
                <a:lnTo>
                  <a:pt x="212551" y="64380"/>
                </a:lnTo>
                <a:lnTo>
                  <a:pt x="206779" y="65162"/>
                </a:lnTo>
                <a:lnTo>
                  <a:pt x="196964" y="48057"/>
                </a:lnTo>
                <a:lnTo>
                  <a:pt x="174879" y="34861"/>
                </a:lnTo>
                <a:lnTo>
                  <a:pt x="60365" y="102956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9838515" y="1605678"/>
            <a:ext cx="183877" cy="18375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9838515" y="1605678"/>
            <a:ext cx="183877" cy="183758"/>
          </a:xfrm>
          <a:custGeom>
            <a:avLst/>
            <a:gdLst/>
            <a:ahLst/>
            <a:cxnLst/>
            <a:rect l="l" t="t" r="r" b="b"/>
            <a:pathLst>
              <a:path w="183877" h="183758">
                <a:moveTo>
                  <a:pt x="183877" y="117618"/>
                </a:moveTo>
                <a:lnTo>
                  <a:pt x="69362" y="183758"/>
                </a:lnTo>
                <a:lnTo>
                  <a:pt x="0" y="69723"/>
                </a:lnTo>
                <a:lnTo>
                  <a:pt x="27646" y="53759"/>
                </a:lnTo>
                <a:lnTo>
                  <a:pt x="28137" y="36979"/>
                </a:lnTo>
                <a:lnTo>
                  <a:pt x="44496" y="28019"/>
                </a:lnTo>
                <a:lnTo>
                  <a:pt x="44660" y="43821"/>
                </a:lnTo>
                <a:lnTo>
                  <a:pt x="76560" y="25413"/>
                </a:lnTo>
                <a:lnTo>
                  <a:pt x="76560" y="8959"/>
                </a:lnTo>
                <a:lnTo>
                  <a:pt x="92592" y="0"/>
                </a:lnTo>
                <a:lnTo>
                  <a:pt x="92592" y="16616"/>
                </a:lnTo>
                <a:lnTo>
                  <a:pt x="115659" y="2769"/>
                </a:lnTo>
                <a:lnTo>
                  <a:pt x="183877" y="117618"/>
                </a:lnTo>
                <a:close/>
              </a:path>
            </a:pathLst>
          </a:custGeom>
          <a:ln w="117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9879412" y="1657319"/>
            <a:ext cx="95046" cy="10425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9884320" y="1648522"/>
            <a:ext cx="105189" cy="110450"/>
          </a:xfrm>
          <a:custGeom>
            <a:avLst/>
            <a:gdLst/>
            <a:ahLst/>
            <a:cxnLst/>
            <a:rect l="l" t="t" r="r" b="b"/>
            <a:pathLst>
              <a:path w="105189" h="110450">
                <a:moveTo>
                  <a:pt x="60528" y="0"/>
                </a:moveTo>
                <a:lnTo>
                  <a:pt x="45805" y="8796"/>
                </a:lnTo>
                <a:lnTo>
                  <a:pt x="55130" y="24598"/>
                </a:lnTo>
                <a:lnTo>
                  <a:pt x="70180" y="16127"/>
                </a:lnTo>
                <a:lnTo>
                  <a:pt x="60528" y="0"/>
                </a:lnTo>
                <a:close/>
              </a:path>
              <a:path w="105189" h="110450">
                <a:moveTo>
                  <a:pt x="72143" y="19548"/>
                </a:moveTo>
                <a:lnTo>
                  <a:pt x="57420" y="28345"/>
                </a:lnTo>
                <a:lnTo>
                  <a:pt x="66745" y="44147"/>
                </a:lnTo>
                <a:lnTo>
                  <a:pt x="81632" y="35676"/>
                </a:lnTo>
                <a:lnTo>
                  <a:pt x="72143" y="19548"/>
                </a:lnTo>
                <a:close/>
              </a:path>
              <a:path w="105189" h="110450">
                <a:moveTo>
                  <a:pt x="83758" y="39423"/>
                </a:moveTo>
                <a:lnTo>
                  <a:pt x="68872" y="48057"/>
                </a:lnTo>
                <a:lnTo>
                  <a:pt x="78360" y="63859"/>
                </a:lnTo>
                <a:lnTo>
                  <a:pt x="93247" y="55388"/>
                </a:lnTo>
                <a:lnTo>
                  <a:pt x="83758" y="39423"/>
                </a:lnTo>
                <a:close/>
              </a:path>
              <a:path w="105189" h="110450">
                <a:moveTo>
                  <a:pt x="95701" y="58972"/>
                </a:moveTo>
                <a:lnTo>
                  <a:pt x="80814" y="67768"/>
                </a:lnTo>
                <a:lnTo>
                  <a:pt x="90138" y="83570"/>
                </a:lnTo>
                <a:lnTo>
                  <a:pt x="105189" y="75099"/>
                </a:lnTo>
                <a:lnTo>
                  <a:pt x="95701" y="58972"/>
                </a:lnTo>
                <a:close/>
              </a:path>
              <a:path w="105189" h="110450">
                <a:moveTo>
                  <a:pt x="72471" y="72167"/>
                </a:moveTo>
                <a:lnTo>
                  <a:pt x="57584" y="80964"/>
                </a:lnTo>
                <a:lnTo>
                  <a:pt x="66908" y="96766"/>
                </a:lnTo>
                <a:lnTo>
                  <a:pt x="81959" y="88295"/>
                </a:lnTo>
                <a:lnTo>
                  <a:pt x="72471" y="72167"/>
                </a:lnTo>
                <a:close/>
              </a:path>
              <a:path w="105189" h="110450">
                <a:moveTo>
                  <a:pt x="60528" y="52618"/>
                </a:moveTo>
                <a:lnTo>
                  <a:pt x="45805" y="61415"/>
                </a:lnTo>
                <a:lnTo>
                  <a:pt x="55130" y="77217"/>
                </a:lnTo>
                <a:lnTo>
                  <a:pt x="70017" y="68746"/>
                </a:lnTo>
                <a:lnTo>
                  <a:pt x="60528" y="52618"/>
                </a:lnTo>
                <a:close/>
              </a:path>
              <a:path w="105189" h="110450">
                <a:moveTo>
                  <a:pt x="48913" y="32907"/>
                </a:moveTo>
                <a:lnTo>
                  <a:pt x="34190" y="41541"/>
                </a:lnTo>
                <a:lnTo>
                  <a:pt x="43515" y="57342"/>
                </a:lnTo>
                <a:lnTo>
                  <a:pt x="58565" y="48871"/>
                </a:lnTo>
                <a:lnTo>
                  <a:pt x="48913" y="32907"/>
                </a:lnTo>
                <a:close/>
              </a:path>
              <a:path w="105189" h="110450">
                <a:moveTo>
                  <a:pt x="37298" y="13358"/>
                </a:moveTo>
                <a:lnTo>
                  <a:pt x="22575" y="22155"/>
                </a:lnTo>
                <a:lnTo>
                  <a:pt x="31900" y="37957"/>
                </a:lnTo>
                <a:lnTo>
                  <a:pt x="46950" y="29486"/>
                </a:lnTo>
                <a:lnTo>
                  <a:pt x="37298" y="13358"/>
                </a:lnTo>
                <a:close/>
              </a:path>
              <a:path w="105189" h="110450">
                <a:moveTo>
                  <a:pt x="14723" y="26879"/>
                </a:moveTo>
                <a:lnTo>
                  <a:pt x="0" y="35676"/>
                </a:lnTo>
                <a:lnTo>
                  <a:pt x="9324" y="51478"/>
                </a:lnTo>
                <a:lnTo>
                  <a:pt x="24211" y="43007"/>
                </a:lnTo>
                <a:lnTo>
                  <a:pt x="14723" y="26879"/>
                </a:lnTo>
                <a:close/>
              </a:path>
              <a:path w="105189" h="110450">
                <a:moveTo>
                  <a:pt x="26338" y="46428"/>
                </a:moveTo>
                <a:lnTo>
                  <a:pt x="11451" y="55225"/>
                </a:lnTo>
                <a:lnTo>
                  <a:pt x="20939" y="71027"/>
                </a:lnTo>
                <a:lnTo>
                  <a:pt x="35826" y="62555"/>
                </a:lnTo>
                <a:lnTo>
                  <a:pt x="26338" y="46428"/>
                </a:lnTo>
                <a:close/>
              </a:path>
              <a:path w="105189" h="110450">
                <a:moveTo>
                  <a:pt x="37953" y="66302"/>
                </a:moveTo>
                <a:lnTo>
                  <a:pt x="23066" y="74936"/>
                </a:lnTo>
                <a:lnTo>
                  <a:pt x="32391" y="90738"/>
                </a:lnTo>
                <a:lnTo>
                  <a:pt x="47441" y="82267"/>
                </a:lnTo>
                <a:lnTo>
                  <a:pt x="37953" y="66302"/>
                </a:lnTo>
                <a:close/>
              </a:path>
              <a:path w="105189" h="110450">
                <a:moveTo>
                  <a:pt x="49731" y="85851"/>
                </a:moveTo>
                <a:lnTo>
                  <a:pt x="35008" y="94648"/>
                </a:lnTo>
                <a:lnTo>
                  <a:pt x="44333" y="110450"/>
                </a:lnTo>
                <a:lnTo>
                  <a:pt x="59383" y="101979"/>
                </a:lnTo>
                <a:lnTo>
                  <a:pt x="49731" y="858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9907877" y="1724274"/>
            <a:ext cx="114514" cy="10914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9907877" y="1724274"/>
            <a:ext cx="114514" cy="109147"/>
          </a:xfrm>
          <a:custGeom>
            <a:avLst/>
            <a:gdLst/>
            <a:ahLst/>
            <a:cxnLst/>
            <a:rect l="l" t="t" r="r" b="b"/>
            <a:pathLst>
              <a:path w="114514" h="109147">
                <a:moveTo>
                  <a:pt x="114514" y="45124"/>
                </a:moveTo>
                <a:lnTo>
                  <a:pt x="10142" y="105074"/>
                </a:lnTo>
                <a:lnTo>
                  <a:pt x="7034" y="107192"/>
                </a:lnTo>
                <a:lnTo>
                  <a:pt x="3599" y="108495"/>
                </a:lnTo>
                <a:lnTo>
                  <a:pt x="0" y="109147"/>
                </a:lnTo>
                <a:lnTo>
                  <a:pt x="0" y="65162"/>
                </a:lnTo>
                <a:lnTo>
                  <a:pt x="114514" y="0"/>
                </a:lnTo>
                <a:lnTo>
                  <a:pt x="114514" y="45124"/>
                </a:lnTo>
                <a:close/>
              </a:path>
            </a:pathLst>
          </a:custGeom>
          <a:ln w="117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9721056" y="1533185"/>
            <a:ext cx="302153" cy="301050"/>
          </a:xfrm>
          <a:custGeom>
            <a:avLst/>
            <a:gdLst/>
            <a:ahLst/>
            <a:cxnLst/>
            <a:rect l="l" t="t" r="r" b="b"/>
            <a:pathLst>
              <a:path w="302153" h="301050">
                <a:moveTo>
                  <a:pt x="0" y="151828"/>
                </a:moveTo>
                <a:lnTo>
                  <a:pt x="4540" y="139772"/>
                </a:lnTo>
                <a:lnTo>
                  <a:pt x="10717" y="128510"/>
                </a:lnTo>
                <a:lnTo>
                  <a:pt x="18394" y="118205"/>
                </a:lnTo>
                <a:lnTo>
                  <a:pt x="27432" y="109024"/>
                </a:lnTo>
                <a:lnTo>
                  <a:pt x="28792" y="107843"/>
                </a:lnTo>
                <a:lnTo>
                  <a:pt x="217086" y="0"/>
                </a:lnTo>
                <a:lnTo>
                  <a:pt x="246696" y="9774"/>
                </a:lnTo>
                <a:lnTo>
                  <a:pt x="258036" y="16360"/>
                </a:lnTo>
                <a:lnTo>
                  <a:pt x="267603" y="25152"/>
                </a:lnTo>
                <a:lnTo>
                  <a:pt x="275095" y="35803"/>
                </a:lnTo>
                <a:lnTo>
                  <a:pt x="280232" y="48057"/>
                </a:lnTo>
                <a:lnTo>
                  <a:pt x="280232" y="69723"/>
                </a:lnTo>
                <a:lnTo>
                  <a:pt x="272191" y="80337"/>
                </a:lnTo>
                <a:lnTo>
                  <a:pt x="261456" y="87913"/>
                </a:lnTo>
                <a:lnTo>
                  <a:pt x="248827" y="91896"/>
                </a:lnTo>
                <a:lnTo>
                  <a:pt x="242933" y="92367"/>
                </a:lnTo>
                <a:lnTo>
                  <a:pt x="295446" y="180174"/>
                </a:lnTo>
                <a:lnTo>
                  <a:pt x="300027" y="184898"/>
                </a:lnTo>
                <a:lnTo>
                  <a:pt x="302153" y="191577"/>
                </a:lnTo>
                <a:lnTo>
                  <a:pt x="301335" y="198093"/>
                </a:lnTo>
                <a:lnTo>
                  <a:pt x="301335" y="236213"/>
                </a:lnTo>
                <a:lnTo>
                  <a:pt x="196964" y="296163"/>
                </a:lnTo>
                <a:lnTo>
                  <a:pt x="191075" y="301050"/>
                </a:lnTo>
                <a:lnTo>
                  <a:pt x="182568" y="301050"/>
                </a:lnTo>
                <a:lnTo>
                  <a:pt x="176842" y="296163"/>
                </a:lnTo>
                <a:lnTo>
                  <a:pt x="36153" y="216176"/>
                </a:lnTo>
                <a:lnTo>
                  <a:pt x="36153" y="194184"/>
                </a:lnTo>
                <a:lnTo>
                  <a:pt x="22970" y="192599"/>
                </a:lnTo>
                <a:lnTo>
                  <a:pt x="11464" y="186591"/>
                </a:lnTo>
                <a:lnTo>
                  <a:pt x="2732" y="176825"/>
                </a:lnTo>
                <a:lnTo>
                  <a:pt x="0" y="171377"/>
                </a:lnTo>
                <a:lnTo>
                  <a:pt x="0" y="151828"/>
                </a:lnTo>
                <a:close/>
              </a:path>
            </a:pathLst>
          </a:custGeom>
          <a:ln w="24487">
            <a:solidFill>
              <a:srgbClr val="4677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9720074" y="3551477"/>
            <a:ext cx="210215" cy="129037"/>
          </a:xfrm>
          <a:custGeom>
            <a:avLst/>
            <a:gdLst/>
            <a:ahLst/>
            <a:cxnLst/>
            <a:rect l="l" t="t" r="r" b="b"/>
            <a:pathLst>
              <a:path w="210215" h="129037">
                <a:moveTo>
                  <a:pt x="125801" y="129037"/>
                </a:moveTo>
                <a:lnTo>
                  <a:pt x="210215" y="129037"/>
                </a:lnTo>
                <a:lnTo>
                  <a:pt x="24211" y="244"/>
                </a:lnTo>
                <a:lnTo>
                  <a:pt x="21430" y="0"/>
                </a:lnTo>
                <a:lnTo>
                  <a:pt x="18813" y="244"/>
                </a:lnTo>
                <a:lnTo>
                  <a:pt x="16195" y="961"/>
                </a:lnTo>
                <a:lnTo>
                  <a:pt x="6770" y="6079"/>
                </a:lnTo>
                <a:lnTo>
                  <a:pt x="200" y="16412"/>
                </a:lnTo>
                <a:lnTo>
                  <a:pt x="0" y="28980"/>
                </a:lnTo>
                <a:lnTo>
                  <a:pt x="2897" y="40691"/>
                </a:lnTo>
                <a:lnTo>
                  <a:pt x="7593" y="53702"/>
                </a:lnTo>
                <a:lnTo>
                  <a:pt x="13614" y="65939"/>
                </a:lnTo>
                <a:lnTo>
                  <a:pt x="20865" y="77326"/>
                </a:lnTo>
                <a:lnTo>
                  <a:pt x="29252" y="87788"/>
                </a:lnTo>
                <a:lnTo>
                  <a:pt x="38679" y="97248"/>
                </a:lnTo>
                <a:lnTo>
                  <a:pt x="49051" y="105630"/>
                </a:lnTo>
                <a:lnTo>
                  <a:pt x="60273" y="112858"/>
                </a:lnTo>
                <a:lnTo>
                  <a:pt x="72250" y="118857"/>
                </a:lnTo>
                <a:lnTo>
                  <a:pt x="84886" y="123551"/>
                </a:lnTo>
                <a:lnTo>
                  <a:pt x="98087" y="126862"/>
                </a:lnTo>
                <a:lnTo>
                  <a:pt x="111757" y="128717"/>
                </a:lnTo>
                <a:lnTo>
                  <a:pt x="125801" y="1290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744286" y="3380361"/>
            <a:ext cx="280068" cy="19410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9744286" y="3380361"/>
            <a:ext cx="280068" cy="194102"/>
          </a:xfrm>
          <a:custGeom>
            <a:avLst/>
            <a:gdLst/>
            <a:ahLst/>
            <a:cxnLst/>
            <a:rect l="l" t="t" r="r" b="b"/>
            <a:pathLst>
              <a:path w="280068" h="194102">
                <a:moveTo>
                  <a:pt x="0" y="151795"/>
                </a:moveTo>
                <a:lnTo>
                  <a:pt x="0" y="171360"/>
                </a:lnTo>
                <a:lnTo>
                  <a:pt x="7666" y="182322"/>
                </a:lnTo>
                <a:lnTo>
                  <a:pt x="18365" y="190005"/>
                </a:lnTo>
                <a:lnTo>
                  <a:pt x="31145" y="193802"/>
                </a:lnTo>
                <a:lnTo>
                  <a:pt x="36153" y="194102"/>
                </a:lnTo>
                <a:lnTo>
                  <a:pt x="36153" y="174081"/>
                </a:lnTo>
                <a:lnTo>
                  <a:pt x="39288" y="161455"/>
                </a:lnTo>
                <a:lnTo>
                  <a:pt x="44363" y="149588"/>
                </a:lnTo>
                <a:lnTo>
                  <a:pt x="51275" y="138705"/>
                </a:lnTo>
                <a:lnTo>
                  <a:pt x="59917" y="129030"/>
                </a:lnTo>
                <a:lnTo>
                  <a:pt x="63637" y="125714"/>
                </a:lnTo>
                <a:lnTo>
                  <a:pt x="233936" y="27205"/>
                </a:lnTo>
                <a:lnTo>
                  <a:pt x="246996" y="28797"/>
                </a:lnTo>
                <a:lnTo>
                  <a:pt x="259313" y="32922"/>
                </a:lnTo>
                <a:lnTo>
                  <a:pt x="270513" y="39416"/>
                </a:lnTo>
                <a:lnTo>
                  <a:pt x="280068" y="47943"/>
                </a:lnTo>
                <a:lnTo>
                  <a:pt x="275309" y="35642"/>
                </a:lnTo>
                <a:lnTo>
                  <a:pt x="267909" y="24899"/>
                </a:lnTo>
                <a:lnTo>
                  <a:pt x="258236" y="16112"/>
                </a:lnTo>
                <a:lnTo>
                  <a:pt x="246696" y="9692"/>
                </a:lnTo>
                <a:lnTo>
                  <a:pt x="216922" y="0"/>
                </a:lnTo>
                <a:lnTo>
                  <a:pt x="28792" y="107762"/>
                </a:lnTo>
                <a:lnTo>
                  <a:pt x="19694" y="116896"/>
                </a:lnTo>
                <a:lnTo>
                  <a:pt x="11894" y="127080"/>
                </a:lnTo>
                <a:lnTo>
                  <a:pt x="5488" y="138175"/>
                </a:lnTo>
                <a:lnTo>
                  <a:pt x="573" y="150047"/>
                </a:lnTo>
                <a:lnTo>
                  <a:pt x="0" y="151795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9780440" y="3510425"/>
            <a:ext cx="150667" cy="17015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9780440" y="3510425"/>
            <a:ext cx="150667" cy="170155"/>
          </a:xfrm>
          <a:custGeom>
            <a:avLst/>
            <a:gdLst/>
            <a:ahLst/>
            <a:cxnLst/>
            <a:rect l="l" t="t" r="r" b="b"/>
            <a:pathLst>
              <a:path w="150667" h="170155">
                <a:moveTo>
                  <a:pt x="0" y="86047"/>
                </a:moveTo>
                <a:lnTo>
                  <a:pt x="140688" y="166147"/>
                </a:lnTo>
                <a:lnTo>
                  <a:pt x="143633" y="168200"/>
                </a:lnTo>
                <a:lnTo>
                  <a:pt x="147068" y="169568"/>
                </a:lnTo>
                <a:lnTo>
                  <a:pt x="150667" y="170155"/>
                </a:lnTo>
                <a:lnTo>
                  <a:pt x="150667" y="126073"/>
                </a:lnTo>
                <a:lnTo>
                  <a:pt x="81305" y="12038"/>
                </a:lnTo>
                <a:lnTo>
                  <a:pt x="60201" y="0"/>
                </a:lnTo>
                <a:lnTo>
                  <a:pt x="0" y="64038"/>
                </a:lnTo>
                <a:lnTo>
                  <a:pt x="0" y="86047"/>
                </a:lnTo>
                <a:close/>
              </a:path>
            </a:pathLst>
          </a:custGeom>
          <a:ln w="11756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9840641" y="3442395"/>
            <a:ext cx="136762" cy="8006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9840641" y="3442395"/>
            <a:ext cx="136762" cy="80068"/>
          </a:xfrm>
          <a:custGeom>
            <a:avLst/>
            <a:gdLst/>
            <a:ahLst/>
            <a:cxnLst/>
            <a:rect l="l" t="t" r="r" b="b"/>
            <a:pathLst>
              <a:path w="136762" h="80068">
                <a:moveTo>
                  <a:pt x="114514" y="0"/>
                </a:moveTo>
                <a:lnTo>
                  <a:pt x="0" y="68029"/>
                </a:lnTo>
                <a:lnTo>
                  <a:pt x="21103" y="80068"/>
                </a:lnTo>
                <a:lnTo>
                  <a:pt x="48750" y="64168"/>
                </a:lnTo>
                <a:lnTo>
                  <a:pt x="49077" y="47324"/>
                </a:lnTo>
                <a:lnTo>
                  <a:pt x="65600" y="38429"/>
                </a:lnTo>
                <a:lnTo>
                  <a:pt x="65600" y="54264"/>
                </a:lnTo>
                <a:lnTo>
                  <a:pt x="97664" y="35774"/>
                </a:lnTo>
                <a:lnTo>
                  <a:pt x="97500" y="19304"/>
                </a:lnTo>
                <a:lnTo>
                  <a:pt x="113696" y="10393"/>
                </a:lnTo>
                <a:lnTo>
                  <a:pt x="113696" y="27026"/>
                </a:lnTo>
                <a:lnTo>
                  <a:pt x="136762" y="13113"/>
                </a:lnTo>
                <a:lnTo>
                  <a:pt x="114514" y="0"/>
                </a:lnTo>
                <a:close/>
              </a:path>
            </a:pathLst>
          </a:custGeom>
          <a:ln w="117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9780440" y="3407566"/>
            <a:ext cx="244078" cy="16768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9780440" y="3407566"/>
            <a:ext cx="244078" cy="167685"/>
          </a:xfrm>
          <a:custGeom>
            <a:avLst/>
            <a:gdLst/>
            <a:ahLst/>
            <a:cxnLst/>
            <a:rect l="l" t="t" r="r" b="b"/>
            <a:pathLst>
              <a:path w="244078" h="167685">
                <a:moveTo>
                  <a:pt x="60201" y="102858"/>
                </a:moveTo>
                <a:lnTo>
                  <a:pt x="53003" y="128060"/>
                </a:lnTo>
                <a:lnTo>
                  <a:pt x="52676" y="150069"/>
                </a:lnTo>
                <a:lnTo>
                  <a:pt x="42791" y="158110"/>
                </a:lnTo>
                <a:lnTo>
                  <a:pt x="31575" y="163814"/>
                </a:lnTo>
                <a:lnTo>
                  <a:pt x="19458" y="167049"/>
                </a:lnTo>
                <a:lnTo>
                  <a:pt x="6868" y="167685"/>
                </a:lnTo>
                <a:lnTo>
                  <a:pt x="0" y="166897"/>
                </a:lnTo>
                <a:lnTo>
                  <a:pt x="0" y="146876"/>
                </a:lnTo>
                <a:lnTo>
                  <a:pt x="3154" y="134270"/>
                </a:lnTo>
                <a:lnTo>
                  <a:pt x="8265" y="122418"/>
                </a:lnTo>
                <a:lnTo>
                  <a:pt x="15194" y="111535"/>
                </a:lnTo>
                <a:lnTo>
                  <a:pt x="23799" y="101839"/>
                </a:lnTo>
                <a:lnTo>
                  <a:pt x="197782" y="0"/>
                </a:lnTo>
                <a:lnTo>
                  <a:pt x="210843" y="1591"/>
                </a:lnTo>
                <a:lnTo>
                  <a:pt x="223159" y="5717"/>
                </a:lnTo>
                <a:lnTo>
                  <a:pt x="234359" y="12210"/>
                </a:lnTo>
                <a:lnTo>
                  <a:pt x="243915" y="20737"/>
                </a:lnTo>
                <a:lnTo>
                  <a:pt x="244078" y="42420"/>
                </a:lnTo>
                <a:lnTo>
                  <a:pt x="235631" y="52569"/>
                </a:lnTo>
                <a:lnTo>
                  <a:pt x="224941" y="60000"/>
                </a:lnTo>
                <a:lnTo>
                  <a:pt x="212589" y="64334"/>
                </a:lnTo>
                <a:lnTo>
                  <a:pt x="206779" y="65162"/>
                </a:lnTo>
                <a:lnTo>
                  <a:pt x="196964" y="47943"/>
                </a:lnTo>
                <a:lnTo>
                  <a:pt x="174715" y="34829"/>
                </a:lnTo>
                <a:lnTo>
                  <a:pt x="60201" y="102858"/>
                </a:lnTo>
                <a:close/>
              </a:path>
            </a:pathLst>
          </a:custGeom>
          <a:ln w="117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9861745" y="3452789"/>
            <a:ext cx="183877" cy="18370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9861745" y="3452790"/>
            <a:ext cx="183877" cy="183709"/>
          </a:xfrm>
          <a:custGeom>
            <a:avLst/>
            <a:gdLst/>
            <a:ahLst/>
            <a:cxnLst/>
            <a:rect l="l" t="t" r="r" b="b"/>
            <a:pathLst>
              <a:path w="183877" h="183709">
                <a:moveTo>
                  <a:pt x="183877" y="117667"/>
                </a:moveTo>
                <a:lnTo>
                  <a:pt x="69362" y="183709"/>
                </a:lnTo>
                <a:lnTo>
                  <a:pt x="0" y="69674"/>
                </a:lnTo>
                <a:lnTo>
                  <a:pt x="27646" y="53775"/>
                </a:lnTo>
                <a:lnTo>
                  <a:pt x="27974" y="36930"/>
                </a:lnTo>
                <a:lnTo>
                  <a:pt x="44496" y="28036"/>
                </a:lnTo>
                <a:lnTo>
                  <a:pt x="44496" y="43870"/>
                </a:lnTo>
                <a:lnTo>
                  <a:pt x="76560" y="25380"/>
                </a:lnTo>
                <a:lnTo>
                  <a:pt x="76397" y="8910"/>
                </a:lnTo>
                <a:lnTo>
                  <a:pt x="92592" y="0"/>
                </a:lnTo>
                <a:lnTo>
                  <a:pt x="92592" y="16632"/>
                </a:lnTo>
                <a:lnTo>
                  <a:pt x="115659" y="2720"/>
                </a:lnTo>
                <a:lnTo>
                  <a:pt x="183877" y="117667"/>
                </a:lnTo>
                <a:close/>
              </a:path>
            </a:pathLst>
          </a:custGeom>
          <a:ln w="117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9902642" y="3504495"/>
            <a:ext cx="95046" cy="10416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9907387" y="3495715"/>
            <a:ext cx="105353" cy="110352"/>
          </a:xfrm>
          <a:custGeom>
            <a:avLst/>
            <a:gdLst/>
            <a:ahLst/>
            <a:cxnLst/>
            <a:rect l="l" t="t" r="r" b="b"/>
            <a:pathLst>
              <a:path w="105353" h="110352">
                <a:moveTo>
                  <a:pt x="60692" y="0"/>
                </a:moveTo>
                <a:lnTo>
                  <a:pt x="45805" y="8780"/>
                </a:lnTo>
                <a:lnTo>
                  <a:pt x="55293" y="24582"/>
                </a:lnTo>
                <a:lnTo>
                  <a:pt x="70180" y="16095"/>
                </a:lnTo>
                <a:lnTo>
                  <a:pt x="60692" y="0"/>
                </a:lnTo>
                <a:close/>
              </a:path>
              <a:path w="105353" h="110352">
                <a:moveTo>
                  <a:pt x="72307" y="19467"/>
                </a:moveTo>
                <a:lnTo>
                  <a:pt x="57420" y="28231"/>
                </a:lnTo>
                <a:lnTo>
                  <a:pt x="66908" y="44049"/>
                </a:lnTo>
                <a:lnTo>
                  <a:pt x="81795" y="35562"/>
                </a:lnTo>
                <a:lnTo>
                  <a:pt x="72307" y="19467"/>
                </a:lnTo>
                <a:close/>
              </a:path>
              <a:path w="105353" h="110352">
                <a:moveTo>
                  <a:pt x="83922" y="39276"/>
                </a:moveTo>
                <a:lnTo>
                  <a:pt x="69035" y="48057"/>
                </a:lnTo>
                <a:lnTo>
                  <a:pt x="78360" y="63859"/>
                </a:lnTo>
                <a:lnTo>
                  <a:pt x="93410" y="55371"/>
                </a:lnTo>
                <a:lnTo>
                  <a:pt x="83922" y="39276"/>
                </a:lnTo>
                <a:close/>
              </a:path>
              <a:path w="105353" h="110352">
                <a:moveTo>
                  <a:pt x="95701" y="58874"/>
                </a:moveTo>
                <a:lnTo>
                  <a:pt x="80977" y="67654"/>
                </a:lnTo>
                <a:lnTo>
                  <a:pt x="90302" y="83473"/>
                </a:lnTo>
                <a:lnTo>
                  <a:pt x="105353" y="74969"/>
                </a:lnTo>
                <a:lnTo>
                  <a:pt x="95701" y="58874"/>
                </a:lnTo>
                <a:close/>
              </a:path>
              <a:path w="105353" h="110352">
                <a:moveTo>
                  <a:pt x="72471" y="72183"/>
                </a:moveTo>
                <a:lnTo>
                  <a:pt x="57747" y="80948"/>
                </a:lnTo>
                <a:lnTo>
                  <a:pt x="67072" y="96766"/>
                </a:lnTo>
                <a:lnTo>
                  <a:pt x="82123" y="88278"/>
                </a:lnTo>
                <a:lnTo>
                  <a:pt x="72471" y="72183"/>
                </a:lnTo>
                <a:close/>
              </a:path>
              <a:path w="105353" h="110352">
                <a:moveTo>
                  <a:pt x="60692" y="52586"/>
                </a:moveTo>
                <a:lnTo>
                  <a:pt x="45805" y="61350"/>
                </a:lnTo>
                <a:lnTo>
                  <a:pt x="55293" y="77168"/>
                </a:lnTo>
                <a:lnTo>
                  <a:pt x="70180" y="68664"/>
                </a:lnTo>
                <a:lnTo>
                  <a:pt x="60692" y="52586"/>
                </a:lnTo>
                <a:close/>
              </a:path>
              <a:path w="105353" h="110352">
                <a:moveTo>
                  <a:pt x="49077" y="32760"/>
                </a:moveTo>
                <a:lnTo>
                  <a:pt x="34354" y="41541"/>
                </a:lnTo>
                <a:lnTo>
                  <a:pt x="43678" y="57359"/>
                </a:lnTo>
                <a:lnTo>
                  <a:pt x="58565" y="48855"/>
                </a:lnTo>
                <a:lnTo>
                  <a:pt x="49077" y="32760"/>
                </a:lnTo>
                <a:close/>
              </a:path>
              <a:path w="105353" h="110352">
                <a:moveTo>
                  <a:pt x="37462" y="13309"/>
                </a:moveTo>
                <a:lnTo>
                  <a:pt x="22739" y="22073"/>
                </a:lnTo>
                <a:lnTo>
                  <a:pt x="32063" y="37891"/>
                </a:lnTo>
                <a:lnTo>
                  <a:pt x="46950" y="29404"/>
                </a:lnTo>
                <a:lnTo>
                  <a:pt x="37462" y="13309"/>
                </a:lnTo>
                <a:close/>
              </a:path>
              <a:path w="105353" h="110352">
                <a:moveTo>
                  <a:pt x="14886" y="26879"/>
                </a:moveTo>
                <a:lnTo>
                  <a:pt x="0" y="35660"/>
                </a:lnTo>
                <a:lnTo>
                  <a:pt x="9488" y="51478"/>
                </a:lnTo>
                <a:lnTo>
                  <a:pt x="24375" y="42974"/>
                </a:lnTo>
                <a:lnTo>
                  <a:pt x="14886" y="26879"/>
                </a:lnTo>
                <a:close/>
              </a:path>
              <a:path w="105353" h="110352">
                <a:moveTo>
                  <a:pt x="26501" y="46346"/>
                </a:moveTo>
                <a:lnTo>
                  <a:pt x="11615" y="55111"/>
                </a:lnTo>
                <a:lnTo>
                  <a:pt x="20939" y="70929"/>
                </a:lnTo>
                <a:lnTo>
                  <a:pt x="35990" y="62441"/>
                </a:lnTo>
                <a:lnTo>
                  <a:pt x="26501" y="46346"/>
                </a:lnTo>
                <a:close/>
              </a:path>
              <a:path w="105353" h="110352">
                <a:moveTo>
                  <a:pt x="37953" y="66156"/>
                </a:moveTo>
                <a:lnTo>
                  <a:pt x="23230" y="74936"/>
                </a:lnTo>
                <a:lnTo>
                  <a:pt x="32554" y="90754"/>
                </a:lnTo>
                <a:lnTo>
                  <a:pt x="47605" y="82251"/>
                </a:lnTo>
                <a:lnTo>
                  <a:pt x="37953" y="66156"/>
                </a:lnTo>
                <a:close/>
              </a:path>
              <a:path w="105353" h="110352">
                <a:moveTo>
                  <a:pt x="49895" y="85753"/>
                </a:moveTo>
                <a:lnTo>
                  <a:pt x="35172" y="94534"/>
                </a:lnTo>
                <a:lnTo>
                  <a:pt x="44496" y="110352"/>
                </a:lnTo>
                <a:lnTo>
                  <a:pt x="59383" y="101848"/>
                </a:lnTo>
                <a:lnTo>
                  <a:pt x="49895" y="85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9931107" y="3571401"/>
            <a:ext cx="114514" cy="10911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9931107" y="3571389"/>
            <a:ext cx="114514" cy="109130"/>
          </a:xfrm>
          <a:custGeom>
            <a:avLst/>
            <a:gdLst/>
            <a:ahLst/>
            <a:cxnLst/>
            <a:rect l="l" t="t" r="r" b="b"/>
            <a:pathLst>
              <a:path w="114514" h="109130">
                <a:moveTo>
                  <a:pt x="114514" y="45092"/>
                </a:moveTo>
                <a:lnTo>
                  <a:pt x="9979" y="105123"/>
                </a:lnTo>
                <a:lnTo>
                  <a:pt x="7034" y="107175"/>
                </a:lnTo>
                <a:lnTo>
                  <a:pt x="3599" y="108544"/>
                </a:lnTo>
                <a:lnTo>
                  <a:pt x="0" y="109130"/>
                </a:lnTo>
                <a:lnTo>
                  <a:pt x="0" y="65097"/>
                </a:lnTo>
                <a:lnTo>
                  <a:pt x="114514" y="0"/>
                </a:lnTo>
                <a:lnTo>
                  <a:pt x="114514" y="45092"/>
                </a:lnTo>
                <a:close/>
              </a:path>
            </a:pathLst>
          </a:custGeom>
          <a:ln w="1175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9744286" y="3380361"/>
            <a:ext cx="302153" cy="301034"/>
          </a:xfrm>
          <a:custGeom>
            <a:avLst/>
            <a:gdLst/>
            <a:ahLst/>
            <a:cxnLst/>
            <a:rect l="l" t="t" r="r" b="b"/>
            <a:pathLst>
              <a:path w="302153" h="301034">
                <a:moveTo>
                  <a:pt x="0" y="151795"/>
                </a:moveTo>
                <a:lnTo>
                  <a:pt x="4514" y="139695"/>
                </a:lnTo>
                <a:lnTo>
                  <a:pt x="10648" y="128415"/>
                </a:lnTo>
                <a:lnTo>
                  <a:pt x="18304" y="118118"/>
                </a:lnTo>
                <a:lnTo>
                  <a:pt x="27386" y="108965"/>
                </a:lnTo>
                <a:lnTo>
                  <a:pt x="28792" y="107762"/>
                </a:lnTo>
                <a:lnTo>
                  <a:pt x="216922" y="0"/>
                </a:lnTo>
                <a:lnTo>
                  <a:pt x="246696" y="9692"/>
                </a:lnTo>
                <a:lnTo>
                  <a:pt x="258060" y="16312"/>
                </a:lnTo>
                <a:lnTo>
                  <a:pt x="267628" y="25130"/>
                </a:lnTo>
                <a:lnTo>
                  <a:pt x="275075" y="35802"/>
                </a:lnTo>
                <a:lnTo>
                  <a:pt x="280068" y="47943"/>
                </a:lnTo>
                <a:lnTo>
                  <a:pt x="280232" y="69626"/>
                </a:lnTo>
                <a:lnTo>
                  <a:pt x="272101" y="80271"/>
                </a:lnTo>
                <a:lnTo>
                  <a:pt x="261364" y="87844"/>
                </a:lnTo>
                <a:lnTo>
                  <a:pt x="248818" y="91856"/>
                </a:lnTo>
                <a:lnTo>
                  <a:pt x="242933" y="92367"/>
                </a:lnTo>
                <a:lnTo>
                  <a:pt x="295282" y="180092"/>
                </a:lnTo>
                <a:lnTo>
                  <a:pt x="299863" y="184914"/>
                </a:lnTo>
                <a:lnTo>
                  <a:pt x="302153" y="191496"/>
                </a:lnTo>
                <a:lnTo>
                  <a:pt x="301335" y="198093"/>
                </a:lnTo>
                <a:lnTo>
                  <a:pt x="301335" y="236116"/>
                </a:lnTo>
                <a:lnTo>
                  <a:pt x="196800" y="296146"/>
                </a:lnTo>
                <a:lnTo>
                  <a:pt x="191075" y="301034"/>
                </a:lnTo>
                <a:lnTo>
                  <a:pt x="182568" y="301034"/>
                </a:lnTo>
                <a:lnTo>
                  <a:pt x="176842" y="296146"/>
                </a:lnTo>
                <a:lnTo>
                  <a:pt x="36153" y="216111"/>
                </a:lnTo>
                <a:lnTo>
                  <a:pt x="36153" y="194102"/>
                </a:lnTo>
                <a:lnTo>
                  <a:pt x="22976" y="192545"/>
                </a:lnTo>
                <a:lnTo>
                  <a:pt x="11472" y="186551"/>
                </a:lnTo>
                <a:lnTo>
                  <a:pt x="2741" y="176808"/>
                </a:lnTo>
                <a:lnTo>
                  <a:pt x="0" y="171360"/>
                </a:lnTo>
                <a:lnTo>
                  <a:pt x="0" y="151795"/>
                </a:lnTo>
                <a:close/>
              </a:path>
            </a:pathLst>
          </a:custGeom>
          <a:ln w="24487">
            <a:solidFill>
              <a:srgbClr val="4677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280795" y="2927126"/>
            <a:ext cx="676173" cy="453234"/>
          </a:xfrm>
          <a:custGeom>
            <a:avLst/>
            <a:gdLst/>
            <a:ahLst/>
            <a:cxnLst/>
            <a:rect l="l" t="t" r="r" b="b"/>
            <a:pathLst>
              <a:path w="676173" h="453234">
                <a:moveTo>
                  <a:pt x="230173" y="453234"/>
                </a:moveTo>
                <a:lnTo>
                  <a:pt x="256176" y="449336"/>
                </a:lnTo>
                <a:lnTo>
                  <a:pt x="281900" y="444427"/>
                </a:lnTo>
                <a:lnTo>
                  <a:pt x="307318" y="438522"/>
                </a:lnTo>
                <a:lnTo>
                  <a:pt x="332403" y="431637"/>
                </a:lnTo>
                <a:lnTo>
                  <a:pt x="357130" y="423786"/>
                </a:lnTo>
                <a:lnTo>
                  <a:pt x="381472" y="414986"/>
                </a:lnTo>
                <a:lnTo>
                  <a:pt x="405402" y="405251"/>
                </a:lnTo>
                <a:lnTo>
                  <a:pt x="428894" y="394598"/>
                </a:lnTo>
                <a:lnTo>
                  <a:pt x="451921" y="383041"/>
                </a:lnTo>
                <a:lnTo>
                  <a:pt x="474456" y="370596"/>
                </a:lnTo>
                <a:lnTo>
                  <a:pt x="496474" y="357278"/>
                </a:lnTo>
                <a:lnTo>
                  <a:pt x="517948" y="343103"/>
                </a:lnTo>
                <a:lnTo>
                  <a:pt x="538851" y="328087"/>
                </a:lnTo>
                <a:lnTo>
                  <a:pt x="559156" y="312244"/>
                </a:lnTo>
                <a:lnTo>
                  <a:pt x="578838" y="295590"/>
                </a:lnTo>
                <a:lnTo>
                  <a:pt x="597869" y="278141"/>
                </a:lnTo>
                <a:lnTo>
                  <a:pt x="616224" y="259912"/>
                </a:lnTo>
                <a:lnTo>
                  <a:pt x="633876" y="240917"/>
                </a:lnTo>
                <a:lnTo>
                  <a:pt x="650797" y="221174"/>
                </a:lnTo>
                <a:lnTo>
                  <a:pt x="666963" y="200697"/>
                </a:lnTo>
                <a:lnTo>
                  <a:pt x="673745" y="176139"/>
                </a:lnTo>
                <a:lnTo>
                  <a:pt x="676173" y="151473"/>
                </a:lnTo>
                <a:lnTo>
                  <a:pt x="675820" y="139243"/>
                </a:lnTo>
                <a:lnTo>
                  <a:pt x="672117" y="115275"/>
                </a:lnTo>
                <a:lnTo>
                  <a:pt x="664594" y="92345"/>
                </a:lnTo>
                <a:lnTo>
                  <a:pt x="653467" y="70911"/>
                </a:lnTo>
                <a:lnTo>
                  <a:pt x="638951" y="51433"/>
                </a:lnTo>
                <a:lnTo>
                  <a:pt x="621259" y="34369"/>
                </a:lnTo>
                <a:lnTo>
                  <a:pt x="600607" y="20176"/>
                </a:lnTo>
                <a:lnTo>
                  <a:pt x="577209" y="9314"/>
                </a:lnTo>
                <a:lnTo>
                  <a:pt x="552567" y="2551"/>
                </a:lnTo>
                <a:lnTo>
                  <a:pt x="527405" y="0"/>
                </a:lnTo>
                <a:lnTo>
                  <a:pt x="514728" y="293"/>
                </a:lnTo>
                <a:lnTo>
                  <a:pt x="509260" y="746"/>
                </a:lnTo>
                <a:lnTo>
                  <a:pt x="0" y="453234"/>
                </a:lnTo>
                <a:lnTo>
                  <a:pt x="230173" y="4532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279650" y="2172363"/>
            <a:ext cx="514004" cy="120799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279650" y="2172363"/>
            <a:ext cx="514004" cy="1207997"/>
          </a:xfrm>
          <a:custGeom>
            <a:avLst/>
            <a:gdLst/>
            <a:ahLst/>
            <a:cxnLst/>
            <a:rect l="l" t="t" r="r" b="b"/>
            <a:pathLst>
              <a:path w="514004" h="1207997">
                <a:moveTo>
                  <a:pt x="0" y="1207997"/>
                </a:moveTo>
                <a:lnTo>
                  <a:pt x="509587" y="910824"/>
                </a:lnTo>
                <a:lnTo>
                  <a:pt x="514004" y="0"/>
                </a:lnTo>
                <a:lnTo>
                  <a:pt x="0" y="291618"/>
                </a:lnTo>
                <a:lnTo>
                  <a:pt x="0" y="1207997"/>
                </a:lnTo>
                <a:close/>
              </a:path>
            </a:pathLst>
          </a:custGeom>
          <a:ln w="11771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560010" y="2055788"/>
            <a:ext cx="719639" cy="132457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560010" y="2055788"/>
            <a:ext cx="719639" cy="1324573"/>
          </a:xfrm>
          <a:custGeom>
            <a:avLst/>
            <a:gdLst/>
            <a:ahLst/>
            <a:cxnLst/>
            <a:rect l="l" t="t" r="r" b="b"/>
            <a:pathLst>
              <a:path w="719639" h="1324573">
                <a:moveTo>
                  <a:pt x="0" y="916330"/>
                </a:moveTo>
                <a:lnTo>
                  <a:pt x="0" y="0"/>
                </a:lnTo>
                <a:lnTo>
                  <a:pt x="719639" y="408193"/>
                </a:lnTo>
                <a:lnTo>
                  <a:pt x="719639" y="1324573"/>
                </a:lnTo>
                <a:lnTo>
                  <a:pt x="501244" y="1200634"/>
                </a:lnTo>
                <a:lnTo>
                  <a:pt x="501244" y="1176393"/>
                </a:lnTo>
                <a:lnTo>
                  <a:pt x="394092" y="1115613"/>
                </a:lnTo>
                <a:lnTo>
                  <a:pt x="372661" y="1127733"/>
                </a:lnTo>
                <a:lnTo>
                  <a:pt x="192874" y="1025673"/>
                </a:lnTo>
                <a:lnTo>
                  <a:pt x="192874" y="1001432"/>
                </a:lnTo>
                <a:lnTo>
                  <a:pt x="85722" y="940652"/>
                </a:lnTo>
                <a:lnTo>
                  <a:pt x="64291" y="952772"/>
                </a:lnTo>
                <a:lnTo>
                  <a:pt x="0" y="916330"/>
                </a:lnTo>
                <a:close/>
              </a:path>
            </a:pathLst>
          </a:custGeom>
          <a:ln w="1176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560010" y="1764186"/>
            <a:ext cx="1233644" cy="6997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560010" y="1764186"/>
            <a:ext cx="1233644" cy="699795"/>
          </a:xfrm>
          <a:custGeom>
            <a:avLst/>
            <a:gdLst/>
            <a:ahLst/>
            <a:cxnLst/>
            <a:rect l="l" t="t" r="r" b="b"/>
            <a:pathLst>
              <a:path w="1233644" h="699795">
                <a:moveTo>
                  <a:pt x="0" y="291601"/>
                </a:moveTo>
                <a:lnTo>
                  <a:pt x="719639" y="699795"/>
                </a:lnTo>
                <a:lnTo>
                  <a:pt x="1233644" y="408177"/>
                </a:lnTo>
                <a:lnTo>
                  <a:pt x="514004" y="0"/>
                </a:lnTo>
                <a:lnTo>
                  <a:pt x="0" y="291601"/>
                </a:lnTo>
                <a:close/>
              </a:path>
            </a:pathLst>
          </a:custGeom>
          <a:ln w="117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645732" y="2735888"/>
            <a:ext cx="107152" cy="3213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799835" y="2823369"/>
            <a:ext cx="107152" cy="2133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954102" y="2910849"/>
            <a:ext cx="107152" cy="32133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108206" y="2998330"/>
            <a:ext cx="107152" cy="2133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108206" y="2998330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108206" y="2644775"/>
            <a:ext cx="107152" cy="2133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108206" y="2644775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954102" y="2557294"/>
            <a:ext cx="107152" cy="2133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954102" y="2557294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799835" y="2469813"/>
            <a:ext cx="107152" cy="21330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799835" y="2469813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645732" y="2382333"/>
            <a:ext cx="107152" cy="2133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7645732" y="2382333"/>
            <a:ext cx="107152" cy="213309"/>
          </a:xfrm>
          <a:custGeom>
            <a:avLst/>
            <a:gdLst/>
            <a:ahLst/>
            <a:cxnLst/>
            <a:rect l="l" t="t" r="r" b="b"/>
            <a:pathLst>
              <a:path w="107152" h="213309">
                <a:moveTo>
                  <a:pt x="0" y="152528"/>
                </a:moveTo>
                <a:lnTo>
                  <a:pt x="107152" y="213309"/>
                </a:lnTo>
                <a:lnTo>
                  <a:pt x="107152" y="60780"/>
                </a:lnTo>
                <a:lnTo>
                  <a:pt x="0" y="0"/>
                </a:lnTo>
                <a:lnTo>
                  <a:pt x="0" y="152528"/>
                </a:lnTo>
                <a:close/>
              </a:path>
            </a:pathLst>
          </a:custGeom>
          <a:ln w="392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7624302" y="2723768"/>
            <a:ext cx="21430" cy="284792"/>
          </a:xfrm>
          <a:custGeom>
            <a:avLst/>
            <a:gdLst/>
            <a:ahLst/>
            <a:cxnLst/>
            <a:rect l="l" t="t" r="r" b="b"/>
            <a:pathLst>
              <a:path w="21430" h="284792">
                <a:moveTo>
                  <a:pt x="21430" y="272672"/>
                </a:moveTo>
                <a:lnTo>
                  <a:pt x="21430" y="12120"/>
                </a:lnTo>
                <a:lnTo>
                  <a:pt x="0" y="0"/>
                </a:lnTo>
                <a:lnTo>
                  <a:pt x="0" y="284792"/>
                </a:lnTo>
                <a:lnTo>
                  <a:pt x="21430" y="272672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7778569" y="2811248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21266" y="12120"/>
                </a:lnTo>
                <a:lnTo>
                  <a:pt x="0" y="0"/>
                </a:lnTo>
                <a:lnTo>
                  <a:pt x="0" y="176769"/>
                </a:lnTo>
                <a:lnTo>
                  <a:pt x="21266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7932672" y="2898729"/>
            <a:ext cx="21430" cy="284792"/>
          </a:xfrm>
          <a:custGeom>
            <a:avLst/>
            <a:gdLst/>
            <a:ahLst/>
            <a:cxnLst/>
            <a:rect l="l" t="t" r="r" b="b"/>
            <a:pathLst>
              <a:path w="21430" h="284792">
                <a:moveTo>
                  <a:pt x="21430" y="272672"/>
                </a:moveTo>
                <a:lnTo>
                  <a:pt x="21430" y="12120"/>
                </a:lnTo>
                <a:lnTo>
                  <a:pt x="0" y="0"/>
                </a:lnTo>
                <a:lnTo>
                  <a:pt x="0" y="284792"/>
                </a:lnTo>
                <a:lnTo>
                  <a:pt x="21430" y="272672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086939" y="2986209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21266" y="12120"/>
                </a:lnTo>
                <a:lnTo>
                  <a:pt x="0" y="0"/>
                </a:lnTo>
                <a:lnTo>
                  <a:pt x="0" y="176769"/>
                </a:lnTo>
                <a:lnTo>
                  <a:pt x="21266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086939" y="2632654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21266" y="12120"/>
                </a:lnTo>
                <a:lnTo>
                  <a:pt x="0" y="0"/>
                </a:lnTo>
                <a:lnTo>
                  <a:pt x="0" y="176769"/>
                </a:lnTo>
                <a:lnTo>
                  <a:pt x="21266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7932672" y="2545174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21430" y="12120"/>
                </a:lnTo>
                <a:lnTo>
                  <a:pt x="0" y="0"/>
                </a:lnTo>
                <a:lnTo>
                  <a:pt x="0" y="176769"/>
                </a:lnTo>
                <a:lnTo>
                  <a:pt x="21430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932672" y="2545174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0" y="176769"/>
                </a:lnTo>
                <a:lnTo>
                  <a:pt x="0" y="0"/>
                </a:lnTo>
                <a:lnTo>
                  <a:pt x="21430" y="12120"/>
                </a:lnTo>
                <a:lnTo>
                  <a:pt x="21430" y="164649"/>
                </a:lnTo>
                <a:close/>
              </a:path>
            </a:pathLst>
          </a:custGeom>
          <a:ln w="39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778569" y="2457693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21266" y="12120"/>
                </a:lnTo>
                <a:lnTo>
                  <a:pt x="0" y="0"/>
                </a:lnTo>
                <a:lnTo>
                  <a:pt x="0" y="176769"/>
                </a:lnTo>
                <a:lnTo>
                  <a:pt x="21266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778569" y="2457693"/>
            <a:ext cx="21266" cy="176769"/>
          </a:xfrm>
          <a:custGeom>
            <a:avLst/>
            <a:gdLst/>
            <a:ahLst/>
            <a:cxnLst/>
            <a:rect l="l" t="t" r="r" b="b"/>
            <a:pathLst>
              <a:path w="21266" h="176769">
                <a:moveTo>
                  <a:pt x="21266" y="164649"/>
                </a:moveTo>
                <a:lnTo>
                  <a:pt x="0" y="176769"/>
                </a:lnTo>
                <a:lnTo>
                  <a:pt x="0" y="0"/>
                </a:lnTo>
                <a:lnTo>
                  <a:pt x="21266" y="12120"/>
                </a:lnTo>
                <a:lnTo>
                  <a:pt x="21266" y="164649"/>
                </a:lnTo>
                <a:close/>
              </a:path>
            </a:pathLst>
          </a:custGeom>
          <a:ln w="39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624302" y="2370213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21430" y="12120"/>
                </a:lnTo>
                <a:lnTo>
                  <a:pt x="0" y="0"/>
                </a:lnTo>
                <a:lnTo>
                  <a:pt x="0" y="176769"/>
                </a:lnTo>
                <a:lnTo>
                  <a:pt x="21430" y="164649"/>
                </a:lnTo>
                <a:close/>
              </a:path>
            </a:pathLst>
          </a:custGeom>
          <a:solidFill>
            <a:srgbClr val="808080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624302" y="2370213"/>
            <a:ext cx="21430" cy="176769"/>
          </a:xfrm>
          <a:custGeom>
            <a:avLst/>
            <a:gdLst/>
            <a:ahLst/>
            <a:cxnLst/>
            <a:rect l="l" t="t" r="r" b="b"/>
            <a:pathLst>
              <a:path w="21430" h="176769">
                <a:moveTo>
                  <a:pt x="21430" y="164649"/>
                </a:moveTo>
                <a:lnTo>
                  <a:pt x="0" y="176769"/>
                </a:lnTo>
                <a:lnTo>
                  <a:pt x="0" y="0"/>
                </a:lnTo>
                <a:lnTo>
                  <a:pt x="21430" y="12120"/>
                </a:lnTo>
                <a:lnTo>
                  <a:pt x="21430" y="164649"/>
                </a:lnTo>
                <a:close/>
              </a:path>
            </a:pathLst>
          </a:custGeom>
          <a:ln w="39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778569" y="2975898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8086939" y="3150859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8086939" y="3150859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8086939" y="2797304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8086939" y="2797304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7932672" y="2709823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7932672" y="2709823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7778569" y="2622342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7778569" y="2622342"/>
            <a:ext cx="128419" cy="85020"/>
          </a:xfrm>
          <a:custGeom>
            <a:avLst/>
            <a:gdLst/>
            <a:ahLst/>
            <a:cxnLst/>
            <a:rect l="l" t="t" r="r" b="b"/>
            <a:pathLst>
              <a:path w="128419" h="85020">
                <a:moveTo>
                  <a:pt x="0" y="12120"/>
                </a:moveTo>
                <a:lnTo>
                  <a:pt x="128419" y="85020"/>
                </a:lnTo>
                <a:lnTo>
                  <a:pt x="128419" y="60780"/>
                </a:lnTo>
                <a:lnTo>
                  <a:pt x="21266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7624302" y="2534862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7624302" y="2534862"/>
            <a:ext cx="128583" cy="85020"/>
          </a:xfrm>
          <a:custGeom>
            <a:avLst/>
            <a:gdLst/>
            <a:ahLst/>
            <a:cxnLst/>
            <a:rect l="l" t="t" r="r" b="b"/>
            <a:pathLst>
              <a:path w="128583" h="85020">
                <a:moveTo>
                  <a:pt x="0" y="12120"/>
                </a:moveTo>
                <a:lnTo>
                  <a:pt x="128583" y="85020"/>
                </a:lnTo>
                <a:lnTo>
                  <a:pt x="128583" y="60780"/>
                </a:lnTo>
                <a:lnTo>
                  <a:pt x="21430" y="0"/>
                </a:lnTo>
                <a:lnTo>
                  <a:pt x="0" y="12120"/>
                </a:lnTo>
                <a:close/>
              </a:path>
            </a:pathLst>
          </a:custGeom>
          <a:ln w="39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8279650" y="2172363"/>
            <a:ext cx="514004" cy="35055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8279650" y="2172363"/>
            <a:ext cx="514004" cy="350557"/>
          </a:xfrm>
          <a:custGeom>
            <a:avLst/>
            <a:gdLst/>
            <a:ahLst/>
            <a:cxnLst/>
            <a:rect l="l" t="t" r="r" b="b"/>
            <a:pathLst>
              <a:path w="514004" h="350557">
                <a:moveTo>
                  <a:pt x="0" y="350557"/>
                </a:moveTo>
                <a:lnTo>
                  <a:pt x="514004" y="58955"/>
                </a:lnTo>
                <a:lnTo>
                  <a:pt x="514004" y="0"/>
                </a:lnTo>
                <a:lnTo>
                  <a:pt x="0" y="291618"/>
                </a:lnTo>
                <a:lnTo>
                  <a:pt x="0" y="350557"/>
                </a:lnTo>
                <a:close/>
              </a:path>
            </a:pathLst>
          </a:custGeom>
          <a:ln w="117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7560010" y="2055788"/>
            <a:ext cx="719639" cy="467133"/>
          </a:xfrm>
          <a:custGeom>
            <a:avLst/>
            <a:gdLst/>
            <a:ahLst/>
            <a:cxnLst/>
            <a:rect l="l" t="t" r="r" b="b"/>
            <a:pathLst>
              <a:path w="719639" h="467133">
                <a:moveTo>
                  <a:pt x="0" y="58890"/>
                </a:moveTo>
                <a:lnTo>
                  <a:pt x="719639" y="467133"/>
                </a:lnTo>
                <a:lnTo>
                  <a:pt x="719639" y="408193"/>
                </a:lnTo>
                <a:lnTo>
                  <a:pt x="0" y="0"/>
                </a:lnTo>
                <a:lnTo>
                  <a:pt x="0" y="58890"/>
                </a:lnTo>
                <a:close/>
              </a:path>
            </a:pathLst>
          </a:custGeom>
          <a:solidFill>
            <a:srgbClr val="9A9A9A">
              <a:alpha val="600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7560010" y="2055788"/>
            <a:ext cx="719639" cy="467133"/>
          </a:xfrm>
          <a:custGeom>
            <a:avLst/>
            <a:gdLst/>
            <a:ahLst/>
            <a:cxnLst/>
            <a:rect l="l" t="t" r="r" b="b"/>
            <a:pathLst>
              <a:path w="719639" h="467133">
                <a:moveTo>
                  <a:pt x="0" y="58890"/>
                </a:moveTo>
                <a:lnTo>
                  <a:pt x="719639" y="467133"/>
                </a:lnTo>
                <a:lnTo>
                  <a:pt x="719639" y="408193"/>
                </a:lnTo>
                <a:lnTo>
                  <a:pt x="0" y="0"/>
                </a:lnTo>
                <a:lnTo>
                  <a:pt x="0" y="58890"/>
                </a:lnTo>
                <a:close/>
              </a:path>
            </a:pathLst>
          </a:custGeom>
          <a:ln w="117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7560010" y="1764186"/>
            <a:ext cx="1233644" cy="1616175"/>
          </a:xfrm>
          <a:custGeom>
            <a:avLst/>
            <a:gdLst/>
            <a:ahLst/>
            <a:cxnLst/>
            <a:rect l="l" t="t" r="r" b="b"/>
            <a:pathLst>
              <a:path w="1233644" h="1616175">
                <a:moveTo>
                  <a:pt x="0" y="291601"/>
                </a:moveTo>
                <a:lnTo>
                  <a:pt x="0" y="1207932"/>
                </a:lnTo>
                <a:lnTo>
                  <a:pt x="64291" y="1244374"/>
                </a:lnTo>
                <a:lnTo>
                  <a:pt x="85722" y="1232254"/>
                </a:lnTo>
                <a:lnTo>
                  <a:pt x="192874" y="1293034"/>
                </a:lnTo>
                <a:lnTo>
                  <a:pt x="192874" y="1317275"/>
                </a:lnTo>
                <a:lnTo>
                  <a:pt x="372661" y="1419335"/>
                </a:lnTo>
                <a:lnTo>
                  <a:pt x="394092" y="1407215"/>
                </a:lnTo>
                <a:lnTo>
                  <a:pt x="501244" y="1467995"/>
                </a:lnTo>
                <a:lnTo>
                  <a:pt x="501244" y="1492236"/>
                </a:lnTo>
                <a:lnTo>
                  <a:pt x="719639" y="1616175"/>
                </a:lnTo>
                <a:lnTo>
                  <a:pt x="1229227" y="1319001"/>
                </a:lnTo>
                <a:lnTo>
                  <a:pt x="1233644" y="408177"/>
                </a:lnTo>
                <a:lnTo>
                  <a:pt x="514004" y="0"/>
                </a:lnTo>
                <a:lnTo>
                  <a:pt x="0" y="291601"/>
                </a:lnTo>
                <a:close/>
              </a:path>
            </a:pathLst>
          </a:custGeom>
          <a:ln w="16333">
            <a:solidFill>
              <a:srgbClr val="4677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6161950" y="2355826"/>
            <a:ext cx="193392" cy="449869"/>
          </a:xfrm>
          <a:custGeom>
            <a:avLst/>
            <a:gdLst/>
            <a:ahLst/>
            <a:cxnLst/>
            <a:rect l="l" t="t" r="r" b="b"/>
            <a:pathLst>
              <a:path w="193392" h="449869">
                <a:moveTo>
                  <a:pt x="172431" y="245126"/>
                </a:moveTo>
                <a:lnTo>
                  <a:pt x="177113" y="226688"/>
                </a:lnTo>
                <a:lnTo>
                  <a:pt x="181197" y="208528"/>
                </a:lnTo>
                <a:lnTo>
                  <a:pt x="184688" y="190709"/>
                </a:lnTo>
                <a:lnTo>
                  <a:pt x="187589" y="173295"/>
                </a:lnTo>
                <a:lnTo>
                  <a:pt x="189905" y="156347"/>
                </a:lnTo>
                <a:lnTo>
                  <a:pt x="191639" y="139929"/>
                </a:lnTo>
                <a:lnTo>
                  <a:pt x="192796" y="124104"/>
                </a:lnTo>
                <a:lnTo>
                  <a:pt x="193379" y="108934"/>
                </a:lnTo>
                <a:lnTo>
                  <a:pt x="193392" y="94483"/>
                </a:lnTo>
                <a:lnTo>
                  <a:pt x="192839" y="80813"/>
                </a:lnTo>
                <a:lnTo>
                  <a:pt x="190052" y="56069"/>
                </a:lnTo>
                <a:lnTo>
                  <a:pt x="185048" y="35204"/>
                </a:lnTo>
                <a:lnTo>
                  <a:pt x="177860" y="18721"/>
                </a:lnTo>
                <a:lnTo>
                  <a:pt x="163049" y="3314"/>
                </a:lnTo>
                <a:lnTo>
                  <a:pt x="150635" y="0"/>
                </a:lnTo>
                <a:lnTo>
                  <a:pt x="143967" y="569"/>
                </a:lnTo>
                <a:lnTo>
                  <a:pt x="122812" y="10655"/>
                </a:lnTo>
                <a:lnTo>
                  <a:pt x="108098" y="23837"/>
                </a:lnTo>
                <a:lnTo>
                  <a:pt x="93222" y="41694"/>
                </a:lnTo>
                <a:lnTo>
                  <a:pt x="78461" y="63809"/>
                </a:lnTo>
                <a:lnTo>
                  <a:pt x="64095" y="89759"/>
                </a:lnTo>
                <a:lnTo>
                  <a:pt x="57147" y="104042"/>
                </a:lnTo>
                <a:lnTo>
                  <a:pt x="50402" y="119127"/>
                </a:lnTo>
                <a:lnTo>
                  <a:pt x="43895" y="134961"/>
                </a:lnTo>
                <a:lnTo>
                  <a:pt x="37661" y="151492"/>
                </a:lnTo>
                <a:lnTo>
                  <a:pt x="31735" y="168668"/>
                </a:lnTo>
                <a:lnTo>
                  <a:pt x="26152" y="186435"/>
                </a:lnTo>
                <a:lnTo>
                  <a:pt x="20945" y="204742"/>
                </a:lnTo>
                <a:lnTo>
                  <a:pt x="16264" y="223183"/>
                </a:lnTo>
                <a:lnTo>
                  <a:pt x="12180" y="241345"/>
                </a:lnTo>
                <a:lnTo>
                  <a:pt x="8690" y="259165"/>
                </a:lnTo>
                <a:lnTo>
                  <a:pt x="5789" y="276582"/>
                </a:lnTo>
                <a:lnTo>
                  <a:pt x="3474" y="293531"/>
                </a:lnTo>
                <a:lnTo>
                  <a:pt x="1742" y="309950"/>
                </a:lnTo>
                <a:lnTo>
                  <a:pt x="588" y="325776"/>
                </a:lnTo>
                <a:lnTo>
                  <a:pt x="8" y="340946"/>
                </a:lnTo>
                <a:lnTo>
                  <a:pt x="0" y="355397"/>
                </a:lnTo>
                <a:lnTo>
                  <a:pt x="558" y="369067"/>
                </a:lnTo>
                <a:lnTo>
                  <a:pt x="3360" y="393812"/>
                </a:lnTo>
                <a:lnTo>
                  <a:pt x="8384" y="414675"/>
                </a:lnTo>
                <a:lnTo>
                  <a:pt x="15600" y="431155"/>
                </a:lnTo>
                <a:lnTo>
                  <a:pt x="30468" y="446557"/>
                </a:lnTo>
                <a:lnTo>
                  <a:pt x="42882" y="449869"/>
                </a:lnTo>
                <a:lnTo>
                  <a:pt x="49529" y="449300"/>
                </a:lnTo>
                <a:lnTo>
                  <a:pt x="70634" y="439213"/>
                </a:lnTo>
                <a:lnTo>
                  <a:pt x="85323" y="426032"/>
                </a:lnTo>
                <a:lnTo>
                  <a:pt x="100182" y="408174"/>
                </a:lnTo>
                <a:lnTo>
                  <a:pt x="114930" y="386060"/>
                </a:lnTo>
                <a:lnTo>
                  <a:pt x="129289" y="360109"/>
                </a:lnTo>
                <a:lnTo>
                  <a:pt x="136234" y="345826"/>
                </a:lnTo>
                <a:lnTo>
                  <a:pt x="142977" y="330741"/>
                </a:lnTo>
                <a:lnTo>
                  <a:pt x="149483" y="314907"/>
                </a:lnTo>
                <a:lnTo>
                  <a:pt x="155716" y="298376"/>
                </a:lnTo>
                <a:lnTo>
                  <a:pt x="161642" y="281201"/>
                </a:lnTo>
                <a:lnTo>
                  <a:pt x="167225" y="263433"/>
                </a:lnTo>
                <a:lnTo>
                  <a:pt x="172431" y="245126"/>
                </a:lnTo>
                <a:close/>
              </a:path>
            </a:pathLst>
          </a:custGeom>
          <a:ln w="39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943100" y="1498092"/>
            <a:ext cx="8997696" cy="2229611"/>
          </a:xfrm>
          <a:custGeom>
            <a:avLst/>
            <a:gdLst/>
            <a:ahLst/>
            <a:cxnLst/>
            <a:rect l="l" t="t" r="r" b="b"/>
            <a:pathLst>
              <a:path w="8997696" h="2229611">
                <a:moveTo>
                  <a:pt x="0" y="2229611"/>
                </a:moveTo>
                <a:lnTo>
                  <a:pt x="8997696" y="2229611"/>
                </a:lnTo>
                <a:lnTo>
                  <a:pt x="8997696" y="0"/>
                </a:lnTo>
                <a:lnTo>
                  <a:pt x="0" y="0"/>
                </a:lnTo>
                <a:lnTo>
                  <a:pt x="0" y="2229611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9936480" y="2534412"/>
            <a:ext cx="999744" cy="288036"/>
          </a:xfrm>
          <a:custGeom>
            <a:avLst/>
            <a:gdLst/>
            <a:ahLst/>
            <a:cxnLst/>
            <a:rect l="l" t="t" r="r" b="b"/>
            <a:pathLst>
              <a:path w="999744" h="288036">
                <a:moveTo>
                  <a:pt x="0" y="48005"/>
                </a:moveTo>
                <a:lnTo>
                  <a:pt x="0" y="240029"/>
                </a:lnTo>
                <a:lnTo>
                  <a:pt x="264" y="245111"/>
                </a:lnTo>
                <a:lnTo>
                  <a:pt x="21205" y="279881"/>
                </a:lnTo>
                <a:lnTo>
                  <a:pt x="48006" y="288035"/>
                </a:lnTo>
                <a:lnTo>
                  <a:pt x="951738" y="288035"/>
                </a:lnTo>
                <a:lnTo>
                  <a:pt x="991589" y="266830"/>
                </a:lnTo>
                <a:lnTo>
                  <a:pt x="999744" y="240029"/>
                </a:lnTo>
                <a:lnTo>
                  <a:pt x="999744" y="48005"/>
                </a:lnTo>
                <a:lnTo>
                  <a:pt x="978538" y="8154"/>
                </a:lnTo>
                <a:lnTo>
                  <a:pt x="951738" y="0"/>
                </a:lnTo>
                <a:lnTo>
                  <a:pt x="48006" y="0"/>
                </a:lnTo>
                <a:lnTo>
                  <a:pt x="8154" y="21205"/>
                </a:lnTo>
                <a:lnTo>
                  <a:pt x="0" y="48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947672" y="2534412"/>
            <a:ext cx="999744" cy="288036"/>
          </a:xfrm>
          <a:custGeom>
            <a:avLst/>
            <a:gdLst/>
            <a:ahLst/>
            <a:cxnLst/>
            <a:rect l="l" t="t" r="r" b="b"/>
            <a:pathLst>
              <a:path w="999744" h="288036">
                <a:moveTo>
                  <a:pt x="0" y="48005"/>
                </a:moveTo>
                <a:lnTo>
                  <a:pt x="0" y="240029"/>
                </a:lnTo>
                <a:lnTo>
                  <a:pt x="264" y="245111"/>
                </a:lnTo>
                <a:lnTo>
                  <a:pt x="21205" y="279881"/>
                </a:lnTo>
                <a:lnTo>
                  <a:pt x="48006" y="288035"/>
                </a:lnTo>
                <a:lnTo>
                  <a:pt x="951738" y="288035"/>
                </a:lnTo>
                <a:lnTo>
                  <a:pt x="991589" y="266830"/>
                </a:lnTo>
                <a:lnTo>
                  <a:pt x="999744" y="240029"/>
                </a:lnTo>
                <a:lnTo>
                  <a:pt x="999744" y="48005"/>
                </a:lnTo>
                <a:lnTo>
                  <a:pt x="978538" y="8154"/>
                </a:lnTo>
                <a:lnTo>
                  <a:pt x="951738" y="0"/>
                </a:lnTo>
                <a:lnTo>
                  <a:pt x="48006" y="0"/>
                </a:lnTo>
                <a:lnTo>
                  <a:pt x="8154" y="21205"/>
                </a:lnTo>
                <a:lnTo>
                  <a:pt x="0" y="48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3147060" y="1872996"/>
            <a:ext cx="884047" cy="395351"/>
          </a:xfrm>
          <a:custGeom>
            <a:avLst/>
            <a:gdLst/>
            <a:ahLst/>
            <a:cxnLst/>
            <a:rect l="l" t="t" r="r" b="b"/>
            <a:pathLst>
              <a:path w="884047" h="395350">
                <a:moveTo>
                  <a:pt x="0" y="0"/>
                </a:moveTo>
                <a:lnTo>
                  <a:pt x="884047" y="395351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3032760" y="2638043"/>
            <a:ext cx="997838" cy="738886"/>
          </a:xfrm>
          <a:custGeom>
            <a:avLst/>
            <a:gdLst/>
            <a:ahLst/>
            <a:cxnLst/>
            <a:rect l="l" t="t" r="r" b="b"/>
            <a:pathLst>
              <a:path w="997838" h="738886">
                <a:moveTo>
                  <a:pt x="0" y="738886"/>
                </a:moveTo>
                <a:lnTo>
                  <a:pt x="997838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8766048" y="1872995"/>
            <a:ext cx="998728" cy="566547"/>
          </a:xfrm>
          <a:custGeom>
            <a:avLst/>
            <a:gdLst/>
            <a:ahLst/>
            <a:cxnLst/>
            <a:rect l="l" t="t" r="r" b="b"/>
            <a:pathLst>
              <a:path w="998727" h="566547">
                <a:moveTo>
                  <a:pt x="0" y="566547"/>
                </a:moveTo>
                <a:lnTo>
                  <a:pt x="998728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8801100" y="2822448"/>
            <a:ext cx="1049020" cy="617093"/>
          </a:xfrm>
          <a:custGeom>
            <a:avLst/>
            <a:gdLst/>
            <a:ahLst/>
            <a:cxnLst/>
            <a:rect l="l" t="t" r="r" b="b"/>
            <a:pathLst>
              <a:path w="1049020" h="617093">
                <a:moveTo>
                  <a:pt x="0" y="0"/>
                </a:moveTo>
                <a:lnTo>
                  <a:pt x="1049020" y="617093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5327904" y="2452116"/>
            <a:ext cx="2232279" cy="0"/>
          </a:xfrm>
          <a:custGeom>
            <a:avLst/>
            <a:gdLst/>
            <a:ahLst/>
            <a:cxnLst/>
            <a:rect l="l" t="t" r="r" b="b"/>
            <a:pathLst>
              <a:path w="2232279">
                <a:moveTo>
                  <a:pt x="0" y="0"/>
                </a:moveTo>
                <a:lnTo>
                  <a:pt x="2232279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5326380" y="2606040"/>
            <a:ext cx="2232279" cy="0"/>
          </a:xfrm>
          <a:custGeom>
            <a:avLst/>
            <a:gdLst/>
            <a:ahLst/>
            <a:cxnLst/>
            <a:rect l="l" t="t" r="r" b="b"/>
            <a:pathLst>
              <a:path w="2232279">
                <a:moveTo>
                  <a:pt x="0" y="0"/>
                </a:moveTo>
                <a:lnTo>
                  <a:pt x="2232279" y="0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6441948" y="2267712"/>
            <a:ext cx="252984" cy="542544"/>
          </a:xfrm>
          <a:custGeom>
            <a:avLst/>
            <a:gdLst/>
            <a:ahLst/>
            <a:cxnLst/>
            <a:rect l="l" t="t" r="r" b="b"/>
            <a:pathLst>
              <a:path w="252983" h="542544">
                <a:moveTo>
                  <a:pt x="0" y="271272"/>
                </a:moveTo>
                <a:lnTo>
                  <a:pt x="419" y="249017"/>
                </a:lnTo>
                <a:lnTo>
                  <a:pt x="1655" y="227260"/>
                </a:lnTo>
                <a:lnTo>
                  <a:pt x="3676" y="206068"/>
                </a:lnTo>
                <a:lnTo>
                  <a:pt x="6449" y="185513"/>
                </a:lnTo>
                <a:lnTo>
                  <a:pt x="9941" y="165663"/>
                </a:lnTo>
                <a:lnTo>
                  <a:pt x="14120" y="146588"/>
                </a:lnTo>
                <a:lnTo>
                  <a:pt x="18953" y="128359"/>
                </a:lnTo>
                <a:lnTo>
                  <a:pt x="24408" y="111044"/>
                </a:lnTo>
                <a:lnTo>
                  <a:pt x="37052" y="79438"/>
                </a:lnTo>
                <a:lnTo>
                  <a:pt x="51791" y="52328"/>
                </a:lnTo>
                <a:lnTo>
                  <a:pt x="68365" y="30271"/>
                </a:lnTo>
                <a:lnTo>
                  <a:pt x="86514" y="13825"/>
                </a:lnTo>
                <a:lnTo>
                  <a:pt x="105976" y="3549"/>
                </a:lnTo>
                <a:lnTo>
                  <a:pt x="126492" y="0"/>
                </a:lnTo>
                <a:lnTo>
                  <a:pt x="136865" y="898"/>
                </a:lnTo>
                <a:lnTo>
                  <a:pt x="156886" y="7881"/>
                </a:lnTo>
                <a:lnTo>
                  <a:pt x="175724" y="21312"/>
                </a:lnTo>
                <a:lnTo>
                  <a:pt x="193118" y="40633"/>
                </a:lnTo>
                <a:lnTo>
                  <a:pt x="208807" y="65286"/>
                </a:lnTo>
                <a:lnTo>
                  <a:pt x="222531" y="94714"/>
                </a:lnTo>
                <a:lnTo>
                  <a:pt x="234030" y="128359"/>
                </a:lnTo>
                <a:lnTo>
                  <a:pt x="238863" y="146588"/>
                </a:lnTo>
                <a:lnTo>
                  <a:pt x="243042" y="165663"/>
                </a:lnTo>
                <a:lnTo>
                  <a:pt x="246534" y="185513"/>
                </a:lnTo>
                <a:lnTo>
                  <a:pt x="249307" y="206068"/>
                </a:lnTo>
                <a:lnTo>
                  <a:pt x="251328" y="227260"/>
                </a:lnTo>
                <a:lnTo>
                  <a:pt x="252564" y="249017"/>
                </a:lnTo>
                <a:lnTo>
                  <a:pt x="252984" y="271272"/>
                </a:lnTo>
                <a:lnTo>
                  <a:pt x="252564" y="293526"/>
                </a:lnTo>
                <a:lnTo>
                  <a:pt x="251328" y="315283"/>
                </a:lnTo>
                <a:lnTo>
                  <a:pt x="249307" y="336475"/>
                </a:lnTo>
                <a:lnTo>
                  <a:pt x="246534" y="357030"/>
                </a:lnTo>
                <a:lnTo>
                  <a:pt x="243042" y="376880"/>
                </a:lnTo>
                <a:lnTo>
                  <a:pt x="238863" y="395955"/>
                </a:lnTo>
                <a:lnTo>
                  <a:pt x="234030" y="414184"/>
                </a:lnTo>
                <a:lnTo>
                  <a:pt x="228575" y="431499"/>
                </a:lnTo>
                <a:lnTo>
                  <a:pt x="215931" y="463105"/>
                </a:lnTo>
                <a:lnTo>
                  <a:pt x="201192" y="490215"/>
                </a:lnTo>
                <a:lnTo>
                  <a:pt x="184618" y="512272"/>
                </a:lnTo>
                <a:lnTo>
                  <a:pt x="166469" y="528718"/>
                </a:lnTo>
                <a:lnTo>
                  <a:pt x="147007" y="538994"/>
                </a:lnTo>
                <a:lnTo>
                  <a:pt x="126492" y="542544"/>
                </a:lnTo>
                <a:lnTo>
                  <a:pt x="116118" y="541645"/>
                </a:lnTo>
                <a:lnTo>
                  <a:pt x="96097" y="534662"/>
                </a:lnTo>
                <a:lnTo>
                  <a:pt x="77259" y="521231"/>
                </a:lnTo>
                <a:lnTo>
                  <a:pt x="59865" y="501910"/>
                </a:lnTo>
                <a:lnTo>
                  <a:pt x="44176" y="477257"/>
                </a:lnTo>
                <a:lnTo>
                  <a:pt x="30452" y="447829"/>
                </a:lnTo>
                <a:lnTo>
                  <a:pt x="18953" y="414184"/>
                </a:lnTo>
                <a:lnTo>
                  <a:pt x="14120" y="395955"/>
                </a:lnTo>
                <a:lnTo>
                  <a:pt x="9941" y="376880"/>
                </a:lnTo>
                <a:lnTo>
                  <a:pt x="6449" y="357030"/>
                </a:lnTo>
                <a:lnTo>
                  <a:pt x="3676" y="336475"/>
                </a:lnTo>
                <a:lnTo>
                  <a:pt x="1655" y="315283"/>
                </a:lnTo>
                <a:lnTo>
                  <a:pt x="419" y="293526"/>
                </a:lnTo>
                <a:lnTo>
                  <a:pt x="0" y="271272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7197" y="479234"/>
            <a:ext cx="9021515" cy="871724"/>
          </a:xfrm>
          <a:prstGeom prst="rect">
            <a:avLst/>
          </a:prstGeom>
        </p:spPr>
        <p:txBody>
          <a:bodyPr wrap="square" lIns="0" tIns="21812" rIns="0" bIns="0" rtlCol="0">
            <a:noAutofit/>
          </a:bodyPr>
          <a:lstStyle/>
          <a:p>
            <a:pPr marL="12700">
              <a:lnSpc>
                <a:spcPts val="3435"/>
              </a:lnSpc>
            </a:pPr>
            <a:r>
              <a:rPr sz="3200" spc="-3" dirty="0">
                <a:solidFill>
                  <a:srgbClr val="FFFFFF"/>
                </a:solidFill>
                <a:latin typeface="Century Gothic"/>
                <a:cs typeface="Century Gothic"/>
              </a:rPr>
              <a:t>ILUSTRASI KEGUNAAN REKAYASA TRAFIK PADA</a:t>
            </a:r>
            <a:endParaRPr sz="3200">
              <a:latin typeface="Century Gothic"/>
              <a:cs typeface="Century Gothic"/>
            </a:endParaRPr>
          </a:p>
          <a:p>
            <a:pPr marL="12700" marR="61081">
              <a:lnSpc>
                <a:spcPts val="3429"/>
              </a:lnSpc>
            </a:pPr>
            <a:r>
              <a:rPr sz="3200" spc="-2" dirty="0">
                <a:solidFill>
                  <a:srgbClr val="FFFFFF"/>
                </a:solidFill>
                <a:latin typeface="Century Gothic"/>
                <a:cs typeface="Century Gothic"/>
              </a:rPr>
              <a:t>PERGELARAN JARINGAN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9750" y="2512732"/>
            <a:ext cx="1243176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-2" dirty="0">
                <a:solidFill>
                  <a:srgbClr val="FFFFFF"/>
                </a:solidFill>
                <a:latin typeface="Century Gothic"/>
                <a:cs typeface="Century Gothic"/>
              </a:rPr>
              <a:t>pengguna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0433" y="2522892"/>
            <a:ext cx="1243176" cy="254000"/>
          </a:xfrm>
          <a:prstGeom prst="rect">
            <a:avLst/>
          </a:prstGeom>
        </p:spPr>
        <p:txBody>
          <a:bodyPr wrap="square" lIns="0" tIns="12541" rIns="0" bIns="0" rtlCol="0">
            <a:noAutofit/>
          </a:bodyPr>
          <a:lstStyle/>
          <a:p>
            <a:pPr marL="12700">
              <a:lnSpc>
                <a:spcPts val="1975"/>
              </a:lnSpc>
            </a:pPr>
            <a:r>
              <a:rPr sz="1800" spc="-2" dirty="0">
                <a:solidFill>
                  <a:srgbClr val="FFFFFF"/>
                </a:solidFill>
                <a:latin typeface="Century Gothic"/>
                <a:cs typeface="Century Gothic"/>
              </a:rPr>
              <a:t>pengguna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804" y="5588508"/>
            <a:ext cx="7562088" cy="7193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1578864" y="3924300"/>
            <a:ext cx="9267444" cy="2586228"/>
          </a:xfrm>
          <a:prstGeom prst="rect">
            <a:avLst/>
          </a:prstGeom>
        </p:spPr>
        <p:txBody>
          <a:bodyPr wrap="square" lIns="0" tIns="41275" rIns="0" bIns="0" rtlCol="0">
            <a:noAutofit/>
          </a:bodyPr>
          <a:lstStyle/>
          <a:p>
            <a:pPr marL="91186">
              <a:lnSpc>
                <a:spcPct val="102172"/>
              </a:lnSpc>
            </a:pPr>
            <a:r>
              <a:rPr sz="1800" spc="0" dirty="0">
                <a:latin typeface="Century Gothic"/>
                <a:cs typeface="Century Gothic"/>
              </a:rPr>
              <a:t>Agar komunikasi antar pengguna dapat selalu dilakukan,</a:t>
            </a:r>
            <a:endParaRPr sz="1800">
              <a:latin typeface="Century Gothic"/>
              <a:cs typeface="Century Gothic"/>
            </a:endParaRPr>
          </a:p>
          <a:p>
            <a:pPr marL="91186" marR="564431">
              <a:lnSpc>
                <a:spcPts val="2160"/>
              </a:lnSpc>
              <a:spcBef>
                <a:spcPts val="143"/>
              </a:spcBef>
            </a:pPr>
            <a:r>
              <a:rPr sz="1800" spc="4" dirty="0">
                <a:latin typeface="Century Gothic"/>
                <a:cs typeface="Century Gothic"/>
              </a:rPr>
              <a:t>d</a:t>
            </a:r>
            <a:r>
              <a:rPr sz="1800" spc="25" dirty="0">
                <a:latin typeface="Century Gothic"/>
                <a:cs typeface="Century Gothic"/>
              </a:rPr>
              <a:t>i</a:t>
            </a:r>
            <a:r>
              <a:rPr sz="1800" spc="0" dirty="0">
                <a:latin typeface="Century Gothic"/>
                <a:cs typeface="Century Gothic"/>
              </a:rPr>
              <a:t>s</a:t>
            </a:r>
            <a:r>
              <a:rPr sz="1800" spc="-9" dirty="0">
                <a:latin typeface="Century Gothic"/>
                <a:cs typeface="Century Gothic"/>
              </a:rPr>
              <a:t>e</a:t>
            </a:r>
            <a:r>
              <a:rPr sz="1800" spc="0" dirty="0">
                <a:latin typeface="Century Gothic"/>
                <a:cs typeface="Century Gothic"/>
              </a:rPr>
              <a:t>d</a:t>
            </a:r>
            <a:r>
              <a:rPr sz="1800" spc="25" dirty="0">
                <a:latin typeface="Century Gothic"/>
                <a:cs typeface="Century Gothic"/>
              </a:rPr>
              <a:t>i</a:t>
            </a:r>
            <a:r>
              <a:rPr sz="1800" spc="-4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k</a:t>
            </a:r>
            <a:r>
              <a:rPr sz="1800" spc="-9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n</a:t>
            </a:r>
            <a:r>
              <a:rPr sz="1800" spc="-19" dirty="0">
                <a:latin typeface="Century Gothic"/>
                <a:cs typeface="Century Gothic"/>
              </a:rPr>
              <a:t> </a:t>
            </a:r>
            <a:r>
              <a:rPr sz="1800" spc="0" dirty="0">
                <a:latin typeface="Century Gothic"/>
                <a:cs typeface="Century Gothic"/>
              </a:rPr>
              <a:t>1000</a:t>
            </a:r>
            <a:r>
              <a:rPr sz="1800" spc="9" dirty="0">
                <a:latin typeface="Century Gothic"/>
                <a:cs typeface="Century Gothic"/>
              </a:rPr>
              <a:t> </a:t>
            </a:r>
            <a:r>
              <a:rPr sz="1800" spc="0" dirty="0">
                <a:latin typeface="Century Gothic"/>
                <a:cs typeface="Century Gothic"/>
              </a:rPr>
              <a:t>s</a:t>
            </a:r>
            <a:r>
              <a:rPr sz="1800" spc="-9" dirty="0">
                <a:latin typeface="Century Gothic"/>
                <a:cs typeface="Century Gothic"/>
              </a:rPr>
              <a:t>a</a:t>
            </a:r>
            <a:r>
              <a:rPr sz="1800" spc="9" dirty="0">
                <a:latin typeface="Century Gothic"/>
                <a:cs typeface="Century Gothic"/>
              </a:rPr>
              <a:t>l</a:t>
            </a:r>
            <a:r>
              <a:rPr sz="1800" spc="0" dirty="0">
                <a:latin typeface="Century Gothic"/>
                <a:cs typeface="Century Gothic"/>
              </a:rPr>
              <a:t>ur</a:t>
            </a:r>
            <a:r>
              <a:rPr sz="1800" spc="-9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n</a:t>
            </a:r>
            <a:r>
              <a:rPr sz="1800" spc="14" dirty="0">
                <a:latin typeface="Century Gothic"/>
                <a:cs typeface="Century Gothic"/>
              </a:rPr>
              <a:t> </a:t>
            </a:r>
            <a:r>
              <a:rPr sz="1800" spc="-4" dirty="0">
                <a:latin typeface="Century Gothic"/>
                <a:cs typeface="Century Gothic"/>
              </a:rPr>
              <a:t>an</a:t>
            </a:r>
            <a:r>
              <a:rPr sz="1800" spc="-9" dirty="0">
                <a:latin typeface="Century Gothic"/>
                <a:cs typeface="Century Gothic"/>
              </a:rPr>
              <a:t>t</a:t>
            </a:r>
            <a:r>
              <a:rPr sz="1800" spc="-4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r</a:t>
            </a:r>
            <a:r>
              <a:rPr sz="1800" spc="25" dirty="0">
                <a:latin typeface="Century Gothic"/>
                <a:cs typeface="Century Gothic"/>
              </a:rPr>
              <a:t> </a:t>
            </a:r>
            <a:r>
              <a:rPr sz="1800" spc="0" dirty="0">
                <a:latin typeface="Century Gothic"/>
                <a:cs typeface="Century Gothic"/>
              </a:rPr>
              <a:t>p</a:t>
            </a:r>
            <a:r>
              <a:rPr sz="1800" spc="-9" dirty="0">
                <a:latin typeface="Century Gothic"/>
                <a:cs typeface="Century Gothic"/>
              </a:rPr>
              <a:t>e</a:t>
            </a:r>
            <a:r>
              <a:rPr sz="1800" spc="-4" dirty="0">
                <a:latin typeface="Century Gothic"/>
                <a:cs typeface="Century Gothic"/>
              </a:rPr>
              <a:t>n</a:t>
            </a:r>
            <a:r>
              <a:rPr sz="1800" spc="0" dirty="0">
                <a:latin typeface="Century Gothic"/>
                <a:cs typeface="Century Gothic"/>
              </a:rPr>
              <a:t>ggu</a:t>
            </a:r>
            <a:r>
              <a:rPr sz="1800" spc="-4" dirty="0">
                <a:latin typeface="Century Gothic"/>
                <a:cs typeface="Century Gothic"/>
              </a:rPr>
              <a:t>n</a:t>
            </a:r>
            <a:r>
              <a:rPr sz="1800" spc="0" dirty="0">
                <a:latin typeface="Century Gothic"/>
                <a:cs typeface="Century Gothic"/>
              </a:rPr>
              <a:t>a</a:t>
            </a:r>
            <a:r>
              <a:rPr sz="1800" spc="39" dirty="0">
                <a:latin typeface="Century Gothic"/>
                <a:cs typeface="Century Gothic"/>
              </a:rPr>
              <a:t> </a:t>
            </a:r>
            <a:r>
              <a:rPr sz="1800" spc="0" dirty="0">
                <a:latin typeface="Century Gothic"/>
                <a:cs typeface="Century Gothic"/>
              </a:rPr>
              <a:t>de</a:t>
            </a:r>
            <a:r>
              <a:rPr sz="1800" spc="-9" dirty="0">
                <a:latin typeface="Century Gothic"/>
                <a:cs typeface="Century Gothic"/>
              </a:rPr>
              <a:t>n</a:t>
            </a:r>
            <a:r>
              <a:rPr sz="1800" spc="0" dirty="0">
                <a:latin typeface="Century Gothic"/>
                <a:cs typeface="Century Gothic"/>
              </a:rPr>
              <a:t>gan</a:t>
            </a:r>
            <a:r>
              <a:rPr sz="1800" spc="19" dirty="0">
                <a:latin typeface="Century Gothic"/>
                <a:cs typeface="Century Gothic"/>
              </a:rPr>
              <a:t> </a:t>
            </a:r>
            <a:r>
              <a:rPr sz="1800" spc="0" dirty="0">
                <a:latin typeface="Century Gothic"/>
                <a:cs typeface="Century Gothic"/>
              </a:rPr>
              <a:t>s</a:t>
            </a:r>
            <a:r>
              <a:rPr sz="1800" spc="-9" dirty="0">
                <a:latin typeface="Century Gothic"/>
                <a:cs typeface="Century Gothic"/>
              </a:rPr>
              <a:t>e</a:t>
            </a:r>
            <a:r>
              <a:rPr sz="1800" spc="-4" dirty="0">
                <a:latin typeface="Century Gothic"/>
                <a:cs typeface="Century Gothic"/>
              </a:rPr>
              <a:t>n</a:t>
            </a:r>
            <a:r>
              <a:rPr sz="1800" spc="-9" dirty="0">
                <a:latin typeface="Century Gothic"/>
                <a:cs typeface="Century Gothic"/>
              </a:rPr>
              <a:t>t</a:t>
            </a:r>
            <a:r>
              <a:rPr sz="1800" spc="0" dirty="0">
                <a:latin typeface="Century Gothic"/>
                <a:cs typeface="Century Gothic"/>
              </a:rPr>
              <a:t>r</a:t>
            </a:r>
            <a:r>
              <a:rPr sz="1800" spc="-4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l</a:t>
            </a:r>
            <a:r>
              <a:rPr sz="1800" spc="44" dirty="0">
                <a:latin typeface="Century Gothic"/>
                <a:cs typeface="Century Gothic"/>
              </a:rPr>
              <a:t> </a:t>
            </a:r>
            <a:r>
              <a:rPr sz="1800" spc="-39" dirty="0">
                <a:latin typeface="Century Gothic"/>
                <a:cs typeface="Century Gothic"/>
              </a:rPr>
              <a:t>(</a:t>
            </a:r>
            <a:r>
              <a:rPr sz="1800" spc="0" dirty="0">
                <a:latin typeface="Century Gothic"/>
                <a:cs typeface="Century Gothic"/>
              </a:rPr>
              <a:t>d</a:t>
            </a:r>
            <a:r>
              <a:rPr sz="1800" spc="25" dirty="0">
                <a:latin typeface="Century Gothic"/>
                <a:cs typeface="Century Gothic"/>
              </a:rPr>
              <a:t>i</a:t>
            </a:r>
            <a:r>
              <a:rPr sz="1800" spc="-9" dirty="0">
                <a:latin typeface="Century Gothic"/>
                <a:cs typeface="Century Gothic"/>
              </a:rPr>
              <a:t>t</a:t>
            </a:r>
            <a:r>
              <a:rPr sz="1800" spc="-4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mb</a:t>
            </a:r>
            <a:r>
              <a:rPr sz="1800" spc="-4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h</a:t>
            </a:r>
            <a:r>
              <a:rPr sz="1800" spc="34" dirty="0">
                <a:latin typeface="Century Gothic"/>
                <a:cs typeface="Century Gothic"/>
              </a:rPr>
              <a:t> </a:t>
            </a:r>
            <a:r>
              <a:rPr sz="1800" spc="0" dirty="0">
                <a:latin typeface="Century Gothic"/>
                <a:cs typeface="Century Gothic"/>
              </a:rPr>
              <a:t>r</a:t>
            </a:r>
            <a:r>
              <a:rPr sz="1800" spc="-4" dirty="0">
                <a:latin typeface="Century Gothic"/>
                <a:cs typeface="Century Gothic"/>
              </a:rPr>
              <a:t>e</a:t>
            </a:r>
            <a:r>
              <a:rPr sz="1800" spc="0" dirty="0">
                <a:latin typeface="Century Gothic"/>
                <a:cs typeface="Century Gothic"/>
              </a:rPr>
              <a:t>s</a:t>
            </a:r>
            <a:r>
              <a:rPr sz="1800" spc="-4" dirty="0">
                <a:latin typeface="Century Gothic"/>
                <a:cs typeface="Century Gothic"/>
              </a:rPr>
              <a:t>o</a:t>
            </a:r>
            <a:r>
              <a:rPr sz="1800" spc="0" dirty="0">
                <a:latin typeface="Century Gothic"/>
                <a:cs typeface="Century Gothic"/>
              </a:rPr>
              <a:t>urce p</a:t>
            </a:r>
            <a:r>
              <a:rPr sz="1800" spc="-9" dirty="0">
                <a:latin typeface="Century Gothic"/>
                <a:cs typeface="Century Gothic"/>
              </a:rPr>
              <a:t>a</a:t>
            </a:r>
            <a:r>
              <a:rPr sz="1800" spc="0" dirty="0">
                <a:latin typeface="Century Gothic"/>
                <a:cs typeface="Century Gothic"/>
              </a:rPr>
              <a:t>da s</a:t>
            </a:r>
            <a:r>
              <a:rPr sz="1800" spc="-4" dirty="0">
                <a:latin typeface="Century Gothic"/>
                <a:cs typeface="Century Gothic"/>
              </a:rPr>
              <a:t>en</a:t>
            </a:r>
            <a:r>
              <a:rPr sz="1800" spc="-9" dirty="0">
                <a:latin typeface="Century Gothic"/>
                <a:cs typeface="Century Gothic"/>
              </a:rPr>
              <a:t>t</a:t>
            </a:r>
            <a:r>
              <a:rPr sz="1800" spc="0" dirty="0">
                <a:latin typeface="Century Gothic"/>
                <a:cs typeface="Century Gothic"/>
              </a:rPr>
              <a:t>r</a:t>
            </a:r>
            <a:r>
              <a:rPr sz="1800" spc="-4" dirty="0">
                <a:latin typeface="Century Gothic"/>
                <a:cs typeface="Century Gothic"/>
              </a:rPr>
              <a:t>a</a:t>
            </a:r>
            <a:r>
              <a:rPr sz="1800" spc="9" dirty="0">
                <a:latin typeface="Century Gothic"/>
                <a:cs typeface="Century Gothic"/>
              </a:rPr>
              <a:t>l</a:t>
            </a:r>
            <a:r>
              <a:rPr sz="1800" spc="0" dirty="0">
                <a:latin typeface="Century Gothic"/>
                <a:cs typeface="Century Gothic"/>
              </a:rPr>
              <a:t>)</a:t>
            </a:r>
            <a:endParaRPr sz="1800">
              <a:latin typeface="Century Gothic"/>
              <a:cs typeface="Century Gothic"/>
            </a:endParaRPr>
          </a:p>
          <a:p>
            <a:pPr marL="91186">
              <a:lnSpc>
                <a:spcPts val="2125"/>
              </a:lnSpc>
            </a:pPr>
            <a:r>
              <a:rPr sz="1800" spc="0" dirty="0">
                <a:latin typeface="Century Gothic"/>
                <a:cs typeface="Century Gothic"/>
              </a:rPr>
              <a:t>Tetapi ini tidak ekonomis karena di dalam kenyataan sangat jarang terjadi</a:t>
            </a:r>
            <a:endParaRPr sz="1800">
              <a:latin typeface="Century Gothic"/>
              <a:cs typeface="Century Gothic"/>
            </a:endParaRPr>
          </a:p>
          <a:p>
            <a:pPr marL="91186">
              <a:lnSpc>
                <a:spcPts val="2160"/>
              </a:lnSpc>
              <a:spcBef>
                <a:spcPts val="1"/>
              </a:spcBef>
            </a:pPr>
            <a:r>
              <a:rPr sz="1800" spc="-1" dirty="0">
                <a:latin typeface="Century Gothic"/>
                <a:cs typeface="Century Gothic"/>
              </a:rPr>
              <a:t>seluruh pengguna berbicara pada saat yang bersamaan</a:t>
            </a:r>
            <a:endParaRPr sz="1800">
              <a:latin typeface="Century Gothic"/>
              <a:cs typeface="Century Gothic"/>
            </a:endParaRPr>
          </a:p>
          <a:p>
            <a:pPr marL="91186">
              <a:lnSpc>
                <a:spcPts val="2160"/>
              </a:lnSpc>
            </a:pPr>
            <a:r>
              <a:rPr sz="1800" spc="0" dirty="0">
                <a:latin typeface="Century Gothic"/>
                <a:cs typeface="Century Gothic"/>
              </a:rPr>
              <a:t>Di sisi lain, bila sentral hanya menyediakan 1 saluran maka layanan menjadi tidak</a:t>
            </a:r>
            <a:endParaRPr sz="1800">
              <a:latin typeface="Century Gothic"/>
              <a:cs typeface="Century Gothic"/>
            </a:endParaRPr>
          </a:p>
          <a:p>
            <a:pPr marL="374269" marR="626637">
              <a:lnSpc>
                <a:spcPts val="1920"/>
              </a:lnSpc>
              <a:spcBef>
                <a:spcPts val="708"/>
              </a:spcBef>
            </a:pPr>
            <a:r>
              <a:rPr sz="1600" spc="-6" dirty="0">
                <a:latin typeface="Century Gothic"/>
                <a:cs typeface="Century Gothic"/>
              </a:rPr>
              <a:t>Rekayasa trafik dapat digunakan untuk menentukan jumlah saluran yang ekonomis namun masih dapat memberikan tingkat layanan yang memuaskan pengguna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943100" y="1498092"/>
            <a:ext cx="8997696" cy="22296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297558">
              <a:lnSpc>
                <a:spcPts val="3200"/>
              </a:lnSpc>
              <a:spcBef>
                <a:spcPts val="2408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.                                                                                     </a:t>
            </a:r>
            <a:r>
              <a:rPr sz="2400" b="1" spc="2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97558">
              <a:lnSpc>
                <a:spcPts val="2880"/>
              </a:lnSpc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.                                                                                     </a:t>
            </a:r>
            <a:r>
              <a:rPr sz="2400" b="1" spc="2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0" baseline="9662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97558">
              <a:lnSpc>
                <a:spcPts val="2890"/>
              </a:lnSpc>
              <a:spcBef>
                <a:spcPts val="0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.                                                                                     </a:t>
            </a:r>
            <a:r>
              <a:rPr sz="2400" b="1" spc="2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0" baseline="9662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228" y="454878"/>
            <a:ext cx="2837822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KETENTUAN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12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8568" y="1615067"/>
            <a:ext cx="10405600" cy="3239778"/>
          </a:xfrm>
          <a:prstGeom prst="rect">
            <a:avLst/>
          </a:prstGeom>
        </p:spPr>
        <p:txBody>
          <a:bodyPr wrap="square" lIns="0" tIns="16478" rIns="0" bIns="0" rtlCol="0">
            <a:noAutofit/>
          </a:bodyPr>
          <a:lstStyle/>
          <a:p>
            <a:pPr marL="12700" marR="34013">
              <a:lnSpc>
                <a:spcPts val="2595"/>
              </a:lnSpc>
            </a:pPr>
            <a:r>
              <a:rPr sz="2400" spc="149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1" dirty="0">
                <a:solidFill>
                  <a:srgbClr val="FFFFFF"/>
                </a:solidFill>
                <a:latin typeface="Century Gothic"/>
                <a:cs typeface="Century Gothic"/>
              </a:rPr>
              <a:t>Sistim dapat berupa:</a:t>
            </a:r>
            <a:endParaRPr sz="2400">
              <a:latin typeface="Century Gothic"/>
              <a:cs typeface="Century Gothic"/>
            </a:endParaRPr>
          </a:p>
          <a:p>
            <a:pPr marL="698754" marR="35969" indent="-228600" algn="just">
              <a:lnSpc>
                <a:spcPts val="2452"/>
              </a:lnSpc>
              <a:spcBef>
                <a:spcPts val="315"/>
              </a:spcBef>
              <a:tabLst>
                <a:tab pos="698500" algn="l"/>
              </a:tabLst>
            </a:pPr>
            <a:r>
              <a:rPr sz="2000" spc="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Sebuah</a:t>
            </a:r>
            <a:r>
              <a:rPr sz="20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peran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kat</a:t>
            </a:r>
            <a:r>
              <a:rPr sz="20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ung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g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al</a:t>
            </a:r>
            <a:r>
              <a:rPr sz="20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44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sep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-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ink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an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000" spc="-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ua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sen</a:t>
            </a:r>
            <a:r>
              <a:rPr sz="2000" spc="1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p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n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,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ink</a:t>
            </a:r>
            <a:r>
              <a:rPr sz="2000" spc="-1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d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alam </a:t>
            </a:r>
            <a:endParaRPr sz="2000">
              <a:latin typeface="Century Gothic"/>
              <a:cs typeface="Century Gothic"/>
            </a:endParaRPr>
          </a:p>
          <a:p>
            <a:pPr marL="698754" marR="35969" algn="just">
              <a:lnSpc>
                <a:spcPts val="2452"/>
              </a:lnSpc>
              <a:tabLst>
                <a:tab pos="698500" algn="l"/>
              </a:tabLst>
            </a:pP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sa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jar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ngan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P,</a:t>
            </a:r>
            <a:r>
              <a:rPr sz="20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pr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o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sor</a:t>
            </a:r>
            <a:r>
              <a:rPr sz="20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pak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dalam</a:t>
            </a:r>
            <a:r>
              <a:rPr sz="20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sa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jar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ngan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da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a,</a:t>
            </a:r>
            <a:r>
              <a:rPr sz="2000" spc="-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fer</a:t>
            </a:r>
            <a:r>
              <a:rPr sz="2000" spc="-2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ransmisi</a:t>
            </a:r>
            <a:r>
              <a:rPr sz="2000" spc="-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ru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, </a:t>
            </a:r>
            <a:endParaRPr sz="2000">
              <a:latin typeface="Century Gothic"/>
              <a:cs typeface="Century Gothic"/>
            </a:endParaRPr>
          </a:p>
          <a:p>
            <a:pPr marL="698754" marR="35969" algn="just">
              <a:lnSpc>
                <a:spcPts val="2452"/>
              </a:lnSpc>
              <a:tabLst>
                <a:tab pos="698500" algn="l"/>
              </a:tabLst>
            </a:pP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au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</a:t>
            </a:r>
            <a:r>
              <a:rPr sz="2000" spc="1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at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tical</a:t>
            </a:r>
            <a:r>
              <a:rPr sz="20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tipl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xer</a:t>
            </a:r>
            <a:r>
              <a:rPr sz="20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dalam</a:t>
            </a:r>
            <a:r>
              <a:rPr sz="20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sa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jar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ngan 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M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000">
              <a:latin typeface="Century Gothic"/>
              <a:cs typeface="Century Gothic"/>
            </a:endParaRPr>
          </a:p>
          <a:p>
            <a:pPr marL="698754" indent="-228600" algn="just">
              <a:lnSpc>
                <a:spcPts val="2160"/>
              </a:lnSpc>
              <a:spcBef>
                <a:spcPts val="352"/>
              </a:spcBef>
              <a:tabLst>
                <a:tab pos="698500" algn="l"/>
              </a:tabLst>
            </a:pPr>
            <a:r>
              <a:rPr sz="2000" spc="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Se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ur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u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h</a:t>
            </a:r>
            <a:r>
              <a:rPr sz="2000" spc="-2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jar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ngan </a:t>
            </a:r>
            <a:r>
              <a:rPr sz="2000" spc="-44" dirty="0">
                <a:solidFill>
                  <a:srgbClr val="FFFFFF"/>
                </a:solidFill>
                <a:latin typeface="Century Gothic"/>
                <a:cs typeface="Century Gothic"/>
              </a:rPr>
              <a:t>(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con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oh</a:t>
            </a:r>
            <a:r>
              <a:rPr sz="2000" spc="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: 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l</a:t>
            </a:r>
            <a:r>
              <a:rPr sz="2000" spc="-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pon</a:t>
            </a:r>
            <a:r>
              <a:rPr sz="2000" spc="-3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au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jar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ngan da</a:t>
            </a:r>
            <a:r>
              <a:rPr sz="2000" spc="9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a)</a:t>
            </a:r>
            <a:r>
              <a:rPr sz="2000" spc="-1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r>
              <a:rPr sz="2000" spc="14" dirty="0">
                <a:solidFill>
                  <a:srgbClr val="FFFFFF"/>
                </a:solidFill>
                <a:latin typeface="Century Gothic"/>
                <a:cs typeface="Century Gothic"/>
              </a:rPr>
              <a:t>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au</a:t>
            </a:r>
            <a:r>
              <a:rPr sz="2000" spc="-39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b</a:t>
            </a:r>
            <a:r>
              <a:rPr sz="2000" spc="4" dirty="0">
                <a:solidFill>
                  <a:srgbClr val="FFFFFF"/>
                </a:solidFill>
                <a:latin typeface="Century Gothic"/>
                <a:cs typeface="Century Gothic"/>
              </a:rPr>
              <a:t>e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rapa</a:t>
            </a:r>
            <a:r>
              <a:rPr sz="2000" spc="-44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bag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i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an da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r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in</a:t>
            </a:r>
            <a:r>
              <a:rPr sz="2000" spc="-9" dirty="0">
                <a:solidFill>
                  <a:srgbClr val="FFFFFF"/>
                </a:solidFill>
                <a:latin typeface="Century Gothic"/>
                <a:cs typeface="Century Gothic"/>
              </a:rPr>
              <a:t>y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a</a:t>
            </a:r>
            <a:endParaRPr sz="2000">
              <a:latin typeface="Century Gothic"/>
              <a:cs typeface="Century Gothic"/>
            </a:endParaRPr>
          </a:p>
          <a:p>
            <a:pPr marL="12700" marR="34013">
              <a:lnSpc>
                <a:spcPct val="102172"/>
              </a:lnSpc>
              <a:spcBef>
                <a:spcPts val="563"/>
              </a:spcBef>
            </a:pPr>
            <a:r>
              <a:rPr sz="2400" spc="149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Trafik terdiri dari :</a:t>
            </a:r>
            <a:endParaRPr sz="2400">
              <a:latin typeface="Century Gothic"/>
              <a:cs typeface="Century Gothic"/>
            </a:endParaRPr>
          </a:p>
          <a:p>
            <a:pPr marL="698754" marR="1194136" indent="-228600">
              <a:lnSpc>
                <a:spcPts val="2160"/>
              </a:lnSpc>
              <a:spcBef>
                <a:spcPts val="588"/>
              </a:spcBef>
              <a:tabLst>
                <a:tab pos="6985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spc="-2" dirty="0">
                <a:solidFill>
                  <a:srgbClr val="FFFFFF"/>
                </a:solidFill>
                <a:latin typeface="Century Gothic"/>
                <a:cs typeface="Century Gothic"/>
              </a:rPr>
              <a:t>Bit-bit, paket-paket, burst-burst, aliran-aliran data, koneksi,panggilan- panggilan, dsb</a:t>
            </a:r>
            <a:endParaRPr sz="2000">
              <a:latin typeface="Century Gothic"/>
              <a:cs typeface="Century Gothic"/>
            </a:endParaRPr>
          </a:p>
          <a:p>
            <a:pPr marL="470153" marR="34013">
              <a:lnSpc>
                <a:spcPct val="102172"/>
              </a:lnSpc>
              <a:spcBef>
                <a:spcPts val="112"/>
              </a:spcBef>
            </a:pPr>
            <a:r>
              <a:rPr sz="2000" spc="271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000" spc="-1" dirty="0">
                <a:solidFill>
                  <a:srgbClr val="FFFFFF"/>
                </a:solidFill>
                <a:latin typeface="Century Gothic"/>
                <a:cs typeface="Century Gothic"/>
              </a:rPr>
              <a:t>Bergantung pada pertimbangan sistem dan skala waktu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8568" y="4977395"/>
            <a:ext cx="2946720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200" spc="138" dirty="0">
                <a:solidFill>
                  <a:srgbClr val="6F2F9F"/>
                </a:solidFill>
                <a:latin typeface="Arial"/>
                <a:cs typeface="Arial"/>
              </a:rPr>
              <a:t>•  </a:t>
            </a:r>
            <a:r>
              <a:rPr sz="2400" b="1" i="1" spc="0" dirty="0">
                <a:solidFill>
                  <a:srgbClr val="FFFFFF"/>
                </a:solidFill>
                <a:latin typeface="Century Gothic"/>
                <a:cs typeface="Century Gothic"/>
              </a:rPr>
              <a:t>Quality of service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4154" y="4977395"/>
            <a:ext cx="7295580" cy="330504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b="1" spc="0" dirty="0">
                <a:solidFill>
                  <a:srgbClr val="FFFFFF"/>
                </a:solidFill>
                <a:latin typeface="Century Gothic"/>
                <a:cs typeface="Century Gothic"/>
              </a:rPr>
              <a:t>dapat digambarkan dalam sudut pandang dari :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6022" y="5366707"/>
            <a:ext cx="9508286" cy="1166876"/>
          </a:xfrm>
          <a:prstGeom prst="rect">
            <a:avLst/>
          </a:prstGeom>
        </p:spPr>
        <p:txBody>
          <a:bodyPr wrap="square" lIns="0" tIns="13874" rIns="0" bIns="0" rtlCol="0">
            <a:noAutofit/>
          </a:bodyPr>
          <a:lstStyle/>
          <a:p>
            <a:pPr marL="12700" marR="34013">
              <a:lnSpc>
                <a:spcPts val="2185"/>
              </a:lnSpc>
            </a:pPr>
            <a:r>
              <a:rPr sz="2000" spc="271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000" spc="7" dirty="0">
                <a:solidFill>
                  <a:srgbClr val="FFFFFF"/>
                </a:solidFill>
                <a:latin typeface="Century Gothic"/>
                <a:cs typeface="Century Gothic"/>
              </a:rPr>
              <a:t>Pelanggan (contoh : </a:t>
            </a:r>
            <a:r>
              <a:rPr sz="2000" i="1" spc="7" dirty="0">
                <a:solidFill>
                  <a:srgbClr val="FFFFFF"/>
                </a:solidFill>
                <a:latin typeface="Century Gothic"/>
                <a:cs typeface="Century Gothic"/>
              </a:rPr>
              <a:t>call blocking, packet loss, packet delay</a:t>
            </a:r>
            <a:r>
              <a:rPr sz="2000" spc="7" dirty="0">
                <a:solidFill>
                  <a:srgbClr val="FFFFFF"/>
                </a:solidFill>
                <a:latin typeface="Century Gothic"/>
                <a:cs typeface="Century Gothic"/>
              </a:rPr>
              <a:t>, atau</a:t>
            </a:r>
            <a:endParaRPr sz="2000">
              <a:latin typeface="Century Gothic"/>
              <a:cs typeface="Century Gothic"/>
            </a:endParaRPr>
          </a:p>
          <a:p>
            <a:pPr marL="241300" marR="34013">
              <a:lnSpc>
                <a:spcPts val="2160"/>
              </a:lnSpc>
            </a:pPr>
            <a:r>
              <a:rPr sz="2000" i="1" spc="0" dirty="0">
                <a:solidFill>
                  <a:srgbClr val="FFFFFF"/>
                </a:solidFill>
                <a:latin typeface="Century Gothic"/>
                <a:cs typeface="Century Gothic"/>
              </a:rPr>
              <a:t>throughput</a:t>
            </a:r>
            <a:r>
              <a:rPr sz="2000" spc="0" dirty="0">
                <a:solidFill>
                  <a:srgbClr val="FFFFFF"/>
                </a:solidFill>
                <a:latin typeface="Century Gothic"/>
                <a:cs typeface="Century Gothic"/>
              </a:rPr>
              <a:t>)</a:t>
            </a:r>
            <a:endParaRPr sz="2000">
              <a:latin typeface="Century Gothic"/>
              <a:cs typeface="Century Gothic"/>
            </a:endParaRPr>
          </a:p>
          <a:p>
            <a:pPr marL="241300" indent="-228600">
              <a:lnSpc>
                <a:spcPts val="2160"/>
              </a:lnSpc>
              <a:spcBef>
                <a:spcPts val="495"/>
              </a:spcBef>
              <a:tabLst>
                <a:tab pos="241300" algn="l"/>
              </a:tabLst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spc="-1" dirty="0">
                <a:solidFill>
                  <a:srgbClr val="FFFFFF"/>
                </a:solidFill>
                <a:latin typeface="Century Gothic"/>
                <a:cs typeface="Century Gothic"/>
              </a:rPr>
              <a:t>Sistem , dalam kasus digunakan istilah kinerja(Performansi) (contoh : utilisasi prosesor atau link, beban jaringan maksimum )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37092" y="699516"/>
            <a:ext cx="2029968" cy="2258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79435" y="3186684"/>
            <a:ext cx="3502152" cy="1959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79435" y="4919472"/>
            <a:ext cx="1694687" cy="15361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13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726404"/>
            <a:ext cx="6421106" cy="5159786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 marR="53846">
              <a:lnSpc>
                <a:spcPts val="4260"/>
              </a:lnSpc>
            </a:pPr>
            <a:r>
              <a:rPr sz="4000" spc="-6" dirty="0">
                <a:solidFill>
                  <a:srgbClr val="FFFFFF"/>
                </a:solidFill>
                <a:latin typeface="Century Gothic"/>
                <a:cs typeface="Century Gothic"/>
              </a:rPr>
              <a:t>JENIS DAN KARAKTERISTIK</a:t>
            </a:r>
            <a:endParaRPr sz="4000">
              <a:latin typeface="Century Gothic"/>
              <a:cs typeface="Century Gothic"/>
            </a:endParaRPr>
          </a:p>
          <a:p>
            <a:pPr marL="12700" marR="53846">
              <a:lnSpc>
                <a:spcPts val="4320"/>
              </a:lnSpc>
              <a:spcBef>
                <a:spcPts val="2"/>
              </a:spcBef>
            </a:pPr>
            <a:r>
              <a:rPr sz="4000" spc="-1" dirty="0">
                <a:solidFill>
                  <a:srgbClr val="FFFFFF"/>
                </a:solidFill>
                <a:latin typeface="Century Gothic"/>
                <a:cs typeface="Century Gothic"/>
              </a:rPr>
              <a:t>INFORMASI</a:t>
            </a:r>
            <a:endParaRPr sz="4000">
              <a:latin typeface="Century Gothic"/>
              <a:cs typeface="Century Gothic"/>
            </a:endParaRPr>
          </a:p>
          <a:p>
            <a:pPr marL="12700" marR="53846">
              <a:lnSpc>
                <a:spcPct val="102172"/>
              </a:lnSpc>
              <a:spcBef>
                <a:spcPts val="2725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4" dirty="0">
                <a:solidFill>
                  <a:srgbClr val="FFFFFF"/>
                </a:solidFill>
                <a:latin typeface="Century Gothic"/>
                <a:cs typeface="Century Gothic"/>
              </a:rPr>
              <a:t>Voice / Suara</a:t>
            </a:r>
            <a:endParaRPr sz="2800">
              <a:latin typeface="Century Gothic"/>
              <a:cs typeface="Century Gothic"/>
            </a:endParaRPr>
          </a:p>
          <a:p>
            <a:pPr marL="469900" marR="53846">
              <a:lnSpc>
                <a:spcPct val="102172"/>
              </a:lnSpc>
              <a:spcBef>
                <a:spcPts val="80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Delay sensitive</a:t>
            </a:r>
            <a:endParaRPr sz="2800">
              <a:latin typeface="Century Gothic"/>
              <a:cs typeface="Century Gothic"/>
            </a:endParaRPr>
          </a:p>
          <a:p>
            <a:pPr marL="469900">
              <a:lnSpc>
                <a:spcPct val="102172"/>
              </a:lnSpc>
              <a:spcBef>
                <a:spcPts val="95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Harus dikirimkan secara real time</a:t>
            </a:r>
            <a:endParaRPr sz="2800">
              <a:latin typeface="Century Gothic"/>
              <a:cs typeface="Century Gothic"/>
            </a:endParaRPr>
          </a:p>
          <a:p>
            <a:pPr marL="12700" marR="53846">
              <a:lnSpc>
                <a:spcPct val="102172"/>
              </a:lnSpc>
              <a:spcBef>
                <a:spcPts val="600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endParaRPr sz="2800">
              <a:latin typeface="Century Gothic"/>
              <a:cs typeface="Century Gothic"/>
            </a:endParaRPr>
          </a:p>
          <a:p>
            <a:pPr marL="469900" marR="53846">
              <a:lnSpc>
                <a:spcPct val="102172"/>
              </a:lnSpc>
              <a:spcBef>
                <a:spcPts val="80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3" dirty="0">
                <a:solidFill>
                  <a:srgbClr val="FFFFFF"/>
                </a:solidFill>
                <a:latin typeface="Century Gothic"/>
                <a:cs typeface="Century Gothic"/>
              </a:rPr>
              <a:t>Tidak delay sensitivite</a:t>
            </a:r>
            <a:endParaRPr sz="2800">
              <a:latin typeface="Century Gothic"/>
              <a:cs typeface="Century Gothic"/>
            </a:endParaRPr>
          </a:p>
          <a:p>
            <a:pPr marL="12700" marR="53846">
              <a:lnSpc>
                <a:spcPct val="102172"/>
              </a:lnSpc>
              <a:spcBef>
                <a:spcPts val="598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0" dirty="0">
                <a:solidFill>
                  <a:srgbClr val="FFFFFF"/>
                </a:solidFill>
                <a:latin typeface="Century Gothic"/>
                <a:cs typeface="Century Gothic"/>
              </a:rPr>
              <a:t>Video</a:t>
            </a:r>
            <a:endParaRPr sz="2800">
              <a:latin typeface="Century Gothic"/>
              <a:cs typeface="Century Gothic"/>
            </a:endParaRPr>
          </a:p>
          <a:p>
            <a:pPr marL="469900" marR="53846">
              <a:lnSpc>
                <a:spcPct val="102172"/>
              </a:lnSpc>
              <a:spcBef>
                <a:spcPts val="85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Delay sensitive</a:t>
            </a:r>
            <a:endParaRPr sz="2800">
              <a:latin typeface="Century Gothic"/>
              <a:cs typeface="Century Gothic"/>
            </a:endParaRPr>
          </a:p>
          <a:p>
            <a:pPr marL="469900" marR="53846">
              <a:lnSpc>
                <a:spcPct val="102172"/>
              </a:lnSpc>
              <a:spcBef>
                <a:spcPts val="80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8" dirty="0">
                <a:solidFill>
                  <a:srgbClr val="FFFFFF"/>
                </a:solidFill>
                <a:latin typeface="Century Gothic"/>
                <a:cs typeface="Century Gothic"/>
              </a:rPr>
              <a:t>Harus dikrimkan secara real time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7501153" y="3822192"/>
            <a:ext cx="4021810" cy="2357628"/>
          </a:xfrm>
          <a:prstGeom prst="rect">
            <a:avLst/>
          </a:prstGeom>
        </p:spPr>
        <p:txBody>
          <a:bodyPr wrap="square" lIns="0" tIns="2913" rIns="0" bIns="0" rtlCol="0">
            <a:noAutofit/>
          </a:bodyPr>
          <a:lstStyle/>
          <a:p>
            <a:pPr>
              <a:lnSpc>
                <a:spcPts val="850"/>
              </a:lnSpc>
            </a:pPr>
            <a:endParaRPr sz="850"/>
          </a:p>
          <a:p>
            <a:pPr>
              <a:lnSpc>
                <a:spcPct val="102172"/>
              </a:lnSpc>
              <a:spcBef>
                <a:spcPts val="5000"/>
              </a:spcBef>
            </a:pP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rkov)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18248" y="961644"/>
            <a:ext cx="4462272" cy="2467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81188" y="3822192"/>
            <a:ext cx="3541776" cy="2357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14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823051"/>
            <a:ext cx="3716917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10" dirty="0">
                <a:solidFill>
                  <a:srgbClr val="FFFFFF"/>
                </a:solidFill>
                <a:latin typeface="Century Gothic"/>
                <a:cs typeface="Century Gothic"/>
              </a:rPr>
              <a:t>BIDANG YANG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2978" y="823051"/>
            <a:ext cx="2045298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1" dirty="0">
                <a:solidFill>
                  <a:srgbClr val="FFFFFF"/>
                </a:solidFill>
                <a:latin typeface="Century Gothic"/>
                <a:cs typeface="Century Gothic"/>
              </a:rPr>
              <a:t>TERKAIT: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4016" y="1873896"/>
            <a:ext cx="6415423" cy="3527317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 marR="46180">
              <a:lnSpc>
                <a:spcPts val="2600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Teori probabilitas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518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3" dirty="0">
                <a:solidFill>
                  <a:srgbClr val="FFFFFF"/>
                </a:solidFill>
                <a:latin typeface="Century Gothic"/>
                <a:cs typeface="Century Gothic"/>
              </a:rPr>
              <a:t>Proses stokastik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64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2" dirty="0">
                <a:solidFill>
                  <a:srgbClr val="FFFFFF"/>
                </a:solidFill>
                <a:latin typeface="Century Gothic"/>
                <a:cs typeface="Century Gothic"/>
              </a:rPr>
              <a:t>Teori antrian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65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Analisa statistik (pengukuran trafik)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64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Riset operasi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64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1" dirty="0">
                <a:solidFill>
                  <a:srgbClr val="FFFFFF"/>
                </a:solidFill>
                <a:latin typeface="Century Gothic"/>
                <a:cs typeface="Century Gothic"/>
              </a:rPr>
              <a:t>Teori optimasi</a:t>
            </a:r>
            <a:endParaRPr sz="24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  <a:spcBef>
                <a:spcPts val="657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Teori pengambilan keputusan (proses Ma</a:t>
            </a:r>
            <a:endParaRPr sz="2400">
              <a:latin typeface="Century Gothic"/>
              <a:cs typeface="Century Gothic"/>
            </a:endParaRPr>
          </a:p>
          <a:p>
            <a:pPr marL="12700" marR="46180">
              <a:lnSpc>
                <a:spcPct val="102172"/>
              </a:lnSpc>
              <a:spcBef>
                <a:spcPts val="648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Teknik simulasi (OOP)</a:t>
            </a:r>
            <a:endParaRPr sz="2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15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8568" y="1044412"/>
            <a:ext cx="8592606" cy="532892"/>
          </a:xfrm>
          <a:prstGeom prst="rect">
            <a:avLst/>
          </a:prstGeom>
        </p:spPr>
        <p:txBody>
          <a:bodyPr wrap="square" lIns="0" tIns="26638" rIns="0" bIns="0" rtlCol="0">
            <a:noAutofit/>
          </a:bodyPr>
          <a:lstStyle/>
          <a:p>
            <a:pPr marL="12700">
              <a:lnSpc>
                <a:spcPts val="4195"/>
              </a:lnSpc>
            </a:pPr>
            <a:r>
              <a:rPr sz="4000" spc="-11" dirty="0">
                <a:solidFill>
                  <a:srgbClr val="FFFFFF"/>
                </a:solidFill>
                <a:latin typeface="Century Gothic"/>
                <a:cs typeface="Century Gothic"/>
              </a:rPr>
              <a:t>APA BEDA MODEL DAN SISTIM RIIL?</a:t>
            </a:r>
            <a:endParaRPr sz="4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21740" y="2241700"/>
            <a:ext cx="1411741" cy="384069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2700">
              <a:lnSpc>
                <a:spcPts val="3010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Model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99918" y="2241700"/>
            <a:ext cx="1666317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biasanya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30826" y="2241700"/>
            <a:ext cx="1944978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0" dirty="0">
                <a:solidFill>
                  <a:srgbClr val="FFFFFF"/>
                </a:solidFill>
                <a:latin typeface="Century Gothic"/>
                <a:cs typeface="Century Gothic"/>
              </a:rPr>
              <a:t>digunakan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41007" y="2241700"/>
            <a:ext cx="1025518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untuk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30565" y="2241700"/>
            <a:ext cx="3145545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2" dirty="0">
                <a:solidFill>
                  <a:srgbClr val="FFFFFF"/>
                </a:solidFill>
                <a:latin typeface="Century Gothic"/>
                <a:cs typeface="Century Gothic"/>
              </a:rPr>
              <a:t>menggambarkan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50340" y="2625748"/>
            <a:ext cx="1704618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3" dirty="0">
                <a:solidFill>
                  <a:srgbClr val="FFFFFF"/>
                </a:solidFill>
                <a:latin typeface="Century Gothic"/>
                <a:cs typeface="Century Gothic"/>
              </a:rPr>
              <a:t>sebagian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40938" y="2625748"/>
            <a:ext cx="899987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atau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28134" y="2625748"/>
            <a:ext cx="795263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satu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97779" y="2625748"/>
            <a:ext cx="873355" cy="764539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83096" marR="27355" algn="ctr">
              <a:lnSpc>
                <a:spcPts val="3010"/>
              </a:lnSpc>
            </a:pP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sifat</a:t>
            </a:r>
            <a:endParaRPr sz="2800">
              <a:latin typeface="Century Gothic"/>
              <a:cs typeface="Century Gothic"/>
            </a:endParaRPr>
          </a:p>
          <a:p>
            <a:pPr algn="ctr">
              <a:lnSpc>
                <a:spcPts val="3010"/>
              </a:lnSpc>
            </a:pPr>
            <a:r>
              <a:rPr sz="2800" spc="-16" dirty="0">
                <a:solidFill>
                  <a:srgbClr val="FFFFFF"/>
                </a:solidFill>
                <a:latin typeface="Century Gothic"/>
                <a:cs typeface="Century Gothic"/>
              </a:rPr>
              <a:t>atau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91427" y="2625748"/>
            <a:ext cx="905848" cy="764539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177292">
              <a:lnSpc>
                <a:spcPts val="3010"/>
              </a:lnSpc>
            </a:pPr>
            <a:r>
              <a:rPr sz="2800" spc="-2" dirty="0">
                <a:solidFill>
                  <a:srgbClr val="FFFFFF"/>
                </a:solidFill>
                <a:latin typeface="Century Gothic"/>
                <a:cs typeface="Century Gothic"/>
              </a:rPr>
              <a:t>dari</a:t>
            </a:r>
            <a:endParaRPr sz="2800">
              <a:latin typeface="Century Gothic"/>
              <a:cs typeface="Century Gothic"/>
            </a:endParaRPr>
          </a:p>
          <a:p>
            <a:pPr marL="12700" marR="53263">
              <a:lnSpc>
                <a:spcPts val="3010"/>
              </a:lnSpc>
            </a:pPr>
            <a:r>
              <a:rPr sz="2800" spc="3" dirty="0">
                <a:solidFill>
                  <a:srgbClr val="FFFFFF"/>
                </a:solidFill>
                <a:latin typeface="Century Gothic"/>
                <a:cs typeface="Century Gothic"/>
              </a:rPr>
              <a:t>bisa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3449" y="2625748"/>
            <a:ext cx="1228898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system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98305" y="2625748"/>
            <a:ext cx="425384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rii,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06965" y="2625748"/>
            <a:ext cx="1469511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3" dirty="0">
                <a:solidFill>
                  <a:srgbClr val="FFFFFF"/>
                </a:solidFill>
                <a:latin typeface="Century Gothic"/>
                <a:cs typeface="Century Gothic"/>
              </a:rPr>
              <a:t>dengan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0340" y="3009796"/>
            <a:ext cx="2343746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1" dirty="0">
                <a:solidFill>
                  <a:srgbClr val="FFFFFF"/>
                </a:solidFill>
                <a:latin typeface="Century Gothic"/>
                <a:cs typeface="Century Gothic"/>
              </a:rPr>
              <a:t>kesepakatan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88994" y="3009796"/>
            <a:ext cx="1614506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bersama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7058" y="3009796"/>
            <a:ext cx="850231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3" dirty="0">
                <a:solidFill>
                  <a:srgbClr val="FFFFFF"/>
                </a:solidFill>
                <a:latin typeface="Century Gothic"/>
                <a:cs typeface="Century Gothic"/>
              </a:rPr>
              <a:t>juga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02193" y="3009796"/>
            <a:ext cx="1351055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berasal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46945" y="3009796"/>
            <a:ext cx="742380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dari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84002" y="3009796"/>
            <a:ext cx="795263" cy="380491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dirty="0">
                <a:solidFill>
                  <a:srgbClr val="FFFFFF"/>
                </a:solidFill>
                <a:latin typeface="Century Gothic"/>
                <a:cs typeface="Century Gothic"/>
              </a:rPr>
              <a:t>satu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1740" y="3394098"/>
            <a:ext cx="4274352" cy="832125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241300" marR="53800">
              <a:lnSpc>
                <a:spcPts val="3010"/>
              </a:lnSpc>
            </a:pP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sudut pandang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ct val="102172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51" dirty="0">
                <a:solidFill>
                  <a:srgbClr val="FFFFFF"/>
                </a:solidFill>
                <a:latin typeface="Century Gothic"/>
                <a:cs typeface="Century Gothic"/>
              </a:rPr>
              <a:t>Sebuah deskripsi tidak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97779" y="3842154"/>
            <a:ext cx="943948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perlu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44767" y="3842154"/>
            <a:ext cx="4832068" cy="380492"/>
          </a:xfrm>
          <a:prstGeom prst="rect">
            <a:avLst/>
          </a:prstGeom>
        </p:spPr>
        <p:txBody>
          <a:bodyPr wrap="square" lIns="0" tIns="19018" rIns="0" bIns="0" rtlCol="0">
            <a:noAutofit/>
          </a:bodyPr>
          <a:lstStyle/>
          <a:p>
            <a:pPr marL="12700">
              <a:lnSpc>
                <a:spcPts val="2995"/>
              </a:lnSpc>
            </a:pPr>
            <a:r>
              <a:rPr sz="2800" spc="70" dirty="0">
                <a:solidFill>
                  <a:srgbClr val="FFFFFF"/>
                </a:solidFill>
                <a:latin typeface="Century Gothic"/>
                <a:cs typeface="Century Gothic"/>
              </a:rPr>
              <a:t>sangat akurat, bisa hanya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1740" y="4226202"/>
            <a:ext cx="10256528" cy="1659458"/>
          </a:xfrm>
          <a:prstGeom prst="rect">
            <a:avLst/>
          </a:prstGeom>
        </p:spPr>
        <p:txBody>
          <a:bodyPr wrap="square" lIns="0" tIns="19113" rIns="0" bIns="0" rtlCol="0">
            <a:noAutofit/>
          </a:bodyPr>
          <a:lstStyle/>
          <a:p>
            <a:pPr marL="241300" marR="52698">
              <a:lnSpc>
                <a:spcPts val="3010"/>
              </a:lnSpc>
            </a:pPr>
            <a:r>
              <a:rPr sz="2800" spc="-6" dirty="0">
                <a:solidFill>
                  <a:srgbClr val="FFFFFF"/>
                </a:solidFill>
                <a:latin typeface="Century Gothic"/>
                <a:cs typeface="Century Gothic"/>
              </a:rPr>
              <a:t>berupa sebuah pendekatan</a:t>
            </a:r>
            <a:endParaRPr sz="2800">
              <a:latin typeface="Century Gothic"/>
              <a:cs typeface="Century Gothic"/>
            </a:endParaRPr>
          </a:p>
          <a:p>
            <a:pPr marL="12700" marR="52698">
              <a:lnSpc>
                <a:spcPct val="102172"/>
              </a:lnSpc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b="1" spc="-8" dirty="0">
                <a:solidFill>
                  <a:srgbClr val="FFFFFF"/>
                </a:solidFill>
                <a:latin typeface="Century Gothic"/>
                <a:cs typeface="Century Gothic"/>
              </a:rPr>
              <a:t>Karena itu</a:t>
            </a:r>
            <a:endParaRPr sz="2800">
              <a:latin typeface="Century Gothic"/>
              <a:cs typeface="Century Gothic"/>
            </a:endParaRPr>
          </a:p>
          <a:p>
            <a:pPr marL="241300" indent="-228600">
              <a:lnSpc>
                <a:spcPts val="3020"/>
              </a:lnSpc>
              <a:spcBef>
                <a:spcPts val="626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23" dirty="0">
                <a:solidFill>
                  <a:srgbClr val="FFFFFF"/>
                </a:solidFill>
                <a:latin typeface="Century Gothic"/>
                <a:cs typeface="Century Gothic"/>
              </a:rPr>
              <a:t>Diperlukan  kehati-hatian  ketika  mengambil  satu  atau beberapa kesimpulan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2188952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50295" y="492082"/>
            <a:ext cx="194923" cy="1595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1200"/>
              </a:lnSpc>
            </a:pPr>
            <a:r>
              <a:rPr sz="1050" spc="4" dirty="0">
                <a:solidFill>
                  <a:srgbClr val="FFFFFF"/>
                </a:solidFill>
                <a:latin typeface="Century Gothic"/>
                <a:cs typeface="Century Gothic"/>
              </a:rPr>
              <a:t>16</a:t>
            </a:r>
            <a:endParaRPr sz="105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016" y="671032"/>
            <a:ext cx="8459437" cy="1388699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 marR="53800">
              <a:lnSpc>
                <a:spcPts val="4260"/>
              </a:lnSpc>
            </a:pPr>
            <a:r>
              <a:rPr sz="4000" spc="-7" dirty="0">
                <a:solidFill>
                  <a:srgbClr val="FFFFFF"/>
                </a:solidFill>
                <a:latin typeface="Century Gothic"/>
                <a:cs typeface="Century Gothic"/>
              </a:rPr>
              <a:t>MODEL TELETRAFIK</a:t>
            </a:r>
            <a:endParaRPr sz="4000">
              <a:latin typeface="Century Gothic"/>
              <a:cs typeface="Century Gothic"/>
            </a:endParaRPr>
          </a:p>
          <a:p>
            <a:pPr marL="28244">
              <a:lnSpc>
                <a:spcPct val="102172"/>
              </a:lnSpc>
              <a:spcBef>
                <a:spcPts val="3015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1" dirty="0">
                <a:solidFill>
                  <a:srgbClr val="FFFFFF"/>
                </a:solidFill>
                <a:latin typeface="Century Gothic"/>
                <a:cs typeface="Century Gothic"/>
              </a:rPr>
              <a:t>Model teletraffic bersifat </a:t>
            </a:r>
            <a:r>
              <a:rPr sz="2800" u="heavy" spc="-1" dirty="0">
                <a:solidFill>
                  <a:srgbClr val="FFFFFF"/>
                </a:solidFill>
                <a:latin typeface="Century Gothic"/>
                <a:cs typeface="Century Gothic"/>
              </a:rPr>
              <a:t>stokastik (probabilistik)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9560" y="2122136"/>
            <a:ext cx="9122879" cy="3722206"/>
          </a:xfrm>
          <a:prstGeom prst="rect">
            <a:avLst/>
          </a:prstGeom>
        </p:spPr>
        <p:txBody>
          <a:bodyPr wrap="square" lIns="0" tIns="17843" rIns="0" bIns="0" rtlCol="0">
            <a:noAutofit/>
          </a:bodyPr>
          <a:lstStyle/>
          <a:p>
            <a:pPr marL="469849" marR="46226">
              <a:lnSpc>
                <a:spcPts val="2810"/>
              </a:lnSpc>
            </a:pPr>
            <a:r>
              <a:rPr sz="2600" spc="84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600" spc="-1" dirty="0">
                <a:solidFill>
                  <a:srgbClr val="FFFFFF"/>
                </a:solidFill>
                <a:latin typeface="Century Gothic"/>
                <a:cs typeface="Century Gothic"/>
              </a:rPr>
              <a:t>Panggilan (call) datang kapan saja</a:t>
            </a:r>
            <a:endParaRPr sz="2600">
              <a:latin typeface="Century Gothic"/>
              <a:cs typeface="Century Gothic"/>
            </a:endParaRPr>
          </a:p>
          <a:p>
            <a:pPr marL="12700" marR="46226">
              <a:lnSpc>
                <a:spcPct val="102172"/>
              </a:lnSpc>
              <a:spcBef>
                <a:spcPts val="444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spc="-7" dirty="0">
                <a:solidFill>
                  <a:srgbClr val="FFFFFF"/>
                </a:solidFill>
                <a:latin typeface="Century Gothic"/>
                <a:cs typeface="Century Gothic"/>
              </a:rPr>
              <a:t>Variabel dalam model tersebut bersifat </a:t>
            </a:r>
            <a:r>
              <a:rPr sz="2800" u="heavy" spc="-7" dirty="0">
                <a:solidFill>
                  <a:srgbClr val="FFFFFF"/>
                </a:solidFill>
                <a:latin typeface="Century Gothic"/>
                <a:cs typeface="Century Gothic"/>
              </a:rPr>
              <a:t>acak</a:t>
            </a:r>
            <a:endParaRPr sz="2800">
              <a:latin typeface="Century Gothic"/>
              <a:cs typeface="Century Gothic"/>
            </a:endParaRPr>
          </a:p>
          <a:p>
            <a:pPr marL="241249" marR="46226">
              <a:lnSpc>
                <a:spcPts val="3025"/>
              </a:lnSpc>
              <a:spcBef>
                <a:spcPts val="151"/>
              </a:spcBef>
            </a:pPr>
            <a:r>
              <a:rPr sz="2800" spc="-5" dirty="0">
                <a:solidFill>
                  <a:srgbClr val="FFFFFF"/>
                </a:solidFill>
                <a:latin typeface="Century Gothic"/>
                <a:cs typeface="Century Gothic"/>
              </a:rPr>
              <a:t>(random variables)</a:t>
            </a:r>
            <a:endParaRPr sz="2800">
              <a:latin typeface="Century Gothic"/>
              <a:cs typeface="Century Gothic"/>
            </a:endParaRPr>
          </a:p>
          <a:p>
            <a:pPr marL="469849" marR="46226">
              <a:lnSpc>
                <a:spcPct val="102172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Jumlah panggilan yang sedang berlangsung</a:t>
            </a:r>
            <a:endParaRPr sz="2400">
              <a:latin typeface="Century Gothic"/>
              <a:cs typeface="Century Gothic"/>
            </a:endParaRPr>
          </a:p>
          <a:p>
            <a:pPr marL="469849" marR="46226">
              <a:lnSpc>
                <a:spcPct val="102172"/>
              </a:lnSpc>
              <a:spcBef>
                <a:spcPts val="15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Jumlah paket yang ada di buffer</a:t>
            </a:r>
            <a:endParaRPr sz="2400">
              <a:latin typeface="Century Gothic"/>
              <a:cs typeface="Century Gothic"/>
            </a:endParaRPr>
          </a:p>
          <a:p>
            <a:pPr marL="12700" marR="46226">
              <a:lnSpc>
                <a:spcPct val="102172"/>
              </a:lnSpc>
              <a:spcBef>
                <a:spcPts val="591"/>
              </a:spcBef>
            </a:pPr>
            <a:r>
              <a:rPr sz="2800" spc="1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800" i="1" spc="-10" dirty="0">
                <a:solidFill>
                  <a:srgbClr val="FFFFFF"/>
                </a:solidFill>
                <a:latin typeface="Century Gothic"/>
                <a:cs typeface="Century Gothic"/>
              </a:rPr>
              <a:t>Keacakan variable </a:t>
            </a:r>
            <a:r>
              <a:rPr sz="2800" spc="-10" dirty="0">
                <a:solidFill>
                  <a:srgbClr val="FFFFFF"/>
                </a:solidFill>
                <a:latin typeface="Century Gothic"/>
                <a:cs typeface="Century Gothic"/>
              </a:rPr>
              <a:t>dinyatakan dalam sebuah</a:t>
            </a:r>
            <a:endParaRPr sz="2800">
              <a:latin typeface="Century Gothic"/>
              <a:cs typeface="Century Gothic"/>
            </a:endParaRPr>
          </a:p>
          <a:p>
            <a:pPr marL="241249" marR="46226">
              <a:lnSpc>
                <a:spcPts val="3025"/>
              </a:lnSpc>
              <a:spcBef>
                <a:spcPts val="151"/>
              </a:spcBef>
            </a:pPr>
            <a:r>
              <a:rPr sz="2800" i="1" spc="2" dirty="0">
                <a:solidFill>
                  <a:srgbClr val="FFFFFF"/>
                </a:solidFill>
                <a:latin typeface="Century Gothic"/>
                <a:cs typeface="Century Gothic"/>
              </a:rPr>
              <a:t>distribusi</a:t>
            </a:r>
            <a:endParaRPr sz="2800">
              <a:latin typeface="Century Gothic"/>
              <a:cs typeface="Century Gothic"/>
            </a:endParaRPr>
          </a:p>
          <a:p>
            <a:pPr marL="469849">
              <a:lnSpc>
                <a:spcPct val="102172"/>
              </a:lnSpc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Peluang adanya </a:t>
            </a:r>
            <a:r>
              <a:rPr sz="2400" i="1" spc="-1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2400" spc="-1" dirty="0">
                <a:solidFill>
                  <a:srgbClr val="FFFFFF"/>
                </a:solidFill>
                <a:latin typeface="Century Gothic"/>
                <a:cs typeface="Century Gothic"/>
              </a:rPr>
              <a:t>panggilan yang sedang berlangsung</a:t>
            </a:r>
            <a:endParaRPr sz="2400">
              <a:latin typeface="Century Gothic"/>
              <a:cs typeface="Century Gothic"/>
            </a:endParaRPr>
          </a:p>
          <a:p>
            <a:pPr marL="469849" marR="46226">
              <a:lnSpc>
                <a:spcPct val="102172"/>
              </a:lnSpc>
              <a:spcBef>
                <a:spcPts val="155"/>
              </a:spcBef>
            </a:pPr>
            <a:r>
              <a:rPr sz="2400" spc="147" dirty="0">
                <a:solidFill>
                  <a:srgbClr val="FFFFFF"/>
                </a:solidFill>
                <a:latin typeface="Arial"/>
                <a:cs typeface="Arial"/>
              </a:rPr>
              <a:t>•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Peluang terdapatnya </a:t>
            </a:r>
            <a:r>
              <a:rPr sz="2400" i="1" spc="0" dirty="0">
                <a:solidFill>
                  <a:srgbClr val="FFFFFF"/>
                </a:solidFill>
                <a:latin typeface="Century Gothic"/>
                <a:cs typeface="Century Gothic"/>
              </a:rPr>
              <a:t>n </a:t>
            </a:r>
            <a:r>
              <a:rPr sz="2400" spc="0" dirty="0">
                <a:solidFill>
                  <a:srgbClr val="FFFFFF"/>
                </a:solidFill>
                <a:latin typeface="Century Gothic"/>
                <a:cs typeface="Century Gothic"/>
              </a:rPr>
              <a:t>paket di dalam buffer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137155" y="1839976"/>
            <a:ext cx="9968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845</Words>
  <Application>Microsoft Office PowerPoint</Application>
  <PresentationFormat>Widescreen</PresentationFormat>
  <Paragraphs>217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MS PGothic</vt:lpstr>
      <vt:lpstr>Arial</vt:lpstr>
      <vt:lpstr>Calibri</vt:lpstr>
      <vt:lpstr>Century Gothic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tb utomo</cp:lastModifiedBy>
  <cp:revision>1</cp:revision>
  <dcterms:modified xsi:type="dcterms:W3CDTF">2023-08-27T14:39:20Z</dcterms:modified>
</cp:coreProperties>
</file>