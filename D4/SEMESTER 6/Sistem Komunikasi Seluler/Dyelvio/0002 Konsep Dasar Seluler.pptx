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5" r:id="rId19"/>
    <p:sldId id="276" r:id="rId20"/>
    <p:sldId id="274" r:id="rId21"/>
    <p:sldId id="277" r:id="rId22"/>
    <p:sldId id="278" r:id="rId23"/>
    <p:sldId id="279" r:id="rId24"/>
    <p:sldId id="280" r:id="rId25"/>
    <p:sldId id="281" r:id="rId26"/>
    <p:sldId id="282" r:id="rId27"/>
    <p:sldId id="285" r:id="rId28"/>
    <p:sldId id="283" r:id="rId29"/>
    <p:sldId id="307" r:id="rId30"/>
    <p:sldId id="284" r:id="rId31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2" autoAdjust="0"/>
    <p:restoredTop sz="94660"/>
  </p:normalViewPr>
  <p:slideViewPr>
    <p:cSldViewPr>
      <p:cViewPr varScale="1">
        <p:scale>
          <a:sx n="78" d="100"/>
          <a:sy n="78" d="100"/>
        </p:scale>
        <p:origin x="21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89.51049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1-14T00:44:12.99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7223 9234 0,'0'53'0,"27"-26"16,-27 26-16,26-1 16,-26-25-16,26 26 15,54 661 63,-80-634-78,0 52 16,0 0-16,26 0 16,1 54-1,-27-54-15,0 53 0,0-53 16,26 27-16,-26 0 16,0 26-16,27-26 15,-1 0-15,-26-27 16,27 0-16,-1 1 15,-26-1-15,27 0 16,-27-26-16,0 26 16,0 1-16,26-28 15,-26 1-15,0 0 16,0-27 0,0 54-16,0-27 0,0-1 15,0 1 1,0 0-16,0 0 0,0-27 15,0 1-15,0-27 16,0 26-16,0-53 16,0 27-1,0-26-15,0-1 0,0 1 16,0 26 0,0-27-1,0 1 16,0-1-15,0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89.51049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1-14T00:44:14.62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5556 14791 0,'0'26'31,"53"0"-15,53-26-1,106 27-15,52-27 16,80 26-1,80-26-15,25 0 0,-25 0 16,25 0 0,-131 0-16,-53 27 0,-54-27 15,-26 26-15,-26 1 16,-27-27-16,107 0 16,-107 0-1,80 0-15,-27-27 16,0 27-16,53 0 15,0 0-15,80 0 16,26 0-16,26 0 16,-105 27-16,52-1 15,54-52-15,131-80 16,80 0 0,-79 53-16,-27 53 0,-52-26 15,-27-1 1,26-52-16,-53 26 0,1 0 15,-80 27 1,-80 26-16,1-27 0,0 27 16,-80-26-1,0 26-15,-52 0 0,-1-27 16,-26 27-16,0-26 16,0 26-16,106-53 15,-27 53 1,53-27-16,0 27 15,1-26-15,52-1 16,0-25-16,53 25 16,0-52-16,-27 26 15,-52 26-15,-80 27 16,-52 0 0,-54 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89.51049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1-14T00:44:18.96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10769 10875 0,'26'0'47,"0"0"-31,27 26-16,-26 1 0,-1-27 15,27 26-15,-26-26 16,26 0-16,26 0 16,27 27-16,0-27 15,132 0 1,-106 0-16,-26 0 16,0 0-16,0 0 15,26 0 1,0 0-16,-26 0 0,0 0 15,0 0 1,-53 0-16,-1 26 0,1-26 16,-26 26-1,-1-26-15,1 0 0,-1 27 32,1-27-17,-1 0 1,27 26-16,26-26 0,-26 27 15,-26-27-15,52 26 16,-26-26-16,0 0 16,-27 0-16,1 0 172,-1 0-94,1 0-47,-27 27 250,0-1-265,0 1-16,0-1 0,0 27 15,0 0 1,0 0-16,0-27 16,26 27-1,-26 0-15,0 0 0,0-26 16,27 25 0,-27 1-16,0-26 0,0 26 15,26-27-15,-26 27 16,0 0-16,0 0 15,27-27-15,-27 27 16,0 0-16,26-26 16,-26 26-16,0-27 15,0 27 1,0 0-16,0 0 16,0-27-1,0 27-15,0-26 16,0 26-16,0-1 0,0 1 15,0 0 1,0-26-16,0 26 0,0 26 16,0-26-1,0-27 1,0 27-16,27-26 0,-27-1 16,0 1-16,0-1 15,0 1-15,26-27 16,-26 26-16,0 1 15,0-1-15,0 0 16,0 27 0,26-26-1,-26-1-15,0 1 0,0 26 16,0 0-16,0-27 16,0 1-16,0 25 15,0 1 1,0 0-16,0-26 0,0 26 15,0-27 1,0 27-16,27-27 16,-27 1-16,0-1 15,0 1-15,0-1 0,26 27 16,-26-26-16,0-1 16,27-26-16,-27 27 15,0-1-15,0 1 16,26-27-1,-26 26 1,0 0 0,0 1 15,0-1-15,0 1 15,0-1-16,27 1 1,-27-1-16,0 1 16,0-1-16,26 1 0,-26-1 15,0 0 17,0 1-17,0-1-15,0 1 0,27 52 16,-27-52-1,0-1 1,0 1-16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89.51049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1-14T00:44:21.44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10742 11033 0,'27'0'63,"-27"53"-32,26-26-15,-26 26-1,0 0-15,26-27 0,-26 27 16,27 0-16,-27 0 16,26 26-16,-26-52 15,27 52-15,-27-26 16,0 0-16,0-27 15,0 27 1,0 27-16,0-27 0,0 26 16,0 0-16,0 1 15,0-27 1,0 0-16,0-1 0,0 1 16,0 0-1,0 0-15,0 0 16,0 0-16,0 0 15,0-27-15,0 27 16,0 0-16,0 0 16,0-26-16,0 26 0,0-27 15,0 0 1,0 27-16,0 0 0,0 27 16,0-54-1,0 27-15,0 26 16,-27-26-16,27-26 15,-26 26 1,26-27-16,0 1 0,-27 26 16,27-27-16,0 0 15,-26 27 1,26 0-16,0-26 0,0 52 16,0-26-1,0-27-15,0 27 16,0-26-16,0-1 15,0 1-15,0-1 0,0 27 16,0-26 0,0-1-1,0 27-15,0-27 0,0 1 16,0 26 0,0-27-16,0 1 0,26-1 15,-26 27-15,0-26 16,0 25-1,0-25 1,0-1 0,0 1-16,0-1 15,0 1 1,0-1-16,0 1 0,0-1 16,0 1-1,0-1 1,0 1 15,0-1-15,0 0 15,0 1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89.51049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1-14T00:44:23.30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20955 14896 0,'-26'0'47,"26"27"-16,-27-27-31,27 26 16,0 1-16,-26-27 15,26 26-15,-27-26 16,27 27-1,-26-1 1,26 27 0,0 0-1,0-27 1,-27 1-16,27-1 31,0 1-15,0-1-1,0 1 1,0-1 0,0 27-1,0-26 1,0-1-16,0 0 16,0 1-16,0-1 15,0 1-15,0-1 16,0 1-16,0 26 15,27-27-15,-27 27 16,0-27-16,0 1 16,26 26-16,-26-27 0,0 1 15,0-1 1,0 1 0,0-1 15,0 1-16,0-1 17,0 1-1,-26-1 0,-1 0-31,-26-26 16,53 27-1,-26-27-15,26 26 16,-27-26-16,1 0 156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89.51049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1-14T00:44:24.22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20585 15637 0,'26'0'47,"1"0"-16,-1 0 1,-26 27-32,26-27 15,27 0 1,0 0-16,-26 0 0,-1 0 16,27-27-1,-26 27-15,-1-26 16,0 26-16,1 0 15,-1 0 1,-26-27 156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89.51049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1-14T00:44:26.80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10795 15240 0,'0'27'32,"0"26"-17,0 0 1,0 52-16,0-25 16,0-1-1,0 1-15,0-28 0,26 28 16,-26-27-16,27-27 15,-27 27-15,26 79 16,-26-79 0,27 27-16,-27-27 15,26 0-15,-26-27 16,0 27-16,0-27 16,0 1-1,0-1 1,-26-26-1,26 27 1,-27-27-16,27 26 16,-26-26-16,-1 27 15,1-27 1,26 26-16,-26-26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89.51049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1-14T00:44:27.76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10583 16378 0,'27'0'31,"-1"-26"-15,54-1-16,-54 27 16,1 0-16,-1-26 15,0 26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89.51049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1-14T00:44:28.93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11245 16352 0,'-27'0'31,"27"26"-15,0 0-16,0 27 15,0-26-15,0-1 16,0 1 0,0-1-1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89.51049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1-14T00:44:30.79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13891 15293 0,'0'0'0,"0"53"16,0 0-1,0 0-15,0-27 0,-27 54 16,1-54 0,26 1-16,0 26 15,0-27 1,0 27 0,0-27-16,0 27 0,0-26 15,0-1-15,0 1 16,0 26-16,0 0 15,0-27-15,0 1 16,0-1 0,0 0-16,26 1 0,-26-1 15,0 1 17,0-1-1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89.51049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1-14T00:44:31.48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13732 15981 0,'0'0'0,"53"0"15,-27 0-15,1 0 16,-1-26 15,1 26-15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89.51049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1-14T00:44:32.90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14182 16061 0,'26'0'47,"1"0"-31,-27-27-1,26 27-15,1 0 31,-1 0-15,0 0 15,1 0 32,-27 27-48,0-1 1,26 0 0,-26 27-16,0-26 15,0-1-15,0 1 16,0-1 0,0 1-1,0-1 16,0 1-15,0-1 15,-26-26-15,26 26 0,0 1-1,0-1 1,0 1-1,0-1 17,0 1-1,26-27 78,1-53-93,-27 26 0,26 27-16,-26-26 15,27 26 1,-27-27-1,26 27-15,1 0 16,-1 0-16,-26-26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89.51049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1-14T00:44:38.55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8414 14896 0,'26'0'47,"1"0"-32,-1 0 1,53 0-16,1 0 16,-27 0-16,0 0 0,-27 27 15,1-27-15,-1 0 16,1 0-16,-1 0 15,53 0 1,-52 0 0,-1 0-16,1 0 31,-1 0 0,1 0 32,-1 0-48,1 0 17,-1-27-17,1 27 1,-1-26-1,0 26 1,27-27 0,-26 1-1,-1 26 1,1 0 0,-1 0-1,-26-26 1,27 26-16,-1 0 15,1 0-15,25-27 16,1 27-16,-53-26 0,27 26 16,-1 0-1,1 0 79,-1 0-63,-26-27-31,27 27 16,-1 0 15,1 0 0,-27-26-31,26 26 79,0 0-33,-26-27-30,27 27 0,-27-26 15,26-1 47,-26 1-78,27 26 31,-1-27-31,1 27 32,-27-26-17,26-1 1,-26 1 46,27 26-46,-27-26-16,0-1 31,26 1-15,-26-1 15,27 27-15,-27-26-16,26 26 31,-26-27-31,0 1 31,27 26-15,-27-27-1,0 1 1,0-1 15,26 27-15,-26-26-16,0 0 16,26 26-1,-26-27 1,27 1 15,-1-1-15,1 1 15,-1-1-15,-26 1 15,27 26-31,-27-27 31,26 27-15,-26-26-1,27-1 1,-27 1 15,26 26-15,-26-27-1,27 1 1,-1 0 0,1-1 15,-1 1-15,-26-1 15,26 1-16,-26-1 17,27 27-17,-27-26 1,0-1 0,26 27-1,-26-26 1,27 26-1,-27-27 1,0 1 0,26 26-1,-26-26-15,0-1 32,27 27-17,-27-26-15,0-1 31,26 27-31,-26-26 16,27 26-16,-27-27 16,26 27-1,-26-26 1,27 26 0,-27-27-1,0 1 1,26 26-16,-26-27 15,0 1 17,26 26-17,-26-27 1,0 1 0,27 26-1,-27-26 1,0-1-1,26 27 1,-26-26 0,0-1-1,27 27 1,-27-26 0,0-1-1,26 27 1,-26-26-1,27-1 1,-27 1 0,26 26-1,-26-27-15,27 1 16,-27 0 0,26-1-1,-26 1 1,27-1-1,-27 1 17,0-1-17,26 1-15,-26-1 16,26 1 0,-26-1-1,0 1 1,27-1-1,-27 1 1,0 0 15,26-1-15,-26 1-16,0-1 16,27 27-1,-27-26-15,0-1 31,0 1-15,0-1 0,0 1-1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89.51049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1-14T00:44:41.16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10848 12753 0,'0'-26'15,"0"-1"16,0 1 79,0-1-95,0 1 17,0-1-17,0 1 17,0 0-17,0-1 1,0 1-1,0-1 1,0 1 62,-27-1-62,27 1-1,0-1 17,0 1-1,0-1 0,0 1 32,0 0-32,0-1 0,0 1-15,0-1-1,0 1 17,0-1 15,0 1-32,0-1 16,0 1 1,0-1-17,0 1 1,0-1 15,0 1-15,27 26-1,-27-26 1,26-1 15,-26 1-31,27 26 16,-27-27 0,0 1 15,0-1 0,26 27-15,-26-26-1,0-1 17,27 27-17,-27-26-15,26-1 31,-26 1-15,27 0 15,-27-1-15,26 27 0,-26-26-1,27 26 1,-27-27-1,0 1 1,26 26 0,-26 53 249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89.51049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1-14T00:44:47.07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10874 12700 0,'0'-26'0,"0"-1"15,27 1 1,-27-1-16,0 1 16,0 0-1,26 26 1,-26-27-16,0 1 0,0-1 16,0 1-16,0-1 15,0 1 16,0-1-15,27 1 0,-27-1-1,0 1 1,0 0 0,0-1-1,0 1 1,0-1-1,0 1 1,0-1 0,0 1-1,0-1 1,0 1 0,0-1-1,26 1-15,1-1 16,-27 1-1,0 0-15,26 26 16,-26-27 0,27 1-16,-27-1 15,26 27 1,-26-26-16,26 26 16,-26-27-1,0 1 1,27 26-1,-27-27 1,26 27 0,-26-26-1,0-1 1,27 27 0,-27-26-16,0 0 15,26 26 1,-26-27-16,27 1 47,-27-1-16,26 27-15,-26-26-16,27 26 31,-27-27-16,0 1 1,26-1 0,1 27-1,-27-26 1,26 26 0,-26-27-1,27 27-15,-27-26 16,26 26-1,-26-27 1,26 27-16,-26-26 16,27 0 15,-27-1 0,26 27-15,1-26-1,-27-1 17,26 27-17,-26-26 1,27 26 0,-27-27-1,0 1-15,26 26 16,1-27-1,-1 1 1,1 26 15,-1 0 94,1 0-78,-1 0-16,0 0-15,1 0 0,-1 0-1,1 0-15,-1 0 16,-26 26-16,27-26 16,-1 0-1,1 0 1,-1 27-1,1-27-15,-1 0 0,0 0 16,1 0-16,-1 0 109,1 26-46,-1-26-47,1 0-1,-1 0 1,-26 27-1,27-27-15,-1 0 16,-26 26 0,27-26-1,-1 27 1,0-27 0,1 0-1,-1 26 48,1-26-32,-27 27-15,26-27-1,1 26 1,-27 0-1,26-26 1,1 0-16,-1 27 16,1-1 46,-1-26-15,-26 27-31,0-1 31,27-26-32,-1 0 1,-26 27-1,26-27-15,-26 26 16,27 1 0,-1-27-1,-26 26 1,27-26 0,-27 27-1,26-27 1,-26 26-16,27-26 15,-27 27 1,0-1 0,26-26-1,-26 26-15,27-26 16,-27 27 0,26-27-1,-26 26 1,27-26-16,-27 53 15,26-53 1,1 27-16,-27-1 16,26-26-1,-26 27 1,26-27 0,-26 26-16,27 1 15,-27-1 1,26-26-16,-26 26 15,27-26 1,-27 27 0,0-1-16,26-26 15,-26 27 1,27-1 0,-27 1-1,26-1 1,-26 1-16,0-1 0,27 1 15,-1-1 1,-26 1 0,27-27-1,-27 26-15,26 0 32,-26 1-17,0-1 1,0 1 15,26-27-15,-26 26-16,0 1 31,27-27-15,-27 26-1,0 1 1,26-1-1,-26 1 1,0-1-16,27-26 16,-27 26-1,0 1 1,26-1-16,-26 1 16,27-1-16,-27 1 31,0-1-16,26-26 1,-26 27 0,0-1-1,27 1-15,-1-1 16,-26 1 15,27-27-15,-27 52-1,26-52-15,-26 27 16,26-27 0,-26 26-1,0 1-15,27-1 16,-1 1 0,-26-1-1,27 1-15,-27-1 16,26-26-1,-26 27-15,27-1 16,-27 0 0,26 1-16,-26-1 15,27-26 1,-27 27 0,26-27-1,-26 26-15,27-26 16,-27 27-1,26-27 1,-26 26-16,27 1 16,-1-1-1,0 1 17,1-1-17,-27 1 16,26-27-15,-26 26 0,27-26-1,-27 26 1,26-26-16,-26 27 16,27-1-1,-1-26 1,-26 27-16,27-27 15,-27 26 1,26-26-16,-26 27 16,27-27-1,-27 26 1,26-1031 0,-26 2037-16,27-1032 15,-27 26 1,26-26-1,-26 27-15,26-27 16,-26 26 0,27-26-16,-1 26 0,1-26 15,-1 0 1,1 27-16,-1-1 16,1 1 15,-1-27 0,1 26-15,25-26-16,-25 27 15,-1-27-15,1 26 16,-1-26-16,27 27 16,-26-27-16,-1 0 15,27 26-15,-27 1 16,1-27-1,-1 0 1,-26 26 0,27-26-16,26 0 15,0 27 1,0-27 0,-27 0-1,27 0-15,-27 0 0,54 0 16,-54 0 15,1 0-15,26 0-16,-27 0 15,1 0-15,26 0 16,-27 0-16,27 0 16,-27 0-16,1 0 15,-1 0-15,1 0 16,-1 0 15,1 0-15,26 0-16,-1 0 0,-25 0 15,52 0 1,-26 0-16,-26 0 16,26 0-16,-27 26 15,0-26-15,27 0 0,-26 26 16,-1-26-1,1 0-15,-1 0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89.51049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1-14T00:44:55.79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12171 14579 0,'0'53'328,"0"-27"-312,0 1-16,0 26 0,0-27 15,0 27-15,0-27 16,0 54-1,26-27-15,-26-27 16,0 27-16,27-26 16,-27 25-16,26-52 15,-26 53 1,0-79 484,0-212-484,0 158-16,0-52 15,0 53 1,0 52-16,27-26 15,-27 27-15,0-27 16,0 27-16,0-1 16,0 1 218,26 158-109,-26-53-109,0 27-16,0-26 0,0-54 15,0 27 1,0-27-16,0 1 0,0-1 16,0 1-1,0-1-15,0 1 0,0-1 16,0 1-1,0-1 1,0 0 0,0 1-1,0-133 251,0-53-250,0 106-16,0-26 15,0 53-15,0-27 16,0-27-1,0 54 1,0-1 0,0 1 31,27 26 359,-27 79-375,0 27-15,26-26-16,-26-28 0,0 1 15,0 0-15,0-26 16,0-1-16,0 27 16,0-26-16,0-1 15,0 0 1,26-26-1,-26 27 1,0-1 0,0 1 46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89.51049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1-14T00:45:00.30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15584 14420 0,'0'79'235,"0"54"-220,0-80-15,0 0 16,0 0 0,0-27-1,0 0-15,26 1 0,-26 26 16,0-27-1,0 1 1,0-1-16,0 1 31,0-1 1,27-26-17,-27 27 1,0-1-1,0 0 17,26-26-17,-26 27-15,0-1 16,0-52 296,0-27-296,0 0-16,0 0 16,0 27-16,0-27 15,0 26-15,0 1 16,0-27-16,0 27 16,0-1-16,-26 1 15,26-27-15,0-979 16,0 2011-16,0-1032 15,0 26 1,0 1-16,0-1 16,-27 27-1,27-26-15,0 0 32,0-1-17,0 1 1,0-1-1,0 1-15,0-1 16,0 1 0,0-1 15,-26 27-15,26-26-16,0 132 218,26 26-202,-26-26-16,0-27 0,0-52 16,0 52-1,0-52-15,0-1 16,0 27-16,0-27 15,0 1 1,0-1 15,0-79 157,0-26-173,-26 26 1,26 0-16,0 0 0,0 0 16,-26 0-1,26 0-15,0 1 16,-27 25-16,27 1 16,-26-27-16,-1 26 15,27 1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89.51049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1-14T00:45:41.60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9049 7197 0,'26'0'78,"-26"26"-62,27-26 0,-1 0 15,27 0-16,79 0-15,54 0 16,-1 0-16,-27 0 16,-25 0-16,-1 0 0,27 0 15,-27 0 1,-52 0-16,-28 0 0,-25 0 16,52 0 109,54 27-110,-54-27-15,27 26 0,-27 1 16,0-27-1,-52 26-15,26-26 16,-27 0-16,1 0 16,26 27 93,0-27-93,0 0-16,-1 0 15,-25 26-15,52-26 16,-52 0-16,26 0 94,26 27-79,27-27 1,-80 26-16,27-26 0,-26 27 281,52-27-265,-52 0-1,-27-27 1,26 27 0,0 0 15,-26-26-31,27 26 16,-1 0 15,1 0 0,-1 0-15,1 0-1,-1 0 32,1 0-31,-1 0-1,1 0 32,-1 0-15,0 0-17,-26-27 126,27 27-1,26 0-124,-27-26-16,1 26 16,26-27-16,-27 27 93,1 0-77,-1-26 0,1 26 93,-27-27-93,26 27-1,0 0 220,-26 27-220,0-1-15,27 27 16,-1 27 0,-26-54-16,27 0 15,-27 27-15,26-26 16,-26-1-16,0 1 15,0-1-15,27 1 16,-27 52-16,26-52 16,-26 52-1,27-53 1,-27 1-16,0 26 16,26 0-16,-26-27 15,27 27-15,-27 0 16,26-27-16,-26 1 15,0 26-15,0-27 16,27 27-16,-27-26 16,0 78-1,0-52-15,0 27 16,0-54-16,0 54 31,0-28-31,0-25 16,0-1-16,-27 1 15,27 26-15,0-27 16,-26 1-16,26 26 0,-27 0 16,27-1-1,0 1-15,-26 0 16,26-26-16,-27 26 16,27 0-16,0-27 15,-26 27-15,26 0 16,0 0-1,0-27-15,-27 1 16,27 26-16,0-27 16,0 27-16,0 0 15,0-27 1,0 1-16,0 26 16,0-27-16,0 1 15,0-1-15,0 27 16,0-27-1,0 1-15,0 26 0,0-27 16,0 27 0,0 0-16,0-26 15,0-1-15,0 27 16,0-27-16,27 1 16,-27 26-16,26 26 15,1-26 1,-27-26-16,0-1 15,0 0-15,0 27 16,26 0-16,-26 0 16,27 0-1,-27 0-15,0-26 0,26-1 16,-26 53 0,0-52-16,27 26 15,-27 0-15,0 0 16,0-27-16,26 0 15,-26 27 1,0-26-16,0-1 0,0 1 16,0 52-1,0-52-15,0 26 16,0-27-16,0 0 16,0 1-16,26 52 15,-26-52 1,0 26-1,0 0 1,0-27 0,0 0-1,0 27 1,0-26-16,0 26 16,0-27-16,0 1 15,0-1-15,0 1 16,-26 26-16,26-27 15,0 0-15,-26 1 16,26-1 0,0 27-16,-27 0 0,27-26 31,0-1-31,0 1 31,0 25-15,0-25-1,0-1-15,0 27 0,-26-26 16,26-1-16,0 1 16,0-1-16,0 54 15,0-28 1,0-25 0,0 26-1,0-27-15,0 1 16,0-1-16,0 1 15,0-1-15,-27 1 16,27-1 0,0 0-1,0 1-15,0 26 16,0-27 0,0 1-1,0-1 1,0 1 15,0-1-15,0 27 187,0-26-188,0-1 1,0 0 0,27 27-1,-27 0 1,0-26 0,0-1 46,26 1-15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89.51049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1-14T00:45:45.17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9260 7171 0,'0'79'78,"0"0"-62,0 1-16,0 25 0,0-25 16,27-1-16,-27 54 15,26-1-15,1 0 16,-1 0-16,-26-52 15,27 52-15,-1 80 16,-26-80 0,0 0-1,0 27-15,0-27 0,-26 27 16,26 0 0,0-27-16,0 0 0,-27 27 15,1-27-15,26-26 16,0 53-16,-27 0 15,27-27-15,0 27 16,0 0 0,0-27-16,27 80 15,-27-80-15,26 27 0,-26 105 16,0-132 0,0 1-16,0-27 15,0-27-15,0 27 16,-26-53-16,26 26 15,-27-26-15,27 0 16,0-27-16,0 1 16,0-1-1,0 1-15,0-1 32,-26-26-17,26 27 1,0-1-1,0 1 1,0-1-16,0 1 0,0-1 16,-27 0-1,27 1-15,0 26 0,-26 0 16,26-27 0,-26-26-16,26 27 15,0-1-15,0 1 16,0-1-16,-27-26 15,27 26-15,0 1 16,-26-1-16,26 1 16,0-1-1,-27 1 1,27-1 0,-26 1-1,26-1 1,0 1-16,0-1 15,0 1 17,0-1-17,0 0 17,0 1-17,0-1 32,0 1-31,26-1-1,-26-1031 1,0 2090-16,27-1059 0,-27 1 16,53 78-1,-27-25-15,27-1 16,26 53-1,-26-52-15,-53-27 16,27-27-16,-27 1 16,26-27-16,-26 26 15,27-26 1,-27 27 0,0-1-1,26 0-15,-26 1 16,26-1-16,-26 1 31,27-27 125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89.51049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1-14T00:45:47.84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13044 7303 0,'26'79'47,"-26"1"-31,27-28-16,-27 28 16,26-27-16,-26 0 15,27 53-15,-1 52 16,-26-25-1,53-28 1,-53-25-16,27 26 0,-1 26 16,1 53-1,-27-53-15,0-52 16,26-1-16,-26 27 16,0-27-1,26 1-15,-26 26 0,27-27 16,-27 0-1,0 27-15,0 0 0,0 0 16,0 158 0,-27-131-16,1 25 15,0-25-15,-1-1 16,1 0-16,26 1 16,-27-54-16,27 53 15,-26 1-15,-1 131 16,1-184-1,26-1 1,0 0-16,0-52 0,0 26 16,0 0-1,0-27-15,0 0 0,0 1 16,26 52 0,-26-52-16,0-1 15,0 1 1,0 26-16,0-27 0,0 27 15,0 26 1,0-26-16,-26 27 16,-1 25-16,-26-25 0,1 26 15,-1-27-15,26 27 16,1 0-16,-1-27 16,27 27-16,-26-80 15,26 27-15,0-26 16,0-1-16,0 1 15,26-1 1,1 1 0,-27-1-1,26 1-15,1 25 16,-1-25 0,1 26-1,-27-27 1,26 1-1,0 26-15,1-27 16,-27 1 0,0-1 46,0 0-31,0 1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89.51049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1-14T00:45:53.59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13256 7488 0,'26'0'235,"27"0"-204,106 0-16,132-26-15,0-27 0,-106 53 16,133-27 0,-160 1-16,54-1 15,-159 27 1,-27-26 0,1 26 155,-1 0-155,1-27 0,52 27-1,27-26-15,-53 26 16,-27 0 0,27 0-16,-26 0 0,-1-27 31,54 27 109,25 0-124,1 0-16,-53 0 16,26 0-1,-26 0-15,-26 0 625,-27 27-609,26-27 0,1 0-1,-1 26 1,1-26 15,-1 27 47,1-27-62,-1 0 15,-26 26-15,26-26-1,1 0 17,-1 0-17,1 27 16,-1-27-15,1 26 15,-1-26-15,-26 27 312,0-1-312,0 1 15,0-1-31,-26 0 0,26 27 16,-27-26-16,27-1 15,0 27-15,-26-26 16,26-1-16,0 1 15,0 26-15,0-1 16,0 1 0,0-26-16,0 26 15,0-27 1,0 1-16,0 26 16,26-1-16,-26 1 0,27 0 15,-27 27 1,0-27-16,26 0 15,-26 26-15,0 0 16,27 1-16,-27-27 0,0 105 31,0-105-31,0 0 0,0 27 16,0-54-16,0 53 16,0-26-16,0 53 15,0-53-15,0 26 16,0-26-16,0 53 15,0-53 1,0-26-16,0 52 16,0-26-1,0 26-15,0 1 0,0-1 16,-27 27 0,27-27-16,-26 1 15,26-1-15,-27 0 0,27-26 16,-26 53-1,26-27-15,-53 1 0,53 26 16,-27-53-16,27 52 16,-26-25-1,26-1-15,-26-26 0,26 53 16,-27-53-16,1 53 16,26-27-16,0 0 15,0 1-15,0 26 16,0-54-1,0 107 1,0-106-16,0-26 0,0 26 16,0-1-1,0-25-15,0 26 16,0 0-16,0 0 16,0 26-16,-27 27 15,27-53 1,0-27-16,0 27 0,-26 53 15,26-53 1,0-27 0,0 27-16,0 0 15,0-26-15,0 26 16,26-1-16,-26-25 16,27 26-16,-27-27 0,0 27 15,26-26-15,-26-1 16,0 1-16,27 26 31,-27-27-31,0 27 16,0-27-1,26 1-15,-26-1 32,0 1-32,26-27 15,-26 26 1,0 1-16,27 26 31,-27-27-31,0 0 16,26 1 859,1-1-875,-1 27 0,-26 0 15,27-26-15,-27-1 16,26 1-16,-26-1 16,27 1-1,-27-1 1,26 0-16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7F370-A988-4588-950C-AC8091809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94A68-2C01-499E-A71C-52D04BCCD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2B2CE-FD4E-43E0-9AD9-B3F26C28D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AB024F9-09D7-491C-8B51-E69E23659984}" type="datetimeFigureOut">
              <a:rPr lang="en-US" smtClean="0"/>
              <a:pPr>
                <a:defRPr/>
              </a:pPr>
              <a:t>14-Jan-21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AFC5D-A566-41EE-9DB0-4FBE27A1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DFF2D-2350-43BD-BF62-DCA8A825B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46155B-D171-4274-830A-3382325122B8}" type="slidenum">
              <a:rPr lang="en-US" altLang="id-ID" smtClean="0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430982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13925-4606-4D59-9696-7951C125C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2CFEB-71B1-4A73-BB84-5719EFB30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AF4D5-2B8A-4952-A52D-646CD5F30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814782-2B84-4FF4-9E0B-5D7453B4DF42}" type="datetimeFigureOut">
              <a:rPr lang="en-US" smtClean="0"/>
              <a:pPr>
                <a:defRPr/>
              </a:pPr>
              <a:t>14-Jan-21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1FE74-FC7D-485E-92E7-00CD09A94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C8A4C-30C5-4030-9122-1884E88AB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B2E62C-D0BA-41EE-9896-ED1C3B23BA3A}" type="slidenum">
              <a:rPr lang="en-US" altLang="id-ID" smtClean="0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044439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1B947-5352-4AC6-98B6-0348A2756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1DDC8-FE83-4960-A924-872FA507C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8CB33-95ED-4FE2-B100-1B1BB0E6C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D2593C-0542-41ED-A6B5-8017FFE79EFB}" type="datetimeFigureOut">
              <a:rPr lang="en-US" smtClean="0"/>
              <a:pPr>
                <a:defRPr/>
              </a:pPr>
              <a:t>14-Jan-21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3382A-6B6A-4357-A0D1-BC861ADD1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19294-5906-4956-A01D-9290DA44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4DF589-D22D-4720-8DCF-C1C4B1E12035}" type="slidenum">
              <a:rPr lang="en-US" altLang="id-ID" smtClean="0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4131714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586B2-ED5E-4C49-AF65-8060285B6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91501-5B14-4950-9F6C-D9AF7432D6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026F6-60F6-44FD-B8A6-CDCAF5936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3BF72-AA69-4553-8AEE-3A83B4410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A543C4-EE30-4C5F-B423-1BF9E6DA8C4B}" type="datetimeFigureOut">
              <a:rPr lang="en-US" smtClean="0"/>
              <a:pPr>
                <a:defRPr/>
              </a:pPr>
              <a:t>14-Jan-21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4B79D-6F2F-4AFB-893D-319EB99A1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F59A7-2A67-42B1-AF92-5EC5346B1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9B23C2-3C22-4AFB-BCB1-F3DECBF8D254}" type="slidenum">
              <a:rPr lang="en-US" altLang="id-ID" smtClean="0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17075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20B79-CFD3-491D-817C-BB5F442A0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FC937-A5AF-44EA-9B05-0E61EAFB1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39AD9-A058-4685-A8F0-3DA8FE7C4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2DC18C-19F9-4128-B723-E7AA2367D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7C573D-ADE8-49A8-AB94-420111CC86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4658B3-6A15-41C7-9379-9627A3842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D0DEE6-D30A-45F5-8715-05369ACB1C31}" type="datetimeFigureOut">
              <a:rPr lang="en-US" smtClean="0"/>
              <a:pPr>
                <a:defRPr/>
              </a:pPr>
              <a:t>14-Jan-21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44FCC-A3C6-4AA6-BD7E-E3B16FE97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058BDC-9D4B-4913-83D7-39B6DFE4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F39D68-05A8-405C-AB26-ABB2D0783771}" type="slidenum">
              <a:rPr lang="en-US" altLang="id-ID" smtClean="0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215539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7F9D9-C17B-4B96-854C-4F81C334F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C4C6F-0EE5-447A-9A2E-F8BA350E9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AFFF0B-D90A-4DDC-B644-807D5DAD9A2A}" type="datetimeFigureOut">
              <a:rPr lang="en-US" smtClean="0"/>
              <a:pPr>
                <a:defRPr/>
              </a:pPr>
              <a:t>14-Jan-21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5F3B23-FCFB-4BE5-9C17-1DBD6EDE8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B0F42C-DF37-4E08-A7F3-40D60120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BE57E3-D0F4-442A-A9E8-A5421EA48AD7}" type="slidenum">
              <a:rPr lang="en-US" altLang="id-ID" smtClean="0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6861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8CCE7D-EAE2-40BD-A1B4-8A0E4F28B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333D31-EEF1-494D-A7BF-E6AF12AF75FE}" type="datetimeFigureOut">
              <a:rPr lang="en-US" smtClean="0"/>
              <a:pPr>
                <a:defRPr/>
              </a:pPr>
              <a:t>14-Jan-21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29D378-75E9-4AA4-B82C-FB6B8018D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E21B0-0EB1-4BBE-BF1E-365588E0C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6D73E3-5E22-44F1-B8AE-FBF962AEA80C}" type="slidenum">
              <a:rPr lang="en-US" altLang="id-ID" smtClean="0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51914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D9FC9-9AF0-45E9-8302-4CFFECD64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DE58A-68DF-4EB9-A162-8FB3AE2D4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4BD54-4F9E-4A42-A4D1-9922113640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44BF1-90E6-436B-B22A-E1457007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18C5EF-6C2E-464D-8235-BBAD48E1D655}" type="datetimeFigureOut">
              <a:rPr lang="en-US" smtClean="0"/>
              <a:pPr>
                <a:defRPr/>
              </a:pPr>
              <a:t>14-Jan-21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DB9D5-F7E1-4640-A47D-DB40E7D6E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A3F1D-6F17-4BE0-A875-A8E28035C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71E2A-A0CC-4EAC-92A8-8673DA57B9E9}" type="slidenum">
              <a:rPr lang="en-US" altLang="id-ID" smtClean="0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161407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4D6C-C29D-4BD6-ABA3-DCBBCEE3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36CC52-1DD4-46CF-9BB4-DE55D460B1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EED28-2F62-4DC2-906A-18425FB42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C0D3F-52AD-4DE5-95D7-B9868E287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4BF34C-3B7F-4004-AB3A-3C9D8E4366C1}" type="datetimeFigureOut">
              <a:rPr lang="en-US" smtClean="0"/>
              <a:pPr>
                <a:defRPr/>
              </a:pPr>
              <a:t>14-Jan-21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13027-F4CE-4F1B-B765-752941026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28699-508B-4855-B96E-AB53ABDE5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B44B9C-03A3-4FE7-9467-BF318CB0F7E4}" type="slidenum">
              <a:rPr lang="en-US" altLang="id-ID" smtClean="0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312866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D9EC1-CA48-4BE2-B44B-5EC4124C8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B90F2-F4AE-4EC5-914E-794134F57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B727F-03C4-4C12-BD8B-0A3CC4A79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8A7625-2A96-4806-9A90-ED9A509A1EE5}" type="datetimeFigureOut">
              <a:rPr lang="en-US" smtClean="0"/>
              <a:pPr>
                <a:defRPr/>
              </a:pPr>
              <a:t>14-Jan-21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678E6-0357-4FD6-8466-D5BFB154C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63317-BE40-4FF5-B5E6-D24C5D789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0621ED-010B-4F57-909D-1105BCF8D5B4}" type="slidenum">
              <a:rPr lang="en-US" altLang="id-ID" smtClean="0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912919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462F24-1668-484F-B4DA-385105A705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57B6D3-48A3-4607-8D93-5BF432A13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7BD98-DD1C-4619-883C-DFA6F49B9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7D37DF-E97E-40EF-940F-48D9CF44FD8A}" type="datetimeFigureOut">
              <a:rPr lang="en-US" smtClean="0"/>
              <a:pPr>
                <a:defRPr/>
              </a:pPr>
              <a:t>14-Jan-21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2D4D8-C8E3-48E9-A9FE-E85B13E7D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E2F02-CBFC-44B3-946C-58AD7D6BA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C43435-1729-49A0-A00B-5CB92E16652D}" type="slidenum">
              <a:rPr lang="en-US" altLang="id-ID" smtClean="0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069550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26D4F1-7330-4CCD-BDC5-14809AB24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A9CC2-B878-4F6A-95DD-0A12B85D7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3550B-5723-4CA8-9F86-32FDF5A9DB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F65F9F3-32CC-4438-88EC-867C2AE45594}" type="datetimeFigureOut">
              <a:rPr lang="en-US" smtClean="0"/>
              <a:pPr>
                <a:defRPr/>
              </a:pPr>
              <a:t>14-Jan-21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BD2F4-9C54-4E82-80BF-84660A3A0E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5CC96-EFE7-445A-88DB-67E5D01000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B202BA1-BAA0-408A-8426-FD4BD3A5221F}" type="slidenum">
              <a:rPr lang="en-US" altLang="id-ID" smtClean="0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564151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33.png"/><Relationship Id="rId26" Type="http://schemas.openxmlformats.org/officeDocument/2006/relationships/image" Target="../media/image37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34" Type="http://schemas.openxmlformats.org/officeDocument/2006/relationships/image" Target="../media/image41.png"/><Relationship Id="rId7" Type="http://schemas.openxmlformats.org/officeDocument/2006/relationships/customXml" Target="../ink/ink3.xml"/><Relationship Id="rId12" Type="http://schemas.openxmlformats.org/officeDocument/2006/relationships/image" Target="../media/image30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2" Type="http://schemas.openxmlformats.org/officeDocument/2006/relationships/image" Target="../media/image25.png"/><Relationship Id="rId16" Type="http://schemas.openxmlformats.org/officeDocument/2006/relationships/image" Target="../media/image32.png"/><Relationship Id="rId20" Type="http://schemas.openxmlformats.org/officeDocument/2006/relationships/image" Target="../media/image34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customXml" Target="../ink/ink5.xml"/><Relationship Id="rId24" Type="http://schemas.openxmlformats.org/officeDocument/2006/relationships/image" Target="../media/image36.png"/><Relationship Id="rId32" Type="http://schemas.openxmlformats.org/officeDocument/2006/relationships/image" Target="../media/image40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38.png"/><Relationship Id="rId36" Type="http://schemas.openxmlformats.org/officeDocument/2006/relationships/image" Target="../media/image42.png"/><Relationship Id="rId10" Type="http://schemas.openxmlformats.org/officeDocument/2006/relationships/image" Target="../media/image29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26.png"/><Relationship Id="rId9" Type="http://schemas.openxmlformats.org/officeDocument/2006/relationships/customXml" Target="../ink/ink4.xml"/><Relationship Id="rId14" Type="http://schemas.openxmlformats.org/officeDocument/2006/relationships/image" Target="../media/image31.png"/><Relationship Id="rId22" Type="http://schemas.openxmlformats.org/officeDocument/2006/relationships/image" Target="../media/image35.png"/><Relationship Id="rId27" Type="http://schemas.openxmlformats.org/officeDocument/2006/relationships/customXml" Target="../ink/ink13.xml"/><Relationship Id="rId30" Type="http://schemas.openxmlformats.org/officeDocument/2006/relationships/image" Target="../media/image39.png"/><Relationship Id="rId35" Type="http://schemas.openxmlformats.org/officeDocument/2006/relationships/customXml" Target="../ink/ink17.xml"/><Relationship Id="rId8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customXml" Target="../ink/ink18.xml"/><Relationship Id="rId7" Type="http://schemas.openxmlformats.org/officeDocument/2006/relationships/customXml" Target="../ink/ink20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customXml" Target="../ink/ink19.xml"/><Relationship Id="rId10" Type="http://schemas.openxmlformats.org/officeDocument/2006/relationships/image" Target="../media/image47.png"/><Relationship Id="rId4" Type="http://schemas.openxmlformats.org/officeDocument/2006/relationships/image" Target="../media/image44.png"/><Relationship Id="rId9" Type="http://schemas.openxmlformats.org/officeDocument/2006/relationships/customXml" Target="../ink/ink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0B37-75CD-481F-B3B2-6D2FEC1AD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5600" y="2362200"/>
            <a:ext cx="6477000" cy="9906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b="1" dirty="0" err="1">
                <a:solidFill>
                  <a:srgbClr val="C00000"/>
                </a:solidFill>
              </a:rPr>
              <a:t>Konsep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Dasar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Seluler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219" name="Subtitle 2">
            <a:extLst>
              <a:ext uri="{FF2B5EF4-FFF2-40B4-BE49-F238E27FC236}">
                <a16:creationId xmlns:a16="http://schemas.microsoft.com/office/drawing/2014/main" id="{08585638-CE51-4E02-A923-9690D9553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6200" y="6049963"/>
            <a:ext cx="6705600" cy="68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C99DF73D-3F7A-4921-BE3E-4106B01D3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5E4EC371-1B64-457E-AE77-10ACC756F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10244" name="Picture 2">
            <a:extLst>
              <a:ext uri="{FF2B5EF4-FFF2-40B4-BE49-F238E27FC236}">
                <a16:creationId xmlns:a16="http://schemas.microsoft.com/office/drawing/2014/main" id="{95AC427F-1F3C-4BB5-A902-77CD57C14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1066800"/>
            <a:ext cx="7162800" cy="479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A5325EC2-5389-43F2-8D05-1F4E8D7FE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REPRESENTASI CELL COVERAGE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1B244C7E-8A31-4D4D-9C0B-DAC9B9382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11268" name="Picture 2">
            <a:extLst>
              <a:ext uri="{FF2B5EF4-FFF2-40B4-BE49-F238E27FC236}">
                <a16:creationId xmlns:a16="http://schemas.microsoft.com/office/drawing/2014/main" id="{C50B6A72-4202-4C46-B45D-BF1960D6C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76400"/>
            <a:ext cx="7013575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192E2447-3B36-4B1B-A226-613C1FB51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TIPE ANTENA DI BTS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66823A54-DA2F-41DE-B3A6-13387A6B6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12292" name="Picture 2">
            <a:extLst>
              <a:ext uri="{FF2B5EF4-FFF2-40B4-BE49-F238E27FC236}">
                <a16:creationId xmlns:a16="http://schemas.microsoft.com/office/drawing/2014/main" id="{A1A55962-F2FF-4694-AFF1-9353CC82B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28775"/>
            <a:ext cx="7162800" cy="431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60B26194-57AC-4A6E-AC1C-D0F69187B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GEOMETRI SEL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C966F2DC-7E5C-45C9-BBA0-8AF541AB2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13316" name="Picture 2">
            <a:extLst>
              <a:ext uri="{FF2B5EF4-FFF2-40B4-BE49-F238E27FC236}">
                <a16:creationId xmlns:a16="http://schemas.microsoft.com/office/drawing/2014/main" id="{B9D6AD1E-9CE4-4CE9-8AB5-050CEFCD5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638300"/>
            <a:ext cx="7391400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AFF4-DAB0-4C10-90CB-8E7F27615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MACROCELL, MICROCELL, PICOCELL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1D0AD969-0E75-43D3-9B33-78888B282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14340" name="Picture 2">
            <a:extLst>
              <a:ext uri="{FF2B5EF4-FFF2-40B4-BE49-F238E27FC236}">
                <a16:creationId xmlns:a16="http://schemas.microsoft.com/office/drawing/2014/main" id="{95432D77-9780-4622-A58E-A7E077A44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600200"/>
            <a:ext cx="65532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BC0F2E91-AD15-4F28-8AAB-18B887DE9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MIXED CELL ARCHITECTURE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EDF0A36A-450B-48A9-9C4F-CD040BC03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15364" name="Picture 2">
            <a:extLst>
              <a:ext uri="{FF2B5EF4-FFF2-40B4-BE49-F238E27FC236}">
                <a16:creationId xmlns:a16="http://schemas.microsoft.com/office/drawing/2014/main" id="{E1570C3E-1474-40B7-A9E3-A49C4A589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752600"/>
            <a:ext cx="5705475" cy="393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2">
            <a:extLst>
              <a:ext uri="{FF2B5EF4-FFF2-40B4-BE49-F238E27FC236}">
                <a16:creationId xmlns:a16="http://schemas.microsoft.com/office/drawing/2014/main" id="{10A05BF8-1038-4C26-952A-80139AD34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5791200"/>
            <a:ext cx="501967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6AC43B97-3544-4200-A516-D957F3373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Karakteristik Sistem Seluler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726423B4-32CA-4211-94D1-20E208E70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16388" name="Picture 2">
            <a:extLst>
              <a:ext uri="{FF2B5EF4-FFF2-40B4-BE49-F238E27FC236}">
                <a16:creationId xmlns:a16="http://schemas.microsoft.com/office/drawing/2014/main" id="{F88AFEB0-3292-4D71-A45D-F4BA44968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00200"/>
            <a:ext cx="6858000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68FBF51C-A770-44E8-861F-0E15B0BC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Karakteristik Sistem Seluler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D55273EA-0D76-46DC-B5B0-4C8A3974A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17412" name="Picture 2">
            <a:extLst>
              <a:ext uri="{FF2B5EF4-FFF2-40B4-BE49-F238E27FC236}">
                <a16:creationId xmlns:a16="http://schemas.microsoft.com/office/drawing/2014/main" id="{A73C79DC-B6D7-4B54-B625-66A059483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676400"/>
            <a:ext cx="7620000" cy="431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19C35663-8CF9-4D61-8DB2-9834CBC70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DEFINISI FREKUENSI REUSE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A16A32D9-5921-400F-BA87-848322E79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18436" name="Picture 2">
            <a:extLst>
              <a:ext uri="{FF2B5EF4-FFF2-40B4-BE49-F238E27FC236}">
                <a16:creationId xmlns:a16="http://schemas.microsoft.com/office/drawing/2014/main" id="{48390900-6895-4268-A492-CD2DB9A8C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00200"/>
            <a:ext cx="7239000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02A909E4-067A-4C2F-91B0-A3BEB9E77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Latar Belakang Frekuensi Reuse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D10C41B0-A905-4FA4-9668-D04EF6524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19460" name="Picture 2">
            <a:extLst>
              <a:ext uri="{FF2B5EF4-FFF2-40B4-BE49-F238E27FC236}">
                <a16:creationId xmlns:a16="http://schemas.microsoft.com/office/drawing/2014/main" id="{825F7167-E86F-4467-AC93-94AF6CBBB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71247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372A5363-276D-4558-8A69-73A1A091D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Frekuensi Reuse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9E592EAA-3F88-492B-8292-2B13118F4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20484" name="Picture 2">
            <a:extLst>
              <a:ext uri="{FF2B5EF4-FFF2-40B4-BE49-F238E27FC236}">
                <a16:creationId xmlns:a16="http://schemas.microsoft.com/office/drawing/2014/main" id="{3CFB1E89-19D6-470E-82D5-C72D7C550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371600"/>
            <a:ext cx="77724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E174103A-D9AC-43FE-9C5B-B1AEFD766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FREKUENSI REUSE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B0D5AE4F-CF76-45C6-9BFD-C36C0EB97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21508" name="Picture 2">
            <a:extLst>
              <a:ext uri="{FF2B5EF4-FFF2-40B4-BE49-F238E27FC236}">
                <a16:creationId xmlns:a16="http://schemas.microsoft.com/office/drawing/2014/main" id="{0B5AD219-F1CF-4D94-BFB9-11C1BF2E4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00200"/>
            <a:ext cx="7578725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579ECBF6-9E08-4A25-91A0-7DAA2D9B6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Kaidah Penentuan Nomor Sel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87AB314E-CCCC-4637-ADA1-09638915F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22532" name="Picture 2">
            <a:extLst>
              <a:ext uri="{FF2B5EF4-FFF2-40B4-BE49-F238E27FC236}">
                <a16:creationId xmlns:a16="http://schemas.microsoft.com/office/drawing/2014/main" id="{E603A4A9-B784-44DF-8A8D-CCAF1F88D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752600"/>
            <a:ext cx="7467600" cy="465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2C791660-EC21-4355-A85A-B13D707C3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KONSEP CLUSTER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723FFC9B-F9AA-49E5-9DDD-2796F60A5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23556" name="Picture 2">
            <a:extLst>
              <a:ext uri="{FF2B5EF4-FFF2-40B4-BE49-F238E27FC236}">
                <a16:creationId xmlns:a16="http://schemas.microsoft.com/office/drawing/2014/main" id="{F2A09BD3-7833-4575-ADD9-326D23471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00200"/>
            <a:ext cx="7620000" cy="457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9CDA00B6-6C48-453D-AC0F-CD72F8145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Contoh K=3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36FDF575-E9E2-421C-8BB1-11A3DB1CA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24580" name="Picture 2">
            <a:extLst>
              <a:ext uri="{FF2B5EF4-FFF2-40B4-BE49-F238E27FC236}">
                <a16:creationId xmlns:a16="http://schemas.microsoft.com/office/drawing/2014/main" id="{E7028AA7-0519-4F09-83FE-A0CD1CF7B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00200"/>
            <a:ext cx="780415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A5A2A32D-2B00-470A-AE21-DD21190B2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Contoh K=7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5017311E-ED84-48CE-88DD-5C51BF382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25604" name="Picture 2">
            <a:extLst>
              <a:ext uri="{FF2B5EF4-FFF2-40B4-BE49-F238E27FC236}">
                <a16:creationId xmlns:a16="http://schemas.microsoft.com/office/drawing/2014/main" id="{C992056B-13EC-4CC7-B66B-FE07E501A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00200"/>
            <a:ext cx="7731125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97B61245-E221-4451-BD1B-42EAEE0EC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Parameter Dasar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AC8AB039-A55B-4F4C-9DBE-41B30C89F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26628" name="Picture 2">
            <a:extLst>
              <a:ext uri="{FF2B5EF4-FFF2-40B4-BE49-F238E27FC236}">
                <a16:creationId xmlns:a16="http://schemas.microsoft.com/office/drawing/2014/main" id="{0108B971-B6B7-4771-9031-01BA5A8B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00200"/>
            <a:ext cx="6477000" cy="473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095C6A34-F8FA-4A44-BD99-1405E582A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Parameter Kinerja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B0502966-7C6A-4F33-8688-125DFD129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27652" name="Picture 2">
            <a:extLst>
              <a:ext uri="{FF2B5EF4-FFF2-40B4-BE49-F238E27FC236}">
                <a16:creationId xmlns:a16="http://schemas.microsoft.com/office/drawing/2014/main" id="{303081CE-43B4-4D61-92B1-8A541B0A4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76400"/>
            <a:ext cx="7772400" cy="468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AFB6CC54-4294-4EAB-93CA-20ACF135B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INTERFERENSI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AB3CD75C-91BF-4118-9001-6F058FD25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28676" name="Picture 2">
            <a:extLst>
              <a:ext uri="{FF2B5EF4-FFF2-40B4-BE49-F238E27FC236}">
                <a16:creationId xmlns:a16="http://schemas.microsoft.com/office/drawing/2014/main" id="{DCC31F1D-C74E-4865-8E52-EA5A4A57E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00200"/>
            <a:ext cx="7391400" cy="494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F309CAEC-9E93-48F6-9ABD-E05F79FAF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Jenis Interferensi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F4F8066-40EF-414B-8A91-D94B09C6B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29700" name="Picture 3">
            <a:extLst>
              <a:ext uri="{FF2B5EF4-FFF2-40B4-BE49-F238E27FC236}">
                <a16:creationId xmlns:a16="http://schemas.microsoft.com/office/drawing/2014/main" id="{F9E10DE9-9762-46C3-B9AF-F942F15CE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76400"/>
            <a:ext cx="7162800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C2C880EC-A71A-4BE2-98F3-6092FF2A8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Co-channel Interference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C27C5C40-6BE9-4BC3-94F2-B816A5B9C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30724" name="Picture 3">
            <a:extLst>
              <a:ext uri="{FF2B5EF4-FFF2-40B4-BE49-F238E27FC236}">
                <a16:creationId xmlns:a16="http://schemas.microsoft.com/office/drawing/2014/main" id="{B6B376CE-7703-47E6-972E-3BC61234A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00200"/>
            <a:ext cx="71437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6B529697-E8A1-4DA5-A495-059E59E8E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Signal To Interference Ratio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D58DB14A-C623-459B-A1BE-297B05512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31748" name="Picture 2">
            <a:extLst>
              <a:ext uri="{FF2B5EF4-FFF2-40B4-BE49-F238E27FC236}">
                <a16:creationId xmlns:a16="http://schemas.microsoft.com/office/drawing/2014/main" id="{DB119A7A-EAE4-4FAE-8393-0A2E670E2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752600"/>
            <a:ext cx="726122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BEEC26FC-F013-45CE-94A1-041B50B7E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Sign To Interference Ratio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E9FC589C-5340-4A53-9667-F118BE9B5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32772" name="Picture 2">
            <a:extLst>
              <a:ext uri="{FF2B5EF4-FFF2-40B4-BE49-F238E27FC236}">
                <a16:creationId xmlns:a16="http://schemas.microsoft.com/office/drawing/2014/main" id="{0369D455-1F07-4AEA-869A-5186EF129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600200"/>
            <a:ext cx="7542213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488CF1BB-FBDE-465F-A0B1-361969DD1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Adjacent Channel Interference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8D36A6DC-351E-496F-9995-4EA213050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33796" name="Picture 2">
            <a:extLst>
              <a:ext uri="{FF2B5EF4-FFF2-40B4-BE49-F238E27FC236}">
                <a16:creationId xmlns:a16="http://schemas.microsoft.com/office/drawing/2014/main" id="{2779A6ED-2559-4688-B58D-CF34F052B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1600200"/>
            <a:ext cx="8086725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6409007-BE71-4E00-B4E8-617FF674ED76}"/>
                  </a:ext>
                </a:extLst>
              </p14:cNvPr>
              <p14:cNvContentPartPr/>
              <p14:nvPr/>
            </p14:nvContentPartPr>
            <p14:xfrm>
              <a:off x="2600280" y="3324240"/>
              <a:ext cx="143280" cy="2019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6409007-BE71-4E00-B4E8-617FF674ED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84440" y="3260880"/>
                <a:ext cx="174600" cy="21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B424BAA-8421-4EA0-A31D-B627423E7229}"/>
                  </a:ext>
                </a:extLst>
              </p14:cNvPr>
              <p14:cNvContentPartPr/>
              <p14:nvPr/>
            </p14:nvContentPartPr>
            <p14:xfrm>
              <a:off x="2000160" y="5029200"/>
              <a:ext cx="5610600" cy="371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B424BAA-8421-4EA0-A31D-B627423E722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84320" y="4965840"/>
                <a:ext cx="5641920" cy="49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4FD7D2A-4DD3-4C3E-9742-46FB9B9D9403}"/>
                  </a:ext>
                </a:extLst>
              </p14:cNvPr>
              <p14:cNvContentPartPr/>
              <p14:nvPr/>
            </p14:nvContentPartPr>
            <p14:xfrm>
              <a:off x="3876840" y="3915000"/>
              <a:ext cx="1105200" cy="1391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4FD7D2A-4DD3-4C3E-9742-46FB9B9D940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61000" y="3851640"/>
                <a:ext cx="1136520" cy="151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6C09264-9EDF-40AB-8A1E-CFEBCC734B8D}"/>
                  </a:ext>
                </a:extLst>
              </p14:cNvPr>
              <p14:cNvContentPartPr/>
              <p14:nvPr/>
            </p14:nvContentPartPr>
            <p14:xfrm>
              <a:off x="3867120" y="3971880"/>
              <a:ext cx="57600" cy="1381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6C09264-9EDF-40AB-8A1E-CFEBCC734B8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51280" y="3908520"/>
                <a:ext cx="88920" cy="150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50D72C8-6A6F-474F-BF37-0C160F6B1AA1}"/>
                  </a:ext>
                </a:extLst>
              </p14:cNvPr>
              <p14:cNvContentPartPr/>
              <p14:nvPr/>
            </p14:nvContentPartPr>
            <p14:xfrm>
              <a:off x="7439040" y="5362560"/>
              <a:ext cx="105120" cy="457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50D72C8-6A6F-474F-BF37-0C160F6B1AA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423200" y="5299200"/>
                <a:ext cx="13644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A5DA41C-01FF-4E43-BBA7-3A1AE4AF8A46}"/>
                  </a:ext>
                </a:extLst>
              </p14:cNvPr>
              <p14:cNvContentPartPr/>
              <p14:nvPr/>
            </p14:nvContentPartPr>
            <p14:xfrm>
              <a:off x="7410600" y="5610240"/>
              <a:ext cx="162000" cy="29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A5DA41C-01FF-4E43-BBA7-3A1AE4AF8A4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394760" y="5546880"/>
                <a:ext cx="19332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CDE0D81-F19B-483E-AED5-38A3366E94CD}"/>
                  </a:ext>
                </a:extLst>
              </p14:cNvPr>
              <p14:cNvContentPartPr/>
              <p14:nvPr/>
            </p14:nvContentPartPr>
            <p14:xfrm>
              <a:off x="3876840" y="5486400"/>
              <a:ext cx="57240" cy="495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CDE0D81-F19B-483E-AED5-38A3366E94C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861000" y="5423040"/>
                <a:ext cx="88560" cy="62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EC18AD6-E74E-423C-84BF-AD5C853421F3}"/>
                  </a:ext>
                </a:extLst>
              </p14:cNvPr>
              <p14:cNvContentPartPr/>
              <p14:nvPr/>
            </p14:nvContentPartPr>
            <p14:xfrm>
              <a:off x="3809880" y="5867640"/>
              <a:ext cx="86040" cy="288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EC18AD6-E74E-423C-84BF-AD5C853421F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794040" y="5804280"/>
                <a:ext cx="11736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11FC6AE-7B6A-4F3D-8F97-11FC4490160E}"/>
                  </a:ext>
                </a:extLst>
              </p14:cNvPr>
              <p14:cNvContentPartPr/>
              <p14:nvPr/>
            </p14:nvContentPartPr>
            <p14:xfrm>
              <a:off x="4038480" y="5886720"/>
              <a:ext cx="10080" cy="76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11FC6AE-7B6A-4F3D-8F97-11FC4490160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022640" y="5823360"/>
                <a:ext cx="4140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EC629C4-8C50-44EE-B8BC-12FB28F38B28}"/>
                  </a:ext>
                </a:extLst>
              </p14:cNvPr>
              <p14:cNvContentPartPr/>
              <p14:nvPr/>
            </p14:nvContentPartPr>
            <p14:xfrm>
              <a:off x="4981680" y="5505480"/>
              <a:ext cx="19440" cy="3337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EC629C4-8C50-44EE-B8BC-12FB28F38B2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965840" y="5442120"/>
                <a:ext cx="50760" cy="4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C3BE21D-05AF-47BB-97EC-753F3C8195F2}"/>
                  </a:ext>
                </a:extLst>
              </p14:cNvPr>
              <p14:cNvContentPartPr/>
              <p14:nvPr/>
            </p14:nvContentPartPr>
            <p14:xfrm>
              <a:off x="4943520" y="5743800"/>
              <a:ext cx="57600" cy="97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C3BE21D-05AF-47BB-97EC-753F3C8195F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927680" y="5680440"/>
                <a:ext cx="8892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34CC4EA-1C46-44F0-A3A9-0E0C3EFCDF08}"/>
                  </a:ext>
                </a:extLst>
              </p14:cNvPr>
              <p14:cNvContentPartPr/>
              <p14:nvPr/>
            </p14:nvContentPartPr>
            <p14:xfrm>
              <a:off x="5105520" y="5772240"/>
              <a:ext cx="133560" cy="1814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34CC4EA-1C46-44F0-A3A9-0E0C3EFCDF0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089680" y="5708880"/>
                <a:ext cx="16488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B84A48D-B2E8-4F8B-9592-B9379AEBEF4A}"/>
                  </a:ext>
                </a:extLst>
              </p14:cNvPr>
              <p14:cNvContentPartPr/>
              <p14:nvPr/>
            </p14:nvContentPartPr>
            <p14:xfrm>
              <a:off x="3029040" y="4438800"/>
              <a:ext cx="1000440" cy="9338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B84A48D-B2E8-4F8B-9592-B9379AEBEF4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013200" y="4375440"/>
                <a:ext cx="1031760" cy="10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C132861-95F2-4B0F-B7F4-34D52EA8B95E}"/>
                  </a:ext>
                </a:extLst>
              </p14:cNvPr>
              <p14:cNvContentPartPr/>
              <p14:nvPr/>
            </p14:nvContentPartPr>
            <p14:xfrm>
              <a:off x="3895560" y="4143600"/>
              <a:ext cx="95760" cy="4478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C132861-95F2-4B0F-B7F4-34D52EA8B95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879720" y="4080240"/>
                <a:ext cx="127080" cy="57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AEBBFF2-D116-4F7F-B305-8878E31A1D8F}"/>
                  </a:ext>
                </a:extLst>
              </p14:cNvPr>
              <p14:cNvContentPartPr/>
              <p14:nvPr/>
            </p14:nvContentPartPr>
            <p14:xfrm>
              <a:off x="3914640" y="3981600"/>
              <a:ext cx="1972080" cy="11336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AEBBFF2-D116-4F7F-B305-8878E31A1D8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898800" y="3918240"/>
                <a:ext cx="2003400" cy="12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2202E2C-90F8-4DC8-BDB6-B795DEED3BEE}"/>
                  </a:ext>
                </a:extLst>
              </p14:cNvPr>
              <p14:cNvContentPartPr/>
              <p14:nvPr/>
            </p14:nvContentPartPr>
            <p14:xfrm>
              <a:off x="4381560" y="5181840"/>
              <a:ext cx="76320" cy="2955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2202E2C-90F8-4DC8-BDB6-B795DEED3BE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365720" y="5118480"/>
                <a:ext cx="107640" cy="42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386239A-A402-4A42-9E86-7933207CFBA0}"/>
                  </a:ext>
                </a:extLst>
              </p14:cNvPr>
              <p14:cNvContentPartPr/>
              <p14:nvPr/>
            </p14:nvContentPartPr>
            <p14:xfrm>
              <a:off x="5572080" y="4915080"/>
              <a:ext cx="66960" cy="5526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386239A-A402-4A42-9E86-7933207CFBA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556240" y="4851720"/>
                <a:ext cx="98280" cy="67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C2E24985-3E89-4211-BC49-140F8C24C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ACI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C71C86EC-8877-47D9-AED6-7666DB690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34820" name="Picture 2">
            <a:extLst>
              <a:ext uri="{FF2B5EF4-FFF2-40B4-BE49-F238E27FC236}">
                <a16:creationId xmlns:a16="http://schemas.microsoft.com/office/drawing/2014/main" id="{25014379-BE3C-46C0-B68F-93BFEF286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1419225"/>
            <a:ext cx="7191375" cy="401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C0C732C-3CBA-40AB-AE3D-3F66074BD1B1}"/>
                  </a:ext>
                </a:extLst>
              </p14:cNvPr>
              <p14:cNvContentPartPr/>
              <p14:nvPr/>
            </p14:nvContentPartPr>
            <p14:xfrm>
              <a:off x="3257640" y="2590920"/>
              <a:ext cx="1447920" cy="2362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C0C732C-3CBA-40AB-AE3D-3F66074BD1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41800" y="2527560"/>
                <a:ext cx="1479240" cy="248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DBDBC6E-173E-4B97-97FA-E62EFE9DD966}"/>
                  </a:ext>
                </a:extLst>
              </p14:cNvPr>
              <p14:cNvContentPartPr/>
              <p14:nvPr/>
            </p14:nvContentPartPr>
            <p14:xfrm>
              <a:off x="3276720" y="2581560"/>
              <a:ext cx="171720" cy="2667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DBDBC6E-173E-4B97-97FA-E62EFE9DD96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60880" y="2518200"/>
                <a:ext cx="203040" cy="27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7234439-7C63-4B47-83EC-95045B4D140F}"/>
                  </a:ext>
                </a:extLst>
              </p14:cNvPr>
              <p14:cNvContentPartPr/>
              <p14:nvPr/>
            </p14:nvContentPartPr>
            <p14:xfrm>
              <a:off x="4629240" y="2629080"/>
              <a:ext cx="190800" cy="2372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7234439-7C63-4B47-83EC-95045B4D140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13400" y="2565720"/>
                <a:ext cx="222120" cy="249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D32DAF8-DE67-4BF9-BA6B-0F668FC24A73}"/>
                  </a:ext>
                </a:extLst>
              </p14:cNvPr>
              <p14:cNvContentPartPr/>
              <p14:nvPr/>
            </p14:nvContentPartPr>
            <p14:xfrm>
              <a:off x="4772160" y="2600280"/>
              <a:ext cx="1133640" cy="2514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D32DAF8-DE67-4BF9-BA6B-0F668FC24A7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56320" y="2536920"/>
                <a:ext cx="1164960" cy="2641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20BB3842-4CCA-4278-BF6A-4FBC7CB36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Cara meminimalisir ACI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8DF240A2-2FBC-41C2-AEA0-BF6536866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r>
              <a:rPr lang="en-US" altLang="id-ID"/>
              <a:t>Beri spasi kanal yang aman</a:t>
            </a:r>
          </a:p>
          <a:p>
            <a:pPr eaLnBrk="1" hangingPunct="1"/>
            <a:r>
              <a:rPr lang="en-US" altLang="id-ID"/>
              <a:t>Pertajam karakteristik peredaman pada filter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32849AA8-6B76-4BC7-9EAF-ADF2D42BE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Interference Near-End Far-End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AD4455DD-B2E7-4EC9-97C2-550C74D9D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36868" name="Picture 2">
            <a:extLst>
              <a:ext uri="{FF2B5EF4-FFF2-40B4-BE49-F238E27FC236}">
                <a16:creationId xmlns:a16="http://schemas.microsoft.com/office/drawing/2014/main" id="{84B24C02-7223-44D7-A060-BC14A7672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00200"/>
            <a:ext cx="7543800" cy="420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9" name="TextBox 5">
            <a:extLst>
              <a:ext uri="{FF2B5EF4-FFF2-40B4-BE49-F238E27FC236}">
                <a16:creationId xmlns:a16="http://schemas.microsoft.com/office/drawing/2014/main" id="{2AC00CDE-C223-43A1-B49D-015A0BB12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943600"/>
            <a:ext cx="822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id-ID" sz="1800"/>
              <a:t>Perlu dynamic forward power control(mengatur daya di Tx1) yang fungsinya menurunkan amplituda daya pancar Tx1 untuk mengurangi pengaruh interferensi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B79E6D69-9A71-4CF7-AE51-C498EDF4B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91E80FE2-251A-490F-8D87-689B21B59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37892" name="Picture 2">
            <a:extLst>
              <a:ext uri="{FF2B5EF4-FFF2-40B4-BE49-F238E27FC236}">
                <a16:creationId xmlns:a16="http://schemas.microsoft.com/office/drawing/2014/main" id="{56119B61-7F80-4E56-902A-590C7998D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00200"/>
            <a:ext cx="770255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17D3479A-D6A9-48F4-8C1E-59A468DE0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Cara mengurangi Interference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4B9AB681-CFDE-4FB4-86B9-2098B0FEC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775" y="1600200"/>
            <a:ext cx="8153400" cy="4495800"/>
          </a:xfrm>
        </p:spPr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38916" name="Picture 2">
            <a:extLst>
              <a:ext uri="{FF2B5EF4-FFF2-40B4-BE49-F238E27FC236}">
                <a16:creationId xmlns:a16="http://schemas.microsoft.com/office/drawing/2014/main" id="{6DF72880-41C1-42BB-A7FA-4CDDB2FBD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7696200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11579</TotalTime>
  <Words>113</Words>
  <Application>Microsoft Office PowerPoint</Application>
  <PresentationFormat>Widescreen</PresentationFormat>
  <Paragraphs>31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Tw Cen MT</vt:lpstr>
      <vt:lpstr>Office Theme</vt:lpstr>
      <vt:lpstr>Konsep Dasar Seluler</vt:lpstr>
      <vt:lpstr>PowerPoint Presentation</vt:lpstr>
      <vt:lpstr>REPRESENTASI CELL COVERAGE</vt:lpstr>
      <vt:lpstr>TIPE ANTENA DI BTS</vt:lpstr>
      <vt:lpstr>GEOMETRI SEL</vt:lpstr>
      <vt:lpstr>MACROCELL, MICROCELL, PICOCELL</vt:lpstr>
      <vt:lpstr>MIXED CELL ARCHITECTURE</vt:lpstr>
      <vt:lpstr>Karakteristik Sistem Seluler</vt:lpstr>
      <vt:lpstr>Karakteristik Sistem Seluler</vt:lpstr>
      <vt:lpstr>DEFINISI FREKUENSI REUSE</vt:lpstr>
      <vt:lpstr>Latar Belakang Frekuensi Reuse</vt:lpstr>
      <vt:lpstr>Frekuensi Reuse</vt:lpstr>
      <vt:lpstr>FREKUENSI REUSE</vt:lpstr>
      <vt:lpstr>Kaidah Penentuan Nomor Sel</vt:lpstr>
      <vt:lpstr>KONSEP CLUSTER</vt:lpstr>
      <vt:lpstr>Contoh K=3</vt:lpstr>
      <vt:lpstr>Contoh K=7</vt:lpstr>
      <vt:lpstr>Parameter Dasar</vt:lpstr>
      <vt:lpstr>Parameter Kinerja</vt:lpstr>
      <vt:lpstr>INTERFERENSI</vt:lpstr>
      <vt:lpstr>Jenis Interferensi</vt:lpstr>
      <vt:lpstr>Co-channel Interference</vt:lpstr>
      <vt:lpstr>Signal To Interference Ratio</vt:lpstr>
      <vt:lpstr>Sign To Interference Ratio</vt:lpstr>
      <vt:lpstr>Adjacent Channel Interference</vt:lpstr>
      <vt:lpstr>ACI</vt:lpstr>
      <vt:lpstr>Cara meminimalisir ACI</vt:lpstr>
      <vt:lpstr>Interference Near-End Far-End</vt:lpstr>
      <vt:lpstr>PowerPoint Presentation</vt:lpstr>
      <vt:lpstr>Cara mengurangi Interference</vt:lpstr>
    </vt:vector>
  </TitlesOfParts>
  <Company>IT TELKOM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Dasar Seluler</dc:title>
  <dc:creator>LEANNA</dc:creator>
  <cp:lastModifiedBy>tom</cp:lastModifiedBy>
  <cp:revision>75</cp:revision>
  <dcterms:created xsi:type="dcterms:W3CDTF">2012-10-22T09:06:59Z</dcterms:created>
  <dcterms:modified xsi:type="dcterms:W3CDTF">2021-01-14T00:48:03Z</dcterms:modified>
</cp:coreProperties>
</file>