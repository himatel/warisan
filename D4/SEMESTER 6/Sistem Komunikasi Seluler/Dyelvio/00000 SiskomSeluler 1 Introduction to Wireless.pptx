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Default Extension="jpg" ContentType="image/jpg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6477000" y="751839"/>
            <a:ext cx="3200400" cy="467360"/>
          </a:xfrm>
          <a:custGeom>
            <a:avLst/>
            <a:gdLst/>
            <a:ahLst/>
            <a:cxnLst/>
            <a:rect l="l" t="t" r="r" b="b"/>
            <a:pathLst>
              <a:path w="3200400" h="467360">
                <a:moveTo>
                  <a:pt x="0" y="467360"/>
                </a:moveTo>
                <a:lnTo>
                  <a:pt x="3200400" y="467360"/>
                </a:lnTo>
                <a:lnTo>
                  <a:pt x="3200400" y="0"/>
                </a:lnTo>
                <a:lnTo>
                  <a:pt x="0" y="0"/>
                </a:lnTo>
                <a:lnTo>
                  <a:pt x="0" y="4673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6995" y="2678790"/>
            <a:ext cx="7234700" cy="1890856"/>
          </a:xfrm>
          <a:prstGeom prst="rect">
            <a:avLst/>
          </a:prstGeom>
        </p:spPr>
        <p:txBody>
          <a:bodyPr wrap="square" lIns="0" tIns="24003" rIns="0" bIns="0" rtlCol="0">
            <a:noAutofit/>
          </a:bodyPr>
          <a:lstStyle/>
          <a:p>
            <a:pPr marL="2687042" marR="2723895" algn="ctr">
              <a:lnSpc>
                <a:spcPts val="3779"/>
              </a:lnSpc>
            </a:pPr>
            <a:r>
              <a:rPr dirty="0" smtClean="0" sz="3600" b="1">
                <a:latin typeface="Arial"/>
                <a:cs typeface="Arial"/>
              </a:rPr>
              <a:t>Modul</a:t>
            </a:r>
            <a:r>
              <a:rPr dirty="0" smtClean="0" sz="3600" b="1">
                <a:latin typeface="Arial"/>
                <a:cs typeface="Arial"/>
              </a:rPr>
              <a:t> </a:t>
            </a:r>
            <a:r>
              <a:rPr dirty="0" smtClean="0" sz="3600" b="1"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  <a:p>
            <a:pPr algn="ctr">
              <a:lnSpc>
                <a:spcPts val="4580"/>
              </a:lnSpc>
              <a:spcBef>
                <a:spcPts val="2483"/>
              </a:spcBef>
            </a:pP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Introd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u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ction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t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o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W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i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r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el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e</a:t>
            </a:r>
            <a:r>
              <a:rPr dirty="0" smtClean="0" sz="4400" spc="1" b="1" i="1">
                <a:solidFill>
                  <a:srgbClr val="008000"/>
                </a:solidFill>
                <a:latin typeface="Georgia"/>
                <a:cs typeface="Georgia"/>
              </a:rPr>
              <a:t>ss</a:t>
            </a:r>
            <a:endParaRPr sz="4400">
              <a:latin typeface="Georgia"/>
              <a:cs typeface="Georgia"/>
            </a:endParaRPr>
          </a:p>
          <a:p>
            <a:pPr marL="1420241" marR="47619">
              <a:lnSpc>
                <a:spcPts val="4085"/>
              </a:lnSpc>
            </a:pPr>
            <a:r>
              <a:rPr dirty="0" smtClean="0" sz="4400" spc="-1" b="1" i="1">
                <a:solidFill>
                  <a:srgbClr val="008000"/>
                </a:solidFill>
                <a:latin typeface="Georgia"/>
                <a:cs typeface="Georgia"/>
              </a:rPr>
              <a:t>Com</a:t>
            </a:r>
            <a:r>
              <a:rPr dirty="0" smtClean="0" sz="4400" spc="-1" b="1" i="1">
                <a:solidFill>
                  <a:srgbClr val="008000"/>
                </a:solidFill>
                <a:latin typeface="Georgia"/>
                <a:cs typeface="Georgia"/>
              </a:rPr>
              <a:t>m</a:t>
            </a:r>
            <a:r>
              <a:rPr dirty="0" smtClean="0" sz="4400" spc="-1" b="1" i="1">
                <a:solidFill>
                  <a:srgbClr val="008000"/>
                </a:solidFill>
                <a:latin typeface="Georgia"/>
                <a:cs typeface="Georgia"/>
              </a:rPr>
              <a:t>unication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21520" y="6472848"/>
            <a:ext cx="17164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77000" y="751839"/>
            <a:ext cx="3200400" cy="467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740" y="100329"/>
            <a:ext cx="218582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0" b="1">
                <a:latin typeface="Arial"/>
                <a:cs typeface="Arial"/>
              </a:rPr>
              <a:t>O</a:t>
            </a:r>
            <a:r>
              <a:rPr dirty="0" smtClean="0" sz="3200" spc="0" b="1">
                <a:latin typeface="Arial"/>
                <a:cs typeface="Arial"/>
              </a:rPr>
              <a:t>r</a:t>
            </a:r>
            <a:r>
              <a:rPr dirty="0" smtClean="0" sz="3200" spc="0" b="1">
                <a:latin typeface="Arial"/>
                <a:cs typeface="Arial"/>
              </a:rPr>
              <a:t>ga</a:t>
            </a:r>
            <a:r>
              <a:rPr dirty="0" smtClean="0" sz="3200" spc="0" b="1">
                <a:latin typeface="Arial"/>
                <a:cs typeface="Arial"/>
              </a:rPr>
              <a:t>n</a:t>
            </a:r>
            <a:r>
              <a:rPr dirty="0" smtClean="0" sz="3200" spc="0" b="1">
                <a:latin typeface="Arial"/>
                <a:cs typeface="Arial"/>
              </a:rPr>
              <a:t>isasi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2957" y="933334"/>
            <a:ext cx="2586431" cy="79273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 marR="53339">
              <a:lnSpc>
                <a:spcPts val="2965"/>
              </a:lnSpc>
            </a:pPr>
            <a:r>
              <a:rPr dirty="0" smtClean="0" sz="2800" spc="-2" b="1">
                <a:latin typeface="Arial"/>
                <a:cs typeface="Arial"/>
              </a:rPr>
              <a:t>M</a:t>
            </a:r>
            <a:r>
              <a:rPr dirty="0" smtClean="0" sz="2800" spc="-2" b="1">
                <a:latin typeface="Arial"/>
                <a:cs typeface="Arial"/>
              </a:rPr>
              <a:t>o</a:t>
            </a:r>
            <a:r>
              <a:rPr dirty="0" smtClean="0" sz="2800" spc="-2" b="1">
                <a:latin typeface="Arial"/>
                <a:cs typeface="Arial"/>
              </a:rPr>
              <a:t>d</a:t>
            </a:r>
            <a:r>
              <a:rPr dirty="0" smtClean="0" sz="2800" spc="-2" b="1">
                <a:latin typeface="Arial"/>
                <a:cs typeface="Arial"/>
              </a:rPr>
              <a:t>u</a:t>
            </a:r>
            <a:r>
              <a:rPr dirty="0" smtClean="0" sz="2800" spc="-2" b="1">
                <a:latin typeface="Arial"/>
                <a:cs typeface="Arial"/>
              </a:rPr>
              <a:t>l</a:t>
            </a:r>
            <a:r>
              <a:rPr dirty="0" smtClean="0" sz="2800" spc="-2" b="1">
                <a:latin typeface="Arial"/>
                <a:cs typeface="Arial"/>
              </a:rPr>
              <a:t> </a:t>
            </a:r>
            <a:r>
              <a:rPr dirty="0" smtClean="0" sz="2800" spc="-2" b="1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I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tro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d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u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i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mtClean="0" sz="2800" b="1" i="1">
                <a:solidFill>
                  <a:srgbClr val="3333CC"/>
                </a:solidFill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1283" y="1345072"/>
            <a:ext cx="1538477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2" b="1" i="1">
                <a:solidFill>
                  <a:srgbClr val="3333CC"/>
                </a:solidFill>
                <a:latin typeface="Arial"/>
                <a:cs typeface="Arial"/>
              </a:rPr>
              <a:t>W</a:t>
            </a:r>
            <a:r>
              <a:rPr dirty="0" smtClean="0" sz="2800" spc="-2" b="1" i="1">
                <a:solidFill>
                  <a:srgbClr val="3333CC"/>
                </a:solidFill>
                <a:latin typeface="Arial"/>
                <a:cs typeface="Arial"/>
              </a:rPr>
              <a:t>ireless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8455" y="1345072"/>
            <a:ext cx="2768498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Com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u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ica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i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dirty="0" smtClean="0" sz="2800" spc="1" b="1" i="1">
                <a:solidFill>
                  <a:srgbClr val="3333CC"/>
                </a:solidFill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3907" y="2056685"/>
            <a:ext cx="152558" cy="3053969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158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712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823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819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823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82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2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822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807" y="2056685"/>
            <a:ext cx="4594606" cy="186499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A.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r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lak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712"/>
              </a:spcBef>
            </a:pPr>
            <a:r>
              <a:rPr dirty="0" smtClean="0" sz="2000" spc="1">
                <a:latin typeface="Arial"/>
                <a:cs typeface="Arial"/>
              </a:rPr>
              <a:t>B.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K</a:t>
            </a:r>
            <a:r>
              <a:rPr dirty="0" smtClean="0" sz="2000" spc="1">
                <a:latin typeface="Arial"/>
                <a:cs typeface="Arial"/>
              </a:rPr>
              <a:t>o</a:t>
            </a:r>
            <a:r>
              <a:rPr dirty="0" smtClean="0" sz="2000" spc="1">
                <a:latin typeface="Arial"/>
                <a:cs typeface="Arial"/>
              </a:rPr>
              <a:t>n</a:t>
            </a:r>
            <a:r>
              <a:rPr dirty="0" smtClean="0" sz="2000" spc="1">
                <a:latin typeface="Arial"/>
                <a:cs typeface="Arial"/>
              </a:rPr>
              <a:t>s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p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W</a:t>
            </a:r>
            <a:r>
              <a:rPr dirty="0" smtClean="0" sz="2000" spc="1">
                <a:latin typeface="Arial"/>
                <a:cs typeface="Arial"/>
              </a:rPr>
              <a:t>i</a:t>
            </a:r>
            <a:r>
              <a:rPr dirty="0" smtClean="0" sz="2000" spc="1">
                <a:latin typeface="Arial"/>
                <a:cs typeface="Arial"/>
              </a:rPr>
              <a:t>r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less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823"/>
              </a:spcBef>
            </a:pPr>
            <a:r>
              <a:rPr dirty="0" smtClean="0" sz="2000" spc="-5">
                <a:latin typeface="Arial"/>
                <a:cs typeface="Arial"/>
              </a:rPr>
              <a:t>C.</a:t>
            </a:r>
            <a:r>
              <a:rPr dirty="0" smtClean="0" sz="2000" spc="-5">
                <a:latin typeface="Arial"/>
                <a:cs typeface="Arial"/>
              </a:rPr>
              <a:t> </a:t>
            </a:r>
            <a:r>
              <a:rPr dirty="0" smtClean="0" sz="2000" spc="-5">
                <a:latin typeface="Arial"/>
                <a:cs typeface="Arial"/>
              </a:rPr>
              <a:t>M</a:t>
            </a:r>
            <a:r>
              <a:rPr dirty="0" smtClean="0" sz="2000" spc="-5">
                <a:latin typeface="Arial"/>
                <a:cs typeface="Arial"/>
              </a:rPr>
              <a:t>u</a:t>
            </a:r>
            <a:r>
              <a:rPr dirty="0" smtClean="0" sz="2000" spc="-5">
                <a:latin typeface="Arial"/>
                <a:cs typeface="Arial"/>
              </a:rPr>
              <a:t>ltiple</a:t>
            </a:r>
            <a:r>
              <a:rPr dirty="0" smtClean="0" sz="2000" spc="-5">
                <a:latin typeface="Arial"/>
                <a:cs typeface="Arial"/>
              </a:rPr>
              <a:t> </a:t>
            </a:r>
            <a:r>
              <a:rPr dirty="0" smtClean="0" sz="2000" spc="-5">
                <a:latin typeface="Arial"/>
                <a:cs typeface="Arial"/>
              </a:rPr>
              <a:t>Acc</a:t>
            </a:r>
            <a:r>
              <a:rPr dirty="0" smtClean="0" sz="2000" spc="-5">
                <a:latin typeface="Arial"/>
                <a:cs typeface="Arial"/>
              </a:rPr>
              <a:t>e</a:t>
            </a:r>
            <a:r>
              <a:rPr dirty="0" smtClean="0" sz="2000" spc="-5">
                <a:latin typeface="Arial"/>
                <a:cs typeface="Arial"/>
              </a:rPr>
              <a:t>ss</a:t>
            </a:r>
            <a:r>
              <a:rPr dirty="0" smtClean="0" sz="2000" spc="-5">
                <a:latin typeface="Arial"/>
                <a:cs typeface="Arial"/>
              </a:rPr>
              <a:t> </a:t>
            </a:r>
            <a:r>
              <a:rPr dirty="0" smtClean="0" sz="2000" spc="-5">
                <a:latin typeface="Arial"/>
                <a:cs typeface="Arial"/>
              </a:rPr>
              <a:t>S</a:t>
            </a:r>
            <a:r>
              <a:rPr dirty="0" smtClean="0" sz="2000" spc="-5">
                <a:latin typeface="Arial"/>
                <a:cs typeface="Arial"/>
              </a:rPr>
              <a:t>y</a:t>
            </a:r>
            <a:r>
              <a:rPr dirty="0" smtClean="0" sz="2000" spc="-5">
                <a:latin typeface="Arial"/>
                <a:cs typeface="Arial"/>
              </a:rPr>
              <a:t>st</a:t>
            </a:r>
            <a:r>
              <a:rPr dirty="0" smtClean="0" sz="2000" spc="-5">
                <a:latin typeface="Arial"/>
                <a:cs typeface="Arial"/>
              </a:rPr>
              <a:t>e</a:t>
            </a:r>
            <a:r>
              <a:rPr dirty="0" smtClean="0" sz="2000" spc="-5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819"/>
              </a:spcBef>
            </a:pPr>
            <a:r>
              <a:rPr dirty="0" smtClean="0" sz="2000" spc="1">
                <a:latin typeface="Arial"/>
                <a:cs typeface="Arial"/>
              </a:rPr>
              <a:t>D.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M</a:t>
            </a:r>
            <a:r>
              <a:rPr dirty="0" smtClean="0" sz="2000" spc="1">
                <a:latin typeface="Arial"/>
                <a:cs typeface="Arial"/>
              </a:rPr>
              <a:t>o</a:t>
            </a:r>
            <a:r>
              <a:rPr dirty="0" smtClean="0" sz="2000" spc="1">
                <a:latin typeface="Arial"/>
                <a:cs typeface="Arial"/>
              </a:rPr>
              <a:t>d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lasi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23"/>
              </a:spcBef>
            </a:pPr>
            <a:r>
              <a:rPr dirty="0" smtClean="0" sz="2000">
                <a:latin typeface="Arial"/>
                <a:cs typeface="Arial"/>
              </a:rPr>
              <a:t>E.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tr</a:t>
            </a:r>
            <a:r>
              <a:rPr dirty="0" smtClean="0" sz="2000">
                <a:latin typeface="Arial"/>
                <a:cs typeface="Arial"/>
              </a:rPr>
              <a:t>o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cti</a:t>
            </a:r>
            <a:r>
              <a:rPr dirty="0" smtClean="0" sz="2000">
                <a:latin typeface="Arial"/>
                <a:cs typeface="Arial"/>
              </a:rPr>
              <a:t>o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to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it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Co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ica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1076" y="2056685"/>
            <a:ext cx="621407" cy="3053969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5711" algn="just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p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712"/>
              </a:spcBef>
            </a:pP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821"/>
              </a:spcBef>
            </a:pP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821"/>
              </a:spcBef>
            </a:pP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821"/>
              </a:spcBef>
            </a:pP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821"/>
              </a:spcBef>
            </a:pP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299"/>
              </a:lnSpc>
              <a:spcBef>
                <a:spcPts val="821"/>
              </a:spcBef>
            </a:pPr>
            <a:r>
              <a:rPr dirty="0" smtClean="0" sz="2000" spc="-1">
                <a:latin typeface="Arial"/>
                <a:cs typeface="Arial"/>
              </a:rPr>
              <a:t>p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12700" marR="5711" algn="just">
              <a:lnSpc>
                <a:spcPct val="95825"/>
              </a:lnSpc>
              <a:spcBef>
                <a:spcPts val="846"/>
              </a:spcBef>
            </a:pPr>
            <a:r>
              <a:rPr dirty="0" smtClean="0" sz="2000">
                <a:latin typeface="Arial"/>
                <a:cs typeface="Arial"/>
              </a:rPr>
              <a:t>p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35089" y="2056685"/>
            <a:ext cx="346934" cy="3053969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924" marR="381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12924" marR="38100">
              <a:lnSpc>
                <a:spcPct val="95825"/>
              </a:lnSpc>
              <a:spcBef>
                <a:spcPts val="712"/>
              </a:spcBef>
            </a:pPr>
            <a:r>
              <a:rPr dirty="0" smtClean="0" sz="200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  <a:p>
            <a:pPr marL="12924" marR="17525">
              <a:lnSpc>
                <a:spcPct val="95825"/>
              </a:lnSpc>
              <a:spcBef>
                <a:spcPts val="823"/>
              </a:spcBef>
            </a:pPr>
            <a:r>
              <a:rPr dirty="0" smtClean="0" sz="2000" spc="-64">
                <a:latin typeface="Arial"/>
                <a:cs typeface="Arial"/>
              </a:rPr>
              <a:t>1</a:t>
            </a:r>
            <a:r>
              <a:rPr dirty="0" smtClean="0" sz="2000" spc="-64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924">
              <a:lnSpc>
                <a:spcPct val="95825"/>
              </a:lnSpc>
              <a:spcBef>
                <a:spcPts val="819"/>
              </a:spcBef>
            </a:pPr>
            <a:r>
              <a:rPr dirty="0" smtClean="0" sz="2000" spc="2">
                <a:latin typeface="Arial"/>
                <a:cs typeface="Arial"/>
              </a:rPr>
              <a:t>1</a:t>
            </a:r>
            <a:r>
              <a:rPr dirty="0" smtClean="0" sz="2000" spc="2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  <a:p>
            <a:pPr marL="12924">
              <a:lnSpc>
                <a:spcPct val="95825"/>
              </a:lnSpc>
              <a:spcBef>
                <a:spcPts val="823"/>
              </a:spcBef>
            </a:pPr>
            <a:r>
              <a:rPr dirty="0" smtClean="0" sz="2000" spc="2">
                <a:latin typeface="Arial"/>
                <a:cs typeface="Arial"/>
              </a:rPr>
              <a:t>2</a:t>
            </a:r>
            <a:r>
              <a:rPr dirty="0" smtClean="0" sz="2000" spc="2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924">
              <a:lnSpc>
                <a:spcPct val="95825"/>
              </a:lnSpc>
              <a:spcBef>
                <a:spcPts val="820"/>
              </a:spcBef>
            </a:pPr>
            <a:r>
              <a:rPr dirty="0" smtClean="0" sz="2000" spc="2">
                <a:latin typeface="Arial"/>
                <a:cs typeface="Arial"/>
              </a:rPr>
              <a:t>2</a:t>
            </a:r>
            <a:r>
              <a:rPr dirty="0" smtClean="0" sz="2000" spc="2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L="12700" marR="77">
              <a:lnSpc>
                <a:spcPct val="95825"/>
              </a:lnSpc>
              <a:spcBef>
                <a:spcPts val="820"/>
              </a:spcBef>
            </a:pPr>
            <a:r>
              <a:rPr dirty="0" smtClean="0" sz="2000" spc="2">
                <a:latin typeface="Arial"/>
                <a:cs typeface="Arial"/>
              </a:rPr>
              <a:t>3</a:t>
            </a:r>
            <a:r>
              <a:rPr dirty="0" smtClean="0" sz="2000" spc="2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2924">
              <a:lnSpc>
                <a:spcPct val="95825"/>
              </a:lnSpc>
              <a:spcBef>
                <a:spcPts val="822"/>
              </a:spcBef>
            </a:pPr>
            <a:r>
              <a:rPr dirty="0" smtClean="0" sz="2000" spc="2">
                <a:latin typeface="Arial"/>
                <a:cs typeface="Arial"/>
              </a:rPr>
              <a:t>3</a:t>
            </a:r>
            <a:r>
              <a:rPr dirty="0" smtClean="0" sz="2000" spc="2"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6807" y="4038520"/>
            <a:ext cx="2535682" cy="107213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0">
                <a:latin typeface="Arial"/>
                <a:cs typeface="Arial"/>
              </a:rPr>
              <a:t>F</a:t>
            </a:r>
            <a:r>
              <a:rPr dirty="0" smtClean="0" sz="2000" spc="-10">
                <a:latin typeface="Arial"/>
                <a:cs typeface="Arial"/>
              </a:rPr>
              <a:t>.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B</a:t>
            </a:r>
            <a:r>
              <a:rPr dirty="0" smtClean="0" sz="2000" spc="-10">
                <a:latin typeface="Arial"/>
                <a:cs typeface="Arial"/>
              </a:rPr>
              <a:t>a</a:t>
            </a:r>
            <a:r>
              <a:rPr dirty="0" smtClean="0" sz="2000" spc="-10">
                <a:latin typeface="Arial"/>
                <a:cs typeface="Arial"/>
              </a:rPr>
              <a:t>g</a:t>
            </a:r>
            <a:r>
              <a:rPr dirty="0" smtClean="0" sz="2000" spc="-10">
                <a:latin typeface="Arial"/>
                <a:cs typeface="Arial"/>
              </a:rPr>
              <a:t>a</a:t>
            </a:r>
            <a:r>
              <a:rPr dirty="0" smtClean="0" sz="2000" spc="-10">
                <a:latin typeface="Arial"/>
                <a:cs typeface="Arial"/>
              </a:rPr>
              <a:t>i</a:t>
            </a:r>
            <a:r>
              <a:rPr dirty="0" smtClean="0" sz="2000" spc="-10">
                <a:latin typeface="Arial"/>
                <a:cs typeface="Arial"/>
              </a:rPr>
              <a:t>m</a:t>
            </a:r>
            <a:r>
              <a:rPr dirty="0" smtClean="0" sz="2000" spc="-10">
                <a:latin typeface="Arial"/>
                <a:cs typeface="Arial"/>
              </a:rPr>
              <a:t>a</a:t>
            </a:r>
            <a:r>
              <a:rPr dirty="0" smtClean="0" sz="2000" spc="-10">
                <a:latin typeface="Arial"/>
                <a:cs typeface="Arial"/>
              </a:rPr>
              <a:t>n</a:t>
            </a:r>
            <a:r>
              <a:rPr dirty="0" smtClean="0" sz="2000" spc="-10">
                <a:latin typeface="Arial"/>
                <a:cs typeface="Arial"/>
              </a:rPr>
              <a:t>a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st</a:t>
            </a:r>
            <a:r>
              <a:rPr dirty="0" smtClean="0" sz="2000" spc="-10">
                <a:latin typeface="Arial"/>
                <a:cs typeface="Arial"/>
              </a:rPr>
              <a:t>a</a:t>
            </a:r>
            <a:r>
              <a:rPr dirty="0" smtClean="0" sz="2000" spc="-10">
                <a:latin typeface="Arial"/>
                <a:cs typeface="Arial"/>
              </a:rPr>
              <a:t>n</a:t>
            </a:r>
            <a:r>
              <a:rPr dirty="0" smtClean="0" sz="2000" spc="-10">
                <a:latin typeface="Arial"/>
                <a:cs typeface="Arial"/>
              </a:rPr>
              <a:t>d</a:t>
            </a:r>
            <a:r>
              <a:rPr dirty="0" smtClean="0" sz="2000" spc="-10">
                <a:latin typeface="Arial"/>
                <a:cs typeface="Arial"/>
              </a:rPr>
              <a:t>a</a:t>
            </a:r>
            <a:r>
              <a:rPr dirty="0" smtClean="0" sz="2000" spc="-1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12700" marR="8492">
              <a:lnSpc>
                <a:spcPct val="95825"/>
              </a:lnSpc>
              <a:spcBef>
                <a:spcPts val="712"/>
              </a:spcBef>
            </a:pPr>
            <a:r>
              <a:rPr dirty="0" smtClean="0" sz="2000" spc="0">
                <a:latin typeface="Arial"/>
                <a:cs typeface="Arial"/>
              </a:rPr>
              <a:t>G.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Sist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ikasi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822"/>
              </a:spcBef>
            </a:pPr>
            <a:r>
              <a:rPr dirty="0" smtClean="0" sz="2000" spc="25">
                <a:latin typeface="Arial"/>
                <a:cs typeface="Arial"/>
              </a:rPr>
              <a:t>H.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T</a:t>
            </a:r>
            <a:r>
              <a:rPr dirty="0" smtClean="0" sz="2000" spc="25">
                <a:latin typeface="Arial"/>
                <a:cs typeface="Arial"/>
              </a:rPr>
              <a:t>re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d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t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k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o</a:t>
            </a:r>
            <a:r>
              <a:rPr dirty="0" smtClean="0" sz="2000" spc="25">
                <a:latin typeface="Arial"/>
                <a:cs typeface="Arial"/>
              </a:rPr>
              <a:t>lo</a:t>
            </a:r>
            <a:r>
              <a:rPr dirty="0" smtClean="0" sz="2000" spc="25">
                <a:latin typeface="Arial"/>
                <a:cs typeface="Arial"/>
              </a:rPr>
              <a:t>g</a:t>
            </a:r>
            <a:r>
              <a:rPr dirty="0" smtClean="0" sz="2000" spc="25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4267" y="4038520"/>
            <a:ext cx="2317242" cy="6757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Arial"/>
                <a:cs typeface="Arial"/>
              </a:rPr>
              <a:t>k</a:t>
            </a:r>
            <a:r>
              <a:rPr dirty="0" smtClean="0" sz="2000" spc="-2">
                <a:latin typeface="Arial"/>
                <a:cs typeface="Arial"/>
              </a:rPr>
              <a:t>o</a:t>
            </a:r>
            <a:r>
              <a:rPr dirty="0" smtClean="0" sz="2000" spc="-2">
                <a:latin typeface="Arial"/>
                <a:cs typeface="Arial"/>
              </a:rPr>
              <a:t>m</a:t>
            </a:r>
            <a:r>
              <a:rPr dirty="0" smtClean="0" sz="2000" spc="-2">
                <a:latin typeface="Arial"/>
                <a:cs typeface="Arial"/>
              </a:rPr>
              <a:t>u</a:t>
            </a:r>
            <a:r>
              <a:rPr dirty="0" smtClean="0" sz="2000" spc="-2">
                <a:latin typeface="Arial"/>
                <a:cs typeface="Arial"/>
              </a:rPr>
              <a:t>n</a:t>
            </a:r>
            <a:r>
              <a:rPr dirty="0" smtClean="0" sz="2000" spc="-2">
                <a:latin typeface="Arial"/>
                <a:cs typeface="Arial"/>
              </a:rPr>
              <a:t>ikasi</a:t>
            </a:r>
            <a:r>
              <a:rPr dirty="0" smtClean="0" sz="2000" spc="-2">
                <a:latin typeface="Arial"/>
                <a:cs typeface="Arial"/>
              </a:rPr>
              <a:t> </a:t>
            </a:r>
            <a:r>
              <a:rPr dirty="0" smtClean="0" sz="2000" spc="-2">
                <a:latin typeface="Arial"/>
                <a:cs typeface="Arial"/>
              </a:rPr>
              <a:t>w</a:t>
            </a:r>
            <a:r>
              <a:rPr dirty="0" smtClean="0" sz="2000" spc="-2">
                <a:latin typeface="Arial"/>
                <a:cs typeface="Arial"/>
              </a:rPr>
              <a:t>i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less</a:t>
            </a:r>
            <a:endParaRPr sz="2000">
              <a:latin typeface="Arial"/>
              <a:cs typeface="Arial"/>
            </a:endParaRPr>
          </a:p>
          <a:p>
            <a:pPr marL="69278" marR="38100">
              <a:lnSpc>
                <a:spcPct val="95825"/>
              </a:lnSpc>
              <a:spcBef>
                <a:spcPts val="712"/>
              </a:spcBef>
            </a:pPr>
            <a:r>
              <a:rPr dirty="0" smtClean="0" sz="2000" spc="-1">
                <a:latin typeface="Arial"/>
                <a:cs typeface="Arial"/>
              </a:rPr>
              <a:t>b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sel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ler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1923" y="4038520"/>
            <a:ext cx="111048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d</a:t>
            </a:r>
            <a:r>
              <a:rPr dirty="0" smtClean="0" sz="2000" spc="1">
                <a:latin typeface="Arial"/>
                <a:cs typeface="Arial"/>
              </a:rPr>
              <a:t>ib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n</a:t>
            </a:r>
            <a:r>
              <a:rPr dirty="0" smtClean="0" sz="2000" spc="1">
                <a:latin typeface="Arial"/>
                <a:cs typeface="Arial"/>
              </a:rPr>
              <a:t>g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5713" y="4038520"/>
            <a:ext cx="20472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91040" y="6472848"/>
            <a:ext cx="20289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40" y="100329"/>
            <a:ext cx="49357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2" b="1">
                <a:latin typeface="Arial"/>
                <a:cs typeface="Arial"/>
              </a:rPr>
              <a:t>A</a:t>
            </a:r>
            <a:r>
              <a:rPr dirty="0" smtClean="0" sz="3200" spc="2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6493" y="100329"/>
            <a:ext cx="2999028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0" b="1">
                <a:latin typeface="Arial"/>
                <a:cs typeface="Arial"/>
              </a:rPr>
              <a:t>Latar</a:t>
            </a:r>
            <a:r>
              <a:rPr dirty="0" smtClean="0" sz="3200" spc="0" b="1">
                <a:latin typeface="Arial"/>
                <a:cs typeface="Arial"/>
              </a:rPr>
              <a:t> </a:t>
            </a:r>
            <a:r>
              <a:rPr dirty="0" smtClean="0" sz="3200" spc="0" b="1">
                <a:latin typeface="Arial"/>
                <a:cs typeface="Arial"/>
              </a:rPr>
              <a:t>B</a:t>
            </a:r>
            <a:r>
              <a:rPr dirty="0" smtClean="0" sz="3200" spc="0" b="1">
                <a:latin typeface="Arial"/>
                <a:cs typeface="Arial"/>
              </a:rPr>
              <a:t>elakang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857" y="1138390"/>
            <a:ext cx="3395167" cy="282024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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Fun</a:t>
            </a:r>
            <a:r>
              <a:rPr dirty="0" smtClean="0" sz="2000" spc="0" b="1">
                <a:latin typeface="Arial"/>
                <a:cs typeface="Arial"/>
              </a:rPr>
              <a:t>g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i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d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r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k</a:t>
            </a:r>
            <a:r>
              <a:rPr dirty="0" smtClean="0" sz="2000" spc="0" b="1">
                <a:latin typeface="Arial"/>
                <a:cs typeface="Arial"/>
              </a:rPr>
              <a:t>omuni</a:t>
            </a:r>
            <a:r>
              <a:rPr dirty="0" smtClean="0" sz="2000" spc="0" b="1">
                <a:latin typeface="Arial"/>
                <a:cs typeface="Arial"/>
              </a:rPr>
              <a:t>k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9320" y="1445909"/>
            <a:ext cx="17983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66595" y="1445815"/>
            <a:ext cx="115620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6">
                <a:latin typeface="Arial"/>
                <a:cs typeface="Arial"/>
              </a:rPr>
              <a:t>T</a:t>
            </a:r>
            <a:r>
              <a:rPr dirty="0" smtClean="0" sz="2000" spc="-6">
                <a:latin typeface="Arial"/>
                <a:cs typeface="Arial"/>
              </a:rPr>
              <a:t>ra</a:t>
            </a:r>
            <a:r>
              <a:rPr dirty="0" smtClean="0" sz="2000" spc="-6">
                <a:latin typeface="Arial"/>
                <a:cs typeface="Arial"/>
              </a:rPr>
              <a:t>n</a:t>
            </a:r>
            <a:r>
              <a:rPr dirty="0" smtClean="0" sz="2000" spc="-6">
                <a:latin typeface="Arial"/>
                <a:cs typeface="Arial"/>
              </a:rPr>
              <a:t>s</a:t>
            </a:r>
            <a:r>
              <a:rPr dirty="0" smtClean="0" sz="2000" spc="-6">
                <a:latin typeface="Arial"/>
                <a:cs typeface="Arial"/>
              </a:rPr>
              <a:t>m</a:t>
            </a:r>
            <a:r>
              <a:rPr dirty="0" smtClean="0" sz="2000" spc="-6">
                <a:latin typeface="Arial"/>
                <a:cs typeface="Arial"/>
              </a:rPr>
              <a:t>isi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49676" y="1445815"/>
            <a:ext cx="55753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u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2809" y="1445815"/>
            <a:ext cx="131876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78450" y="1445815"/>
            <a:ext cx="116357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66483" y="1445815"/>
            <a:ext cx="89916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ima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4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90484" y="1445815"/>
            <a:ext cx="149212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3">
                <a:latin typeface="Arial"/>
                <a:cs typeface="Arial"/>
              </a:rPr>
              <a:t>ti</a:t>
            </a:r>
            <a:r>
              <a:rPr dirty="0" smtClean="0" sz="2000" spc="33">
                <a:latin typeface="Arial"/>
                <a:cs typeface="Arial"/>
              </a:rPr>
              <a:t>a</a:t>
            </a:r>
            <a:r>
              <a:rPr dirty="0" smtClean="0" sz="2000" spc="33">
                <a:latin typeface="Arial"/>
                <a:cs typeface="Arial"/>
              </a:rPr>
              <a:t>p</a:t>
            </a:r>
            <a:r>
              <a:rPr dirty="0" smtClean="0" sz="2000" spc="33">
                <a:latin typeface="Arial"/>
                <a:cs typeface="Arial"/>
              </a:rPr>
              <a:t> </a:t>
            </a:r>
            <a:r>
              <a:rPr dirty="0" smtClean="0" sz="2000" spc="33">
                <a:latin typeface="Arial"/>
                <a:cs typeface="Arial"/>
              </a:rPr>
              <a:t> </a:t>
            </a:r>
            <a:r>
              <a:rPr dirty="0" smtClean="0" sz="2000" spc="33">
                <a:latin typeface="Arial"/>
                <a:cs typeface="Arial"/>
              </a:rPr>
              <a:t>mac</a:t>
            </a:r>
            <a:r>
              <a:rPr dirty="0" smtClean="0" sz="2000" spc="33">
                <a:latin typeface="Arial"/>
                <a:cs typeface="Arial"/>
              </a:rPr>
              <a:t>a</a:t>
            </a:r>
            <a:r>
              <a:rPr dirty="0" smtClean="0" sz="2000" spc="33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857" y="1750357"/>
            <a:ext cx="5530362" cy="62293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14437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si</a:t>
            </a:r>
            <a:r>
              <a:rPr dirty="0" smtClean="0" sz="2000">
                <a:latin typeface="Arial"/>
                <a:cs typeface="Arial"/>
              </a:rPr>
              <a:t>s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iki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kek</a:t>
            </a:r>
            <a:r>
              <a:rPr dirty="0" smtClean="0" sz="2000">
                <a:latin typeface="Arial"/>
                <a:cs typeface="Arial"/>
              </a:rPr>
              <a:t>h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sus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r</a:t>
            </a:r>
            <a:r>
              <a:rPr dirty="0" smtClean="0" sz="2000">
                <a:latin typeface="Arial"/>
                <a:cs typeface="Arial"/>
              </a:rPr>
              <a:t>se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r</a:t>
            </a:r>
            <a:r>
              <a:rPr dirty="0" smtClean="0" sz="200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ct val="102091"/>
              </a:lnSpc>
              <a:spcBef>
                <a:spcPts val="157"/>
              </a:spcBef>
            </a:pPr>
            <a:r>
              <a:rPr dirty="0" smtClean="0" sz="2000">
                <a:latin typeface="Symbol"/>
                <a:cs typeface="Symbol"/>
              </a:rPr>
              <a:t>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Defini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i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k</a:t>
            </a:r>
            <a:r>
              <a:rPr dirty="0" smtClean="0" sz="2000" spc="0" b="1">
                <a:latin typeface="Arial"/>
                <a:cs typeface="Arial"/>
              </a:rPr>
              <a:t>omuni</a:t>
            </a:r>
            <a:r>
              <a:rPr dirty="0" smtClean="0" sz="2000" spc="0" b="1">
                <a:latin typeface="Arial"/>
                <a:cs typeface="Arial"/>
              </a:rPr>
              <a:t>k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9320" y="2398790"/>
            <a:ext cx="179831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6595" y="2398696"/>
            <a:ext cx="7216266" cy="58426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8">
                <a:latin typeface="Arial"/>
                <a:cs typeface="Arial"/>
              </a:rPr>
              <a:t>Pr</a:t>
            </a:r>
            <a:r>
              <a:rPr dirty="0" smtClean="0" sz="2000" spc="8">
                <a:latin typeface="Arial"/>
                <a:cs typeface="Arial"/>
              </a:rPr>
              <a:t>o</a:t>
            </a:r>
            <a:r>
              <a:rPr dirty="0" smtClean="0" sz="2000" spc="8">
                <a:latin typeface="Arial"/>
                <a:cs typeface="Arial"/>
              </a:rPr>
              <a:t>s</a:t>
            </a:r>
            <a:r>
              <a:rPr dirty="0" smtClean="0" sz="2000" spc="8">
                <a:latin typeface="Arial"/>
                <a:cs typeface="Arial"/>
              </a:rPr>
              <a:t>e</a:t>
            </a:r>
            <a:r>
              <a:rPr dirty="0" smtClean="0" sz="2000" spc="8">
                <a:latin typeface="Arial"/>
                <a:cs typeface="Arial"/>
              </a:rPr>
              <a:t>s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p</a:t>
            </a:r>
            <a:r>
              <a:rPr dirty="0" smtClean="0" sz="2000" spc="8">
                <a:latin typeface="Arial"/>
                <a:cs typeface="Arial"/>
              </a:rPr>
              <a:t>e</a:t>
            </a:r>
            <a:r>
              <a:rPr dirty="0" smtClean="0" sz="2000" spc="8">
                <a:latin typeface="Arial"/>
                <a:cs typeface="Arial"/>
              </a:rPr>
              <a:t>m</a:t>
            </a:r>
            <a:r>
              <a:rPr dirty="0" smtClean="0" sz="2000" spc="8">
                <a:latin typeface="Arial"/>
                <a:cs typeface="Arial"/>
              </a:rPr>
              <a:t>i</a:t>
            </a:r>
            <a:r>
              <a:rPr dirty="0" smtClean="0" sz="2000" spc="8">
                <a:latin typeface="Arial"/>
                <a:cs typeface="Arial"/>
              </a:rPr>
              <a:t>n</a:t>
            </a:r>
            <a:r>
              <a:rPr dirty="0" smtClean="0" sz="2000" spc="8">
                <a:latin typeface="Arial"/>
                <a:cs typeface="Arial"/>
              </a:rPr>
              <a:t>d</a:t>
            </a:r>
            <a:r>
              <a:rPr dirty="0" smtClean="0" sz="2000" spc="8">
                <a:latin typeface="Arial"/>
                <a:cs typeface="Arial"/>
              </a:rPr>
              <a:t>a</a:t>
            </a:r>
            <a:r>
              <a:rPr dirty="0" smtClean="0" sz="2000" spc="8">
                <a:latin typeface="Arial"/>
                <a:cs typeface="Arial"/>
              </a:rPr>
              <a:t>h</a:t>
            </a:r>
            <a:r>
              <a:rPr dirty="0" smtClean="0" sz="2000" spc="8">
                <a:latin typeface="Arial"/>
                <a:cs typeface="Arial"/>
              </a:rPr>
              <a:t>a</a:t>
            </a:r>
            <a:r>
              <a:rPr dirty="0" smtClean="0" sz="2000" spc="8">
                <a:latin typeface="Arial"/>
                <a:cs typeface="Arial"/>
              </a:rPr>
              <a:t>n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i</a:t>
            </a:r>
            <a:r>
              <a:rPr dirty="0" smtClean="0" sz="2000" spc="8">
                <a:latin typeface="Arial"/>
                <a:cs typeface="Arial"/>
              </a:rPr>
              <a:t>n</a:t>
            </a:r>
            <a:r>
              <a:rPr dirty="0" smtClean="0" sz="2000" spc="8">
                <a:latin typeface="Arial"/>
                <a:cs typeface="Arial"/>
              </a:rPr>
              <a:t>f</a:t>
            </a:r>
            <a:r>
              <a:rPr dirty="0" smtClean="0" sz="2000" spc="8">
                <a:latin typeface="Arial"/>
                <a:cs typeface="Arial"/>
              </a:rPr>
              <a:t>o</a:t>
            </a:r>
            <a:r>
              <a:rPr dirty="0" smtClean="0" sz="2000" spc="8">
                <a:latin typeface="Arial"/>
                <a:cs typeface="Arial"/>
              </a:rPr>
              <a:t>r</a:t>
            </a:r>
            <a:r>
              <a:rPr dirty="0" smtClean="0" sz="2000" spc="8">
                <a:latin typeface="Arial"/>
                <a:cs typeface="Arial"/>
              </a:rPr>
              <a:t>m</a:t>
            </a:r>
            <a:r>
              <a:rPr dirty="0" smtClean="0" sz="2000" spc="8">
                <a:latin typeface="Arial"/>
                <a:cs typeface="Arial"/>
              </a:rPr>
              <a:t>a</a:t>
            </a:r>
            <a:r>
              <a:rPr dirty="0" smtClean="0" sz="2000" spc="8">
                <a:latin typeface="Arial"/>
                <a:cs typeface="Arial"/>
              </a:rPr>
              <a:t>si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d</a:t>
            </a:r>
            <a:r>
              <a:rPr dirty="0" smtClean="0" sz="2000" spc="8">
                <a:latin typeface="Arial"/>
                <a:cs typeface="Arial"/>
              </a:rPr>
              <a:t>a</a:t>
            </a:r>
            <a:r>
              <a:rPr dirty="0" smtClean="0" sz="2000" spc="8">
                <a:latin typeface="Arial"/>
                <a:cs typeface="Arial"/>
              </a:rPr>
              <a:t>ri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s</a:t>
            </a:r>
            <a:r>
              <a:rPr dirty="0" smtClean="0" sz="2000" spc="8">
                <a:latin typeface="Arial"/>
                <a:cs typeface="Arial"/>
              </a:rPr>
              <a:t>a</a:t>
            </a:r>
            <a:r>
              <a:rPr dirty="0" smtClean="0" sz="2000" spc="8">
                <a:latin typeface="Arial"/>
                <a:cs typeface="Arial"/>
              </a:rPr>
              <a:t>tu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titik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ke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titik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 </a:t>
            </a:r>
            <a:r>
              <a:rPr dirty="0" smtClean="0" sz="2000" spc="8">
                <a:latin typeface="Arial"/>
                <a:cs typeface="Arial"/>
              </a:rPr>
              <a:t>lai</a:t>
            </a:r>
            <a:r>
              <a:rPr dirty="0" smtClean="0" sz="2000" spc="8">
                <a:latin typeface="Arial"/>
                <a:cs typeface="Arial"/>
              </a:rPr>
              <a:t>n</a:t>
            </a:r>
            <a:r>
              <a:rPr dirty="0" smtClean="0" sz="2000" spc="8">
                <a:latin typeface="Arial"/>
                <a:cs typeface="Arial"/>
              </a:rPr>
              <a:t>n</a:t>
            </a:r>
            <a:r>
              <a:rPr dirty="0" smtClean="0" sz="2000" spc="8">
                <a:latin typeface="Arial"/>
                <a:cs typeface="Arial"/>
              </a:rPr>
              <a:t>y</a:t>
            </a:r>
            <a:r>
              <a:rPr dirty="0" smtClean="0" sz="2000" spc="8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w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ktu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tu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2957" y="3044025"/>
            <a:ext cx="8411523" cy="1177628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 marR="31111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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Me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ge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/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p</a:t>
            </a:r>
            <a:r>
              <a:rPr dirty="0" smtClean="0" sz="2000" spc="0" b="1">
                <a:latin typeface="Arial"/>
                <a:cs typeface="Arial"/>
              </a:rPr>
              <a:t>e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214437" indent="-287274">
              <a:lnSpc>
                <a:spcPct val="100041"/>
              </a:lnSpc>
              <a:tabLst>
                <a:tab pos="1206500" algn="l"/>
              </a:tabLst>
            </a:pPr>
            <a:r>
              <a:rPr dirty="0" smtClean="0" sz="2000">
                <a:latin typeface="Wingdings"/>
                <a:cs typeface="Wingdings"/>
              </a:rPr>
              <a:t>▪</a:t>
            </a:r>
            <a:r>
              <a:rPr dirty="0" smtClean="0" sz="2000">
                <a:latin typeface="Times New Roman"/>
                <a:cs typeface="Times New Roman"/>
              </a:rPr>
              <a:t>	</a:t>
            </a:r>
            <a:r>
              <a:rPr dirty="0" smtClean="0" sz="2000" spc="6">
                <a:latin typeface="Arial"/>
                <a:cs typeface="Arial"/>
              </a:rPr>
              <a:t>Ma</a:t>
            </a:r>
            <a:r>
              <a:rPr dirty="0" smtClean="0" sz="2000" spc="6">
                <a:latin typeface="Arial"/>
                <a:cs typeface="Arial"/>
              </a:rPr>
              <a:t>n</a:t>
            </a:r>
            <a:r>
              <a:rPr dirty="0" smtClean="0" sz="2000" spc="6">
                <a:latin typeface="Arial"/>
                <a:cs typeface="Arial"/>
              </a:rPr>
              <a:t>i</a:t>
            </a:r>
            <a:r>
              <a:rPr dirty="0" smtClean="0" sz="2000" spc="6">
                <a:latin typeface="Arial"/>
                <a:cs typeface="Arial"/>
              </a:rPr>
              <a:t>f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s</a:t>
            </a:r>
            <a:r>
              <a:rPr dirty="0" smtClean="0" sz="2000" spc="6">
                <a:latin typeface="Arial"/>
                <a:cs typeface="Arial"/>
              </a:rPr>
              <a:t>t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si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i</a:t>
            </a:r>
            <a:r>
              <a:rPr dirty="0" smtClean="0" sz="2000" spc="6">
                <a:latin typeface="Arial"/>
                <a:cs typeface="Arial"/>
              </a:rPr>
              <a:t>n</a:t>
            </a:r>
            <a:r>
              <a:rPr dirty="0" smtClean="0" sz="2000" spc="6">
                <a:latin typeface="Arial"/>
                <a:cs typeface="Arial"/>
              </a:rPr>
              <a:t>f</a:t>
            </a:r>
            <a:r>
              <a:rPr dirty="0" smtClean="0" sz="2000" spc="6">
                <a:latin typeface="Arial"/>
                <a:cs typeface="Arial"/>
              </a:rPr>
              <a:t>o</a:t>
            </a:r>
            <a:r>
              <a:rPr dirty="0" smtClean="0" sz="2000" spc="6">
                <a:latin typeface="Arial"/>
                <a:cs typeface="Arial"/>
              </a:rPr>
              <a:t>r</a:t>
            </a:r>
            <a:r>
              <a:rPr dirty="0" smtClean="0" sz="2000" spc="6">
                <a:latin typeface="Arial"/>
                <a:cs typeface="Arial"/>
              </a:rPr>
              <a:t>m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si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d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ri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s</a:t>
            </a:r>
            <a:r>
              <a:rPr dirty="0" smtClean="0" sz="2000" spc="6">
                <a:latin typeface="Arial"/>
                <a:cs typeface="Arial"/>
              </a:rPr>
              <a:t>u</a:t>
            </a:r>
            <a:r>
              <a:rPr dirty="0" smtClean="0" sz="2000" spc="6">
                <a:latin typeface="Arial"/>
                <a:cs typeface="Arial"/>
              </a:rPr>
              <a:t>mb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r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i</a:t>
            </a:r>
            <a:r>
              <a:rPr dirty="0" smtClean="0" sz="2000" spc="6">
                <a:latin typeface="Arial"/>
                <a:cs typeface="Arial"/>
              </a:rPr>
              <a:t>n</a:t>
            </a:r>
            <a:r>
              <a:rPr dirty="0" smtClean="0" sz="2000" spc="6">
                <a:latin typeface="Arial"/>
                <a:cs typeface="Arial"/>
              </a:rPr>
              <a:t>f</a:t>
            </a:r>
            <a:r>
              <a:rPr dirty="0" smtClean="0" sz="2000" spc="6">
                <a:latin typeface="Arial"/>
                <a:cs typeface="Arial"/>
              </a:rPr>
              <a:t>o</a:t>
            </a:r>
            <a:r>
              <a:rPr dirty="0" smtClean="0" sz="2000" spc="6">
                <a:latin typeface="Arial"/>
                <a:cs typeface="Arial"/>
              </a:rPr>
              <a:t>r</a:t>
            </a:r>
            <a:r>
              <a:rPr dirty="0" smtClean="0" sz="2000" spc="6">
                <a:latin typeface="Arial"/>
                <a:cs typeface="Arial"/>
              </a:rPr>
              <a:t>masi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(ora</a:t>
            </a:r>
            <a:r>
              <a:rPr dirty="0" smtClean="0" sz="2000" spc="6">
                <a:latin typeface="Arial"/>
                <a:cs typeface="Arial"/>
              </a:rPr>
              <a:t>n</a:t>
            </a:r>
            <a:r>
              <a:rPr dirty="0" smtClean="0" sz="2000" spc="6">
                <a:latin typeface="Arial"/>
                <a:cs typeface="Arial"/>
              </a:rPr>
              <a:t>g</a:t>
            </a:r>
            <a:r>
              <a:rPr dirty="0" smtClean="0" sz="2000" spc="6">
                <a:latin typeface="Arial"/>
                <a:cs typeface="Arial"/>
              </a:rPr>
              <a:t>,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l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t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m</a:t>
            </a:r>
            <a:r>
              <a:rPr dirty="0" smtClean="0" sz="2000" spc="6">
                <a:latin typeface="Arial"/>
                <a:cs typeface="Arial"/>
              </a:rPr>
              <a:t>u</a:t>
            </a:r>
            <a:r>
              <a:rPr dirty="0" smtClean="0" sz="2000" spc="6">
                <a:latin typeface="Arial"/>
                <a:cs typeface="Arial"/>
              </a:rPr>
              <a:t>si</a:t>
            </a:r>
            <a:r>
              <a:rPr dirty="0" smtClean="0" sz="2000" spc="6">
                <a:latin typeface="Arial"/>
                <a:cs typeface="Arial"/>
              </a:rPr>
              <a:t>k</a:t>
            </a:r>
            <a:r>
              <a:rPr dirty="0" smtClean="0" sz="2000" spc="6">
                <a:latin typeface="Arial"/>
                <a:cs typeface="Arial"/>
              </a:rPr>
              <a:t>,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m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sin,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d</a:t>
            </a:r>
            <a:r>
              <a:rPr dirty="0" smtClean="0" sz="2000" spc="6">
                <a:latin typeface="Arial"/>
                <a:cs typeface="Arial"/>
              </a:rPr>
              <a:t>l</a:t>
            </a:r>
            <a:r>
              <a:rPr dirty="0" smtClean="0" sz="2000" spc="6">
                <a:latin typeface="Arial"/>
                <a:cs typeface="Arial"/>
              </a:rPr>
              <a:t>l</a:t>
            </a:r>
            <a:r>
              <a:rPr dirty="0" smtClean="0" sz="2000" spc="6">
                <a:latin typeface="Arial"/>
                <a:cs typeface="Arial"/>
              </a:rPr>
              <a:t>)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b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ru</a:t>
            </a:r>
            <a:r>
              <a:rPr dirty="0" smtClean="0" sz="2000" spc="6">
                <a:latin typeface="Arial"/>
                <a:cs typeface="Arial"/>
              </a:rPr>
              <a:t>p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s</a:t>
            </a:r>
            <a:r>
              <a:rPr dirty="0" smtClean="0" sz="2000" spc="6">
                <a:latin typeface="Arial"/>
                <a:cs typeface="Arial"/>
              </a:rPr>
              <a:t>u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ra,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d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t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,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b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h</a:t>
            </a:r>
            <a:r>
              <a:rPr dirty="0" smtClean="0" sz="2000" spc="6">
                <a:latin typeface="Arial"/>
                <a:cs typeface="Arial"/>
              </a:rPr>
              <a:t>k</a:t>
            </a:r>
            <a:r>
              <a:rPr dirty="0" smtClean="0" sz="2000" spc="6">
                <a:latin typeface="Arial"/>
                <a:cs typeface="Arial"/>
              </a:rPr>
              <a:t>a</a:t>
            </a:r>
            <a:r>
              <a:rPr dirty="0" smtClean="0" sz="2000" spc="6">
                <a:latin typeface="Arial"/>
                <a:cs typeface="Arial"/>
              </a:rPr>
              <a:t>n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k</a:t>
            </a:r>
            <a:r>
              <a:rPr dirty="0" smtClean="0" sz="2000" spc="6">
                <a:latin typeface="Arial"/>
                <a:cs typeface="Arial"/>
              </a:rPr>
              <a:t>o</a:t>
            </a:r>
            <a:r>
              <a:rPr dirty="0" smtClean="0" sz="2000" spc="6">
                <a:latin typeface="Arial"/>
                <a:cs typeface="Arial"/>
              </a:rPr>
              <a:t>d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-</a:t>
            </a:r>
            <a:r>
              <a:rPr dirty="0" smtClean="0" sz="2000" spc="6">
                <a:latin typeface="Arial"/>
                <a:cs typeface="Arial"/>
              </a:rPr>
              <a:t>k</a:t>
            </a:r>
            <a:r>
              <a:rPr dirty="0" smtClean="0" sz="2000" spc="6">
                <a:latin typeface="Arial"/>
                <a:cs typeface="Arial"/>
              </a:rPr>
              <a:t>o</a:t>
            </a:r>
            <a:r>
              <a:rPr dirty="0" smtClean="0" sz="2000" spc="6">
                <a:latin typeface="Arial"/>
                <a:cs typeface="Arial"/>
              </a:rPr>
              <a:t>d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 </a:t>
            </a:r>
            <a:r>
              <a:rPr dirty="0" smtClean="0" sz="2000" spc="6">
                <a:latin typeface="Arial"/>
                <a:cs typeface="Arial"/>
              </a:rPr>
              <a:t>t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rt</a:t>
            </a:r>
            <a:r>
              <a:rPr dirty="0" smtClean="0" sz="2000" spc="6">
                <a:latin typeface="Arial"/>
                <a:cs typeface="Arial"/>
              </a:rPr>
              <a:t>e</a:t>
            </a:r>
            <a:r>
              <a:rPr dirty="0" smtClean="0" sz="2000" spc="6">
                <a:latin typeface="Arial"/>
                <a:cs typeface="Arial"/>
              </a:rPr>
              <a:t>n</a:t>
            </a:r>
            <a:r>
              <a:rPr dirty="0" smtClean="0" sz="2000" spc="6">
                <a:latin typeface="Arial"/>
                <a:cs typeface="Arial"/>
              </a:rPr>
              <a:t>tu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ts val="2165"/>
              </a:lnSpc>
              <a:spcBef>
                <a:spcPts val="108"/>
              </a:spcBef>
            </a:pPr>
            <a:r>
              <a:rPr dirty="0" smtClean="0" sz="2000">
                <a:latin typeface="Symbol"/>
                <a:cs typeface="Symbol"/>
              </a:rPr>
              <a:t>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-7" b="1">
                <a:latin typeface="Arial"/>
                <a:cs typeface="Arial"/>
              </a:rPr>
              <a:t>T</a:t>
            </a:r>
            <a:r>
              <a:rPr dirty="0" smtClean="0" sz="2000" spc="-7" b="1">
                <a:latin typeface="Arial"/>
                <a:cs typeface="Arial"/>
              </a:rPr>
              <a:t>u</a:t>
            </a:r>
            <a:r>
              <a:rPr dirty="0" smtClean="0" sz="2000" spc="-7" b="1">
                <a:latin typeface="Arial"/>
                <a:cs typeface="Arial"/>
              </a:rPr>
              <a:t>j</a:t>
            </a:r>
            <a:r>
              <a:rPr dirty="0" smtClean="0" sz="2000" spc="-7" b="1">
                <a:latin typeface="Arial"/>
                <a:cs typeface="Arial"/>
              </a:rPr>
              <a:t>u</a:t>
            </a:r>
            <a:r>
              <a:rPr dirty="0" smtClean="0" sz="2000" spc="-7" b="1">
                <a:latin typeface="Arial"/>
                <a:cs typeface="Arial"/>
              </a:rPr>
              <a:t>a</a:t>
            </a:r>
            <a:r>
              <a:rPr dirty="0" smtClean="0" sz="2000" spc="-7" b="1">
                <a:latin typeface="Arial"/>
                <a:cs typeface="Arial"/>
              </a:rPr>
              <a:t>n</a:t>
            </a:r>
            <a:r>
              <a:rPr dirty="0" smtClean="0" sz="2000" spc="-7" b="1">
                <a:latin typeface="Arial"/>
                <a:cs typeface="Arial"/>
              </a:rPr>
              <a:t> </a:t>
            </a:r>
            <a:r>
              <a:rPr dirty="0" smtClean="0" sz="2000" spc="-7" b="1">
                <a:latin typeface="Arial"/>
                <a:cs typeface="Arial"/>
              </a:rPr>
              <a:t>k</a:t>
            </a:r>
            <a:r>
              <a:rPr dirty="0" smtClean="0" sz="2000" spc="-7" b="1">
                <a:latin typeface="Arial"/>
                <a:cs typeface="Arial"/>
              </a:rPr>
              <a:t>omuni</a:t>
            </a:r>
            <a:r>
              <a:rPr dirty="0" smtClean="0" sz="2000" spc="-7" b="1">
                <a:latin typeface="Arial"/>
                <a:cs typeface="Arial"/>
              </a:rPr>
              <a:t>k</a:t>
            </a:r>
            <a:r>
              <a:rPr dirty="0" smtClean="0" sz="2000" spc="-7" b="1">
                <a:latin typeface="Arial"/>
                <a:cs typeface="Arial"/>
              </a:rPr>
              <a:t>a</a:t>
            </a:r>
            <a:r>
              <a:rPr dirty="0" smtClean="0" sz="2000" spc="-7" b="1">
                <a:latin typeface="Arial"/>
                <a:cs typeface="Arial"/>
              </a:rPr>
              <a:t>s</a:t>
            </a:r>
            <a:r>
              <a:rPr dirty="0" smtClean="0" sz="2000" spc="-7" b="1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7420" y="4246891"/>
            <a:ext cx="180025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4695" y="4246796"/>
            <a:ext cx="5372761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iak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ka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ssa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ju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957" y="4625810"/>
            <a:ext cx="1713877" cy="282024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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-9" b="1">
                <a:latin typeface="Arial"/>
                <a:cs typeface="Arial"/>
              </a:rPr>
              <a:t>T</a:t>
            </a:r>
            <a:r>
              <a:rPr dirty="0" smtClean="0" sz="2000" spc="-9" b="1">
                <a:latin typeface="Arial"/>
                <a:cs typeface="Arial"/>
              </a:rPr>
              <a:t>r</a:t>
            </a:r>
            <a:r>
              <a:rPr dirty="0" smtClean="0" sz="2000" spc="-9" b="1">
                <a:latin typeface="Arial"/>
                <a:cs typeface="Arial"/>
              </a:rPr>
              <a:t>a</a:t>
            </a:r>
            <a:r>
              <a:rPr dirty="0" smtClean="0" sz="2000" spc="-9" b="1">
                <a:latin typeface="Arial"/>
                <a:cs typeface="Arial"/>
              </a:rPr>
              <a:t>n</a:t>
            </a:r>
            <a:r>
              <a:rPr dirty="0" smtClean="0" sz="2000" spc="-9" b="1">
                <a:latin typeface="Arial"/>
                <a:cs typeface="Arial"/>
              </a:rPr>
              <a:t>s</a:t>
            </a:r>
            <a:r>
              <a:rPr dirty="0" smtClean="0" sz="2000" spc="-9" b="1">
                <a:latin typeface="Arial"/>
                <a:cs typeface="Arial"/>
              </a:rPr>
              <a:t>duc</a:t>
            </a:r>
            <a:r>
              <a:rPr dirty="0" smtClean="0" sz="2000" spc="-9" b="1">
                <a:latin typeface="Arial"/>
                <a:cs typeface="Arial"/>
              </a:rPr>
              <a:t>e</a:t>
            </a:r>
            <a:r>
              <a:rPr dirty="0" smtClean="0" sz="2000" spc="-9" b="1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7420" y="4933329"/>
            <a:ext cx="180025" cy="58426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193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73"/>
              </a:spcBef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4695" y="4933235"/>
            <a:ext cx="7222547" cy="8893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43811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Me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h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ss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ja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si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y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str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k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da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s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k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y</a:t>
            </a:r>
            <a:r>
              <a:rPr dirty="0" smtClean="0" sz="200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d</a:t>
            </a: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2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m</a:t>
            </a: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c</a:t>
            </a: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m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: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T</a:t>
            </a:r>
            <a:r>
              <a:rPr dirty="0" smtClean="0" sz="2000" spc="41">
                <a:latin typeface="Arial"/>
                <a:cs typeface="Arial"/>
              </a:rPr>
              <a:t>r</a:t>
            </a: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n</a:t>
            </a:r>
            <a:r>
              <a:rPr dirty="0" smtClean="0" sz="2000" spc="41">
                <a:latin typeface="Arial"/>
                <a:cs typeface="Arial"/>
              </a:rPr>
              <a:t>s</a:t>
            </a:r>
            <a:r>
              <a:rPr dirty="0" smtClean="0" sz="2000" spc="41">
                <a:latin typeface="Arial"/>
                <a:cs typeface="Arial"/>
              </a:rPr>
              <a:t>d</a:t>
            </a:r>
            <a:r>
              <a:rPr dirty="0" smtClean="0" sz="2000" spc="41">
                <a:latin typeface="Arial"/>
                <a:cs typeface="Arial"/>
              </a:rPr>
              <a:t>u</a:t>
            </a:r>
            <a:r>
              <a:rPr dirty="0" smtClean="0" sz="2000" spc="41">
                <a:latin typeface="Arial"/>
                <a:cs typeface="Arial"/>
              </a:rPr>
              <a:t>cer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I</a:t>
            </a:r>
            <a:r>
              <a:rPr dirty="0" smtClean="0" sz="2000" spc="41">
                <a:latin typeface="Arial"/>
                <a:cs typeface="Arial"/>
              </a:rPr>
              <a:t>n</a:t>
            </a:r>
            <a:r>
              <a:rPr dirty="0" smtClean="0" sz="2000" spc="41">
                <a:latin typeface="Arial"/>
                <a:cs typeface="Arial"/>
              </a:rPr>
              <a:t>p</a:t>
            </a:r>
            <a:r>
              <a:rPr dirty="0" smtClean="0" sz="2000" spc="41">
                <a:latin typeface="Arial"/>
                <a:cs typeface="Arial"/>
              </a:rPr>
              <a:t>u</a:t>
            </a:r>
            <a:r>
              <a:rPr dirty="0" smtClean="0" sz="2000" spc="41">
                <a:latin typeface="Arial"/>
                <a:cs typeface="Arial"/>
              </a:rPr>
              <a:t>t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(</a:t>
            </a:r>
            <a:r>
              <a:rPr dirty="0" smtClean="0" sz="2000" spc="41">
                <a:latin typeface="Arial"/>
                <a:cs typeface="Arial"/>
              </a:rPr>
              <a:t>TI)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d</a:t>
            </a: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n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T</a:t>
            </a:r>
            <a:r>
              <a:rPr dirty="0" smtClean="0" sz="2000" spc="41">
                <a:latin typeface="Arial"/>
                <a:cs typeface="Arial"/>
              </a:rPr>
              <a:t>r</a:t>
            </a:r>
            <a:r>
              <a:rPr dirty="0" smtClean="0" sz="2000" spc="41">
                <a:latin typeface="Arial"/>
                <a:cs typeface="Arial"/>
              </a:rPr>
              <a:t>a</a:t>
            </a:r>
            <a:r>
              <a:rPr dirty="0" smtClean="0" sz="2000" spc="41">
                <a:latin typeface="Arial"/>
                <a:cs typeface="Arial"/>
              </a:rPr>
              <a:t>n</a:t>
            </a:r>
            <a:r>
              <a:rPr dirty="0" smtClean="0" sz="2000" spc="41">
                <a:latin typeface="Arial"/>
                <a:cs typeface="Arial"/>
              </a:rPr>
              <a:t>sd</a:t>
            </a:r>
            <a:r>
              <a:rPr dirty="0" smtClean="0" sz="2000" spc="41">
                <a:latin typeface="Arial"/>
                <a:cs typeface="Arial"/>
              </a:rPr>
              <a:t>u</a:t>
            </a:r>
            <a:r>
              <a:rPr dirty="0" smtClean="0" sz="2000" spc="41">
                <a:latin typeface="Arial"/>
                <a:cs typeface="Arial"/>
              </a:rPr>
              <a:t>c</a:t>
            </a:r>
            <a:r>
              <a:rPr dirty="0" smtClean="0" sz="2000" spc="41">
                <a:latin typeface="Arial"/>
                <a:cs typeface="Arial"/>
              </a:rPr>
              <a:t>e</a:t>
            </a:r>
            <a:r>
              <a:rPr dirty="0" smtClean="0" sz="2000" spc="41">
                <a:latin typeface="Arial"/>
                <a:cs typeface="Arial"/>
              </a:rPr>
              <a:t>r</a:t>
            </a:r>
            <a:r>
              <a:rPr dirty="0" smtClean="0" sz="2000" spc="41">
                <a:latin typeface="Arial"/>
                <a:cs typeface="Arial"/>
              </a:rPr>
              <a:t> </a:t>
            </a:r>
            <a:r>
              <a:rPr dirty="0" smtClean="0" sz="2000" spc="41">
                <a:latin typeface="Arial"/>
                <a:cs typeface="Arial"/>
              </a:rPr>
              <a:t>O</a:t>
            </a:r>
            <a:r>
              <a:rPr dirty="0" smtClean="0" sz="2000" spc="41">
                <a:latin typeface="Arial"/>
                <a:cs typeface="Arial"/>
              </a:rPr>
              <a:t>u</a:t>
            </a:r>
            <a:r>
              <a:rPr dirty="0" smtClean="0" sz="2000" spc="41">
                <a:latin typeface="Arial"/>
                <a:cs typeface="Arial"/>
              </a:rPr>
              <a:t>t</a:t>
            </a:r>
            <a:r>
              <a:rPr dirty="0" smtClean="0" sz="2000" spc="41">
                <a:latin typeface="Arial"/>
                <a:cs typeface="Arial"/>
              </a:rPr>
              <a:t>p</a:t>
            </a:r>
            <a:r>
              <a:rPr dirty="0" smtClean="0" sz="2000" spc="41">
                <a:latin typeface="Arial"/>
                <a:cs typeface="Arial"/>
              </a:rPr>
              <a:t>u</a:t>
            </a:r>
            <a:r>
              <a:rPr dirty="0" smtClean="0" sz="2000" spc="41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7">
                <a:latin typeface="Arial"/>
                <a:cs typeface="Arial"/>
              </a:rPr>
              <a:t>(</a:t>
            </a:r>
            <a:r>
              <a:rPr dirty="0" smtClean="0" sz="2000" spc="-7">
                <a:latin typeface="Arial"/>
                <a:cs typeface="Arial"/>
              </a:rPr>
              <a:t>T</a:t>
            </a:r>
            <a:r>
              <a:rPr dirty="0" smtClean="0" sz="2000" spc="-7">
                <a:latin typeface="Arial"/>
                <a:cs typeface="Arial"/>
              </a:rPr>
              <a:t>O)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91040" y="6472848"/>
            <a:ext cx="2024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2553970" y="1982470"/>
            <a:ext cx="1125220" cy="485139"/>
          </a:xfrm>
          <a:custGeom>
            <a:avLst/>
            <a:gdLst/>
            <a:ahLst/>
            <a:cxnLst/>
            <a:rect l="l" t="t" r="r" b="b"/>
            <a:pathLst>
              <a:path w="1125220" h="485139">
                <a:moveTo>
                  <a:pt x="0" y="485139"/>
                </a:moveTo>
                <a:lnTo>
                  <a:pt x="1125220" y="485139"/>
                </a:lnTo>
                <a:lnTo>
                  <a:pt x="1125220" y="0"/>
                </a:lnTo>
                <a:lnTo>
                  <a:pt x="0" y="0"/>
                </a:lnTo>
                <a:lnTo>
                  <a:pt x="0" y="485139"/>
                </a:lnTo>
                <a:close/>
              </a:path>
            </a:pathLst>
          </a:custGeom>
          <a:ln w="279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355090" y="2169160"/>
            <a:ext cx="1219199" cy="83819"/>
          </a:xfrm>
          <a:custGeom>
            <a:avLst/>
            <a:gdLst/>
            <a:ahLst/>
            <a:cxnLst/>
            <a:rect l="l" t="t" r="r" b="b"/>
            <a:pathLst>
              <a:path w="1219199" h="83819">
                <a:moveTo>
                  <a:pt x="1149349" y="55879"/>
                </a:moveTo>
                <a:lnTo>
                  <a:pt x="1135380" y="55879"/>
                </a:lnTo>
                <a:lnTo>
                  <a:pt x="1135380" y="83819"/>
                </a:lnTo>
                <a:lnTo>
                  <a:pt x="1219199" y="41910"/>
                </a:lnTo>
                <a:lnTo>
                  <a:pt x="1149349" y="55879"/>
                </a:lnTo>
                <a:close/>
              </a:path>
              <a:path w="1219199" h="83819">
                <a:moveTo>
                  <a:pt x="1149349" y="27939"/>
                </a:moveTo>
                <a:lnTo>
                  <a:pt x="1135380" y="0"/>
                </a:lnTo>
                <a:lnTo>
                  <a:pt x="1135380" y="27939"/>
                </a:lnTo>
                <a:lnTo>
                  <a:pt x="1149349" y="27939"/>
                </a:lnTo>
                <a:close/>
              </a:path>
              <a:path w="1219199" h="83819">
                <a:moveTo>
                  <a:pt x="0" y="27939"/>
                </a:moveTo>
                <a:lnTo>
                  <a:pt x="0" y="55879"/>
                </a:lnTo>
                <a:lnTo>
                  <a:pt x="1149349" y="55879"/>
                </a:lnTo>
                <a:lnTo>
                  <a:pt x="1219199" y="41910"/>
                </a:lnTo>
                <a:lnTo>
                  <a:pt x="1135380" y="0"/>
                </a:lnTo>
                <a:lnTo>
                  <a:pt x="1149349" y="27939"/>
                </a:lnTo>
                <a:lnTo>
                  <a:pt x="0" y="27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4535170" y="1964689"/>
            <a:ext cx="1125220" cy="485139"/>
          </a:xfrm>
          <a:custGeom>
            <a:avLst/>
            <a:gdLst/>
            <a:ahLst/>
            <a:cxnLst/>
            <a:rect l="l" t="t" r="r" b="b"/>
            <a:pathLst>
              <a:path w="1125220" h="485139">
                <a:moveTo>
                  <a:pt x="0" y="485139"/>
                </a:moveTo>
                <a:lnTo>
                  <a:pt x="1125220" y="485139"/>
                </a:lnTo>
                <a:lnTo>
                  <a:pt x="1125220" y="0"/>
                </a:lnTo>
                <a:lnTo>
                  <a:pt x="0" y="0"/>
                </a:lnTo>
                <a:lnTo>
                  <a:pt x="0" y="485139"/>
                </a:lnTo>
                <a:close/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3679190" y="2169160"/>
            <a:ext cx="863600" cy="83819"/>
          </a:xfrm>
          <a:custGeom>
            <a:avLst/>
            <a:gdLst/>
            <a:ahLst/>
            <a:cxnLst/>
            <a:rect l="l" t="t" r="r" b="b"/>
            <a:pathLst>
              <a:path w="863600" h="83819">
                <a:moveTo>
                  <a:pt x="793750" y="55879"/>
                </a:moveTo>
                <a:lnTo>
                  <a:pt x="779780" y="55879"/>
                </a:lnTo>
                <a:lnTo>
                  <a:pt x="779780" y="83819"/>
                </a:lnTo>
                <a:lnTo>
                  <a:pt x="863600" y="41910"/>
                </a:lnTo>
                <a:lnTo>
                  <a:pt x="793750" y="55879"/>
                </a:lnTo>
                <a:close/>
              </a:path>
              <a:path w="863600" h="83819">
                <a:moveTo>
                  <a:pt x="793750" y="27939"/>
                </a:moveTo>
                <a:lnTo>
                  <a:pt x="779780" y="0"/>
                </a:lnTo>
                <a:lnTo>
                  <a:pt x="779780" y="27939"/>
                </a:lnTo>
                <a:lnTo>
                  <a:pt x="793750" y="27939"/>
                </a:lnTo>
                <a:close/>
              </a:path>
              <a:path w="863600" h="83819">
                <a:moveTo>
                  <a:pt x="0" y="27939"/>
                </a:moveTo>
                <a:lnTo>
                  <a:pt x="0" y="55879"/>
                </a:lnTo>
                <a:lnTo>
                  <a:pt x="793750" y="55879"/>
                </a:lnTo>
                <a:lnTo>
                  <a:pt x="863600" y="41910"/>
                </a:lnTo>
                <a:lnTo>
                  <a:pt x="779780" y="0"/>
                </a:lnTo>
                <a:lnTo>
                  <a:pt x="793750" y="27939"/>
                </a:lnTo>
                <a:lnTo>
                  <a:pt x="0" y="27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7212203" y="2231136"/>
            <a:ext cx="83820" cy="551434"/>
          </a:xfrm>
          <a:custGeom>
            <a:avLst/>
            <a:gdLst/>
            <a:ahLst/>
            <a:cxnLst/>
            <a:rect l="l" t="t" r="r" b="b"/>
            <a:pathLst>
              <a:path w="83820" h="551434">
                <a:moveTo>
                  <a:pt x="28005" y="467403"/>
                </a:moveTo>
                <a:lnTo>
                  <a:pt x="0" y="466978"/>
                </a:lnTo>
                <a:lnTo>
                  <a:pt x="40767" y="551434"/>
                </a:lnTo>
                <a:lnTo>
                  <a:pt x="83820" y="468249"/>
                </a:lnTo>
                <a:lnTo>
                  <a:pt x="55945" y="467826"/>
                </a:lnTo>
                <a:lnTo>
                  <a:pt x="55752" y="481838"/>
                </a:lnTo>
                <a:lnTo>
                  <a:pt x="27813" y="481456"/>
                </a:lnTo>
                <a:lnTo>
                  <a:pt x="28005" y="467403"/>
                </a:lnTo>
                <a:close/>
              </a:path>
              <a:path w="83820" h="551434">
                <a:moveTo>
                  <a:pt x="27813" y="481456"/>
                </a:moveTo>
                <a:lnTo>
                  <a:pt x="55752" y="481838"/>
                </a:lnTo>
                <a:lnTo>
                  <a:pt x="55945" y="467826"/>
                </a:lnTo>
                <a:lnTo>
                  <a:pt x="62356" y="508"/>
                </a:lnTo>
                <a:lnTo>
                  <a:pt x="34417" y="0"/>
                </a:lnTo>
                <a:lnTo>
                  <a:pt x="28005" y="467403"/>
                </a:lnTo>
                <a:lnTo>
                  <a:pt x="27813" y="481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5671820" y="2242820"/>
            <a:ext cx="1587500" cy="0"/>
          </a:xfrm>
          <a:custGeom>
            <a:avLst/>
            <a:gdLst/>
            <a:ahLst/>
            <a:cxnLst/>
            <a:rect l="l" t="t" r="r" b="b"/>
            <a:pathLst>
              <a:path w="1587500" h="0">
                <a:moveTo>
                  <a:pt x="1587500" y="0"/>
                </a:moveTo>
                <a:lnTo>
                  <a:pt x="0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506220" y="858520"/>
            <a:ext cx="1465580" cy="1298575"/>
          </a:xfrm>
          <a:custGeom>
            <a:avLst/>
            <a:gdLst/>
            <a:ahLst/>
            <a:cxnLst/>
            <a:rect l="l" t="t" r="r" b="b"/>
            <a:pathLst>
              <a:path w="1465580" h="1298575">
                <a:moveTo>
                  <a:pt x="0" y="0"/>
                </a:moveTo>
                <a:lnTo>
                  <a:pt x="0" y="876300"/>
                </a:lnTo>
                <a:lnTo>
                  <a:pt x="244221" y="876300"/>
                </a:lnTo>
                <a:lnTo>
                  <a:pt x="206248" y="1298575"/>
                </a:lnTo>
                <a:lnTo>
                  <a:pt x="610616" y="876300"/>
                </a:lnTo>
                <a:lnTo>
                  <a:pt x="1465580" y="876300"/>
                </a:lnTo>
                <a:lnTo>
                  <a:pt x="14655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1506220" y="858520"/>
            <a:ext cx="1465580" cy="1298575"/>
          </a:xfrm>
          <a:custGeom>
            <a:avLst/>
            <a:gdLst/>
            <a:ahLst/>
            <a:cxnLst/>
            <a:rect l="l" t="t" r="r" b="b"/>
            <a:pathLst>
              <a:path w="1465580" h="1298575">
                <a:moveTo>
                  <a:pt x="0" y="0"/>
                </a:moveTo>
                <a:lnTo>
                  <a:pt x="244221" y="0"/>
                </a:lnTo>
                <a:lnTo>
                  <a:pt x="610616" y="0"/>
                </a:lnTo>
                <a:lnTo>
                  <a:pt x="1465580" y="0"/>
                </a:lnTo>
                <a:lnTo>
                  <a:pt x="1465580" y="511175"/>
                </a:lnTo>
                <a:lnTo>
                  <a:pt x="1465580" y="730250"/>
                </a:lnTo>
                <a:lnTo>
                  <a:pt x="1465580" y="876300"/>
                </a:lnTo>
                <a:lnTo>
                  <a:pt x="610616" y="876300"/>
                </a:lnTo>
                <a:lnTo>
                  <a:pt x="206248" y="1298575"/>
                </a:lnTo>
                <a:lnTo>
                  <a:pt x="244221" y="876300"/>
                </a:lnTo>
                <a:lnTo>
                  <a:pt x="0" y="876300"/>
                </a:lnTo>
                <a:lnTo>
                  <a:pt x="0" y="730250"/>
                </a:lnTo>
                <a:lnTo>
                  <a:pt x="0" y="511175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3868420" y="858520"/>
            <a:ext cx="1465579" cy="1298575"/>
          </a:xfrm>
          <a:custGeom>
            <a:avLst/>
            <a:gdLst/>
            <a:ahLst/>
            <a:cxnLst/>
            <a:rect l="l" t="t" r="r" b="b"/>
            <a:pathLst>
              <a:path w="1465579" h="1298575">
                <a:moveTo>
                  <a:pt x="0" y="0"/>
                </a:moveTo>
                <a:lnTo>
                  <a:pt x="0" y="876300"/>
                </a:lnTo>
                <a:lnTo>
                  <a:pt x="244220" y="876300"/>
                </a:lnTo>
                <a:lnTo>
                  <a:pt x="206247" y="1298575"/>
                </a:lnTo>
                <a:lnTo>
                  <a:pt x="610615" y="876300"/>
                </a:lnTo>
                <a:lnTo>
                  <a:pt x="1465579" y="876300"/>
                </a:lnTo>
                <a:lnTo>
                  <a:pt x="146557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3868420" y="858520"/>
            <a:ext cx="1465579" cy="1298575"/>
          </a:xfrm>
          <a:custGeom>
            <a:avLst/>
            <a:gdLst/>
            <a:ahLst/>
            <a:cxnLst/>
            <a:rect l="l" t="t" r="r" b="b"/>
            <a:pathLst>
              <a:path w="1465579" h="1298575">
                <a:moveTo>
                  <a:pt x="0" y="0"/>
                </a:moveTo>
                <a:lnTo>
                  <a:pt x="244220" y="0"/>
                </a:lnTo>
                <a:lnTo>
                  <a:pt x="610615" y="0"/>
                </a:lnTo>
                <a:lnTo>
                  <a:pt x="1465579" y="0"/>
                </a:lnTo>
                <a:lnTo>
                  <a:pt x="1465579" y="511175"/>
                </a:lnTo>
                <a:lnTo>
                  <a:pt x="1465579" y="730250"/>
                </a:lnTo>
                <a:lnTo>
                  <a:pt x="1465579" y="876300"/>
                </a:lnTo>
                <a:lnTo>
                  <a:pt x="610615" y="876300"/>
                </a:lnTo>
                <a:lnTo>
                  <a:pt x="206247" y="1298575"/>
                </a:lnTo>
                <a:lnTo>
                  <a:pt x="244220" y="876300"/>
                </a:lnTo>
                <a:lnTo>
                  <a:pt x="0" y="876300"/>
                </a:lnTo>
                <a:lnTo>
                  <a:pt x="0" y="730250"/>
                </a:lnTo>
                <a:lnTo>
                  <a:pt x="0" y="511175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192520" y="934720"/>
            <a:ext cx="2646679" cy="1298575"/>
          </a:xfrm>
          <a:custGeom>
            <a:avLst/>
            <a:gdLst/>
            <a:ahLst/>
            <a:cxnLst/>
            <a:rect l="l" t="t" r="r" b="b"/>
            <a:pathLst>
              <a:path w="2646679" h="1298575">
                <a:moveTo>
                  <a:pt x="0" y="0"/>
                </a:moveTo>
                <a:lnTo>
                  <a:pt x="0" y="876300"/>
                </a:lnTo>
                <a:lnTo>
                  <a:pt x="441071" y="876300"/>
                </a:lnTo>
                <a:lnTo>
                  <a:pt x="206247" y="1298575"/>
                </a:lnTo>
                <a:lnTo>
                  <a:pt x="1102740" y="876300"/>
                </a:lnTo>
                <a:lnTo>
                  <a:pt x="2646679" y="876300"/>
                </a:lnTo>
                <a:lnTo>
                  <a:pt x="264667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6192520" y="934720"/>
            <a:ext cx="2646679" cy="1298575"/>
          </a:xfrm>
          <a:custGeom>
            <a:avLst/>
            <a:gdLst/>
            <a:ahLst/>
            <a:cxnLst/>
            <a:rect l="l" t="t" r="r" b="b"/>
            <a:pathLst>
              <a:path w="2646679" h="1298575">
                <a:moveTo>
                  <a:pt x="0" y="0"/>
                </a:moveTo>
                <a:lnTo>
                  <a:pt x="441071" y="0"/>
                </a:lnTo>
                <a:lnTo>
                  <a:pt x="1102740" y="0"/>
                </a:lnTo>
                <a:lnTo>
                  <a:pt x="2646679" y="0"/>
                </a:lnTo>
                <a:lnTo>
                  <a:pt x="2646679" y="511175"/>
                </a:lnTo>
                <a:lnTo>
                  <a:pt x="2646679" y="730250"/>
                </a:lnTo>
                <a:lnTo>
                  <a:pt x="2646679" y="876300"/>
                </a:lnTo>
                <a:lnTo>
                  <a:pt x="1102740" y="876300"/>
                </a:lnTo>
                <a:lnTo>
                  <a:pt x="206247" y="1298575"/>
                </a:lnTo>
                <a:lnTo>
                  <a:pt x="441071" y="876300"/>
                </a:lnTo>
                <a:lnTo>
                  <a:pt x="0" y="876300"/>
                </a:lnTo>
                <a:lnTo>
                  <a:pt x="0" y="730250"/>
                </a:lnTo>
                <a:lnTo>
                  <a:pt x="0" y="511175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4555490" y="4441190"/>
            <a:ext cx="1122680" cy="485140"/>
          </a:xfrm>
          <a:custGeom>
            <a:avLst/>
            <a:gdLst/>
            <a:ahLst/>
            <a:cxnLst/>
            <a:rect l="l" t="t" r="r" b="b"/>
            <a:pathLst>
              <a:path w="1122680" h="485139">
                <a:moveTo>
                  <a:pt x="0" y="485140"/>
                </a:moveTo>
                <a:lnTo>
                  <a:pt x="1122680" y="485140"/>
                </a:lnTo>
                <a:lnTo>
                  <a:pt x="1122680" y="0"/>
                </a:lnTo>
                <a:lnTo>
                  <a:pt x="0" y="0"/>
                </a:lnTo>
                <a:lnTo>
                  <a:pt x="0" y="485140"/>
                </a:lnTo>
                <a:close/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135370" y="2840990"/>
            <a:ext cx="2344420" cy="1198880"/>
          </a:xfrm>
          <a:custGeom>
            <a:avLst/>
            <a:gdLst/>
            <a:ahLst/>
            <a:cxnLst/>
            <a:rect l="l" t="t" r="r" b="b"/>
            <a:pathLst>
              <a:path w="2344420" h="1198880">
                <a:moveTo>
                  <a:pt x="0" y="599439"/>
                </a:moveTo>
                <a:lnTo>
                  <a:pt x="3885" y="648607"/>
                </a:lnTo>
                <a:lnTo>
                  <a:pt x="15340" y="696678"/>
                </a:lnTo>
                <a:lnTo>
                  <a:pt x="34064" y="743501"/>
                </a:lnTo>
                <a:lnTo>
                  <a:pt x="59755" y="788919"/>
                </a:lnTo>
                <a:lnTo>
                  <a:pt x="92110" y="832780"/>
                </a:lnTo>
                <a:lnTo>
                  <a:pt x="130830" y="874929"/>
                </a:lnTo>
                <a:lnTo>
                  <a:pt x="175611" y="915211"/>
                </a:lnTo>
                <a:lnTo>
                  <a:pt x="226153" y="953473"/>
                </a:lnTo>
                <a:lnTo>
                  <a:pt x="282154" y="989560"/>
                </a:lnTo>
                <a:lnTo>
                  <a:pt x="343312" y="1023318"/>
                </a:lnTo>
                <a:lnTo>
                  <a:pt x="409326" y="1054593"/>
                </a:lnTo>
                <a:lnTo>
                  <a:pt x="479895" y="1083230"/>
                </a:lnTo>
                <a:lnTo>
                  <a:pt x="554716" y="1109076"/>
                </a:lnTo>
                <a:lnTo>
                  <a:pt x="633488" y="1131976"/>
                </a:lnTo>
                <a:lnTo>
                  <a:pt x="715910" y="1151776"/>
                </a:lnTo>
                <a:lnTo>
                  <a:pt x="801680" y="1168322"/>
                </a:lnTo>
                <a:lnTo>
                  <a:pt x="890497" y="1181460"/>
                </a:lnTo>
                <a:lnTo>
                  <a:pt x="982058" y="1191035"/>
                </a:lnTo>
                <a:lnTo>
                  <a:pt x="1076063" y="1196893"/>
                </a:lnTo>
                <a:lnTo>
                  <a:pt x="1172209" y="1198880"/>
                </a:lnTo>
                <a:lnTo>
                  <a:pt x="1268356" y="1196893"/>
                </a:lnTo>
                <a:lnTo>
                  <a:pt x="1362361" y="1191035"/>
                </a:lnTo>
                <a:lnTo>
                  <a:pt x="1453922" y="1181460"/>
                </a:lnTo>
                <a:lnTo>
                  <a:pt x="1542739" y="1168322"/>
                </a:lnTo>
                <a:lnTo>
                  <a:pt x="1628509" y="1151776"/>
                </a:lnTo>
                <a:lnTo>
                  <a:pt x="1710931" y="1131976"/>
                </a:lnTo>
                <a:lnTo>
                  <a:pt x="1789703" y="1109076"/>
                </a:lnTo>
                <a:lnTo>
                  <a:pt x="1864524" y="1083230"/>
                </a:lnTo>
                <a:lnTo>
                  <a:pt x="1935093" y="1054593"/>
                </a:lnTo>
                <a:lnTo>
                  <a:pt x="2001107" y="1023318"/>
                </a:lnTo>
                <a:lnTo>
                  <a:pt x="2062265" y="989560"/>
                </a:lnTo>
                <a:lnTo>
                  <a:pt x="2118266" y="953473"/>
                </a:lnTo>
                <a:lnTo>
                  <a:pt x="2168808" y="915211"/>
                </a:lnTo>
                <a:lnTo>
                  <a:pt x="2213589" y="874929"/>
                </a:lnTo>
                <a:lnTo>
                  <a:pt x="2252309" y="832780"/>
                </a:lnTo>
                <a:lnTo>
                  <a:pt x="2284664" y="788919"/>
                </a:lnTo>
                <a:lnTo>
                  <a:pt x="2310355" y="743501"/>
                </a:lnTo>
                <a:lnTo>
                  <a:pt x="2329079" y="696678"/>
                </a:lnTo>
                <a:lnTo>
                  <a:pt x="2340534" y="648607"/>
                </a:lnTo>
                <a:lnTo>
                  <a:pt x="2344420" y="599439"/>
                </a:lnTo>
                <a:lnTo>
                  <a:pt x="2340534" y="550272"/>
                </a:lnTo>
                <a:lnTo>
                  <a:pt x="2329079" y="502201"/>
                </a:lnTo>
                <a:lnTo>
                  <a:pt x="2310355" y="455378"/>
                </a:lnTo>
                <a:lnTo>
                  <a:pt x="2284664" y="409960"/>
                </a:lnTo>
                <a:lnTo>
                  <a:pt x="2252309" y="366099"/>
                </a:lnTo>
                <a:lnTo>
                  <a:pt x="2213589" y="323950"/>
                </a:lnTo>
                <a:lnTo>
                  <a:pt x="2168808" y="283668"/>
                </a:lnTo>
                <a:lnTo>
                  <a:pt x="2118266" y="245406"/>
                </a:lnTo>
                <a:lnTo>
                  <a:pt x="2062265" y="209319"/>
                </a:lnTo>
                <a:lnTo>
                  <a:pt x="2001107" y="175561"/>
                </a:lnTo>
                <a:lnTo>
                  <a:pt x="1935093" y="144286"/>
                </a:lnTo>
                <a:lnTo>
                  <a:pt x="1864524" y="115649"/>
                </a:lnTo>
                <a:lnTo>
                  <a:pt x="1789703" y="89803"/>
                </a:lnTo>
                <a:lnTo>
                  <a:pt x="1710931" y="66903"/>
                </a:lnTo>
                <a:lnTo>
                  <a:pt x="1628509" y="47103"/>
                </a:lnTo>
                <a:lnTo>
                  <a:pt x="1542739" y="30557"/>
                </a:lnTo>
                <a:lnTo>
                  <a:pt x="1453922" y="17419"/>
                </a:lnTo>
                <a:lnTo>
                  <a:pt x="1362361" y="7844"/>
                </a:lnTo>
                <a:lnTo>
                  <a:pt x="1268356" y="1986"/>
                </a:lnTo>
                <a:lnTo>
                  <a:pt x="1172209" y="0"/>
                </a:lnTo>
                <a:lnTo>
                  <a:pt x="1076063" y="1986"/>
                </a:lnTo>
                <a:lnTo>
                  <a:pt x="982058" y="7844"/>
                </a:lnTo>
                <a:lnTo>
                  <a:pt x="890497" y="17419"/>
                </a:lnTo>
                <a:lnTo>
                  <a:pt x="801680" y="30557"/>
                </a:lnTo>
                <a:lnTo>
                  <a:pt x="715910" y="47103"/>
                </a:lnTo>
                <a:lnTo>
                  <a:pt x="633488" y="66903"/>
                </a:lnTo>
                <a:lnTo>
                  <a:pt x="554716" y="89803"/>
                </a:lnTo>
                <a:lnTo>
                  <a:pt x="479895" y="115649"/>
                </a:lnTo>
                <a:lnTo>
                  <a:pt x="409326" y="144286"/>
                </a:lnTo>
                <a:lnTo>
                  <a:pt x="343312" y="175561"/>
                </a:lnTo>
                <a:lnTo>
                  <a:pt x="282154" y="209319"/>
                </a:lnTo>
                <a:lnTo>
                  <a:pt x="226153" y="245406"/>
                </a:lnTo>
                <a:lnTo>
                  <a:pt x="175611" y="283668"/>
                </a:lnTo>
                <a:lnTo>
                  <a:pt x="130830" y="323950"/>
                </a:lnTo>
                <a:lnTo>
                  <a:pt x="92110" y="366099"/>
                </a:lnTo>
                <a:lnTo>
                  <a:pt x="59755" y="409960"/>
                </a:lnTo>
                <a:lnTo>
                  <a:pt x="34064" y="455378"/>
                </a:lnTo>
                <a:lnTo>
                  <a:pt x="15340" y="502201"/>
                </a:lnTo>
                <a:lnTo>
                  <a:pt x="3885" y="550272"/>
                </a:lnTo>
                <a:lnTo>
                  <a:pt x="0" y="59943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135370" y="2840990"/>
            <a:ext cx="2344420" cy="1198880"/>
          </a:xfrm>
          <a:custGeom>
            <a:avLst/>
            <a:gdLst/>
            <a:ahLst/>
            <a:cxnLst/>
            <a:rect l="l" t="t" r="r" b="b"/>
            <a:pathLst>
              <a:path w="2344420" h="1198880">
                <a:moveTo>
                  <a:pt x="0" y="599439"/>
                </a:moveTo>
                <a:lnTo>
                  <a:pt x="3885" y="550272"/>
                </a:lnTo>
                <a:lnTo>
                  <a:pt x="15340" y="502201"/>
                </a:lnTo>
                <a:lnTo>
                  <a:pt x="34064" y="455378"/>
                </a:lnTo>
                <a:lnTo>
                  <a:pt x="59755" y="409960"/>
                </a:lnTo>
                <a:lnTo>
                  <a:pt x="92110" y="366099"/>
                </a:lnTo>
                <a:lnTo>
                  <a:pt x="130830" y="323950"/>
                </a:lnTo>
                <a:lnTo>
                  <a:pt x="175611" y="283668"/>
                </a:lnTo>
                <a:lnTo>
                  <a:pt x="226153" y="245406"/>
                </a:lnTo>
                <a:lnTo>
                  <a:pt x="282154" y="209319"/>
                </a:lnTo>
                <a:lnTo>
                  <a:pt x="343312" y="175561"/>
                </a:lnTo>
                <a:lnTo>
                  <a:pt x="409326" y="144286"/>
                </a:lnTo>
                <a:lnTo>
                  <a:pt x="479895" y="115649"/>
                </a:lnTo>
                <a:lnTo>
                  <a:pt x="554716" y="89803"/>
                </a:lnTo>
                <a:lnTo>
                  <a:pt x="633488" y="66903"/>
                </a:lnTo>
                <a:lnTo>
                  <a:pt x="715910" y="47103"/>
                </a:lnTo>
                <a:lnTo>
                  <a:pt x="801680" y="30557"/>
                </a:lnTo>
                <a:lnTo>
                  <a:pt x="890497" y="17419"/>
                </a:lnTo>
                <a:lnTo>
                  <a:pt x="982058" y="7844"/>
                </a:lnTo>
                <a:lnTo>
                  <a:pt x="1076063" y="1986"/>
                </a:lnTo>
                <a:lnTo>
                  <a:pt x="1172209" y="0"/>
                </a:lnTo>
                <a:lnTo>
                  <a:pt x="1268356" y="1986"/>
                </a:lnTo>
                <a:lnTo>
                  <a:pt x="1362361" y="7844"/>
                </a:lnTo>
                <a:lnTo>
                  <a:pt x="1453922" y="17419"/>
                </a:lnTo>
                <a:lnTo>
                  <a:pt x="1542739" y="30557"/>
                </a:lnTo>
                <a:lnTo>
                  <a:pt x="1628509" y="47103"/>
                </a:lnTo>
                <a:lnTo>
                  <a:pt x="1710931" y="66903"/>
                </a:lnTo>
                <a:lnTo>
                  <a:pt x="1789703" y="89803"/>
                </a:lnTo>
                <a:lnTo>
                  <a:pt x="1864524" y="115649"/>
                </a:lnTo>
                <a:lnTo>
                  <a:pt x="1935093" y="144286"/>
                </a:lnTo>
                <a:lnTo>
                  <a:pt x="2001107" y="175561"/>
                </a:lnTo>
                <a:lnTo>
                  <a:pt x="2062265" y="209319"/>
                </a:lnTo>
                <a:lnTo>
                  <a:pt x="2118266" y="245406"/>
                </a:lnTo>
                <a:lnTo>
                  <a:pt x="2168808" y="283668"/>
                </a:lnTo>
                <a:lnTo>
                  <a:pt x="2213589" y="323950"/>
                </a:lnTo>
                <a:lnTo>
                  <a:pt x="2252309" y="366099"/>
                </a:lnTo>
                <a:lnTo>
                  <a:pt x="2284664" y="409960"/>
                </a:lnTo>
                <a:lnTo>
                  <a:pt x="2310355" y="455378"/>
                </a:lnTo>
                <a:lnTo>
                  <a:pt x="2329079" y="502201"/>
                </a:lnTo>
                <a:lnTo>
                  <a:pt x="2340534" y="550272"/>
                </a:lnTo>
                <a:lnTo>
                  <a:pt x="2344420" y="599439"/>
                </a:lnTo>
                <a:lnTo>
                  <a:pt x="2340534" y="648607"/>
                </a:lnTo>
                <a:lnTo>
                  <a:pt x="2329079" y="696678"/>
                </a:lnTo>
                <a:lnTo>
                  <a:pt x="2310355" y="743501"/>
                </a:lnTo>
                <a:lnTo>
                  <a:pt x="2284664" y="788919"/>
                </a:lnTo>
                <a:lnTo>
                  <a:pt x="2252309" y="832780"/>
                </a:lnTo>
                <a:lnTo>
                  <a:pt x="2213589" y="874929"/>
                </a:lnTo>
                <a:lnTo>
                  <a:pt x="2168808" y="915211"/>
                </a:lnTo>
                <a:lnTo>
                  <a:pt x="2118266" y="953473"/>
                </a:lnTo>
                <a:lnTo>
                  <a:pt x="2062265" y="989560"/>
                </a:lnTo>
                <a:lnTo>
                  <a:pt x="2001107" y="1023318"/>
                </a:lnTo>
                <a:lnTo>
                  <a:pt x="1935093" y="1054593"/>
                </a:lnTo>
                <a:lnTo>
                  <a:pt x="1864524" y="1083230"/>
                </a:lnTo>
                <a:lnTo>
                  <a:pt x="1789703" y="1109076"/>
                </a:lnTo>
                <a:lnTo>
                  <a:pt x="1710931" y="1131976"/>
                </a:lnTo>
                <a:lnTo>
                  <a:pt x="1628509" y="1151776"/>
                </a:lnTo>
                <a:lnTo>
                  <a:pt x="1542739" y="1168322"/>
                </a:lnTo>
                <a:lnTo>
                  <a:pt x="1453922" y="1181460"/>
                </a:lnTo>
                <a:lnTo>
                  <a:pt x="1362361" y="1191035"/>
                </a:lnTo>
                <a:lnTo>
                  <a:pt x="1268356" y="1196893"/>
                </a:lnTo>
                <a:lnTo>
                  <a:pt x="1172209" y="1198880"/>
                </a:lnTo>
                <a:lnTo>
                  <a:pt x="1076063" y="1196893"/>
                </a:lnTo>
                <a:lnTo>
                  <a:pt x="982058" y="1191035"/>
                </a:lnTo>
                <a:lnTo>
                  <a:pt x="890497" y="1181460"/>
                </a:lnTo>
                <a:lnTo>
                  <a:pt x="801680" y="1168322"/>
                </a:lnTo>
                <a:lnTo>
                  <a:pt x="715910" y="1151776"/>
                </a:lnTo>
                <a:lnTo>
                  <a:pt x="633488" y="1131976"/>
                </a:lnTo>
                <a:lnTo>
                  <a:pt x="554716" y="1109076"/>
                </a:lnTo>
                <a:lnTo>
                  <a:pt x="479895" y="1083230"/>
                </a:lnTo>
                <a:lnTo>
                  <a:pt x="409326" y="1054593"/>
                </a:lnTo>
                <a:lnTo>
                  <a:pt x="343312" y="1023318"/>
                </a:lnTo>
                <a:lnTo>
                  <a:pt x="282154" y="989560"/>
                </a:lnTo>
                <a:lnTo>
                  <a:pt x="226153" y="953473"/>
                </a:lnTo>
                <a:lnTo>
                  <a:pt x="175611" y="915211"/>
                </a:lnTo>
                <a:lnTo>
                  <a:pt x="130830" y="874929"/>
                </a:lnTo>
                <a:lnTo>
                  <a:pt x="92110" y="832780"/>
                </a:lnTo>
                <a:lnTo>
                  <a:pt x="59755" y="788919"/>
                </a:lnTo>
                <a:lnTo>
                  <a:pt x="34064" y="743501"/>
                </a:lnTo>
                <a:lnTo>
                  <a:pt x="15340" y="696678"/>
                </a:lnTo>
                <a:lnTo>
                  <a:pt x="3885" y="648607"/>
                </a:lnTo>
                <a:lnTo>
                  <a:pt x="0" y="599439"/>
                </a:lnTo>
                <a:close/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7322820" y="4058920"/>
            <a:ext cx="0" cy="584200"/>
          </a:xfrm>
          <a:custGeom>
            <a:avLst/>
            <a:gdLst/>
            <a:ahLst/>
            <a:cxnLst/>
            <a:rect l="l" t="t" r="r" b="b"/>
            <a:pathLst>
              <a:path w="0" h="584200">
                <a:moveTo>
                  <a:pt x="0" y="0"/>
                </a:moveTo>
                <a:lnTo>
                  <a:pt x="0" y="584199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673090" y="4610100"/>
            <a:ext cx="1638300" cy="55879"/>
          </a:xfrm>
          <a:custGeom>
            <a:avLst/>
            <a:gdLst/>
            <a:ahLst/>
            <a:cxnLst/>
            <a:rect l="l" t="t" r="r" b="b"/>
            <a:pathLst>
              <a:path w="1638300" h="55879">
                <a:moveTo>
                  <a:pt x="83820" y="27939"/>
                </a:moveTo>
                <a:lnTo>
                  <a:pt x="1638300" y="27939"/>
                </a:lnTo>
                <a:lnTo>
                  <a:pt x="1638300" y="0"/>
                </a:lnTo>
                <a:lnTo>
                  <a:pt x="69850" y="0"/>
                </a:lnTo>
                <a:lnTo>
                  <a:pt x="69850" y="27939"/>
                </a:lnTo>
                <a:lnTo>
                  <a:pt x="83820" y="27939"/>
                </a:lnTo>
                <a:close/>
              </a:path>
              <a:path w="1638300" h="55879">
                <a:moveTo>
                  <a:pt x="83819" y="0"/>
                </a:moveTo>
                <a:lnTo>
                  <a:pt x="83820" y="-27939"/>
                </a:lnTo>
                <a:lnTo>
                  <a:pt x="0" y="13969"/>
                </a:lnTo>
                <a:lnTo>
                  <a:pt x="83820" y="55880"/>
                </a:lnTo>
                <a:lnTo>
                  <a:pt x="83820" y="27939"/>
                </a:lnTo>
                <a:lnTo>
                  <a:pt x="69850" y="27939"/>
                </a:lnTo>
                <a:lnTo>
                  <a:pt x="69850" y="0"/>
                </a:lnTo>
                <a:lnTo>
                  <a:pt x="838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650490" y="4403090"/>
            <a:ext cx="1122680" cy="485140"/>
          </a:xfrm>
          <a:custGeom>
            <a:avLst/>
            <a:gdLst/>
            <a:ahLst/>
            <a:cxnLst/>
            <a:rect l="l" t="t" r="r" b="b"/>
            <a:pathLst>
              <a:path w="1122680" h="485139">
                <a:moveTo>
                  <a:pt x="0" y="485140"/>
                </a:moveTo>
                <a:lnTo>
                  <a:pt x="1122680" y="485140"/>
                </a:lnTo>
                <a:lnTo>
                  <a:pt x="1122680" y="0"/>
                </a:lnTo>
                <a:lnTo>
                  <a:pt x="0" y="0"/>
                </a:lnTo>
                <a:lnTo>
                  <a:pt x="0" y="485140"/>
                </a:lnTo>
                <a:close/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3780790" y="4622800"/>
            <a:ext cx="762000" cy="55879"/>
          </a:xfrm>
          <a:custGeom>
            <a:avLst/>
            <a:gdLst/>
            <a:ahLst/>
            <a:cxnLst/>
            <a:rect l="l" t="t" r="r" b="b"/>
            <a:pathLst>
              <a:path w="762000" h="55879">
                <a:moveTo>
                  <a:pt x="83820" y="27939"/>
                </a:moveTo>
                <a:lnTo>
                  <a:pt x="762000" y="27939"/>
                </a:lnTo>
                <a:lnTo>
                  <a:pt x="762000" y="0"/>
                </a:lnTo>
                <a:lnTo>
                  <a:pt x="69850" y="0"/>
                </a:lnTo>
                <a:lnTo>
                  <a:pt x="69850" y="27939"/>
                </a:lnTo>
                <a:lnTo>
                  <a:pt x="83820" y="27939"/>
                </a:lnTo>
                <a:close/>
              </a:path>
              <a:path w="762000" h="55879">
                <a:moveTo>
                  <a:pt x="83819" y="0"/>
                </a:moveTo>
                <a:lnTo>
                  <a:pt x="83820" y="-27939"/>
                </a:lnTo>
                <a:lnTo>
                  <a:pt x="0" y="13969"/>
                </a:lnTo>
                <a:lnTo>
                  <a:pt x="83820" y="55880"/>
                </a:lnTo>
                <a:lnTo>
                  <a:pt x="83820" y="27939"/>
                </a:lnTo>
                <a:lnTo>
                  <a:pt x="69850" y="27939"/>
                </a:lnTo>
                <a:lnTo>
                  <a:pt x="69850" y="0"/>
                </a:lnTo>
                <a:lnTo>
                  <a:pt x="838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456690" y="4572000"/>
            <a:ext cx="1168399" cy="55879"/>
          </a:xfrm>
          <a:custGeom>
            <a:avLst/>
            <a:gdLst/>
            <a:ahLst/>
            <a:cxnLst/>
            <a:rect l="l" t="t" r="r" b="b"/>
            <a:pathLst>
              <a:path w="1168399" h="55879">
                <a:moveTo>
                  <a:pt x="83820" y="27939"/>
                </a:moveTo>
                <a:lnTo>
                  <a:pt x="1168399" y="27939"/>
                </a:lnTo>
                <a:lnTo>
                  <a:pt x="1168399" y="0"/>
                </a:lnTo>
                <a:lnTo>
                  <a:pt x="69850" y="0"/>
                </a:lnTo>
                <a:lnTo>
                  <a:pt x="69850" y="27939"/>
                </a:lnTo>
                <a:lnTo>
                  <a:pt x="83820" y="27939"/>
                </a:lnTo>
                <a:close/>
              </a:path>
              <a:path w="1168399" h="55879">
                <a:moveTo>
                  <a:pt x="83819" y="0"/>
                </a:moveTo>
                <a:lnTo>
                  <a:pt x="83819" y="-27939"/>
                </a:lnTo>
                <a:lnTo>
                  <a:pt x="0" y="13969"/>
                </a:lnTo>
                <a:lnTo>
                  <a:pt x="83819" y="55880"/>
                </a:lnTo>
                <a:lnTo>
                  <a:pt x="83820" y="27939"/>
                </a:lnTo>
                <a:lnTo>
                  <a:pt x="69850" y="27939"/>
                </a:lnTo>
                <a:lnTo>
                  <a:pt x="69850" y="0"/>
                </a:lnTo>
                <a:lnTo>
                  <a:pt x="838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782320" y="4632325"/>
            <a:ext cx="1465580" cy="1349375"/>
          </a:xfrm>
          <a:custGeom>
            <a:avLst/>
            <a:gdLst/>
            <a:ahLst/>
            <a:cxnLst/>
            <a:rect l="l" t="t" r="r" b="b"/>
            <a:pathLst>
              <a:path w="1465580" h="1349375">
                <a:moveTo>
                  <a:pt x="1465580" y="473075"/>
                </a:moveTo>
                <a:lnTo>
                  <a:pt x="1221359" y="473075"/>
                </a:lnTo>
                <a:lnTo>
                  <a:pt x="1329182" y="0"/>
                </a:lnTo>
                <a:lnTo>
                  <a:pt x="854963" y="473075"/>
                </a:lnTo>
                <a:lnTo>
                  <a:pt x="0" y="473075"/>
                </a:lnTo>
                <a:lnTo>
                  <a:pt x="0" y="1349375"/>
                </a:lnTo>
                <a:lnTo>
                  <a:pt x="1465580" y="1349375"/>
                </a:lnTo>
                <a:lnTo>
                  <a:pt x="1465580" y="47307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782320" y="4632325"/>
            <a:ext cx="1465580" cy="1349375"/>
          </a:xfrm>
          <a:custGeom>
            <a:avLst/>
            <a:gdLst/>
            <a:ahLst/>
            <a:cxnLst/>
            <a:rect l="l" t="t" r="r" b="b"/>
            <a:pathLst>
              <a:path w="1465580" h="1349375">
                <a:moveTo>
                  <a:pt x="0" y="473075"/>
                </a:moveTo>
                <a:lnTo>
                  <a:pt x="854963" y="473075"/>
                </a:lnTo>
                <a:lnTo>
                  <a:pt x="1329182" y="0"/>
                </a:lnTo>
                <a:lnTo>
                  <a:pt x="1221359" y="473075"/>
                </a:lnTo>
                <a:lnTo>
                  <a:pt x="1465580" y="473075"/>
                </a:lnTo>
                <a:lnTo>
                  <a:pt x="1465580" y="619125"/>
                </a:lnTo>
                <a:lnTo>
                  <a:pt x="1465580" y="838200"/>
                </a:lnTo>
                <a:lnTo>
                  <a:pt x="1465580" y="1349375"/>
                </a:lnTo>
                <a:lnTo>
                  <a:pt x="1221359" y="1349375"/>
                </a:lnTo>
                <a:lnTo>
                  <a:pt x="854963" y="1349375"/>
                </a:lnTo>
                <a:lnTo>
                  <a:pt x="0" y="1349375"/>
                </a:lnTo>
                <a:lnTo>
                  <a:pt x="0" y="838200"/>
                </a:lnTo>
                <a:lnTo>
                  <a:pt x="0" y="619125"/>
                </a:lnTo>
                <a:lnTo>
                  <a:pt x="0" y="47307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6019800" y="4137025"/>
            <a:ext cx="3106420" cy="2111375"/>
          </a:xfrm>
          <a:custGeom>
            <a:avLst/>
            <a:gdLst/>
            <a:ahLst/>
            <a:cxnLst/>
            <a:rect l="l" t="t" r="r" b="b"/>
            <a:pathLst>
              <a:path w="3106420" h="2111375">
                <a:moveTo>
                  <a:pt x="0" y="739775"/>
                </a:moveTo>
                <a:lnTo>
                  <a:pt x="0" y="2111375"/>
                </a:lnTo>
                <a:lnTo>
                  <a:pt x="3106420" y="2111375"/>
                </a:lnTo>
                <a:lnTo>
                  <a:pt x="3106420" y="739775"/>
                </a:lnTo>
                <a:lnTo>
                  <a:pt x="2588641" y="739775"/>
                </a:lnTo>
                <a:lnTo>
                  <a:pt x="1597659" y="0"/>
                </a:lnTo>
                <a:lnTo>
                  <a:pt x="1812035" y="739775"/>
                </a:lnTo>
                <a:lnTo>
                  <a:pt x="0" y="73977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6019800" y="4137025"/>
            <a:ext cx="3106420" cy="2111375"/>
          </a:xfrm>
          <a:custGeom>
            <a:avLst/>
            <a:gdLst/>
            <a:ahLst/>
            <a:cxnLst/>
            <a:rect l="l" t="t" r="r" b="b"/>
            <a:pathLst>
              <a:path w="3106420" h="2111375">
                <a:moveTo>
                  <a:pt x="0" y="739775"/>
                </a:moveTo>
                <a:lnTo>
                  <a:pt x="1812035" y="739775"/>
                </a:lnTo>
                <a:lnTo>
                  <a:pt x="1597659" y="0"/>
                </a:lnTo>
                <a:lnTo>
                  <a:pt x="2588641" y="739775"/>
                </a:lnTo>
                <a:lnTo>
                  <a:pt x="3106420" y="739775"/>
                </a:lnTo>
                <a:lnTo>
                  <a:pt x="3106420" y="968375"/>
                </a:lnTo>
                <a:lnTo>
                  <a:pt x="3106420" y="1311275"/>
                </a:lnTo>
                <a:lnTo>
                  <a:pt x="3106420" y="2111375"/>
                </a:lnTo>
                <a:lnTo>
                  <a:pt x="2588641" y="2111375"/>
                </a:lnTo>
                <a:lnTo>
                  <a:pt x="1812035" y="2111375"/>
                </a:lnTo>
                <a:lnTo>
                  <a:pt x="0" y="2111375"/>
                </a:lnTo>
                <a:lnTo>
                  <a:pt x="0" y="1311275"/>
                </a:lnTo>
                <a:lnTo>
                  <a:pt x="0" y="968375"/>
                </a:lnTo>
                <a:lnTo>
                  <a:pt x="0" y="73977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055" y="159670"/>
            <a:ext cx="816356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Latar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8244" y="159670"/>
            <a:ext cx="142717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Bela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3286" y="1018456"/>
            <a:ext cx="1122017" cy="58483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algn="ctr">
              <a:lnSpc>
                <a:spcPts val="2145"/>
              </a:lnSpc>
            </a:pPr>
            <a:r>
              <a:rPr dirty="0" smtClean="0" sz="2000" spc="4" b="1">
                <a:latin typeface="Arial"/>
                <a:cs typeface="Arial"/>
              </a:rPr>
              <a:t>Me</a:t>
            </a:r>
            <a:r>
              <a:rPr dirty="0" smtClean="0" sz="2000" spc="4" b="1">
                <a:latin typeface="Arial"/>
                <a:cs typeface="Arial"/>
              </a:rPr>
              <a:t>s</a:t>
            </a:r>
            <a:r>
              <a:rPr dirty="0" smtClean="0" sz="2000" spc="4" b="1">
                <a:latin typeface="Arial"/>
                <a:cs typeface="Arial"/>
              </a:rPr>
              <a:t>s</a:t>
            </a:r>
            <a:r>
              <a:rPr dirty="0" smtClean="0" sz="2000" spc="4" b="1">
                <a:latin typeface="Arial"/>
                <a:cs typeface="Arial"/>
              </a:rPr>
              <a:t>a</a:t>
            </a:r>
            <a:r>
              <a:rPr dirty="0" smtClean="0" sz="2000" spc="4" b="1">
                <a:latin typeface="Arial"/>
                <a:cs typeface="Arial"/>
              </a:rPr>
              <a:t>ge</a:t>
            </a:r>
            <a:endParaRPr sz="2000">
              <a:latin typeface="Arial"/>
              <a:cs typeface="Arial"/>
            </a:endParaRPr>
          </a:p>
          <a:p>
            <a:pPr marL="242824" marR="194917" algn="ctr">
              <a:lnSpc>
                <a:spcPct val="95825"/>
              </a:lnSpc>
            </a:pPr>
            <a:r>
              <a:rPr dirty="0" smtClean="0" sz="2000" b="1">
                <a:latin typeface="Arial"/>
                <a:cs typeface="Arial"/>
              </a:rPr>
              <a:t>Input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78935" y="1018456"/>
            <a:ext cx="787843" cy="58483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algn="ctr">
              <a:lnSpc>
                <a:spcPts val="2145"/>
              </a:lnSpc>
            </a:pPr>
            <a:r>
              <a:rPr dirty="0" smtClean="0" sz="2000" spc="-7" b="1">
                <a:latin typeface="Arial"/>
                <a:cs typeface="Arial"/>
              </a:rPr>
              <a:t>S</a:t>
            </a:r>
            <a:r>
              <a:rPr dirty="0" smtClean="0" sz="2000" spc="-7" b="1">
                <a:latin typeface="Arial"/>
                <a:cs typeface="Arial"/>
              </a:rPr>
              <a:t>i</a:t>
            </a:r>
            <a:r>
              <a:rPr dirty="0" smtClean="0" sz="2000" spc="-7" b="1">
                <a:latin typeface="Arial"/>
                <a:cs typeface="Arial"/>
              </a:rPr>
              <a:t>n</a:t>
            </a:r>
            <a:r>
              <a:rPr dirty="0" smtClean="0" sz="2000" spc="-7" b="1">
                <a:latin typeface="Arial"/>
                <a:cs typeface="Arial"/>
              </a:rPr>
              <a:t>y</a:t>
            </a:r>
            <a:r>
              <a:rPr dirty="0" smtClean="0" sz="2000" spc="-7" b="1">
                <a:latin typeface="Arial"/>
                <a:cs typeface="Arial"/>
              </a:rPr>
              <a:t>a</a:t>
            </a:r>
            <a:r>
              <a:rPr dirty="0" smtClean="0" sz="2000" spc="-7" b="1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marL="80010" marR="23557" algn="ctr">
              <a:lnSpc>
                <a:spcPct val="95825"/>
              </a:lnSpc>
            </a:pPr>
            <a:r>
              <a:rPr dirty="0" smtClean="0" sz="2000" b="1">
                <a:latin typeface="Arial"/>
                <a:cs typeface="Arial"/>
              </a:rPr>
              <a:t>input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2276" y="1095295"/>
            <a:ext cx="2503931" cy="5842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804164" marR="893063" algn="ctr">
              <a:lnSpc>
                <a:spcPts val="2145"/>
              </a:lnSpc>
            </a:pPr>
            <a:r>
              <a:rPr dirty="0" smtClean="0" sz="2000" spc="-6" b="1">
                <a:latin typeface="Arial"/>
                <a:cs typeface="Arial"/>
              </a:rPr>
              <a:t>S</a:t>
            </a:r>
            <a:r>
              <a:rPr dirty="0" smtClean="0" sz="2000" spc="-6" b="1">
                <a:latin typeface="Arial"/>
                <a:cs typeface="Arial"/>
              </a:rPr>
              <a:t>i</a:t>
            </a:r>
            <a:r>
              <a:rPr dirty="0" smtClean="0" sz="2000" spc="-6" b="1">
                <a:latin typeface="Arial"/>
                <a:cs typeface="Arial"/>
              </a:rPr>
              <a:t>n</a:t>
            </a:r>
            <a:r>
              <a:rPr dirty="0" smtClean="0" sz="2000" spc="-6" b="1">
                <a:latin typeface="Arial"/>
                <a:cs typeface="Arial"/>
              </a:rPr>
              <a:t>y</a:t>
            </a:r>
            <a:r>
              <a:rPr dirty="0" smtClean="0" sz="2000" spc="-6" b="1">
                <a:latin typeface="Arial"/>
                <a:cs typeface="Arial"/>
              </a:rPr>
              <a:t>a</a:t>
            </a:r>
            <a:r>
              <a:rPr dirty="0" smtClean="0" sz="2000" spc="-6" b="1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95825"/>
              </a:lnSpc>
            </a:pPr>
            <a:r>
              <a:rPr dirty="0" smtClean="0" sz="2000" spc="1" b="1">
                <a:latin typeface="Arial"/>
                <a:cs typeface="Arial"/>
              </a:rPr>
              <a:t>y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ng</a:t>
            </a:r>
            <a:r>
              <a:rPr dirty="0" smtClean="0" sz="2000" spc="1" b="1">
                <a:latin typeface="Arial"/>
                <a:cs typeface="Arial"/>
              </a:rPr>
              <a:t> </a:t>
            </a:r>
            <a:r>
              <a:rPr dirty="0" smtClean="0" sz="2000" spc="1" b="1">
                <a:latin typeface="Arial"/>
                <a:cs typeface="Arial"/>
              </a:rPr>
              <a:t>ditr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n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m</a:t>
            </a:r>
            <a:r>
              <a:rPr dirty="0" smtClean="0" sz="2000" spc="1" b="1">
                <a:latin typeface="Arial"/>
                <a:cs typeface="Arial"/>
              </a:rPr>
              <a:t>i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i</a:t>
            </a:r>
            <a:r>
              <a:rPr dirty="0" smtClean="0" sz="2000" spc="1" b="1">
                <a:latin typeface="Arial"/>
                <a:cs typeface="Arial"/>
              </a:rPr>
              <a:t>k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68880" y="2541424"/>
            <a:ext cx="1581499" cy="696471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algn="ctr">
              <a:lnSpc>
                <a:spcPts val="2555"/>
              </a:lnSpc>
            </a:pPr>
            <a:r>
              <a:rPr dirty="0" smtClean="0" sz="2400" spc="-7">
                <a:latin typeface="Arial"/>
                <a:cs typeface="Arial"/>
              </a:rPr>
              <a:t>T</a:t>
            </a:r>
            <a:r>
              <a:rPr dirty="0" smtClean="0" sz="2400" spc="-7">
                <a:latin typeface="Arial"/>
                <a:cs typeface="Arial"/>
              </a:rPr>
              <a:t>ra</a:t>
            </a:r>
            <a:r>
              <a:rPr dirty="0" smtClean="0" sz="2400" spc="-7">
                <a:latin typeface="Arial"/>
                <a:cs typeface="Arial"/>
              </a:rPr>
              <a:t>n</a:t>
            </a:r>
            <a:r>
              <a:rPr dirty="0" smtClean="0" sz="2400" spc="-7">
                <a:latin typeface="Arial"/>
                <a:cs typeface="Arial"/>
              </a:rPr>
              <a:t>sduc</a:t>
            </a:r>
            <a:r>
              <a:rPr dirty="0" smtClean="0" sz="2400" spc="-7">
                <a:latin typeface="Arial"/>
                <a:cs typeface="Arial"/>
              </a:rPr>
              <a:t>e</a:t>
            </a:r>
            <a:r>
              <a:rPr dirty="0" smtClean="0" sz="2400" spc="-7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403859" marR="427120" algn="ctr">
              <a:lnSpc>
                <a:spcPct val="95825"/>
              </a:lnSpc>
            </a:pPr>
            <a:r>
              <a:rPr dirty="0" smtClean="0" sz="2400" spc="1">
                <a:latin typeface="Arial"/>
                <a:cs typeface="Arial"/>
              </a:rPr>
              <a:t>In</a:t>
            </a:r>
            <a:r>
              <a:rPr dirty="0" smtClean="0" sz="2400" spc="1">
                <a:latin typeface="Arial"/>
                <a:cs typeface="Arial"/>
              </a:rPr>
              <a:t>p</a:t>
            </a:r>
            <a:r>
              <a:rPr dirty="0" smtClean="0" sz="2400" spc="1">
                <a:latin typeface="Arial"/>
                <a:cs typeface="Arial"/>
              </a:rPr>
              <a:t>u</a:t>
            </a:r>
            <a:r>
              <a:rPr dirty="0" smtClean="0" sz="2400" spc="1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83735" y="2560474"/>
            <a:ext cx="146250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>
                <a:latin typeface="Arial"/>
                <a:cs typeface="Arial"/>
              </a:rPr>
              <a:t>Pema</a:t>
            </a:r>
            <a:r>
              <a:rPr dirty="0" smtClean="0" sz="2400" spc="0">
                <a:latin typeface="Arial"/>
                <a:cs typeface="Arial"/>
              </a:rPr>
              <a:t>n</a:t>
            </a:r>
            <a:r>
              <a:rPr dirty="0" smtClean="0" sz="2400" spc="0">
                <a:latin typeface="Arial"/>
                <a:cs typeface="Arial"/>
              </a:rPr>
              <a:t>car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7409" y="3075336"/>
            <a:ext cx="1725514" cy="69602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399161" marR="424044" algn="ctr">
              <a:lnSpc>
                <a:spcPts val="2555"/>
              </a:lnSpc>
            </a:pPr>
            <a:r>
              <a:rPr dirty="0" smtClean="0" sz="2400" spc="1" b="1">
                <a:latin typeface="Arial"/>
                <a:cs typeface="Arial"/>
              </a:rPr>
              <a:t>K</a:t>
            </a:r>
            <a:r>
              <a:rPr dirty="0" smtClean="0" sz="2400" spc="1" b="1">
                <a:latin typeface="Arial"/>
                <a:cs typeface="Arial"/>
              </a:rPr>
              <a:t>a</a:t>
            </a:r>
            <a:r>
              <a:rPr dirty="0" smtClean="0" sz="2400" spc="1" b="1">
                <a:latin typeface="Arial"/>
                <a:cs typeface="Arial"/>
              </a:rPr>
              <a:t>nal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95825"/>
              </a:lnSpc>
            </a:pPr>
            <a:r>
              <a:rPr dirty="0" smtClean="0" sz="2400" spc="0" b="1">
                <a:latin typeface="Arial"/>
                <a:cs typeface="Arial"/>
              </a:rPr>
              <a:t>komu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7930" y="4923821"/>
            <a:ext cx="1581099" cy="69602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algn="ctr">
              <a:lnSpc>
                <a:spcPts val="2555"/>
              </a:lnSpc>
            </a:pPr>
            <a:r>
              <a:rPr dirty="0" smtClean="0" sz="2400" spc="-6">
                <a:latin typeface="Arial"/>
                <a:cs typeface="Arial"/>
              </a:rPr>
              <a:t>T</a:t>
            </a:r>
            <a:r>
              <a:rPr dirty="0" smtClean="0" sz="2400" spc="-6">
                <a:latin typeface="Arial"/>
                <a:cs typeface="Arial"/>
              </a:rPr>
              <a:t>ra</a:t>
            </a:r>
            <a:r>
              <a:rPr dirty="0" smtClean="0" sz="2400" spc="-6">
                <a:latin typeface="Arial"/>
                <a:cs typeface="Arial"/>
              </a:rPr>
              <a:t>n</a:t>
            </a:r>
            <a:r>
              <a:rPr dirty="0" smtClean="0" sz="2400" spc="-6">
                <a:latin typeface="Arial"/>
                <a:cs typeface="Arial"/>
              </a:rPr>
              <a:t>sd</a:t>
            </a:r>
            <a:r>
              <a:rPr dirty="0" smtClean="0" sz="2400" spc="-6">
                <a:latin typeface="Arial"/>
                <a:cs typeface="Arial"/>
              </a:rPr>
              <a:t>u</a:t>
            </a:r>
            <a:r>
              <a:rPr dirty="0" smtClean="0" sz="2400" spc="-6">
                <a:latin typeface="Arial"/>
                <a:cs typeface="Arial"/>
              </a:rPr>
              <a:t>cer</a:t>
            </a:r>
            <a:endParaRPr sz="2400">
              <a:latin typeface="Arial"/>
              <a:cs typeface="Arial"/>
            </a:endParaRPr>
          </a:p>
          <a:p>
            <a:pPr marL="286996" marR="307277" algn="ctr">
              <a:lnSpc>
                <a:spcPct val="95825"/>
              </a:lnSpc>
            </a:pPr>
            <a:r>
              <a:rPr dirty="0" smtClean="0" sz="2400" spc="0">
                <a:latin typeface="Arial"/>
                <a:cs typeface="Arial"/>
              </a:rPr>
              <a:t>Ou</a:t>
            </a:r>
            <a:r>
              <a:rPr dirty="0" smtClean="0" sz="2400" spc="0">
                <a:latin typeface="Arial"/>
                <a:cs typeface="Arial"/>
              </a:rPr>
              <a:t>t</a:t>
            </a:r>
            <a:r>
              <a:rPr dirty="0" smtClean="0" sz="2400" spc="0">
                <a:latin typeface="Arial"/>
                <a:cs typeface="Arial"/>
              </a:rPr>
              <a:t>p</a:t>
            </a:r>
            <a:r>
              <a:rPr dirty="0" smtClean="0" sz="2400" spc="0">
                <a:latin typeface="Arial"/>
                <a:cs typeface="Arial"/>
              </a:rPr>
              <a:t>u</a:t>
            </a:r>
            <a:r>
              <a:rPr dirty="0" smtClean="0" sz="2400" spc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4659" y="4982765"/>
            <a:ext cx="3084637" cy="11941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336550" marR="410779" algn="ctr">
              <a:lnSpc>
                <a:spcPts val="2145"/>
              </a:lnSpc>
            </a:pPr>
            <a:r>
              <a:rPr dirty="0" smtClean="0" sz="2000" spc="1" b="1">
                <a:latin typeface="Arial"/>
                <a:cs typeface="Arial"/>
              </a:rPr>
              <a:t>Red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m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n,</a:t>
            </a:r>
            <a:r>
              <a:rPr dirty="0" smtClean="0" sz="2000" spc="1" b="1">
                <a:latin typeface="Arial"/>
                <a:cs typeface="Arial"/>
              </a:rPr>
              <a:t> </a:t>
            </a:r>
            <a:r>
              <a:rPr dirty="0" smtClean="0" sz="2000" spc="1" b="1">
                <a:latin typeface="Arial"/>
                <a:cs typeface="Arial"/>
              </a:rPr>
              <a:t>di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t</a:t>
            </a:r>
            <a:r>
              <a:rPr dirty="0" smtClean="0" sz="2000" spc="1" b="1">
                <a:latin typeface="Arial"/>
                <a:cs typeface="Arial"/>
              </a:rPr>
              <a:t>o</a:t>
            </a:r>
            <a:r>
              <a:rPr dirty="0" smtClean="0" sz="2000" spc="1" b="1">
                <a:latin typeface="Arial"/>
                <a:cs typeface="Arial"/>
              </a:rPr>
              <a:t>r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i,</a:t>
            </a:r>
            <a:endParaRPr sz="2000">
              <a:latin typeface="Arial"/>
              <a:cs typeface="Arial"/>
            </a:endParaRPr>
          </a:p>
          <a:p>
            <a:pPr marL="397486" marR="405446" algn="ctr">
              <a:lnSpc>
                <a:spcPct val="95825"/>
              </a:lnSpc>
            </a:pPr>
            <a:r>
              <a:rPr dirty="0" smtClean="0" sz="2000" spc="0" b="1">
                <a:latin typeface="Arial"/>
                <a:cs typeface="Arial"/>
              </a:rPr>
              <a:t>der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u,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in</a:t>
            </a:r>
            <a:r>
              <a:rPr dirty="0" smtClean="0" sz="2000" spc="0" b="1">
                <a:latin typeface="Arial"/>
                <a:cs typeface="Arial"/>
              </a:rPr>
              <a:t>t</a:t>
            </a:r>
            <a:r>
              <a:rPr dirty="0" smtClean="0" sz="2000" spc="0" b="1">
                <a:latin typeface="Arial"/>
                <a:cs typeface="Arial"/>
              </a:rPr>
              <a:t>e</a:t>
            </a:r>
            <a:r>
              <a:rPr dirty="0" smtClean="0" sz="2000" spc="0" b="1">
                <a:latin typeface="Arial"/>
                <a:cs typeface="Arial"/>
              </a:rPr>
              <a:t>rfer</a:t>
            </a:r>
            <a:r>
              <a:rPr dirty="0" smtClean="0" sz="2000" spc="0" b="1">
                <a:latin typeface="Arial"/>
                <a:cs typeface="Arial"/>
              </a:rPr>
              <a:t>e</a:t>
            </a:r>
            <a:r>
              <a:rPr dirty="0" smtClean="0" sz="2000" spc="0" b="1">
                <a:latin typeface="Arial"/>
                <a:cs typeface="Arial"/>
              </a:rPr>
              <a:t>nsi</a:t>
            </a:r>
            <a:endParaRPr sz="2000">
              <a:latin typeface="Arial"/>
              <a:cs typeface="Arial"/>
            </a:endParaRPr>
          </a:p>
          <a:p>
            <a:pPr indent="0" algn="ctr">
              <a:lnSpc>
                <a:spcPct val="100041"/>
              </a:lnSpc>
              <a:spcBef>
                <a:spcPts val="100"/>
              </a:spcBef>
            </a:pPr>
            <a:r>
              <a:rPr dirty="0" smtClean="0" sz="2000" b="1">
                <a:latin typeface="Arial"/>
                <a:cs typeface="Arial"/>
              </a:rPr>
              <a:t>(</a:t>
            </a:r>
            <a:r>
              <a:rPr dirty="0" smtClean="0" sz="2000" b="1">
                <a:latin typeface="Arial"/>
                <a:cs typeface="Arial"/>
              </a:rPr>
              <a:t> </a:t>
            </a:r>
            <a:r>
              <a:rPr dirty="0" smtClean="0" sz="2000" spc="-9" b="1">
                <a:latin typeface="Arial"/>
                <a:cs typeface="Arial"/>
              </a:rPr>
              <a:t>t</a:t>
            </a:r>
            <a:r>
              <a:rPr dirty="0" smtClean="0" sz="2000" spc="4" b="1">
                <a:latin typeface="Arial"/>
                <a:cs typeface="Arial"/>
              </a:rPr>
              <a:t>e</a:t>
            </a:r>
            <a:r>
              <a:rPr dirty="0" smtClean="0" sz="2000" spc="0" b="1">
                <a:latin typeface="Arial"/>
                <a:cs typeface="Arial"/>
              </a:rPr>
              <a:t>rg</a:t>
            </a:r>
            <a:r>
              <a:rPr dirty="0" smtClean="0" sz="2000" spc="4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n</a:t>
            </a:r>
            <a:r>
              <a:rPr dirty="0" smtClean="0" sz="2000" spc="-9" b="1">
                <a:latin typeface="Arial"/>
                <a:cs typeface="Arial"/>
              </a:rPr>
              <a:t>t</a:t>
            </a:r>
            <a:r>
              <a:rPr dirty="0" smtClean="0" sz="2000" spc="0" b="1">
                <a:latin typeface="Arial"/>
                <a:cs typeface="Arial"/>
              </a:rPr>
              <a:t>ung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4" b="1">
                <a:latin typeface="Arial"/>
                <a:cs typeface="Arial"/>
              </a:rPr>
              <a:t>k</a:t>
            </a:r>
            <a:r>
              <a:rPr dirty="0" smtClean="0" sz="2000" spc="4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r</a:t>
            </a:r>
            <a:r>
              <a:rPr dirty="0" smtClean="0" sz="2000" spc="9" b="1">
                <a:latin typeface="Arial"/>
                <a:cs typeface="Arial"/>
              </a:rPr>
              <a:t>a</a:t>
            </a:r>
            <a:r>
              <a:rPr dirty="0" smtClean="0" sz="2000" spc="4" b="1">
                <a:latin typeface="Arial"/>
                <a:cs typeface="Arial"/>
              </a:rPr>
              <a:t>k</a:t>
            </a:r>
            <a:r>
              <a:rPr dirty="0" smtClean="0" sz="2000" spc="0" b="1">
                <a:latin typeface="Arial"/>
                <a:cs typeface="Arial"/>
              </a:rPr>
              <a:t>ter</a:t>
            </a:r>
            <a:r>
              <a:rPr dirty="0" smtClean="0" sz="2000" spc="4" b="1">
                <a:latin typeface="Arial"/>
                <a:cs typeface="Arial"/>
              </a:rPr>
              <a:t>i</a:t>
            </a:r>
            <a:r>
              <a:rPr dirty="0" smtClean="0" sz="2000" spc="4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t</a:t>
            </a:r>
            <a:r>
              <a:rPr dirty="0" smtClean="0" sz="2000" spc="-19" b="1">
                <a:latin typeface="Arial"/>
                <a:cs typeface="Arial"/>
              </a:rPr>
              <a:t>i</a:t>
            </a:r>
            <a:r>
              <a:rPr dirty="0" smtClean="0" sz="2000" spc="0" b="1">
                <a:latin typeface="Arial"/>
                <a:cs typeface="Arial"/>
              </a:rPr>
              <a:t>k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4" b="1">
                <a:latin typeface="Arial"/>
                <a:cs typeface="Arial"/>
              </a:rPr>
              <a:t>k</a:t>
            </a:r>
            <a:r>
              <a:rPr dirty="0" smtClean="0" sz="2000" spc="4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n</a:t>
            </a:r>
            <a:r>
              <a:rPr dirty="0" smtClean="0" sz="2000" spc="4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l</a:t>
            </a:r>
            <a:r>
              <a:rPr dirty="0" smtClean="0" sz="2000" spc="-29" b="1">
                <a:latin typeface="Arial"/>
                <a:cs typeface="Arial"/>
              </a:rPr>
              <a:t> </a:t>
            </a:r>
            <a:r>
              <a:rPr dirty="0" smtClean="0" sz="2000" spc="-50" b="1">
                <a:latin typeface="Arial"/>
                <a:cs typeface="Arial"/>
              </a:rPr>
              <a:t>y</a:t>
            </a:r>
            <a:r>
              <a:rPr dirty="0" smtClean="0" sz="2000" spc="0" b="1">
                <a:latin typeface="Arial"/>
                <a:cs typeface="Arial"/>
              </a:rPr>
              <a:t>bs</a:t>
            </a:r>
            <a:r>
              <a:rPr dirty="0" smtClean="0" sz="2000" spc="5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1975" y="4999763"/>
            <a:ext cx="1377680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>
                <a:latin typeface="Arial"/>
                <a:cs typeface="Arial"/>
              </a:rPr>
              <a:t>Pen</a:t>
            </a:r>
            <a:r>
              <a:rPr dirty="0" smtClean="0" sz="2400" spc="0">
                <a:latin typeface="Arial"/>
                <a:cs typeface="Arial"/>
              </a:rPr>
              <a:t>e</a:t>
            </a:r>
            <a:r>
              <a:rPr dirty="0" smtClean="0" sz="2400" spc="0">
                <a:latin typeface="Arial"/>
                <a:cs typeface="Arial"/>
              </a:rPr>
              <a:t>rima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322" y="5268257"/>
            <a:ext cx="1119728" cy="58477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algn="ctr">
              <a:lnSpc>
                <a:spcPts val="2145"/>
              </a:lnSpc>
            </a:pPr>
            <a:r>
              <a:rPr dirty="0" smtClean="0" sz="2000" spc="1" b="1">
                <a:latin typeface="Arial"/>
                <a:cs typeface="Arial"/>
              </a:rPr>
              <a:t>M</a:t>
            </a:r>
            <a:r>
              <a:rPr dirty="0" smtClean="0" sz="2000" spc="1" b="1">
                <a:latin typeface="Arial"/>
                <a:cs typeface="Arial"/>
              </a:rPr>
              <a:t>e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ge</a:t>
            </a:r>
            <a:endParaRPr sz="2000">
              <a:latin typeface="Arial"/>
              <a:cs typeface="Arial"/>
            </a:endParaRPr>
          </a:p>
          <a:p>
            <a:pPr marL="158749" marR="108808" algn="ctr">
              <a:lnSpc>
                <a:spcPct val="95825"/>
              </a:lnSpc>
            </a:pPr>
            <a:r>
              <a:rPr dirty="0" smtClean="0" sz="2000" spc="-1" b="1">
                <a:latin typeface="Arial"/>
                <a:cs typeface="Arial"/>
              </a:rPr>
              <a:t>ou</a:t>
            </a:r>
            <a:r>
              <a:rPr dirty="0" smtClean="0" sz="2000" spc="-1" b="1">
                <a:latin typeface="Arial"/>
                <a:cs typeface="Arial"/>
              </a:rPr>
              <a:t>t</a:t>
            </a:r>
            <a:r>
              <a:rPr dirty="0" smtClean="0" sz="2000" spc="-1" b="1">
                <a:latin typeface="Arial"/>
                <a:cs typeface="Arial"/>
              </a:rPr>
              <a:t>put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5960" y="6472848"/>
            <a:ext cx="20814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5490" y="4441190"/>
            <a:ext cx="1122680" cy="485140"/>
          </a:xfrm>
          <a:prstGeom prst="rect">
            <a:avLst/>
          </a:prstGeom>
        </p:spPr>
        <p:txBody>
          <a:bodyPr wrap="square" lIns="0" tIns="55880" rIns="0" bIns="0" rtlCol="0">
            <a:noAutofit/>
          </a:bodyPr>
          <a:lstStyle/>
          <a:p>
            <a:pPr marL="365125">
              <a:lnSpc>
                <a:spcPct val="95825"/>
              </a:lnSpc>
            </a:pPr>
            <a:r>
              <a:rPr dirty="0" smtClean="0" sz="2400" spc="4" b="1">
                <a:latin typeface="Arial"/>
                <a:cs typeface="Arial"/>
              </a:rPr>
              <a:t>Rx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0490" y="4403090"/>
            <a:ext cx="1122680" cy="485140"/>
          </a:xfrm>
          <a:prstGeom prst="rect">
            <a:avLst/>
          </a:prstGeom>
        </p:spPr>
        <p:txBody>
          <a:bodyPr wrap="square" lIns="0" tIns="55880" rIns="0" bIns="0" rtlCol="0">
            <a:noAutofit/>
          </a:bodyPr>
          <a:lstStyle/>
          <a:p>
            <a:pPr marL="352044">
              <a:lnSpc>
                <a:spcPct val="95825"/>
              </a:lnSpc>
            </a:pPr>
            <a:r>
              <a:rPr dirty="0" smtClean="0" sz="2400" spc="-64" b="1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170" y="1964689"/>
            <a:ext cx="1125220" cy="485139"/>
          </a:xfrm>
          <a:prstGeom prst="rect">
            <a:avLst/>
          </a:prstGeom>
        </p:spPr>
        <p:txBody>
          <a:bodyPr wrap="square" lIns="0" tIns="55244" rIns="0" bIns="0" rtlCol="0">
            <a:noAutofit/>
          </a:bodyPr>
          <a:lstStyle/>
          <a:p>
            <a:pPr marL="347186" marR="355060" algn="ctr">
              <a:lnSpc>
                <a:spcPct val="95825"/>
              </a:lnSpc>
            </a:pPr>
            <a:r>
              <a:rPr dirty="0" smtClean="0" sz="2400" spc="-25" b="1">
                <a:latin typeface="Arial"/>
                <a:cs typeface="Arial"/>
              </a:rPr>
              <a:t>Tx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0390" y="1964689"/>
            <a:ext cx="1598929" cy="2781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660390" y="2242820"/>
            <a:ext cx="1598929" cy="2070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553970" y="1982470"/>
            <a:ext cx="1125220" cy="485139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391159" marR="398043" algn="ctr">
              <a:lnSpc>
                <a:spcPct val="95825"/>
              </a:lnSpc>
            </a:pPr>
            <a:r>
              <a:rPr dirty="0" smtClean="0" sz="2400" spc="-25" b="1">
                <a:latin typeface="Arial"/>
                <a:cs typeface="Arial"/>
              </a:rPr>
              <a:t>TI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13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152400" y="838200"/>
            <a:ext cx="9525000" cy="383539"/>
          </a:xfrm>
          <a:custGeom>
            <a:avLst/>
            <a:gdLst/>
            <a:ahLst/>
            <a:cxnLst/>
            <a:rect l="l" t="t" r="r" b="b"/>
            <a:pathLst>
              <a:path w="9525000" h="383539">
                <a:moveTo>
                  <a:pt x="0" y="383539"/>
                </a:moveTo>
                <a:lnTo>
                  <a:pt x="9525000" y="383539"/>
                </a:lnTo>
                <a:lnTo>
                  <a:pt x="9525000" y="0"/>
                </a:lnTo>
                <a:lnTo>
                  <a:pt x="0" y="0"/>
                </a:lnTo>
                <a:lnTo>
                  <a:pt x="0" y="383539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152400" y="1447800"/>
            <a:ext cx="2971800" cy="4511040"/>
          </a:xfrm>
          <a:custGeom>
            <a:avLst/>
            <a:gdLst/>
            <a:ahLst/>
            <a:cxnLst/>
            <a:rect l="l" t="t" r="r" b="b"/>
            <a:pathLst>
              <a:path w="2971800" h="4511040">
                <a:moveTo>
                  <a:pt x="0" y="4511040"/>
                </a:moveTo>
                <a:lnTo>
                  <a:pt x="2971800" y="4511040"/>
                </a:lnTo>
                <a:lnTo>
                  <a:pt x="2971800" y="0"/>
                </a:lnTo>
                <a:lnTo>
                  <a:pt x="0" y="0"/>
                </a:lnTo>
                <a:lnTo>
                  <a:pt x="0" y="451104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4410084" y="2933567"/>
            <a:ext cx="0" cy="2703318"/>
          </a:xfrm>
          <a:custGeom>
            <a:avLst/>
            <a:gdLst/>
            <a:ahLst/>
            <a:cxnLst/>
            <a:rect l="l" t="t" r="r" b="b"/>
            <a:pathLst>
              <a:path w="0" h="2703318">
                <a:moveTo>
                  <a:pt x="0" y="0"/>
                </a:moveTo>
                <a:lnTo>
                  <a:pt x="0" y="2703318"/>
                </a:lnTo>
              </a:path>
            </a:pathLst>
          </a:custGeom>
          <a:ln w="3852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4410084" y="5636885"/>
            <a:ext cx="5391135" cy="0"/>
          </a:xfrm>
          <a:custGeom>
            <a:avLst/>
            <a:gdLst/>
            <a:ahLst/>
            <a:cxnLst/>
            <a:rect l="l" t="t" r="r" b="b"/>
            <a:pathLst>
              <a:path w="5391135" h="0">
                <a:moveTo>
                  <a:pt x="0" y="0"/>
                </a:moveTo>
                <a:lnTo>
                  <a:pt x="5391135" y="0"/>
                </a:lnTo>
              </a:path>
            </a:pathLst>
          </a:custGeom>
          <a:ln w="326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4408156" y="3095106"/>
            <a:ext cx="0" cy="2540160"/>
          </a:xfrm>
          <a:custGeom>
            <a:avLst/>
            <a:gdLst/>
            <a:ahLst/>
            <a:cxnLst/>
            <a:rect l="l" t="t" r="r" b="b"/>
            <a:pathLst>
              <a:path w="0" h="2540160">
                <a:moveTo>
                  <a:pt x="0" y="0"/>
                </a:moveTo>
                <a:lnTo>
                  <a:pt x="0" y="2540160"/>
                </a:lnTo>
              </a:path>
            </a:pathLst>
          </a:custGeom>
          <a:ln w="4238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4338813" y="2931932"/>
            <a:ext cx="138704" cy="176254"/>
          </a:xfrm>
          <a:custGeom>
            <a:avLst/>
            <a:gdLst/>
            <a:ahLst/>
            <a:cxnLst/>
            <a:rect l="l" t="t" r="r" b="b"/>
            <a:pathLst>
              <a:path w="138704" h="176254">
                <a:moveTo>
                  <a:pt x="0" y="176254"/>
                </a:moveTo>
                <a:lnTo>
                  <a:pt x="138704" y="176254"/>
                </a:lnTo>
                <a:lnTo>
                  <a:pt x="69342" y="0"/>
                </a:lnTo>
                <a:lnTo>
                  <a:pt x="0" y="176254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4408156" y="5635267"/>
            <a:ext cx="5201774" cy="0"/>
          </a:xfrm>
          <a:custGeom>
            <a:avLst/>
            <a:gdLst/>
            <a:ahLst/>
            <a:cxnLst/>
            <a:rect l="l" t="t" r="r" b="b"/>
            <a:pathLst>
              <a:path w="5201774" h="0">
                <a:moveTo>
                  <a:pt x="0" y="0"/>
                </a:moveTo>
                <a:lnTo>
                  <a:pt x="5201774" y="0"/>
                </a:lnTo>
              </a:path>
            </a:pathLst>
          </a:custGeom>
          <a:ln w="3593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9590647" y="5576488"/>
            <a:ext cx="208644" cy="117557"/>
          </a:xfrm>
          <a:custGeom>
            <a:avLst/>
            <a:gdLst/>
            <a:ahLst/>
            <a:cxnLst/>
            <a:rect l="l" t="t" r="r" b="b"/>
            <a:pathLst>
              <a:path w="208644" h="117557">
                <a:moveTo>
                  <a:pt x="0" y="0"/>
                </a:moveTo>
                <a:lnTo>
                  <a:pt x="0" y="117557"/>
                </a:lnTo>
                <a:lnTo>
                  <a:pt x="208644" y="58778"/>
                </a:lnTo>
                <a:lnTo>
                  <a:pt x="0" y="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4961528" y="3992730"/>
            <a:ext cx="2078523" cy="1408647"/>
          </a:xfrm>
          <a:custGeom>
            <a:avLst/>
            <a:gdLst/>
            <a:ahLst/>
            <a:cxnLst/>
            <a:rect l="l" t="t" r="r" b="b"/>
            <a:pathLst>
              <a:path w="2078523" h="1408647">
                <a:moveTo>
                  <a:pt x="0" y="1408647"/>
                </a:moveTo>
                <a:lnTo>
                  <a:pt x="2078523" y="0"/>
                </a:lnTo>
              </a:path>
            </a:pathLst>
          </a:custGeom>
          <a:ln w="345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7040051" y="3757288"/>
            <a:ext cx="1812433" cy="689780"/>
          </a:xfrm>
          <a:custGeom>
            <a:avLst/>
            <a:gdLst/>
            <a:ahLst/>
            <a:cxnLst/>
            <a:rect l="l" t="t" r="r" b="b"/>
            <a:pathLst>
              <a:path w="1812433" h="689780">
                <a:moveTo>
                  <a:pt x="11569" y="219092"/>
                </a:moveTo>
                <a:lnTo>
                  <a:pt x="0" y="206011"/>
                </a:lnTo>
                <a:lnTo>
                  <a:pt x="0" y="195874"/>
                </a:lnTo>
                <a:lnTo>
                  <a:pt x="26996" y="195874"/>
                </a:lnTo>
                <a:lnTo>
                  <a:pt x="26996" y="182794"/>
                </a:lnTo>
                <a:lnTo>
                  <a:pt x="38566" y="166444"/>
                </a:lnTo>
                <a:lnTo>
                  <a:pt x="53993" y="166444"/>
                </a:lnTo>
                <a:lnTo>
                  <a:pt x="69419" y="156634"/>
                </a:lnTo>
                <a:lnTo>
                  <a:pt x="80989" y="156634"/>
                </a:lnTo>
                <a:lnTo>
                  <a:pt x="80989" y="143554"/>
                </a:lnTo>
                <a:lnTo>
                  <a:pt x="115699" y="143554"/>
                </a:lnTo>
                <a:lnTo>
                  <a:pt x="115699" y="133907"/>
                </a:lnTo>
                <a:lnTo>
                  <a:pt x="142696" y="133907"/>
                </a:lnTo>
                <a:lnTo>
                  <a:pt x="142696" y="120827"/>
                </a:lnTo>
                <a:lnTo>
                  <a:pt x="154266" y="120827"/>
                </a:lnTo>
                <a:lnTo>
                  <a:pt x="169692" y="107747"/>
                </a:lnTo>
                <a:lnTo>
                  <a:pt x="227349" y="84857"/>
                </a:lnTo>
                <a:lnTo>
                  <a:pt x="227349" y="68507"/>
                </a:lnTo>
                <a:lnTo>
                  <a:pt x="258202" y="68507"/>
                </a:lnTo>
                <a:lnTo>
                  <a:pt x="269772" y="58697"/>
                </a:lnTo>
                <a:lnTo>
                  <a:pt x="285199" y="58697"/>
                </a:lnTo>
                <a:lnTo>
                  <a:pt x="312195" y="45616"/>
                </a:lnTo>
                <a:lnTo>
                  <a:pt x="358861" y="45616"/>
                </a:lnTo>
                <a:lnTo>
                  <a:pt x="358861" y="35806"/>
                </a:lnTo>
                <a:lnTo>
                  <a:pt x="401284" y="35806"/>
                </a:lnTo>
                <a:lnTo>
                  <a:pt x="401284" y="22890"/>
                </a:lnTo>
                <a:lnTo>
                  <a:pt x="474560" y="22890"/>
                </a:lnTo>
                <a:lnTo>
                  <a:pt x="486130" y="13080"/>
                </a:lnTo>
                <a:lnTo>
                  <a:pt x="528361" y="13080"/>
                </a:lnTo>
                <a:lnTo>
                  <a:pt x="543787" y="0"/>
                </a:lnTo>
                <a:lnTo>
                  <a:pt x="975925" y="0"/>
                </a:lnTo>
                <a:lnTo>
                  <a:pt x="975925" y="13080"/>
                </a:lnTo>
                <a:lnTo>
                  <a:pt x="991159" y="13080"/>
                </a:lnTo>
                <a:lnTo>
                  <a:pt x="1064435" y="68507"/>
                </a:lnTo>
                <a:lnTo>
                  <a:pt x="1064435" y="97937"/>
                </a:lnTo>
                <a:lnTo>
                  <a:pt x="1091432" y="97937"/>
                </a:lnTo>
                <a:lnTo>
                  <a:pt x="1091432" y="107747"/>
                </a:lnTo>
                <a:lnTo>
                  <a:pt x="1106858" y="120827"/>
                </a:lnTo>
                <a:lnTo>
                  <a:pt x="1118428" y="120827"/>
                </a:lnTo>
                <a:lnTo>
                  <a:pt x="1118428" y="156634"/>
                </a:lnTo>
                <a:lnTo>
                  <a:pt x="1149282" y="166444"/>
                </a:lnTo>
                <a:lnTo>
                  <a:pt x="1149282" y="182794"/>
                </a:lnTo>
                <a:lnTo>
                  <a:pt x="1164708" y="195874"/>
                </a:lnTo>
                <a:lnTo>
                  <a:pt x="1179942" y="195874"/>
                </a:lnTo>
                <a:lnTo>
                  <a:pt x="1179942" y="219092"/>
                </a:lnTo>
                <a:lnTo>
                  <a:pt x="1195369" y="219092"/>
                </a:lnTo>
                <a:lnTo>
                  <a:pt x="1206939" y="232172"/>
                </a:lnTo>
                <a:lnTo>
                  <a:pt x="1206939" y="255062"/>
                </a:lnTo>
                <a:lnTo>
                  <a:pt x="1222365" y="255062"/>
                </a:lnTo>
                <a:lnTo>
                  <a:pt x="1222365" y="264872"/>
                </a:lnTo>
                <a:lnTo>
                  <a:pt x="1233935" y="264872"/>
                </a:lnTo>
                <a:lnTo>
                  <a:pt x="1233935" y="294302"/>
                </a:lnTo>
                <a:lnTo>
                  <a:pt x="1264788" y="317029"/>
                </a:lnTo>
                <a:lnTo>
                  <a:pt x="1264788" y="330109"/>
                </a:lnTo>
                <a:lnTo>
                  <a:pt x="1280215" y="339919"/>
                </a:lnTo>
                <a:lnTo>
                  <a:pt x="1295642" y="339919"/>
                </a:lnTo>
                <a:lnTo>
                  <a:pt x="1295642" y="362809"/>
                </a:lnTo>
                <a:lnTo>
                  <a:pt x="1307212" y="392240"/>
                </a:lnTo>
                <a:lnTo>
                  <a:pt x="1322638" y="392240"/>
                </a:lnTo>
                <a:lnTo>
                  <a:pt x="1322638" y="415130"/>
                </a:lnTo>
                <a:lnTo>
                  <a:pt x="1338065" y="437857"/>
                </a:lnTo>
                <a:lnTo>
                  <a:pt x="1349635" y="437857"/>
                </a:lnTo>
                <a:lnTo>
                  <a:pt x="1349635" y="460747"/>
                </a:lnTo>
                <a:lnTo>
                  <a:pt x="1365061" y="490177"/>
                </a:lnTo>
                <a:lnTo>
                  <a:pt x="1376438" y="490177"/>
                </a:lnTo>
                <a:lnTo>
                  <a:pt x="1376438" y="499987"/>
                </a:lnTo>
                <a:lnTo>
                  <a:pt x="1411148" y="513067"/>
                </a:lnTo>
                <a:lnTo>
                  <a:pt x="1411148" y="522878"/>
                </a:lnTo>
                <a:lnTo>
                  <a:pt x="1438145" y="535958"/>
                </a:lnTo>
                <a:lnTo>
                  <a:pt x="1438145" y="558684"/>
                </a:lnTo>
                <a:lnTo>
                  <a:pt x="1454150" y="558684"/>
                </a:lnTo>
                <a:lnTo>
                  <a:pt x="1511807" y="611332"/>
                </a:lnTo>
                <a:lnTo>
                  <a:pt x="1527233" y="611332"/>
                </a:lnTo>
                <a:lnTo>
                  <a:pt x="1554230" y="634222"/>
                </a:lnTo>
                <a:lnTo>
                  <a:pt x="1596653" y="647319"/>
                </a:lnTo>
                <a:lnTo>
                  <a:pt x="1608223" y="647319"/>
                </a:lnTo>
                <a:lnTo>
                  <a:pt x="1627506" y="657112"/>
                </a:lnTo>
                <a:lnTo>
                  <a:pt x="1785436" y="657112"/>
                </a:lnTo>
                <a:lnTo>
                  <a:pt x="1758440" y="657112"/>
                </a:lnTo>
                <a:lnTo>
                  <a:pt x="1812433" y="689780"/>
                </a:lnTo>
              </a:path>
            </a:pathLst>
          </a:custGeom>
          <a:ln w="334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4682190" y="5164634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5237432" y="4811562"/>
            <a:ext cx="0" cy="353065"/>
          </a:xfrm>
          <a:custGeom>
            <a:avLst/>
            <a:gdLst/>
            <a:ahLst/>
            <a:cxnLst/>
            <a:rect l="l" t="t" r="r" b="b"/>
            <a:pathLst>
              <a:path w="0" h="353065">
                <a:moveTo>
                  <a:pt x="0" y="0"/>
                </a:moveTo>
                <a:lnTo>
                  <a:pt x="0" y="353065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5237452" y="4811569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5790864" y="4458497"/>
            <a:ext cx="0" cy="353065"/>
          </a:xfrm>
          <a:custGeom>
            <a:avLst/>
            <a:gdLst/>
            <a:ahLst/>
            <a:cxnLst/>
            <a:rect l="l" t="t" r="r" b="b"/>
            <a:pathLst>
              <a:path w="0" h="353065">
                <a:moveTo>
                  <a:pt x="0" y="0"/>
                </a:moveTo>
                <a:lnTo>
                  <a:pt x="0" y="353065"/>
                </a:lnTo>
              </a:path>
            </a:pathLst>
          </a:custGeom>
          <a:ln w="35945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5792809" y="4460120"/>
            <a:ext cx="551443" cy="0"/>
          </a:xfrm>
          <a:custGeom>
            <a:avLst/>
            <a:gdLst/>
            <a:ahLst/>
            <a:cxnLst/>
            <a:rect l="l" t="t" r="r" b="b"/>
            <a:pathLst>
              <a:path w="551443" h="0">
                <a:moveTo>
                  <a:pt x="0" y="0"/>
                </a:moveTo>
                <a:lnTo>
                  <a:pt x="551443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344291" y="4226243"/>
            <a:ext cx="0" cy="232253"/>
          </a:xfrm>
          <a:custGeom>
            <a:avLst/>
            <a:gdLst/>
            <a:ahLst/>
            <a:cxnLst/>
            <a:rect l="l" t="t" r="r" b="b"/>
            <a:pathLst>
              <a:path w="0" h="232253">
                <a:moveTo>
                  <a:pt x="0" y="0"/>
                </a:moveTo>
                <a:lnTo>
                  <a:pt x="0" y="232253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6344311" y="4224596"/>
            <a:ext cx="277408" cy="0"/>
          </a:xfrm>
          <a:custGeom>
            <a:avLst/>
            <a:gdLst/>
            <a:ahLst/>
            <a:cxnLst/>
            <a:rect l="l" t="t" r="r" b="b"/>
            <a:pathLst>
              <a:path w="277408" h="0">
                <a:moveTo>
                  <a:pt x="0" y="0"/>
                </a:moveTo>
                <a:lnTo>
                  <a:pt x="277408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6619654" y="3991095"/>
            <a:ext cx="0" cy="235115"/>
          </a:xfrm>
          <a:custGeom>
            <a:avLst/>
            <a:gdLst/>
            <a:ahLst/>
            <a:cxnLst/>
            <a:rect l="l" t="t" r="r" b="b"/>
            <a:pathLst>
              <a:path w="0" h="235115">
                <a:moveTo>
                  <a:pt x="0" y="0"/>
                </a:moveTo>
                <a:lnTo>
                  <a:pt x="0" y="235115"/>
                </a:lnTo>
              </a:path>
            </a:pathLst>
          </a:custGeom>
          <a:ln w="4365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6621604" y="3991118"/>
            <a:ext cx="416595" cy="0"/>
          </a:xfrm>
          <a:custGeom>
            <a:avLst/>
            <a:gdLst/>
            <a:ahLst/>
            <a:cxnLst/>
            <a:rect l="l" t="t" r="r" b="b"/>
            <a:pathLst>
              <a:path w="416595" h="0">
                <a:moveTo>
                  <a:pt x="0" y="0"/>
                </a:moveTo>
                <a:lnTo>
                  <a:pt x="416595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7034439" y="3755571"/>
            <a:ext cx="0" cy="235524"/>
          </a:xfrm>
          <a:custGeom>
            <a:avLst/>
            <a:gdLst/>
            <a:ahLst/>
            <a:cxnLst/>
            <a:rect l="l" t="t" r="r" b="b"/>
            <a:pathLst>
              <a:path w="0" h="235524">
                <a:moveTo>
                  <a:pt x="0" y="0"/>
                </a:moveTo>
                <a:lnTo>
                  <a:pt x="0" y="235524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7038315" y="3755676"/>
            <a:ext cx="412738" cy="0"/>
          </a:xfrm>
          <a:custGeom>
            <a:avLst/>
            <a:gdLst/>
            <a:ahLst/>
            <a:cxnLst/>
            <a:rect l="l" t="t" r="r" b="b"/>
            <a:pathLst>
              <a:path w="412738" h="0">
                <a:moveTo>
                  <a:pt x="0" y="0"/>
                </a:moveTo>
                <a:lnTo>
                  <a:pt x="412738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7452888" y="3638098"/>
            <a:ext cx="0" cy="117554"/>
          </a:xfrm>
          <a:custGeom>
            <a:avLst/>
            <a:gdLst/>
            <a:ahLst/>
            <a:cxnLst/>
            <a:rect l="l" t="t" r="r" b="b"/>
            <a:pathLst>
              <a:path w="0" h="117554">
                <a:moveTo>
                  <a:pt x="0" y="0"/>
                </a:moveTo>
                <a:lnTo>
                  <a:pt x="0" y="117554"/>
                </a:lnTo>
              </a:path>
            </a:pathLst>
          </a:custGeom>
          <a:ln w="35945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7450977" y="3638118"/>
            <a:ext cx="551443" cy="0"/>
          </a:xfrm>
          <a:custGeom>
            <a:avLst/>
            <a:gdLst/>
            <a:ahLst/>
            <a:cxnLst/>
            <a:rect l="l" t="t" r="r" b="b"/>
            <a:pathLst>
              <a:path w="551443" h="0">
                <a:moveTo>
                  <a:pt x="0" y="0"/>
                </a:moveTo>
                <a:lnTo>
                  <a:pt x="551443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8004385" y="3638098"/>
            <a:ext cx="0" cy="117554"/>
          </a:xfrm>
          <a:custGeom>
            <a:avLst/>
            <a:gdLst/>
            <a:ahLst/>
            <a:cxnLst/>
            <a:rect l="l" t="t" r="r" b="b"/>
            <a:pathLst>
              <a:path w="0" h="117554">
                <a:moveTo>
                  <a:pt x="0" y="0"/>
                </a:moveTo>
                <a:lnTo>
                  <a:pt x="0" y="117554"/>
                </a:lnTo>
              </a:path>
            </a:pathLst>
          </a:custGeom>
          <a:ln w="4365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8002478" y="3755676"/>
            <a:ext cx="412256" cy="0"/>
          </a:xfrm>
          <a:custGeom>
            <a:avLst/>
            <a:gdLst/>
            <a:ahLst/>
            <a:cxnLst/>
            <a:rect l="l" t="t" r="r" b="b"/>
            <a:pathLst>
              <a:path w="412256" h="0">
                <a:moveTo>
                  <a:pt x="0" y="0"/>
                </a:moveTo>
                <a:lnTo>
                  <a:pt x="412256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8418591" y="3755587"/>
            <a:ext cx="0" cy="470622"/>
          </a:xfrm>
          <a:custGeom>
            <a:avLst/>
            <a:gdLst/>
            <a:ahLst/>
            <a:cxnLst/>
            <a:rect l="l" t="t" r="r" b="b"/>
            <a:pathLst>
              <a:path w="0" h="470622">
                <a:moveTo>
                  <a:pt x="0" y="0"/>
                </a:moveTo>
                <a:lnTo>
                  <a:pt x="0" y="470622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8414561" y="4224596"/>
            <a:ext cx="416595" cy="0"/>
          </a:xfrm>
          <a:custGeom>
            <a:avLst/>
            <a:gdLst/>
            <a:ahLst/>
            <a:cxnLst/>
            <a:rect l="l" t="t" r="r" b="b"/>
            <a:pathLst>
              <a:path w="416595" h="0">
                <a:moveTo>
                  <a:pt x="0" y="0"/>
                </a:moveTo>
                <a:lnTo>
                  <a:pt x="416595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8811989" y="4226210"/>
            <a:ext cx="42423" cy="232286"/>
          </a:xfrm>
          <a:custGeom>
            <a:avLst/>
            <a:gdLst/>
            <a:ahLst/>
            <a:cxnLst/>
            <a:rect l="l" t="t" r="r" b="b"/>
            <a:pathLst>
              <a:path w="42423" h="232286">
                <a:moveTo>
                  <a:pt x="38566" y="0"/>
                </a:moveTo>
                <a:lnTo>
                  <a:pt x="0" y="0"/>
                </a:lnTo>
                <a:lnTo>
                  <a:pt x="0" y="232286"/>
                </a:lnTo>
                <a:lnTo>
                  <a:pt x="42423" y="232286"/>
                </a:lnTo>
                <a:lnTo>
                  <a:pt x="38566" y="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8831272" y="4460120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4682190" y="4342440"/>
            <a:ext cx="1522837" cy="0"/>
          </a:xfrm>
          <a:custGeom>
            <a:avLst/>
            <a:gdLst/>
            <a:ahLst/>
            <a:cxnLst/>
            <a:rect l="l" t="t" r="r" b="b"/>
            <a:pathLst>
              <a:path w="1522837" h="0">
                <a:moveTo>
                  <a:pt x="0" y="0"/>
                </a:moveTo>
                <a:lnTo>
                  <a:pt x="1522837" y="0"/>
                </a:lnTo>
              </a:path>
            </a:pathLst>
          </a:custGeom>
          <a:ln w="3106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6181946" y="3520047"/>
            <a:ext cx="42808" cy="824211"/>
          </a:xfrm>
          <a:custGeom>
            <a:avLst/>
            <a:gdLst/>
            <a:ahLst/>
            <a:cxnLst/>
            <a:rect l="l" t="t" r="r" b="b"/>
            <a:pathLst>
              <a:path w="42808" h="824211">
                <a:moveTo>
                  <a:pt x="0" y="824211"/>
                </a:moveTo>
                <a:lnTo>
                  <a:pt x="42808" y="824211"/>
                </a:lnTo>
                <a:lnTo>
                  <a:pt x="42808" y="0"/>
                </a:lnTo>
                <a:lnTo>
                  <a:pt x="7713" y="0"/>
                </a:lnTo>
                <a:lnTo>
                  <a:pt x="0" y="824211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6205086" y="3521707"/>
            <a:ext cx="3181544" cy="0"/>
          </a:xfrm>
          <a:custGeom>
            <a:avLst/>
            <a:gdLst/>
            <a:ahLst/>
            <a:cxnLst/>
            <a:rect l="l" t="t" r="r" b="b"/>
            <a:pathLst>
              <a:path w="3181544" h="0">
                <a:moveTo>
                  <a:pt x="0" y="0"/>
                </a:moveTo>
                <a:lnTo>
                  <a:pt x="3181544" y="0"/>
                </a:lnTo>
              </a:path>
            </a:pathLst>
          </a:custGeom>
          <a:ln w="3718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9247791" y="4536863"/>
            <a:ext cx="3856" cy="392256"/>
          </a:xfrm>
          <a:custGeom>
            <a:avLst/>
            <a:gdLst/>
            <a:ahLst/>
            <a:cxnLst/>
            <a:rect l="l" t="t" r="r" b="b"/>
            <a:pathLst>
              <a:path w="3856" h="392256">
                <a:moveTo>
                  <a:pt x="0" y="0"/>
                </a:moveTo>
                <a:lnTo>
                  <a:pt x="3856" y="392256"/>
                </a:lnTo>
              </a:path>
            </a:pathLst>
          </a:custGeom>
          <a:ln w="1541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9201511" y="4458497"/>
            <a:ext cx="96416" cy="84890"/>
          </a:xfrm>
          <a:custGeom>
            <a:avLst/>
            <a:gdLst/>
            <a:ahLst/>
            <a:cxnLst/>
            <a:rect l="l" t="t" r="r" b="b"/>
            <a:pathLst>
              <a:path w="96416" h="84890">
                <a:moveTo>
                  <a:pt x="96416" y="84890"/>
                </a:moveTo>
                <a:lnTo>
                  <a:pt x="46279" y="0"/>
                </a:lnTo>
                <a:lnTo>
                  <a:pt x="0" y="84890"/>
                </a:lnTo>
                <a:lnTo>
                  <a:pt x="96416" y="8489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6066246" y="4772371"/>
            <a:ext cx="0" cy="274306"/>
          </a:xfrm>
          <a:custGeom>
            <a:avLst/>
            <a:gdLst/>
            <a:ahLst/>
            <a:cxnLst/>
            <a:rect l="l" t="t" r="r" b="b"/>
            <a:pathLst>
              <a:path w="0" h="274306">
                <a:moveTo>
                  <a:pt x="0" y="0"/>
                </a:moveTo>
                <a:lnTo>
                  <a:pt x="0" y="274306"/>
                </a:lnTo>
              </a:path>
            </a:pathLst>
          </a:custGeom>
          <a:ln w="1541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6016302" y="4693596"/>
            <a:ext cx="103936" cy="82045"/>
          </a:xfrm>
          <a:custGeom>
            <a:avLst/>
            <a:gdLst/>
            <a:ahLst/>
            <a:cxnLst/>
            <a:rect l="l" t="t" r="r" b="b"/>
            <a:pathLst>
              <a:path w="103936" h="82045">
                <a:moveTo>
                  <a:pt x="103936" y="82045"/>
                </a:moveTo>
                <a:lnTo>
                  <a:pt x="49943" y="0"/>
                </a:lnTo>
                <a:lnTo>
                  <a:pt x="0" y="82045"/>
                </a:lnTo>
                <a:lnTo>
                  <a:pt x="103936" y="82045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6205086" y="3167047"/>
            <a:ext cx="235448" cy="405320"/>
          </a:xfrm>
          <a:custGeom>
            <a:avLst/>
            <a:gdLst/>
            <a:ahLst/>
            <a:cxnLst/>
            <a:rect l="l" t="t" r="r" b="b"/>
            <a:pathLst>
              <a:path w="235448" h="405320">
                <a:moveTo>
                  <a:pt x="235448" y="405320"/>
                </a:moveTo>
                <a:lnTo>
                  <a:pt x="0" y="0"/>
                </a:lnTo>
              </a:path>
            </a:pathLst>
          </a:custGeom>
          <a:ln w="1481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6394254" y="3546207"/>
            <a:ext cx="88702" cy="95157"/>
          </a:xfrm>
          <a:custGeom>
            <a:avLst/>
            <a:gdLst/>
            <a:ahLst/>
            <a:cxnLst/>
            <a:rect l="l" t="t" r="r" b="b"/>
            <a:pathLst>
              <a:path w="88702" h="95157">
                <a:moveTo>
                  <a:pt x="0" y="35970"/>
                </a:moveTo>
                <a:lnTo>
                  <a:pt x="88702" y="95157"/>
                </a:lnTo>
                <a:lnTo>
                  <a:pt x="88702" y="0"/>
                </a:lnTo>
                <a:lnTo>
                  <a:pt x="0" y="3597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6205086" y="3167047"/>
            <a:ext cx="2676323" cy="568985"/>
          </a:xfrm>
          <a:custGeom>
            <a:avLst/>
            <a:gdLst/>
            <a:ahLst/>
            <a:cxnLst/>
            <a:rect l="l" t="t" r="r" b="b"/>
            <a:pathLst>
              <a:path w="2676323" h="568985">
                <a:moveTo>
                  <a:pt x="0" y="0"/>
                </a:moveTo>
                <a:lnTo>
                  <a:pt x="2676323" y="568985"/>
                </a:lnTo>
              </a:path>
            </a:pathLst>
          </a:custGeom>
          <a:ln w="13168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8862126" y="3696792"/>
            <a:ext cx="111650" cy="78480"/>
          </a:xfrm>
          <a:custGeom>
            <a:avLst/>
            <a:gdLst/>
            <a:ahLst/>
            <a:cxnLst/>
            <a:rect l="l" t="t" r="r" b="b"/>
            <a:pathLst>
              <a:path w="111650" h="78480">
                <a:moveTo>
                  <a:pt x="0" y="78480"/>
                </a:moveTo>
                <a:lnTo>
                  <a:pt x="111650" y="62130"/>
                </a:lnTo>
                <a:lnTo>
                  <a:pt x="23139" y="0"/>
                </a:lnTo>
                <a:lnTo>
                  <a:pt x="0" y="7848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4961528" y="3992730"/>
            <a:ext cx="2078523" cy="1408647"/>
          </a:xfrm>
          <a:custGeom>
            <a:avLst/>
            <a:gdLst/>
            <a:ahLst/>
            <a:cxnLst/>
            <a:rect l="l" t="t" r="r" b="b"/>
            <a:pathLst>
              <a:path w="2078523" h="1408647">
                <a:moveTo>
                  <a:pt x="0" y="1408647"/>
                </a:moveTo>
                <a:lnTo>
                  <a:pt x="2078523" y="0"/>
                </a:lnTo>
              </a:path>
            </a:pathLst>
          </a:custGeom>
          <a:ln w="345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7040051" y="3757288"/>
            <a:ext cx="1812433" cy="689780"/>
          </a:xfrm>
          <a:custGeom>
            <a:avLst/>
            <a:gdLst/>
            <a:ahLst/>
            <a:cxnLst/>
            <a:rect l="l" t="t" r="r" b="b"/>
            <a:pathLst>
              <a:path w="1812433" h="689780">
                <a:moveTo>
                  <a:pt x="11569" y="219092"/>
                </a:moveTo>
                <a:lnTo>
                  <a:pt x="0" y="206011"/>
                </a:lnTo>
                <a:lnTo>
                  <a:pt x="0" y="195874"/>
                </a:lnTo>
                <a:lnTo>
                  <a:pt x="26996" y="195874"/>
                </a:lnTo>
                <a:lnTo>
                  <a:pt x="26996" y="182794"/>
                </a:lnTo>
                <a:lnTo>
                  <a:pt x="38566" y="166444"/>
                </a:lnTo>
                <a:lnTo>
                  <a:pt x="53993" y="166444"/>
                </a:lnTo>
                <a:lnTo>
                  <a:pt x="69419" y="156634"/>
                </a:lnTo>
                <a:lnTo>
                  <a:pt x="80989" y="156634"/>
                </a:lnTo>
                <a:lnTo>
                  <a:pt x="80989" y="143554"/>
                </a:lnTo>
                <a:lnTo>
                  <a:pt x="115699" y="143554"/>
                </a:lnTo>
                <a:lnTo>
                  <a:pt x="115699" y="133907"/>
                </a:lnTo>
                <a:lnTo>
                  <a:pt x="142696" y="133907"/>
                </a:lnTo>
                <a:lnTo>
                  <a:pt x="142696" y="120827"/>
                </a:lnTo>
                <a:lnTo>
                  <a:pt x="154266" y="120827"/>
                </a:lnTo>
                <a:lnTo>
                  <a:pt x="169692" y="107747"/>
                </a:lnTo>
                <a:lnTo>
                  <a:pt x="227349" y="84857"/>
                </a:lnTo>
                <a:lnTo>
                  <a:pt x="227349" y="68507"/>
                </a:lnTo>
                <a:lnTo>
                  <a:pt x="258202" y="68507"/>
                </a:lnTo>
                <a:lnTo>
                  <a:pt x="269772" y="58697"/>
                </a:lnTo>
                <a:lnTo>
                  <a:pt x="285199" y="58697"/>
                </a:lnTo>
                <a:lnTo>
                  <a:pt x="312195" y="45616"/>
                </a:lnTo>
                <a:lnTo>
                  <a:pt x="358861" y="45616"/>
                </a:lnTo>
                <a:lnTo>
                  <a:pt x="358861" y="35806"/>
                </a:lnTo>
                <a:lnTo>
                  <a:pt x="401284" y="35806"/>
                </a:lnTo>
                <a:lnTo>
                  <a:pt x="401284" y="22890"/>
                </a:lnTo>
                <a:lnTo>
                  <a:pt x="474560" y="22890"/>
                </a:lnTo>
                <a:lnTo>
                  <a:pt x="486130" y="13080"/>
                </a:lnTo>
                <a:lnTo>
                  <a:pt x="528361" y="13080"/>
                </a:lnTo>
                <a:lnTo>
                  <a:pt x="543787" y="0"/>
                </a:lnTo>
                <a:lnTo>
                  <a:pt x="975925" y="0"/>
                </a:lnTo>
                <a:lnTo>
                  <a:pt x="975925" y="13080"/>
                </a:lnTo>
                <a:lnTo>
                  <a:pt x="991159" y="13080"/>
                </a:lnTo>
                <a:lnTo>
                  <a:pt x="1064435" y="68507"/>
                </a:lnTo>
                <a:lnTo>
                  <a:pt x="1064435" y="97937"/>
                </a:lnTo>
                <a:lnTo>
                  <a:pt x="1091432" y="97937"/>
                </a:lnTo>
                <a:lnTo>
                  <a:pt x="1091432" y="107747"/>
                </a:lnTo>
                <a:lnTo>
                  <a:pt x="1106858" y="120827"/>
                </a:lnTo>
                <a:lnTo>
                  <a:pt x="1118428" y="120827"/>
                </a:lnTo>
                <a:lnTo>
                  <a:pt x="1118428" y="156634"/>
                </a:lnTo>
                <a:lnTo>
                  <a:pt x="1149282" y="166444"/>
                </a:lnTo>
                <a:lnTo>
                  <a:pt x="1149282" y="182794"/>
                </a:lnTo>
                <a:lnTo>
                  <a:pt x="1164708" y="195874"/>
                </a:lnTo>
                <a:lnTo>
                  <a:pt x="1179942" y="195874"/>
                </a:lnTo>
                <a:lnTo>
                  <a:pt x="1179942" y="219092"/>
                </a:lnTo>
                <a:lnTo>
                  <a:pt x="1195369" y="219092"/>
                </a:lnTo>
                <a:lnTo>
                  <a:pt x="1206939" y="232172"/>
                </a:lnTo>
                <a:lnTo>
                  <a:pt x="1206939" y="255062"/>
                </a:lnTo>
                <a:lnTo>
                  <a:pt x="1222365" y="255062"/>
                </a:lnTo>
                <a:lnTo>
                  <a:pt x="1222365" y="264872"/>
                </a:lnTo>
                <a:lnTo>
                  <a:pt x="1233935" y="264872"/>
                </a:lnTo>
                <a:lnTo>
                  <a:pt x="1233935" y="294302"/>
                </a:lnTo>
                <a:lnTo>
                  <a:pt x="1264788" y="317029"/>
                </a:lnTo>
                <a:lnTo>
                  <a:pt x="1264788" y="330109"/>
                </a:lnTo>
                <a:lnTo>
                  <a:pt x="1280215" y="339919"/>
                </a:lnTo>
                <a:lnTo>
                  <a:pt x="1295642" y="339919"/>
                </a:lnTo>
                <a:lnTo>
                  <a:pt x="1295642" y="362809"/>
                </a:lnTo>
                <a:lnTo>
                  <a:pt x="1307212" y="392240"/>
                </a:lnTo>
                <a:lnTo>
                  <a:pt x="1322638" y="392240"/>
                </a:lnTo>
                <a:lnTo>
                  <a:pt x="1322638" y="415130"/>
                </a:lnTo>
                <a:lnTo>
                  <a:pt x="1338065" y="437857"/>
                </a:lnTo>
                <a:lnTo>
                  <a:pt x="1349635" y="437857"/>
                </a:lnTo>
                <a:lnTo>
                  <a:pt x="1349635" y="460747"/>
                </a:lnTo>
                <a:lnTo>
                  <a:pt x="1365061" y="490177"/>
                </a:lnTo>
                <a:lnTo>
                  <a:pt x="1376438" y="490177"/>
                </a:lnTo>
                <a:lnTo>
                  <a:pt x="1376438" y="499987"/>
                </a:lnTo>
                <a:lnTo>
                  <a:pt x="1411148" y="513067"/>
                </a:lnTo>
                <a:lnTo>
                  <a:pt x="1411148" y="522878"/>
                </a:lnTo>
                <a:lnTo>
                  <a:pt x="1438145" y="535958"/>
                </a:lnTo>
                <a:lnTo>
                  <a:pt x="1438145" y="558684"/>
                </a:lnTo>
                <a:lnTo>
                  <a:pt x="1454150" y="558684"/>
                </a:lnTo>
                <a:lnTo>
                  <a:pt x="1511807" y="611332"/>
                </a:lnTo>
                <a:lnTo>
                  <a:pt x="1527233" y="611332"/>
                </a:lnTo>
                <a:lnTo>
                  <a:pt x="1554230" y="634222"/>
                </a:lnTo>
                <a:lnTo>
                  <a:pt x="1596653" y="647319"/>
                </a:lnTo>
                <a:lnTo>
                  <a:pt x="1608223" y="647319"/>
                </a:lnTo>
                <a:lnTo>
                  <a:pt x="1627506" y="657112"/>
                </a:lnTo>
                <a:lnTo>
                  <a:pt x="1785436" y="657112"/>
                </a:lnTo>
                <a:lnTo>
                  <a:pt x="1758440" y="657112"/>
                </a:lnTo>
                <a:lnTo>
                  <a:pt x="1812433" y="689780"/>
                </a:lnTo>
              </a:path>
            </a:pathLst>
          </a:custGeom>
          <a:ln w="334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4682190" y="5164634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5237432" y="4811562"/>
            <a:ext cx="0" cy="353065"/>
          </a:xfrm>
          <a:custGeom>
            <a:avLst/>
            <a:gdLst/>
            <a:ahLst/>
            <a:cxnLst/>
            <a:rect l="l" t="t" r="r" b="b"/>
            <a:pathLst>
              <a:path w="0" h="353065">
                <a:moveTo>
                  <a:pt x="0" y="0"/>
                </a:moveTo>
                <a:lnTo>
                  <a:pt x="0" y="353065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5237452" y="4811569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5790864" y="4458497"/>
            <a:ext cx="0" cy="353065"/>
          </a:xfrm>
          <a:custGeom>
            <a:avLst/>
            <a:gdLst/>
            <a:ahLst/>
            <a:cxnLst/>
            <a:rect l="l" t="t" r="r" b="b"/>
            <a:pathLst>
              <a:path w="0" h="353065">
                <a:moveTo>
                  <a:pt x="0" y="0"/>
                </a:moveTo>
                <a:lnTo>
                  <a:pt x="0" y="353065"/>
                </a:lnTo>
              </a:path>
            </a:pathLst>
          </a:custGeom>
          <a:ln w="35945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5792809" y="4460120"/>
            <a:ext cx="551443" cy="0"/>
          </a:xfrm>
          <a:custGeom>
            <a:avLst/>
            <a:gdLst/>
            <a:ahLst/>
            <a:cxnLst/>
            <a:rect l="l" t="t" r="r" b="b"/>
            <a:pathLst>
              <a:path w="551443" h="0">
                <a:moveTo>
                  <a:pt x="0" y="0"/>
                </a:moveTo>
                <a:lnTo>
                  <a:pt x="551443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6344291" y="4226243"/>
            <a:ext cx="0" cy="232253"/>
          </a:xfrm>
          <a:custGeom>
            <a:avLst/>
            <a:gdLst/>
            <a:ahLst/>
            <a:cxnLst/>
            <a:rect l="l" t="t" r="r" b="b"/>
            <a:pathLst>
              <a:path w="0" h="232253">
                <a:moveTo>
                  <a:pt x="0" y="0"/>
                </a:moveTo>
                <a:lnTo>
                  <a:pt x="0" y="232253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6344311" y="4224596"/>
            <a:ext cx="277408" cy="0"/>
          </a:xfrm>
          <a:custGeom>
            <a:avLst/>
            <a:gdLst/>
            <a:ahLst/>
            <a:cxnLst/>
            <a:rect l="l" t="t" r="r" b="b"/>
            <a:pathLst>
              <a:path w="277408" h="0">
                <a:moveTo>
                  <a:pt x="0" y="0"/>
                </a:moveTo>
                <a:lnTo>
                  <a:pt x="277408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6619654" y="3991095"/>
            <a:ext cx="0" cy="235115"/>
          </a:xfrm>
          <a:custGeom>
            <a:avLst/>
            <a:gdLst/>
            <a:ahLst/>
            <a:cxnLst/>
            <a:rect l="l" t="t" r="r" b="b"/>
            <a:pathLst>
              <a:path w="0" h="235115">
                <a:moveTo>
                  <a:pt x="0" y="0"/>
                </a:moveTo>
                <a:lnTo>
                  <a:pt x="0" y="235115"/>
                </a:lnTo>
              </a:path>
            </a:pathLst>
          </a:custGeom>
          <a:ln w="4365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6621604" y="3991118"/>
            <a:ext cx="416595" cy="0"/>
          </a:xfrm>
          <a:custGeom>
            <a:avLst/>
            <a:gdLst/>
            <a:ahLst/>
            <a:cxnLst/>
            <a:rect l="l" t="t" r="r" b="b"/>
            <a:pathLst>
              <a:path w="416595" h="0">
                <a:moveTo>
                  <a:pt x="0" y="0"/>
                </a:moveTo>
                <a:lnTo>
                  <a:pt x="416595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7034439" y="3755571"/>
            <a:ext cx="0" cy="235524"/>
          </a:xfrm>
          <a:custGeom>
            <a:avLst/>
            <a:gdLst/>
            <a:ahLst/>
            <a:cxnLst/>
            <a:rect l="l" t="t" r="r" b="b"/>
            <a:pathLst>
              <a:path w="0" h="235524">
                <a:moveTo>
                  <a:pt x="0" y="0"/>
                </a:moveTo>
                <a:lnTo>
                  <a:pt x="0" y="235524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7038315" y="3755676"/>
            <a:ext cx="412738" cy="0"/>
          </a:xfrm>
          <a:custGeom>
            <a:avLst/>
            <a:gdLst/>
            <a:ahLst/>
            <a:cxnLst/>
            <a:rect l="l" t="t" r="r" b="b"/>
            <a:pathLst>
              <a:path w="412738" h="0">
                <a:moveTo>
                  <a:pt x="0" y="0"/>
                </a:moveTo>
                <a:lnTo>
                  <a:pt x="412738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7452888" y="3638098"/>
            <a:ext cx="0" cy="117554"/>
          </a:xfrm>
          <a:custGeom>
            <a:avLst/>
            <a:gdLst/>
            <a:ahLst/>
            <a:cxnLst/>
            <a:rect l="l" t="t" r="r" b="b"/>
            <a:pathLst>
              <a:path w="0" h="117554">
                <a:moveTo>
                  <a:pt x="0" y="0"/>
                </a:moveTo>
                <a:lnTo>
                  <a:pt x="0" y="117554"/>
                </a:lnTo>
              </a:path>
            </a:pathLst>
          </a:custGeom>
          <a:ln w="35945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7450977" y="3638118"/>
            <a:ext cx="551443" cy="0"/>
          </a:xfrm>
          <a:custGeom>
            <a:avLst/>
            <a:gdLst/>
            <a:ahLst/>
            <a:cxnLst/>
            <a:rect l="l" t="t" r="r" b="b"/>
            <a:pathLst>
              <a:path w="551443" h="0">
                <a:moveTo>
                  <a:pt x="0" y="0"/>
                </a:moveTo>
                <a:lnTo>
                  <a:pt x="551443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8004385" y="3638098"/>
            <a:ext cx="0" cy="117554"/>
          </a:xfrm>
          <a:custGeom>
            <a:avLst/>
            <a:gdLst/>
            <a:ahLst/>
            <a:cxnLst/>
            <a:rect l="l" t="t" r="r" b="b"/>
            <a:pathLst>
              <a:path w="0" h="117554">
                <a:moveTo>
                  <a:pt x="0" y="0"/>
                </a:moveTo>
                <a:lnTo>
                  <a:pt x="0" y="117554"/>
                </a:lnTo>
              </a:path>
            </a:pathLst>
          </a:custGeom>
          <a:ln w="4365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8002478" y="3755676"/>
            <a:ext cx="412256" cy="0"/>
          </a:xfrm>
          <a:custGeom>
            <a:avLst/>
            <a:gdLst/>
            <a:ahLst/>
            <a:cxnLst/>
            <a:rect l="l" t="t" r="r" b="b"/>
            <a:pathLst>
              <a:path w="412256" h="0">
                <a:moveTo>
                  <a:pt x="0" y="0"/>
                </a:moveTo>
                <a:lnTo>
                  <a:pt x="412256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8418591" y="3755587"/>
            <a:ext cx="0" cy="470622"/>
          </a:xfrm>
          <a:custGeom>
            <a:avLst/>
            <a:gdLst/>
            <a:ahLst/>
            <a:cxnLst/>
            <a:rect l="l" t="t" r="r" b="b"/>
            <a:pathLst>
              <a:path w="0" h="470622">
                <a:moveTo>
                  <a:pt x="0" y="0"/>
                </a:moveTo>
                <a:lnTo>
                  <a:pt x="0" y="470622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8414561" y="4224596"/>
            <a:ext cx="416595" cy="0"/>
          </a:xfrm>
          <a:custGeom>
            <a:avLst/>
            <a:gdLst/>
            <a:ahLst/>
            <a:cxnLst/>
            <a:rect l="l" t="t" r="r" b="b"/>
            <a:pathLst>
              <a:path w="416595" h="0">
                <a:moveTo>
                  <a:pt x="0" y="0"/>
                </a:moveTo>
                <a:lnTo>
                  <a:pt x="416595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8811989" y="4226210"/>
            <a:ext cx="42423" cy="232286"/>
          </a:xfrm>
          <a:custGeom>
            <a:avLst/>
            <a:gdLst/>
            <a:ahLst/>
            <a:cxnLst/>
            <a:rect l="l" t="t" r="r" b="b"/>
            <a:pathLst>
              <a:path w="42423" h="232286">
                <a:moveTo>
                  <a:pt x="38566" y="0"/>
                </a:moveTo>
                <a:lnTo>
                  <a:pt x="0" y="0"/>
                </a:lnTo>
                <a:lnTo>
                  <a:pt x="0" y="232286"/>
                </a:lnTo>
                <a:lnTo>
                  <a:pt x="42423" y="232286"/>
                </a:lnTo>
                <a:lnTo>
                  <a:pt x="38566" y="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8831272" y="4460120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4682190" y="5164634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5237432" y="4811562"/>
            <a:ext cx="0" cy="353065"/>
          </a:xfrm>
          <a:custGeom>
            <a:avLst/>
            <a:gdLst/>
            <a:ahLst/>
            <a:cxnLst/>
            <a:rect l="l" t="t" r="r" b="b"/>
            <a:pathLst>
              <a:path w="0" h="353065">
                <a:moveTo>
                  <a:pt x="0" y="0"/>
                </a:moveTo>
                <a:lnTo>
                  <a:pt x="0" y="353065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5237452" y="4811569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5790864" y="4458497"/>
            <a:ext cx="0" cy="353065"/>
          </a:xfrm>
          <a:custGeom>
            <a:avLst/>
            <a:gdLst/>
            <a:ahLst/>
            <a:cxnLst/>
            <a:rect l="l" t="t" r="r" b="b"/>
            <a:pathLst>
              <a:path w="0" h="353065">
                <a:moveTo>
                  <a:pt x="0" y="0"/>
                </a:moveTo>
                <a:lnTo>
                  <a:pt x="0" y="353065"/>
                </a:lnTo>
              </a:path>
            </a:pathLst>
          </a:custGeom>
          <a:ln w="35945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5792809" y="4460120"/>
            <a:ext cx="551443" cy="0"/>
          </a:xfrm>
          <a:custGeom>
            <a:avLst/>
            <a:gdLst/>
            <a:ahLst/>
            <a:cxnLst/>
            <a:rect l="l" t="t" r="r" b="b"/>
            <a:pathLst>
              <a:path w="551443" h="0">
                <a:moveTo>
                  <a:pt x="0" y="0"/>
                </a:moveTo>
                <a:lnTo>
                  <a:pt x="551443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6344291" y="4226243"/>
            <a:ext cx="0" cy="232253"/>
          </a:xfrm>
          <a:custGeom>
            <a:avLst/>
            <a:gdLst/>
            <a:ahLst/>
            <a:cxnLst/>
            <a:rect l="l" t="t" r="r" b="b"/>
            <a:pathLst>
              <a:path w="0" h="232253">
                <a:moveTo>
                  <a:pt x="0" y="0"/>
                </a:moveTo>
                <a:lnTo>
                  <a:pt x="0" y="232253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6344311" y="4224596"/>
            <a:ext cx="277408" cy="0"/>
          </a:xfrm>
          <a:custGeom>
            <a:avLst/>
            <a:gdLst/>
            <a:ahLst/>
            <a:cxnLst/>
            <a:rect l="l" t="t" r="r" b="b"/>
            <a:pathLst>
              <a:path w="277408" h="0">
                <a:moveTo>
                  <a:pt x="0" y="0"/>
                </a:moveTo>
                <a:lnTo>
                  <a:pt x="277408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6619654" y="3991095"/>
            <a:ext cx="0" cy="235115"/>
          </a:xfrm>
          <a:custGeom>
            <a:avLst/>
            <a:gdLst/>
            <a:ahLst/>
            <a:cxnLst/>
            <a:rect l="l" t="t" r="r" b="b"/>
            <a:pathLst>
              <a:path w="0" h="235115">
                <a:moveTo>
                  <a:pt x="0" y="0"/>
                </a:moveTo>
                <a:lnTo>
                  <a:pt x="0" y="235115"/>
                </a:lnTo>
              </a:path>
            </a:pathLst>
          </a:custGeom>
          <a:ln w="4365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6621604" y="3991118"/>
            <a:ext cx="416595" cy="0"/>
          </a:xfrm>
          <a:custGeom>
            <a:avLst/>
            <a:gdLst/>
            <a:ahLst/>
            <a:cxnLst/>
            <a:rect l="l" t="t" r="r" b="b"/>
            <a:pathLst>
              <a:path w="416595" h="0">
                <a:moveTo>
                  <a:pt x="0" y="0"/>
                </a:moveTo>
                <a:lnTo>
                  <a:pt x="416595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7034439" y="3755571"/>
            <a:ext cx="0" cy="235524"/>
          </a:xfrm>
          <a:custGeom>
            <a:avLst/>
            <a:gdLst/>
            <a:ahLst/>
            <a:cxnLst/>
            <a:rect l="l" t="t" r="r" b="b"/>
            <a:pathLst>
              <a:path w="0" h="235524">
                <a:moveTo>
                  <a:pt x="0" y="0"/>
                </a:moveTo>
                <a:lnTo>
                  <a:pt x="0" y="235524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7038315" y="3755676"/>
            <a:ext cx="412738" cy="0"/>
          </a:xfrm>
          <a:custGeom>
            <a:avLst/>
            <a:gdLst/>
            <a:ahLst/>
            <a:cxnLst/>
            <a:rect l="l" t="t" r="r" b="b"/>
            <a:pathLst>
              <a:path w="412738" h="0">
                <a:moveTo>
                  <a:pt x="0" y="0"/>
                </a:moveTo>
                <a:lnTo>
                  <a:pt x="412738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7452888" y="3638098"/>
            <a:ext cx="0" cy="117554"/>
          </a:xfrm>
          <a:custGeom>
            <a:avLst/>
            <a:gdLst/>
            <a:ahLst/>
            <a:cxnLst/>
            <a:rect l="l" t="t" r="r" b="b"/>
            <a:pathLst>
              <a:path w="0" h="117554">
                <a:moveTo>
                  <a:pt x="0" y="0"/>
                </a:moveTo>
                <a:lnTo>
                  <a:pt x="0" y="117554"/>
                </a:lnTo>
              </a:path>
            </a:pathLst>
          </a:custGeom>
          <a:ln w="35945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7450977" y="3638118"/>
            <a:ext cx="551443" cy="0"/>
          </a:xfrm>
          <a:custGeom>
            <a:avLst/>
            <a:gdLst/>
            <a:ahLst/>
            <a:cxnLst/>
            <a:rect l="l" t="t" r="r" b="b"/>
            <a:pathLst>
              <a:path w="551443" h="0">
                <a:moveTo>
                  <a:pt x="0" y="0"/>
                </a:moveTo>
                <a:lnTo>
                  <a:pt x="551443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8004385" y="3638098"/>
            <a:ext cx="0" cy="117554"/>
          </a:xfrm>
          <a:custGeom>
            <a:avLst/>
            <a:gdLst/>
            <a:ahLst/>
            <a:cxnLst/>
            <a:rect l="l" t="t" r="r" b="b"/>
            <a:pathLst>
              <a:path w="0" h="117554">
                <a:moveTo>
                  <a:pt x="0" y="0"/>
                </a:moveTo>
                <a:lnTo>
                  <a:pt x="0" y="117554"/>
                </a:lnTo>
              </a:path>
            </a:pathLst>
          </a:custGeom>
          <a:ln w="43650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8002478" y="3755676"/>
            <a:ext cx="412256" cy="0"/>
          </a:xfrm>
          <a:custGeom>
            <a:avLst/>
            <a:gdLst/>
            <a:ahLst/>
            <a:cxnLst/>
            <a:rect l="l" t="t" r="r" b="b"/>
            <a:pathLst>
              <a:path w="412256" h="0">
                <a:moveTo>
                  <a:pt x="0" y="0"/>
                </a:moveTo>
                <a:lnTo>
                  <a:pt x="412256" y="0"/>
                </a:lnTo>
              </a:path>
            </a:pathLst>
          </a:custGeom>
          <a:ln w="33924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8418591" y="3755587"/>
            <a:ext cx="0" cy="470622"/>
          </a:xfrm>
          <a:custGeom>
            <a:avLst/>
            <a:gdLst/>
            <a:ahLst/>
            <a:cxnLst/>
            <a:rect l="l" t="t" r="r" b="b"/>
            <a:pathLst>
              <a:path w="0" h="470622">
                <a:moveTo>
                  <a:pt x="0" y="0"/>
                </a:moveTo>
                <a:lnTo>
                  <a:pt x="0" y="470622"/>
                </a:lnTo>
              </a:path>
            </a:pathLst>
          </a:custGeom>
          <a:ln w="3979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8414561" y="4224596"/>
            <a:ext cx="416595" cy="0"/>
          </a:xfrm>
          <a:custGeom>
            <a:avLst/>
            <a:gdLst/>
            <a:ahLst/>
            <a:cxnLst/>
            <a:rect l="l" t="t" r="r" b="b"/>
            <a:pathLst>
              <a:path w="416595" h="0">
                <a:moveTo>
                  <a:pt x="0" y="0"/>
                </a:moveTo>
                <a:lnTo>
                  <a:pt x="416595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8811989" y="4226210"/>
            <a:ext cx="42423" cy="232286"/>
          </a:xfrm>
          <a:custGeom>
            <a:avLst/>
            <a:gdLst/>
            <a:ahLst/>
            <a:cxnLst/>
            <a:rect l="l" t="t" r="r" b="b"/>
            <a:pathLst>
              <a:path w="42423" h="232286">
                <a:moveTo>
                  <a:pt x="38566" y="0"/>
                </a:moveTo>
                <a:lnTo>
                  <a:pt x="0" y="0"/>
                </a:lnTo>
                <a:lnTo>
                  <a:pt x="0" y="232286"/>
                </a:lnTo>
                <a:lnTo>
                  <a:pt x="42423" y="232286"/>
                </a:lnTo>
                <a:lnTo>
                  <a:pt x="38566" y="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8831272" y="4460120"/>
            <a:ext cx="555299" cy="0"/>
          </a:xfrm>
          <a:custGeom>
            <a:avLst/>
            <a:gdLst/>
            <a:ahLst/>
            <a:cxnLst/>
            <a:rect l="l" t="t" r="r" b="b"/>
            <a:pathLst>
              <a:path w="555299" h="0">
                <a:moveTo>
                  <a:pt x="0" y="0"/>
                </a:moveTo>
                <a:lnTo>
                  <a:pt x="555299" y="0"/>
                </a:lnTo>
              </a:path>
            </a:pathLst>
          </a:custGeom>
          <a:ln w="3065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4682190" y="4342440"/>
            <a:ext cx="1522837" cy="0"/>
          </a:xfrm>
          <a:custGeom>
            <a:avLst/>
            <a:gdLst/>
            <a:ahLst/>
            <a:cxnLst/>
            <a:rect l="l" t="t" r="r" b="b"/>
            <a:pathLst>
              <a:path w="1522837" h="0">
                <a:moveTo>
                  <a:pt x="0" y="0"/>
                </a:moveTo>
                <a:lnTo>
                  <a:pt x="1522837" y="0"/>
                </a:lnTo>
              </a:path>
            </a:pathLst>
          </a:custGeom>
          <a:ln w="3106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6181946" y="3520047"/>
            <a:ext cx="42808" cy="824211"/>
          </a:xfrm>
          <a:custGeom>
            <a:avLst/>
            <a:gdLst/>
            <a:ahLst/>
            <a:cxnLst/>
            <a:rect l="l" t="t" r="r" b="b"/>
            <a:pathLst>
              <a:path w="42808" h="824211">
                <a:moveTo>
                  <a:pt x="0" y="824211"/>
                </a:moveTo>
                <a:lnTo>
                  <a:pt x="42808" y="824211"/>
                </a:lnTo>
                <a:lnTo>
                  <a:pt x="42808" y="0"/>
                </a:lnTo>
                <a:lnTo>
                  <a:pt x="7713" y="0"/>
                </a:lnTo>
                <a:lnTo>
                  <a:pt x="0" y="824211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6205086" y="3521707"/>
            <a:ext cx="3181544" cy="0"/>
          </a:xfrm>
          <a:custGeom>
            <a:avLst/>
            <a:gdLst/>
            <a:ahLst/>
            <a:cxnLst/>
            <a:rect l="l" t="t" r="r" b="b"/>
            <a:pathLst>
              <a:path w="3181544" h="0">
                <a:moveTo>
                  <a:pt x="0" y="0"/>
                </a:moveTo>
                <a:lnTo>
                  <a:pt x="3181544" y="0"/>
                </a:lnTo>
              </a:path>
            </a:pathLst>
          </a:custGeom>
          <a:ln w="3718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9247791" y="4536863"/>
            <a:ext cx="3856" cy="392256"/>
          </a:xfrm>
          <a:custGeom>
            <a:avLst/>
            <a:gdLst/>
            <a:ahLst/>
            <a:cxnLst/>
            <a:rect l="l" t="t" r="r" b="b"/>
            <a:pathLst>
              <a:path w="3856" h="392256">
                <a:moveTo>
                  <a:pt x="0" y="0"/>
                </a:moveTo>
                <a:lnTo>
                  <a:pt x="3856" y="392256"/>
                </a:lnTo>
              </a:path>
            </a:pathLst>
          </a:custGeom>
          <a:ln w="1541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9201511" y="4458497"/>
            <a:ext cx="96416" cy="84890"/>
          </a:xfrm>
          <a:custGeom>
            <a:avLst/>
            <a:gdLst/>
            <a:ahLst/>
            <a:cxnLst/>
            <a:rect l="l" t="t" r="r" b="b"/>
            <a:pathLst>
              <a:path w="96416" h="84890">
                <a:moveTo>
                  <a:pt x="96416" y="84890"/>
                </a:moveTo>
                <a:lnTo>
                  <a:pt x="46279" y="0"/>
                </a:lnTo>
                <a:lnTo>
                  <a:pt x="0" y="84890"/>
                </a:lnTo>
                <a:lnTo>
                  <a:pt x="96416" y="8489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6066246" y="4772371"/>
            <a:ext cx="0" cy="274306"/>
          </a:xfrm>
          <a:custGeom>
            <a:avLst/>
            <a:gdLst/>
            <a:ahLst/>
            <a:cxnLst/>
            <a:rect l="l" t="t" r="r" b="b"/>
            <a:pathLst>
              <a:path w="0" h="274306">
                <a:moveTo>
                  <a:pt x="0" y="0"/>
                </a:moveTo>
                <a:lnTo>
                  <a:pt x="0" y="274306"/>
                </a:lnTo>
              </a:path>
            </a:pathLst>
          </a:custGeom>
          <a:ln w="1541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6016302" y="4693596"/>
            <a:ext cx="103936" cy="82045"/>
          </a:xfrm>
          <a:custGeom>
            <a:avLst/>
            <a:gdLst/>
            <a:ahLst/>
            <a:cxnLst/>
            <a:rect l="l" t="t" r="r" b="b"/>
            <a:pathLst>
              <a:path w="103936" h="82045">
                <a:moveTo>
                  <a:pt x="103936" y="82045"/>
                </a:moveTo>
                <a:lnTo>
                  <a:pt x="49943" y="0"/>
                </a:lnTo>
                <a:lnTo>
                  <a:pt x="0" y="82045"/>
                </a:lnTo>
                <a:lnTo>
                  <a:pt x="103936" y="82045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6205086" y="3167047"/>
            <a:ext cx="235448" cy="405320"/>
          </a:xfrm>
          <a:custGeom>
            <a:avLst/>
            <a:gdLst/>
            <a:ahLst/>
            <a:cxnLst/>
            <a:rect l="l" t="t" r="r" b="b"/>
            <a:pathLst>
              <a:path w="235448" h="405320">
                <a:moveTo>
                  <a:pt x="235448" y="405320"/>
                </a:moveTo>
                <a:lnTo>
                  <a:pt x="0" y="0"/>
                </a:lnTo>
              </a:path>
            </a:pathLst>
          </a:custGeom>
          <a:ln w="1481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6394254" y="3546207"/>
            <a:ext cx="88702" cy="95157"/>
          </a:xfrm>
          <a:custGeom>
            <a:avLst/>
            <a:gdLst/>
            <a:ahLst/>
            <a:cxnLst/>
            <a:rect l="l" t="t" r="r" b="b"/>
            <a:pathLst>
              <a:path w="88702" h="95157">
                <a:moveTo>
                  <a:pt x="0" y="35970"/>
                </a:moveTo>
                <a:lnTo>
                  <a:pt x="88702" y="95157"/>
                </a:lnTo>
                <a:lnTo>
                  <a:pt x="88702" y="0"/>
                </a:lnTo>
                <a:lnTo>
                  <a:pt x="0" y="3597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6205086" y="3167047"/>
            <a:ext cx="2676323" cy="568985"/>
          </a:xfrm>
          <a:custGeom>
            <a:avLst/>
            <a:gdLst/>
            <a:ahLst/>
            <a:cxnLst/>
            <a:rect l="l" t="t" r="r" b="b"/>
            <a:pathLst>
              <a:path w="2676323" h="568985">
                <a:moveTo>
                  <a:pt x="0" y="0"/>
                </a:moveTo>
                <a:lnTo>
                  <a:pt x="2676323" y="568985"/>
                </a:lnTo>
              </a:path>
            </a:pathLst>
          </a:custGeom>
          <a:ln w="13168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8862126" y="3696792"/>
            <a:ext cx="111650" cy="78480"/>
          </a:xfrm>
          <a:custGeom>
            <a:avLst/>
            <a:gdLst/>
            <a:ahLst/>
            <a:cxnLst/>
            <a:rect l="l" t="t" r="r" b="b"/>
            <a:pathLst>
              <a:path w="111650" h="78480">
                <a:moveTo>
                  <a:pt x="0" y="78480"/>
                </a:moveTo>
                <a:lnTo>
                  <a:pt x="111650" y="62130"/>
                </a:lnTo>
                <a:lnTo>
                  <a:pt x="23139" y="0"/>
                </a:lnTo>
                <a:lnTo>
                  <a:pt x="0" y="7848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6344311" y="5870778"/>
            <a:ext cx="462798" cy="0"/>
          </a:xfrm>
          <a:custGeom>
            <a:avLst/>
            <a:gdLst/>
            <a:ahLst/>
            <a:cxnLst/>
            <a:rect l="l" t="t" r="r" b="b"/>
            <a:pathLst>
              <a:path w="462798" h="0">
                <a:moveTo>
                  <a:pt x="462798" y="0"/>
                </a:moveTo>
                <a:lnTo>
                  <a:pt x="0" y="0"/>
                </a:lnTo>
              </a:path>
            </a:pathLst>
          </a:custGeom>
          <a:ln w="1306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6803252" y="5824651"/>
            <a:ext cx="96223" cy="88576"/>
          </a:xfrm>
          <a:custGeom>
            <a:avLst/>
            <a:gdLst/>
            <a:ahLst/>
            <a:cxnLst/>
            <a:rect l="l" t="t" r="r" b="b"/>
            <a:pathLst>
              <a:path w="96223" h="88576">
                <a:moveTo>
                  <a:pt x="0" y="88576"/>
                </a:moveTo>
                <a:lnTo>
                  <a:pt x="96223" y="46127"/>
                </a:lnTo>
                <a:lnTo>
                  <a:pt x="0" y="0"/>
                </a:lnTo>
                <a:lnTo>
                  <a:pt x="0" y="88576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6344311" y="5870778"/>
            <a:ext cx="462798" cy="0"/>
          </a:xfrm>
          <a:custGeom>
            <a:avLst/>
            <a:gdLst/>
            <a:ahLst/>
            <a:cxnLst/>
            <a:rect l="l" t="t" r="r" b="b"/>
            <a:pathLst>
              <a:path w="462798" h="0">
                <a:moveTo>
                  <a:pt x="462798" y="0"/>
                </a:moveTo>
                <a:lnTo>
                  <a:pt x="0" y="0"/>
                </a:lnTo>
              </a:path>
            </a:pathLst>
          </a:custGeom>
          <a:ln w="13067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6803252" y="5824651"/>
            <a:ext cx="96223" cy="88576"/>
          </a:xfrm>
          <a:custGeom>
            <a:avLst/>
            <a:gdLst/>
            <a:ahLst/>
            <a:cxnLst/>
            <a:rect l="l" t="t" r="r" b="b"/>
            <a:pathLst>
              <a:path w="96223" h="88576">
                <a:moveTo>
                  <a:pt x="0" y="88576"/>
                </a:moveTo>
                <a:lnTo>
                  <a:pt x="96223" y="46127"/>
                </a:lnTo>
                <a:lnTo>
                  <a:pt x="0" y="0"/>
                </a:lnTo>
                <a:lnTo>
                  <a:pt x="0" y="88576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4269451" y="3363412"/>
            <a:ext cx="0" cy="392240"/>
          </a:xfrm>
          <a:custGeom>
            <a:avLst/>
            <a:gdLst/>
            <a:ahLst/>
            <a:cxnLst/>
            <a:rect l="l" t="t" r="r" b="b"/>
            <a:pathLst>
              <a:path w="0" h="392240">
                <a:moveTo>
                  <a:pt x="0" y="0"/>
                </a:moveTo>
                <a:lnTo>
                  <a:pt x="0" y="392240"/>
                </a:lnTo>
              </a:path>
            </a:pathLst>
          </a:custGeom>
          <a:ln w="1541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4223229" y="3284932"/>
            <a:ext cx="96319" cy="81750"/>
          </a:xfrm>
          <a:custGeom>
            <a:avLst/>
            <a:gdLst/>
            <a:ahLst/>
            <a:cxnLst/>
            <a:rect l="l" t="t" r="r" b="b"/>
            <a:pathLst>
              <a:path w="96319" h="81750">
                <a:moveTo>
                  <a:pt x="96319" y="81750"/>
                </a:moveTo>
                <a:lnTo>
                  <a:pt x="46221" y="0"/>
                </a:lnTo>
                <a:lnTo>
                  <a:pt x="0" y="81750"/>
                </a:lnTo>
                <a:lnTo>
                  <a:pt x="96319" y="8175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4269451" y="3363412"/>
            <a:ext cx="0" cy="392240"/>
          </a:xfrm>
          <a:custGeom>
            <a:avLst/>
            <a:gdLst/>
            <a:ahLst/>
            <a:cxnLst/>
            <a:rect l="l" t="t" r="r" b="b"/>
            <a:pathLst>
              <a:path w="0" h="392240">
                <a:moveTo>
                  <a:pt x="0" y="0"/>
                </a:moveTo>
                <a:lnTo>
                  <a:pt x="0" y="392240"/>
                </a:lnTo>
              </a:path>
            </a:pathLst>
          </a:custGeom>
          <a:ln w="15411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4223229" y="3284932"/>
            <a:ext cx="96319" cy="81750"/>
          </a:xfrm>
          <a:custGeom>
            <a:avLst/>
            <a:gdLst/>
            <a:ahLst/>
            <a:cxnLst/>
            <a:rect l="l" t="t" r="r" b="b"/>
            <a:pathLst>
              <a:path w="96319" h="81750">
                <a:moveTo>
                  <a:pt x="96319" y="81750"/>
                </a:moveTo>
                <a:lnTo>
                  <a:pt x="46221" y="0"/>
                </a:lnTo>
                <a:lnTo>
                  <a:pt x="0" y="81750"/>
                </a:lnTo>
                <a:lnTo>
                  <a:pt x="96319" y="8175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8740" y="159670"/>
            <a:ext cx="36403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7" b="1">
                <a:latin typeface="Arial"/>
                <a:cs typeface="Arial"/>
              </a:rPr>
              <a:t>A</a:t>
            </a:r>
            <a:r>
              <a:rPr dirty="0" smtClean="0" sz="2400" spc="-47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7055" y="159670"/>
            <a:ext cx="816356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Latar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98244" y="159670"/>
            <a:ext cx="142717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Bela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3410" y="1979596"/>
            <a:ext cx="335305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b="1">
                <a:latin typeface="Arial"/>
                <a:cs typeface="Arial"/>
              </a:rPr>
              <a:t>In</a:t>
            </a:r>
            <a:r>
              <a:rPr dirty="0" smtClean="0" sz="2000" b="1">
                <a:latin typeface="Arial"/>
                <a:cs typeface="Arial"/>
              </a:rPr>
              <a:t>v</a:t>
            </a:r>
            <a:r>
              <a:rPr dirty="0" smtClean="0" sz="2000" b="1">
                <a:latin typeface="Arial"/>
                <a:cs typeface="Arial"/>
              </a:rPr>
              <a:t>e</a:t>
            </a:r>
            <a:r>
              <a:rPr dirty="0" smtClean="0" sz="2000" b="1">
                <a:latin typeface="Arial"/>
                <a:cs typeface="Arial"/>
              </a:rPr>
              <a:t>s</a:t>
            </a:r>
            <a:r>
              <a:rPr dirty="0" smtClean="0" sz="2000" b="1">
                <a:latin typeface="Arial"/>
                <a:cs typeface="Arial"/>
              </a:rPr>
              <a:t>ta</a:t>
            </a:r>
            <a:r>
              <a:rPr dirty="0" smtClean="0" sz="2000" b="1">
                <a:latin typeface="Arial"/>
                <a:cs typeface="Arial"/>
              </a:rPr>
              <a:t>s</a:t>
            </a:r>
            <a:r>
              <a:rPr dirty="0" smtClean="0" sz="2000" b="1">
                <a:latin typeface="Arial"/>
                <a:cs typeface="Arial"/>
              </a:rPr>
              <a:t>i</a:t>
            </a:r>
            <a:r>
              <a:rPr dirty="0" smtClean="0" sz="2000" b="1">
                <a:latin typeface="Arial"/>
                <a:cs typeface="Arial"/>
              </a:rPr>
              <a:t> </a:t>
            </a:r>
            <a:r>
              <a:rPr dirty="0" smtClean="0" sz="2000" b="1">
                <a:latin typeface="Arial"/>
                <a:cs typeface="Arial"/>
              </a:rPr>
              <a:t>s</a:t>
            </a:r>
            <a:r>
              <a:rPr dirty="0" smtClean="0" sz="2000" b="1">
                <a:latin typeface="Arial"/>
                <a:cs typeface="Arial"/>
              </a:rPr>
              <a:t>i</a:t>
            </a:r>
            <a:r>
              <a:rPr dirty="0" smtClean="0" sz="2000" b="1">
                <a:latin typeface="Arial"/>
                <a:cs typeface="Arial"/>
              </a:rPr>
              <a:t>s</a:t>
            </a:r>
            <a:r>
              <a:rPr dirty="0" smtClean="0" sz="2000" b="1">
                <a:latin typeface="Arial"/>
                <a:cs typeface="Arial"/>
              </a:rPr>
              <a:t>tem</a:t>
            </a:r>
            <a:r>
              <a:rPr dirty="0" smtClean="0" sz="2000" b="1">
                <a:latin typeface="Arial"/>
                <a:cs typeface="Arial"/>
              </a:rPr>
              <a:t> </a:t>
            </a:r>
            <a:r>
              <a:rPr dirty="0" smtClean="0" sz="2000" b="1">
                <a:latin typeface="Arial"/>
                <a:cs typeface="Arial"/>
              </a:rPr>
              <a:t>w</a:t>
            </a:r>
            <a:r>
              <a:rPr dirty="0" smtClean="0" sz="2000" b="1">
                <a:latin typeface="Arial"/>
                <a:cs typeface="Arial"/>
              </a:rPr>
              <a:t>i</a:t>
            </a:r>
            <a:r>
              <a:rPr dirty="0" smtClean="0" sz="2000" b="1">
                <a:latin typeface="Arial"/>
                <a:cs typeface="Arial"/>
              </a:rPr>
              <a:t>r</a:t>
            </a:r>
            <a:r>
              <a:rPr dirty="0" smtClean="0" sz="2000" b="1">
                <a:latin typeface="Arial"/>
                <a:cs typeface="Arial"/>
              </a:rPr>
              <a:t>e</a:t>
            </a:r>
            <a:r>
              <a:rPr dirty="0" smtClean="0" sz="2000" b="1">
                <a:latin typeface="Arial"/>
                <a:cs typeface="Arial"/>
              </a:rPr>
              <a:t>l</a:t>
            </a:r>
            <a:r>
              <a:rPr dirty="0" smtClean="0" sz="2000" b="1">
                <a:latin typeface="Arial"/>
                <a:cs typeface="Arial"/>
              </a:rPr>
              <a:t>e</a:t>
            </a:r>
            <a:r>
              <a:rPr dirty="0" smtClean="0" sz="2000" b="1">
                <a:latin typeface="Arial"/>
                <a:cs typeface="Arial"/>
              </a:rPr>
              <a:t>s</a:t>
            </a:r>
            <a:r>
              <a:rPr dirty="0" smtClean="0" sz="2000" b="1">
                <a:latin typeface="Arial"/>
                <a:cs typeface="Arial"/>
              </a:rPr>
              <a:t>s</a:t>
            </a:r>
            <a:r>
              <a:rPr dirty="0" smtClean="0" sz="2000" b="1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7996" y="2719125"/>
            <a:ext cx="1007151" cy="384779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6556">
              <a:lnSpc>
                <a:spcPts val="1405"/>
              </a:lnSpc>
            </a:pPr>
            <a:r>
              <a:rPr dirty="0" smtClean="0" sz="1300" spc="15">
                <a:latin typeface="Times New Roman"/>
                <a:cs typeface="Times New Roman"/>
              </a:rPr>
              <a:t>i</a:t>
            </a:r>
            <a:r>
              <a:rPr dirty="0" smtClean="0" sz="1300" spc="105">
                <a:latin typeface="Times New Roman"/>
                <a:cs typeface="Times New Roman"/>
              </a:rPr>
              <a:t>n</a:t>
            </a:r>
            <a:r>
              <a:rPr dirty="0" smtClean="0" sz="1300" spc="39">
                <a:latin typeface="Times New Roman"/>
                <a:cs typeface="Times New Roman"/>
              </a:rPr>
              <a:t>f</a:t>
            </a:r>
            <a:r>
              <a:rPr dirty="0" smtClean="0" sz="1300" spc="99">
                <a:latin typeface="Times New Roman"/>
                <a:cs typeface="Times New Roman"/>
              </a:rPr>
              <a:t>r</a:t>
            </a:r>
            <a:r>
              <a:rPr dirty="0" smtClean="0" sz="1300" spc="114">
                <a:latin typeface="Times New Roman"/>
                <a:cs typeface="Times New Roman"/>
              </a:rPr>
              <a:t>a</a:t>
            </a:r>
            <a:r>
              <a:rPr dirty="0" smtClean="0" sz="1300" spc="91">
                <a:latin typeface="Times New Roman"/>
                <a:cs typeface="Times New Roman"/>
              </a:rPr>
              <a:t>s</a:t>
            </a:r>
            <a:r>
              <a:rPr dirty="0" smtClean="0" sz="1300" spc="104">
                <a:latin typeface="Times New Roman"/>
                <a:cs typeface="Times New Roman"/>
              </a:rPr>
              <a:t>t</a:t>
            </a:r>
            <a:r>
              <a:rPr dirty="0" smtClean="0" sz="1300" spc="99">
                <a:latin typeface="Times New Roman"/>
                <a:cs typeface="Times New Roman"/>
              </a:rPr>
              <a:t>r</a:t>
            </a:r>
            <a:r>
              <a:rPr dirty="0" smtClean="0" sz="1300" spc="135">
                <a:latin typeface="Times New Roman"/>
                <a:cs typeface="Times New Roman"/>
              </a:rPr>
              <a:t>uk</a:t>
            </a:r>
            <a:r>
              <a:rPr dirty="0" smtClean="0" sz="1300" spc="104">
                <a:latin typeface="Times New Roman"/>
                <a:cs typeface="Times New Roman"/>
              </a:rPr>
              <a:t>t</a:t>
            </a:r>
            <a:r>
              <a:rPr dirty="0" smtClean="0" sz="1300" spc="112">
                <a:latin typeface="Times New Roman"/>
                <a:cs typeface="Times New Roman"/>
              </a:rPr>
              <a:t>ur</a:t>
            </a:r>
            <a:endParaRPr sz="1300">
              <a:latin typeface="Times New Roman"/>
              <a:cs typeface="Times New Roman"/>
            </a:endParaRPr>
          </a:p>
          <a:p>
            <a:pPr marL="12700" marR="24501">
              <a:lnSpc>
                <a:spcPct val="95825"/>
              </a:lnSpc>
              <a:spcBef>
                <a:spcPts val="34"/>
              </a:spcBef>
            </a:pPr>
            <a:r>
              <a:rPr dirty="0" smtClean="0" sz="1300" spc="91">
                <a:latin typeface="Times New Roman"/>
                <a:cs typeface="Times New Roman"/>
              </a:rPr>
              <a:t>i</a:t>
            </a:r>
            <a:r>
              <a:rPr dirty="0" smtClean="0" sz="1300" spc="91">
                <a:latin typeface="Times New Roman"/>
                <a:cs typeface="Times New Roman"/>
              </a:rPr>
              <a:t>n</a:t>
            </a:r>
            <a:r>
              <a:rPr dirty="0" smtClean="0" sz="1300" spc="91">
                <a:latin typeface="Times New Roman"/>
                <a:cs typeface="Times New Roman"/>
              </a:rPr>
              <a:t>v</a:t>
            </a:r>
            <a:r>
              <a:rPr dirty="0" smtClean="0" sz="1300" spc="91">
                <a:latin typeface="Times New Roman"/>
                <a:cs typeface="Times New Roman"/>
              </a:rPr>
              <a:t>e</a:t>
            </a:r>
            <a:r>
              <a:rPr dirty="0" smtClean="0" sz="1300" spc="91">
                <a:latin typeface="Times New Roman"/>
                <a:cs typeface="Times New Roman"/>
              </a:rPr>
              <a:t>s</a:t>
            </a:r>
            <a:r>
              <a:rPr dirty="0" smtClean="0" sz="1300" spc="91">
                <a:latin typeface="Times New Roman"/>
                <a:cs typeface="Times New Roman"/>
              </a:rPr>
              <a:t>t</a:t>
            </a:r>
            <a:r>
              <a:rPr dirty="0" smtClean="0" sz="1300" spc="91">
                <a:latin typeface="Times New Roman"/>
                <a:cs typeface="Times New Roman"/>
              </a:rPr>
              <a:t>a</a:t>
            </a:r>
            <a:r>
              <a:rPr dirty="0" smtClean="0" sz="1300" spc="91">
                <a:latin typeface="Times New Roman"/>
                <a:cs typeface="Times New Roman"/>
              </a:rPr>
              <a:t>s</a:t>
            </a:r>
            <a:r>
              <a:rPr dirty="0" smtClean="0" sz="1300" spc="91">
                <a:latin typeface="Times New Roman"/>
                <a:cs typeface="Times New Roman"/>
              </a:rPr>
              <a:t>i</a:t>
            </a:r>
            <a:r>
              <a:rPr dirty="0" smtClean="0" sz="1300" spc="91">
                <a:latin typeface="Times New Roman"/>
                <a:cs typeface="Times New Roman"/>
              </a:rPr>
              <a:t> </a:t>
            </a:r>
            <a:r>
              <a:rPr dirty="0" smtClean="0" sz="1300" spc="91">
                <a:latin typeface="Times New Roman"/>
                <a:cs typeface="Times New Roman"/>
              </a:rPr>
              <a:t>(</a:t>
            </a:r>
            <a:r>
              <a:rPr dirty="0" smtClean="0" sz="1300" spc="91">
                <a:latin typeface="Times New Roman"/>
                <a:cs typeface="Times New Roman"/>
              </a:rPr>
              <a:t>$)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37028" y="2816616"/>
            <a:ext cx="1414301" cy="156072"/>
          </a:xfrm>
          <a:prstGeom prst="rect">
            <a:avLst/>
          </a:prstGeom>
        </p:spPr>
        <p:txBody>
          <a:bodyPr wrap="square" lIns="0" tIns="7270" rIns="0" bIns="0" rtlCol="0">
            <a:noAutofit/>
          </a:bodyPr>
          <a:lstStyle/>
          <a:p>
            <a:pPr marL="12700">
              <a:lnSpc>
                <a:spcPts val="1145"/>
              </a:lnSpc>
            </a:pPr>
            <a:r>
              <a:rPr dirty="0" smtClean="0" sz="1050" spc="100" b="1">
                <a:latin typeface="Arial"/>
                <a:cs typeface="Arial"/>
              </a:rPr>
              <a:t>h</a:t>
            </a:r>
            <a:r>
              <a:rPr dirty="0" smtClean="0" sz="1050" spc="100" b="1">
                <a:latin typeface="Arial"/>
                <a:cs typeface="Arial"/>
              </a:rPr>
              <a:t>a</a:t>
            </a:r>
            <a:r>
              <a:rPr dirty="0" smtClean="0" sz="1050" spc="100" b="1">
                <a:latin typeface="Arial"/>
                <a:cs typeface="Arial"/>
              </a:rPr>
              <a:t>r</a:t>
            </a:r>
            <a:r>
              <a:rPr dirty="0" smtClean="0" sz="1050" spc="100" b="1">
                <a:latin typeface="Arial"/>
                <a:cs typeface="Arial"/>
              </a:rPr>
              <a:t>g</a:t>
            </a:r>
            <a:r>
              <a:rPr dirty="0" smtClean="0" sz="1050" spc="100" b="1">
                <a:latin typeface="Arial"/>
                <a:cs typeface="Arial"/>
              </a:rPr>
              <a:t>a</a:t>
            </a:r>
            <a:r>
              <a:rPr dirty="0" smtClean="0" sz="1050" spc="100" b="1">
                <a:latin typeface="Arial"/>
                <a:cs typeface="Arial"/>
              </a:rPr>
              <a:t> </a:t>
            </a:r>
            <a:r>
              <a:rPr dirty="0" smtClean="0" sz="1050" spc="100" b="1">
                <a:latin typeface="Arial"/>
                <a:cs typeface="Arial"/>
              </a:rPr>
              <a:t>k</a:t>
            </a:r>
            <a:r>
              <a:rPr dirty="0" smtClean="0" sz="1050" spc="100" b="1">
                <a:latin typeface="Arial"/>
                <a:cs typeface="Arial"/>
              </a:rPr>
              <a:t>a</a:t>
            </a:r>
            <a:r>
              <a:rPr dirty="0" smtClean="0" sz="1050" spc="100" b="1">
                <a:latin typeface="Arial"/>
                <a:cs typeface="Arial"/>
              </a:rPr>
              <a:t>p</a:t>
            </a:r>
            <a:r>
              <a:rPr dirty="0" smtClean="0" sz="1050" spc="100" b="1">
                <a:latin typeface="Arial"/>
                <a:cs typeface="Arial"/>
              </a:rPr>
              <a:t>a</a:t>
            </a:r>
            <a:r>
              <a:rPr dirty="0" smtClean="0" sz="1050" spc="100" b="1">
                <a:latin typeface="Arial"/>
                <a:cs typeface="Arial"/>
              </a:rPr>
              <a:t>s</a:t>
            </a:r>
            <a:r>
              <a:rPr dirty="0" smtClean="0" sz="1050" spc="100" b="1">
                <a:latin typeface="Arial"/>
                <a:cs typeface="Arial"/>
              </a:rPr>
              <a:t>i</a:t>
            </a:r>
            <a:r>
              <a:rPr dirty="0" smtClean="0" sz="1050" spc="100" b="1">
                <a:latin typeface="Arial"/>
                <a:cs typeface="Arial"/>
              </a:rPr>
              <a:t>t</a:t>
            </a:r>
            <a:r>
              <a:rPr dirty="0" smtClean="0" sz="1050" spc="100" b="1">
                <a:latin typeface="Arial"/>
                <a:cs typeface="Arial"/>
              </a:rPr>
              <a:t>a</a:t>
            </a:r>
            <a:r>
              <a:rPr dirty="0" smtClean="0" sz="1050" spc="100" b="1">
                <a:latin typeface="Arial"/>
                <a:cs typeface="Arial"/>
              </a:rPr>
              <a:t>s</a:t>
            </a:r>
            <a:r>
              <a:rPr dirty="0" smtClean="0" sz="1050" spc="100" b="1">
                <a:latin typeface="Arial"/>
                <a:cs typeface="Arial"/>
              </a:rPr>
              <a:t> </a:t>
            </a:r>
            <a:r>
              <a:rPr dirty="0" smtClean="0" sz="1050" spc="100" b="1">
                <a:latin typeface="Arial"/>
                <a:cs typeface="Arial"/>
              </a:rPr>
              <a:t>y</a:t>
            </a:r>
            <a:r>
              <a:rPr dirty="0" smtClean="0" sz="1050" spc="100" b="1">
                <a:latin typeface="Arial"/>
                <a:cs typeface="Arial"/>
              </a:rPr>
              <a:t>g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13808" y="5095027"/>
            <a:ext cx="1317826" cy="156072"/>
          </a:xfrm>
          <a:prstGeom prst="rect">
            <a:avLst/>
          </a:prstGeom>
        </p:spPr>
        <p:txBody>
          <a:bodyPr wrap="square" lIns="0" tIns="7270" rIns="0" bIns="0" rtlCol="0">
            <a:noAutofit/>
          </a:bodyPr>
          <a:lstStyle/>
          <a:p>
            <a:pPr marL="12700">
              <a:lnSpc>
                <a:spcPts val="1145"/>
              </a:lnSpc>
            </a:pPr>
            <a:r>
              <a:rPr dirty="0" smtClean="0" sz="1050" spc="107" b="1">
                <a:latin typeface="Arial"/>
                <a:cs typeface="Arial"/>
              </a:rPr>
              <a:t>p</a:t>
            </a:r>
            <a:r>
              <a:rPr dirty="0" smtClean="0" sz="1050" spc="107" b="1">
                <a:latin typeface="Arial"/>
                <a:cs typeface="Arial"/>
              </a:rPr>
              <a:t>e</a:t>
            </a:r>
            <a:r>
              <a:rPr dirty="0" smtClean="0" sz="1050" spc="107" b="1">
                <a:latin typeface="Arial"/>
                <a:cs typeface="Arial"/>
              </a:rPr>
              <a:t>r</a:t>
            </a:r>
            <a:r>
              <a:rPr dirty="0" smtClean="0" sz="1050" spc="107" b="1">
                <a:latin typeface="Arial"/>
                <a:cs typeface="Arial"/>
              </a:rPr>
              <a:t>t</a:t>
            </a:r>
            <a:r>
              <a:rPr dirty="0" smtClean="0" sz="1050" spc="107" b="1">
                <a:latin typeface="Arial"/>
                <a:cs typeface="Arial"/>
              </a:rPr>
              <a:t>u</a:t>
            </a:r>
            <a:r>
              <a:rPr dirty="0" smtClean="0" sz="1050" spc="107" b="1">
                <a:latin typeface="Arial"/>
                <a:cs typeface="Arial"/>
              </a:rPr>
              <a:t>m</a:t>
            </a:r>
            <a:r>
              <a:rPr dirty="0" smtClean="0" sz="1050" spc="107" b="1">
                <a:latin typeface="Arial"/>
                <a:cs typeface="Arial"/>
              </a:rPr>
              <a:t>b</a:t>
            </a:r>
            <a:r>
              <a:rPr dirty="0" smtClean="0" sz="1050" spc="107" b="1">
                <a:latin typeface="Arial"/>
                <a:cs typeface="Arial"/>
              </a:rPr>
              <a:t>u</a:t>
            </a:r>
            <a:r>
              <a:rPr dirty="0" smtClean="0" sz="1050" spc="107" b="1">
                <a:latin typeface="Arial"/>
                <a:cs typeface="Arial"/>
              </a:rPr>
              <a:t>h</a:t>
            </a:r>
            <a:r>
              <a:rPr dirty="0" smtClean="0" sz="1050" spc="107" b="1">
                <a:latin typeface="Arial"/>
                <a:cs typeface="Arial"/>
              </a:rPr>
              <a:t>a</a:t>
            </a:r>
            <a:r>
              <a:rPr dirty="0" smtClean="0" sz="1050" spc="107" b="1">
                <a:latin typeface="Arial"/>
                <a:cs typeface="Arial"/>
              </a:rPr>
              <a:t>n</a:t>
            </a:r>
            <a:r>
              <a:rPr dirty="0" smtClean="0" sz="1050" spc="107" b="1">
                <a:latin typeface="Arial"/>
                <a:cs typeface="Arial"/>
              </a:rPr>
              <a:t> </a:t>
            </a:r>
            <a:r>
              <a:rPr dirty="0" smtClean="0" sz="1050" spc="107" b="1">
                <a:latin typeface="Arial"/>
                <a:cs typeface="Arial"/>
              </a:rPr>
              <a:t>d</a:t>
            </a:r>
            <a:r>
              <a:rPr dirty="0" smtClean="0" sz="1050" spc="107" b="1">
                <a:latin typeface="Arial"/>
                <a:cs typeface="Arial"/>
              </a:rPr>
              <a:t>a</a:t>
            </a:r>
            <a:r>
              <a:rPr dirty="0" smtClean="0" sz="1050" spc="107" b="1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86001" y="5144012"/>
            <a:ext cx="1205014" cy="156072"/>
          </a:xfrm>
          <a:prstGeom prst="rect">
            <a:avLst/>
          </a:prstGeom>
        </p:spPr>
        <p:txBody>
          <a:bodyPr wrap="square" lIns="0" tIns="7270" rIns="0" bIns="0" rtlCol="0">
            <a:noAutofit/>
          </a:bodyPr>
          <a:lstStyle/>
          <a:p>
            <a:pPr marL="12700">
              <a:lnSpc>
                <a:spcPts val="1145"/>
              </a:lnSpc>
            </a:pPr>
            <a:r>
              <a:rPr dirty="0" smtClean="0" sz="1050" spc="97" b="1">
                <a:latin typeface="Arial"/>
                <a:cs typeface="Arial"/>
              </a:rPr>
              <a:t>d</a:t>
            </a:r>
            <a:r>
              <a:rPr dirty="0" smtClean="0" sz="1050" spc="97" b="1">
                <a:latin typeface="Arial"/>
                <a:cs typeface="Arial"/>
              </a:rPr>
              <a:t>a</a:t>
            </a:r>
            <a:r>
              <a:rPr dirty="0" smtClean="0" sz="1050" spc="97" b="1">
                <a:latin typeface="Arial"/>
                <a:cs typeface="Arial"/>
              </a:rPr>
              <a:t>p</a:t>
            </a:r>
            <a:r>
              <a:rPr dirty="0" smtClean="0" sz="1050" spc="97" b="1">
                <a:latin typeface="Arial"/>
                <a:cs typeface="Arial"/>
              </a:rPr>
              <a:t>a</a:t>
            </a:r>
            <a:r>
              <a:rPr dirty="0" smtClean="0" sz="1050" spc="97" b="1">
                <a:latin typeface="Arial"/>
                <a:cs typeface="Arial"/>
              </a:rPr>
              <a:t>t</a:t>
            </a:r>
            <a:r>
              <a:rPr dirty="0" smtClean="0" sz="1050" spc="97" b="1">
                <a:latin typeface="Arial"/>
                <a:cs typeface="Arial"/>
              </a:rPr>
              <a:t> </a:t>
            </a:r>
            <a:r>
              <a:rPr dirty="0" smtClean="0" sz="1050" spc="97" b="1">
                <a:latin typeface="Arial"/>
                <a:cs typeface="Arial"/>
              </a:rPr>
              <a:t>d</a:t>
            </a:r>
            <a:r>
              <a:rPr dirty="0" smtClean="0" sz="1050" spc="97" b="1">
                <a:latin typeface="Arial"/>
                <a:cs typeface="Arial"/>
              </a:rPr>
              <a:t>i</a:t>
            </a:r>
            <a:r>
              <a:rPr dirty="0" smtClean="0" sz="1050" spc="97" b="1">
                <a:latin typeface="Arial"/>
                <a:cs typeface="Arial"/>
              </a:rPr>
              <a:t>r</a:t>
            </a:r>
            <a:r>
              <a:rPr dirty="0" smtClean="0" sz="1050" spc="97" b="1">
                <a:latin typeface="Arial"/>
                <a:cs typeface="Arial"/>
              </a:rPr>
              <a:t>e</a:t>
            </a:r>
            <a:r>
              <a:rPr dirty="0" smtClean="0" sz="1050" spc="97" b="1">
                <a:latin typeface="Arial"/>
                <a:cs typeface="Arial"/>
              </a:rPr>
              <a:t>l</a:t>
            </a:r>
            <a:r>
              <a:rPr dirty="0" smtClean="0" sz="1050" spc="97" b="1">
                <a:latin typeface="Arial"/>
                <a:cs typeface="Arial"/>
              </a:rPr>
              <a:t>o</a:t>
            </a:r>
            <a:r>
              <a:rPr dirty="0" smtClean="0" sz="1050" spc="97" b="1">
                <a:latin typeface="Arial"/>
                <a:cs typeface="Arial"/>
              </a:rPr>
              <a:t>k</a:t>
            </a:r>
            <a:r>
              <a:rPr dirty="0" smtClean="0" sz="1050" spc="97" b="1">
                <a:latin typeface="Arial"/>
                <a:cs typeface="Arial"/>
              </a:rPr>
              <a:t>a</a:t>
            </a:r>
            <a:r>
              <a:rPr dirty="0" smtClean="0" sz="1050" spc="97" b="1">
                <a:latin typeface="Arial"/>
                <a:cs typeface="Arial"/>
              </a:rPr>
              <a:t>s</a:t>
            </a:r>
            <a:r>
              <a:rPr dirty="0" smtClean="0" sz="1050" spc="97" b="1"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44706" y="5778888"/>
            <a:ext cx="562140" cy="188741"/>
          </a:xfrm>
          <a:prstGeom prst="rect">
            <a:avLst/>
          </a:prstGeom>
        </p:spPr>
        <p:txBody>
          <a:bodyPr wrap="square" lIns="0" tIns="8921" rIns="0" bIns="0" rtlCol="0">
            <a:noAutofit/>
          </a:bodyPr>
          <a:lstStyle/>
          <a:p>
            <a:pPr marL="12700">
              <a:lnSpc>
                <a:spcPts val="1405"/>
              </a:lnSpc>
            </a:pPr>
            <a:r>
              <a:rPr dirty="0" smtClean="0" sz="1300" spc="142">
                <a:latin typeface="Times New Roman"/>
                <a:cs typeface="Times New Roman"/>
              </a:rPr>
              <a:t>W</a:t>
            </a:r>
            <a:r>
              <a:rPr dirty="0" smtClean="0" sz="1300" spc="142">
                <a:latin typeface="Times New Roman"/>
                <a:cs typeface="Times New Roman"/>
              </a:rPr>
              <a:t>a</a:t>
            </a:r>
            <a:r>
              <a:rPr dirty="0" smtClean="0" sz="1300" spc="142">
                <a:latin typeface="Times New Roman"/>
                <a:cs typeface="Times New Roman"/>
              </a:rPr>
              <a:t>k</a:t>
            </a:r>
            <a:r>
              <a:rPr dirty="0" smtClean="0" sz="1300" spc="142">
                <a:latin typeface="Times New Roman"/>
                <a:cs typeface="Times New Roman"/>
              </a:rPr>
              <a:t>t</a:t>
            </a:r>
            <a:r>
              <a:rPr dirty="0" smtClean="0" sz="1300" spc="142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96120" y="6472848"/>
            <a:ext cx="19664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08156" y="2933567"/>
            <a:ext cx="5393064" cy="2701699"/>
          </a:xfrm>
          <a:prstGeom prst="rect">
            <a:avLst/>
          </a:prstGeom>
        </p:spPr>
        <p:txBody>
          <a:bodyPr wrap="square" lIns="0" tIns="38735" rIns="0" bIns="0" rtlCol="0">
            <a:noAutofit/>
          </a:bodyPr>
          <a:lstStyle/>
          <a:p>
            <a:pPr marL="1434790">
              <a:lnSpc>
                <a:spcPct val="95825"/>
              </a:lnSpc>
            </a:pPr>
            <a:r>
              <a:rPr dirty="0" smtClean="0" sz="1050" spc="94" b="1">
                <a:latin typeface="Arial"/>
                <a:cs typeface="Arial"/>
              </a:rPr>
              <a:t>t</a:t>
            </a:r>
            <a:r>
              <a:rPr dirty="0" smtClean="0" sz="1050" spc="94" b="1">
                <a:latin typeface="Arial"/>
                <a:cs typeface="Arial"/>
              </a:rPr>
              <a:t>i</a:t>
            </a:r>
            <a:r>
              <a:rPr dirty="0" smtClean="0" sz="1050" spc="94" b="1">
                <a:latin typeface="Arial"/>
                <a:cs typeface="Arial"/>
              </a:rPr>
              <a:t>d</a:t>
            </a:r>
            <a:r>
              <a:rPr dirty="0" smtClean="0" sz="1050" spc="94" b="1">
                <a:latin typeface="Arial"/>
                <a:cs typeface="Arial"/>
              </a:rPr>
              <a:t>a</a:t>
            </a:r>
            <a:r>
              <a:rPr dirty="0" smtClean="0" sz="1050" spc="94" b="1">
                <a:latin typeface="Arial"/>
                <a:cs typeface="Arial"/>
              </a:rPr>
              <a:t>k</a:t>
            </a:r>
            <a:r>
              <a:rPr dirty="0" smtClean="0" sz="1050" spc="94" b="1">
                <a:latin typeface="Arial"/>
                <a:cs typeface="Arial"/>
              </a:rPr>
              <a:t> </a:t>
            </a:r>
            <a:r>
              <a:rPr dirty="0" smtClean="0" sz="1050" spc="94" b="1">
                <a:latin typeface="Arial"/>
                <a:cs typeface="Arial"/>
              </a:rPr>
              <a:t>t</a:t>
            </a:r>
            <a:r>
              <a:rPr dirty="0" smtClean="0" sz="1050" spc="94" b="1">
                <a:latin typeface="Arial"/>
                <a:cs typeface="Arial"/>
              </a:rPr>
              <a:t>e</a:t>
            </a:r>
            <a:r>
              <a:rPr dirty="0" smtClean="0" sz="1050" spc="94" b="1">
                <a:latin typeface="Arial"/>
                <a:cs typeface="Arial"/>
              </a:rPr>
              <a:t>r</a:t>
            </a:r>
            <a:r>
              <a:rPr dirty="0" smtClean="0" sz="1050" spc="94" b="1">
                <a:latin typeface="Arial"/>
                <a:cs typeface="Arial"/>
              </a:rPr>
              <a:t>p</a:t>
            </a:r>
            <a:r>
              <a:rPr dirty="0" smtClean="0" sz="1050" spc="94" b="1">
                <a:latin typeface="Arial"/>
                <a:cs typeface="Arial"/>
              </a:rPr>
              <a:t>a</a:t>
            </a:r>
            <a:r>
              <a:rPr dirty="0" smtClean="0" sz="1050" spc="94" b="1">
                <a:latin typeface="Arial"/>
                <a:cs typeface="Arial"/>
              </a:rPr>
              <a:t>k</a:t>
            </a:r>
            <a:r>
              <a:rPr dirty="0" smtClean="0" sz="1050" spc="94" b="1">
                <a:latin typeface="Arial"/>
                <a:cs typeface="Arial"/>
              </a:rPr>
              <a:t>a</a:t>
            </a:r>
            <a:r>
              <a:rPr dirty="0" smtClean="0" sz="1050" spc="94" b="1"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  <a:p>
            <a:pPr marL="304868">
              <a:lnSpc>
                <a:spcPct val="95825"/>
              </a:lnSpc>
              <a:spcBef>
                <a:spcPts val="7965"/>
              </a:spcBef>
            </a:pPr>
            <a:r>
              <a:rPr dirty="0" smtClean="0" sz="1300" spc="119" b="1">
                <a:latin typeface="Times New Roman"/>
                <a:cs typeface="Times New Roman"/>
              </a:rPr>
              <a:t>S</a:t>
            </a:r>
            <a:r>
              <a:rPr dirty="0" smtClean="0" sz="1300" spc="119" b="1">
                <a:latin typeface="Times New Roman"/>
                <a:cs typeface="Times New Roman"/>
              </a:rPr>
              <a:t>a</a:t>
            </a:r>
            <a:r>
              <a:rPr dirty="0" smtClean="0" sz="1300" spc="119" b="1">
                <a:latin typeface="Times New Roman"/>
                <a:cs typeface="Times New Roman"/>
              </a:rPr>
              <a:t>l</a:t>
            </a:r>
            <a:r>
              <a:rPr dirty="0" smtClean="0" sz="1300" spc="119" b="1">
                <a:latin typeface="Times New Roman"/>
                <a:cs typeface="Times New Roman"/>
              </a:rPr>
              <a:t>u</a:t>
            </a:r>
            <a:r>
              <a:rPr dirty="0" smtClean="0" sz="1300" spc="119" b="1">
                <a:latin typeface="Times New Roman"/>
                <a:cs typeface="Times New Roman"/>
              </a:rPr>
              <a:t>r</a:t>
            </a:r>
            <a:r>
              <a:rPr dirty="0" smtClean="0" sz="1300" spc="119" b="1">
                <a:latin typeface="Times New Roman"/>
                <a:cs typeface="Times New Roman"/>
              </a:rPr>
              <a:t>an</a:t>
            </a:r>
            <a:r>
              <a:rPr dirty="0" smtClean="0" sz="1300" spc="119" b="1">
                <a:latin typeface="Times New Roman"/>
                <a:cs typeface="Times New Roman"/>
              </a:rPr>
              <a:t> </a:t>
            </a:r>
            <a:r>
              <a:rPr dirty="0" smtClean="0" sz="1300" spc="119" b="1">
                <a:latin typeface="Times New Roman"/>
                <a:cs typeface="Times New Roman"/>
              </a:rPr>
              <a:t>k</a:t>
            </a:r>
            <a:r>
              <a:rPr dirty="0" smtClean="0" sz="1300" spc="119" b="1">
                <a:latin typeface="Times New Roman"/>
                <a:cs typeface="Times New Roman"/>
              </a:rPr>
              <a:t>a</a:t>
            </a:r>
            <a:r>
              <a:rPr dirty="0" smtClean="0" sz="1300" spc="119" b="1">
                <a:latin typeface="Times New Roman"/>
                <a:cs typeface="Times New Roman"/>
              </a:rPr>
              <a:t>b</a:t>
            </a:r>
            <a:r>
              <a:rPr dirty="0" smtClean="0" sz="1300" spc="119" b="1">
                <a:latin typeface="Times New Roman"/>
                <a:cs typeface="Times New Roman"/>
              </a:rPr>
              <a:t>e</a:t>
            </a:r>
            <a:r>
              <a:rPr dirty="0" smtClean="0" sz="1300" spc="119" b="1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  <a:p>
            <a:pPr marL="1187578" marR="304839" indent="-982886">
              <a:lnSpc>
                <a:spcPts val="1458"/>
              </a:lnSpc>
              <a:spcBef>
                <a:spcPts val="4976"/>
              </a:spcBef>
            </a:pPr>
            <a:r>
              <a:rPr dirty="0" smtClean="0" sz="1300" spc="153" b="1">
                <a:latin typeface="Times New Roman"/>
                <a:cs typeface="Times New Roman"/>
              </a:rPr>
              <a:t>Rad</a:t>
            </a:r>
            <a:r>
              <a:rPr dirty="0" smtClean="0" sz="1300" spc="77" b="1">
                <a:latin typeface="Times New Roman"/>
                <a:cs typeface="Times New Roman"/>
              </a:rPr>
              <a:t>i</a:t>
            </a:r>
            <a:r>
              <a:rPr dirty="0" smtClean="0" sz="1300" spc="129" b="1">
                <a:latin typeface="Times New Roman"/>
                <a:cs typeface="Times New Roman"/>
              </a:rPr>
              <a:t>o</a:t>
            </a:r>
            <a:r>
              <a:rPr dirty="0" smtClean="0" sz="1300" spc="63" b="1">
                <a:latin typeface="Times New Roman"/>
                <a:cs typeface="Times New Roman"/>
              </a:rPr>
              <a:t>                                                                          </a:t>
            </a:r>
            <a:r>
              <a:rPr dirty="0" smtClean="0" sz="1300" spc="141" b="1">
                <a:latin typeface="Times New Roman"/>
                <a:cs typeface="Times New Roman"/>
              </a:rPr>
              <a:t> </a:t>
            </a:r>
            <a:r>
              <a:rPr dirty="0" smtClean="0" sz="1050" spc="119" b="1">
                <a:latin typeface="Arial"/>
                <a:cs typeface="Arial"/>
              </a:rPr>
              <a:t>p</a:t>
            </a:r>
            <a:r>
              <a:rPr dirty="0" smtClean="0" sz="1050" spc="121" b="1">
                <a:latin typeface="Arial"/>
                <a:cs typeface="Arial"/>
              </a:rPr>
              <a:t>a</a:t>
            </a:r>
            <a:r>
              <a:rPr dirty="0" smtClean="0" sz="1050" spc="39" b="1">
                <a:latin typeface="Arial"/>
                <a:cs typeface="Arial"/>
              </a:rPr>
              <a:t> </a:t>
            </a:r>
            <a:endParaRPr sz="1050">
              <a:latin typeface="Arial"/>
              <a:cs typeface="Arial"/>
            </a:endParaRPr>
          </a:p>
          <a:p>
            <a:pPr marL="1187578" marR="304839">
              <a:lnSpc>
                <a:spcPts val="1207"/>
              </a:lnSpc>
              <a:spcBef>
                <a:spcPts val="1083"/>
              </a:spcBef>
            </a:pPr>
            <a:r>
              <a:rPr dirty="0" smtClean="0" sz="1050" spc="99" b="1">
                <a:latin typeface="Arial"/>
                <a:cs typeface="Arial"/>
              </a:rPr>
              <a:t>k</a:t>
            </a:r>
            <a:r>
              <a:rPr dirty="0" smtClean="0" sz="1050" spc="99" b="1">
                <a:latin typeface="Arial"/>
                <a:cs typeface="Arial"/>
              </a:rPr>
              <a:t>a</a:t>
            </a:r>
            <a:r>
              <a:rPr dirty="0" smtClean="0" sz="1050" spc="99" b="1">
                <a:latin typeface="Arial"/>
                <a:cs typeface="Arial"/>
              </a:rPr>
              <a:t>w</a:t>
            </a:r>
            <a:r>
              <a:rPr dirty="0" smtClean="0" sz="1050" spc="99" b="1">
                <a:latin typeface="Arial"/>
                <a:cs typeface="Arial"/>
              </a:rPr>
              <a:t>a</a:t>
            </a:r>
            <a:r>
              <a:rPr dirty="0" smtClean="0" sz="1050" spc="99" b="1">
                <a:latin typeface="Arial"/>
                <a:cs typeface="Arial"/>
              </a:rPr>
              <a:t>t</a:t>
            </a:r>
            <a:r>
              <a:rPr dirty="0" smtClean="0" sz="1050" spc="99" b="1">
                <a:latin typeface="Arial"/>
                <a:cs typeface="Arial"/>
              </a:rPr>
              <a:t> </a:t>
            </a:r>
            <a:r>
              <a:rPr dirty="0" smtClean="0" sz="1050" spc="99" b="1">
                <a:latin typeface="Arial"/>
                <a:cs typeface="Arial"/>
              </a:rPr>
              <a:t>p</a:t>
            </a:r>
            <a:r>
              <a:rPr dirty="0" smtClean="0" sz="1050" spc="99" b="1">
                <a:latin typeface="Arial"/>
                <a:cs typeface="Arial"/>
              </a:rPr>
              <a:t>e</a:t>
            </a:r>
            <a:r>
              <a:rPr dirty="0" smtClean="0" sz="1050" spc="99" b="1">
                <a:latin typeface="Arial"/>
                <a:cs typeface="Arial"/>
              </a:rPr>
              <a:t>n</a:t>
            </a:r>
            <a:r>
              <a:rPr dirty="0" smtClean="0" sz="1050" spc="99" b="1">
                <a:latin typeface="Arial"/>
                <a:cs typeface="Arial"/>
              </a:rPr>
              <a:t>u</a:t>
            </a:r>
            <a:r>
              <a:rPr dirty="0" smtClean="0" sz="1050" spc="99" b="1">
                <a:latin typeface="Arial"/>
                <a:cs typeface="Arial"/>
              </a:rPr>
              <a:t>r</a:t>
            </a:r>
            <a:r>
              <a:rPr dirty="0" smtClean="0" sz="1050" spc="99" b="1">
                <a:latin typeface="Arial"/>
                <a:cs typeface="Arial"/>
              </a:rPr>
              <a:t>u</a:t>
            </a:r>
            <a:r>
              <a:rPr dirty="0" smtClean="0" sz="1050" spc="99" b="1">
                <a:latin typeface="Arial"/>
                <a:cs typeface="Arial"/>
              </a:rPr>
              <a:t>n</a:t>
            </a:r>
            <a:r>
              <a:rPr dirty="0" smtClean="0" sz="1050" spc="99" b="1">
                <a:latin typeface="Arial"/>
                <a:cs typeface="Arial"/>
              </a:rPr>
              <a:t>a</a:t>
            </a:r>
            <a:r>
              <a:rPr dirty="0" smtClean="0" sz="1050" spc="99" b="1">
                <a:latin typeface="Arial"/>
                <a:cs typeface="Arial"/>
              </a:rPr>
              <a:t>n</a:t>
            </a:r>
            <a:r>
              <a:rPr dirty="0" smtClean="0" sz="1050" spc="99" b="1">
                <a:latin typeface="Arial"/>
                <a:cs typeface="Arial"/>
              </a:rPr>
              <a:t> </a:t>
            </a:r>
            <a:r>
              <a:rPr dirty="0" smtClean="0" sz="1050" spc="99" b="1">
                <a:latin typeface="Arial"/>
                <a:cs typeface="Arial"/>
              </a:rPr>
              <a:t>u</a:t>
            </a:r>
            <a:r>
              <a:rPr dirty="0" smtClean="0" sz="1050" spc="99" b="1">
                <a:latin typeface="Arial"/>
                <a:cs typeface="Arial"/>
              </a:rPr>
              <a:t>s</a:t>
            </a:r>
            <a:r>
              <a:rPr dirty="0" smtClean="0" sz="1050" spc="99" b="1">
                <a:latin typeface="Arial"/>
                <a:cs typeface="Arial"/>
              </a:rPr>
              <a:t>e</a:t>
            </a:r>
            <a:r>
              <a:rPr dirty="0" smtClean="0" sz="1050" spc="99" b="1">
                <a:latin typeface="Arial"/>
                <a:cs typeface="Arial"/>
              </a:rPr>
              <a:t>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82190" y="3638118"/>
            <a:ext cx="2770697" cy="117557"/>
          </a:xfrm>
          <a:prstGeom prst="rect">
            <a:avLst/>
          </a:prstGeom>
        </p:spPr>
        <p:txBody>
          <a:bodyPr wrap="square" lIns="0" tIns="3257" rIns="0" bIns="0" rtlCol="0">
            <a:noAutofit/>
          </a:bodyPr>
          <a:lstStyle/>
          <a:p>
            <a:pPr marL="25400">
              <a:lnSpc>
                <a:spcPts val="900"/>
              </a:lnSpc>
            </a:pPr>
            <a:endParaRPr sz="900"/>
          </a:p>
        </p:txBody>
      </p:sp>
      <p:sp>
        <p:nvSpPr>
          <p:cNvPr id="16" name="object 16"/>
          <p:cNvSpPr txBox="1"/>
          <p:nvPr/>
        </p:nvSpPr>
        <p:spPr>
          <a:xfrm>
            <a:off x="7452888" y="3638118"/>
            <a:ext cx="551497" cy="117557"/>
          </a:xfrm>
          <a:prstGeom prst="rect">
            <a:avLst/>
          </a:prstGeom>
        </p:spPr>
        <p:txBody>
          <a:bodyPr wrap="square" lIns="0" tIns="3257" rIns="0" bIns="0" rtlCol="0">
            <a:noAutofit/>
          </a:bodyPr>
          <a:lstStyle/>
          <a:p>
            <a:pPr marL="25400">
              <a:lnSpc>
                <a:spcPts val="900"/>
              </a:lnSpc>
            </a:pPr>
            <a:endParaRPr sz="900"/>
          </a:p>
        </p:txBody>
      </p:sp>
      <p:sp>
        <p:nvSpPr>
          <p:cNvPr id="15" name="object 15"/>
          <p:cNvSpPr txBox="1"/>
          <p:nvPr/>
        </p:nvSpPr>
        <p:spPr>
          <a:xfrm>
            <a:off x="8004385" y="3638118"/>
            <a:ext cx="826771" cy="117557"/>
          </a:xfrm>
          <a:prstGeom prst="rect">
            <a:avLst/>
          </a:prstGeom>
        </p:spPr>
        <p:txBody>
          <a:bodyPr wrap="square" lIns="0" tIns="3257" rIns="0" bIns="0" rtlCol="0">
            <a:noAutofit/>
          </a:bodyPr>
          <a:lstStyle/>
          <a:p>
            <a:pPr marL="25400">
              <a:lnSpc>
                <a:spcPts val="900"/>
              </a:lnSpc>
            </a:pPr>
            <a:endParaRPr sz="900"/>
          </a:p>
        </p:txBody>
      </p:sp>
      <p:sp>
        <p:nvSpPr>
          <p:cNvPr id="14" name="object 14"/>
          <p:cNvSpPr txBox="1"/>
          <p:nvPr/>
        </p:nvSpPr>
        <p:spPr>
          <a:xfrm>
            <a:off x="4682190" y="3755676"/>
            <a:ext cx="2352248" cy="2354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7034439" y="3755676"/>
            <a:ext cx="1384152" cy="2354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8418591" y="3755676"/>
            <a:ext cx="412565" cy="4689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4682190" y="3991118"/>
            <a:ext cx="1937464" cy="2334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6619654" y="3991118"/>
            <a:ext cx="1798937" cy="2334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682190" y="4224596"/>
            <a:ext cx="1662101" cy="235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6344291" y="4224596"/>
            <a:ext cx="2486865" cy="2355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682190" y="4460120"/>
            <a:ext cx="1108673" cy="351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5790864" y="4460120"/>
            <a:ext cx="3040292" cy="351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682190" y="4811569"/>
            <a:ext cx="555242" cy="3530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237432" y="4811569"/>
            <a:ext cx="3594448" cy="353058"/>
          </a:xfrm>
          <a:prstGeom prst="rect">
            <a:avLst/>
          </a:prstGeom>
        </p:spPr>
        <p:txBody>
          <a:bodyPr wrap="square" lIns="0" tIns="10055" rIns="0" bIns="0" rtlCol="0">
            <a:noAutofit/>
          </a:bodyPr>
          <a:lstStyle/>
          <a:p>
            <a:pPr marR="723">
              <a:lnSpc>
                <a:spcPts val="1300"/>
              </a:lnSpc>
            </a:pPr>
            <a:endParaRPr sz="1300"/>
          </a:p>
          <a:p>
            <a:pPr algn="r">
              <a:lnSpc>
                <a:spcPct val="95825"/>
              </a:lnSpc>
            </a:pPr>
            <a:r>
              <a:rPr dirty="0" smtClean="0" sz="1050" spc="95" b="1">
                <a:latin typeface="Arial"/>
                <a:cs typeface="Arial"/>
              </a:rPr>
              <a:t>p</a:t>
            </a:r>
            <a:r>
              <a:rPr dirty="0" smtClean="0" sz="1050" spc="95" b="1">
                <a:latin typeface="Arial"/>
                <a:cs typeface="Arial"/>
              </a:rPr>
              <a:t>e</a:t>
            </a:r>
            <a:r>
              <a:rPr dirty="0" smtClean="0" sz="1050" spc="95" b="1">
                <a:latin typeface="Arial"/>
                <a:cs typeface="Arial"/>
              </a:rPr>
              <a:t>r</a:t>
            </a:r>
            <a:r>
              <a:rPr dirty="0" smtClean="0" sz="1050" spc="95" b="1">
                <a:latin typeface="Arial"/>
                <a:cs typeface="Arial"/>
              </a:rPr>
              <a:t>a</a:t>
            </a:r>
            <a:r>
              <a:rPr dirty="0" smtClean="0" sz="1050" spc="95" b="1">
                <a:latin typeface="Arial"/>
                <a:cs typeface="Arial"/>
              </a:rPr>
              <a:t>l</a:t>
            </a:r>
            <a:r>
              <a:rPr dirty="0" smtClean="0" sz="1050" spc="95" b="1">
                <a:latin typeface="Arial"/>
                <a:cs typeface="Arial"/>
              </a:rPr>
              <a:t>a</a:t>
            </a:r>
            <a:r>
              <a:rPr dirty="0" smtClean="0" sz="1050" spc="95" b="1">
                <a:latin typeface="Arial"/>
                <a:cs typeface="Arial"/>
              </a:rPr>
              <a:t>t</a:t>
            </a:r>
            <a:r>
              <a:rPr dirty="0" smtClean="0" sz="1050" spc="95" b="1">
                <a:latin typeface="Arial"/>
                <a:cs typeface="Arial"/>
              </a:rPr>
              <a:t>a</a:t>
            </a:r>
            <a:r>
              <a:rPr dirty="0" smtClean="0" sz="1050" spc="95" b="1">
                <a:latin typeface="Arial"/>
                <a:cs typeface="Arial"/>
              </a:rPr>
              <a:t>n</a:t>
            </a:r>
            <a:r>
              <a:rPr dirty="0" smtClean="0" sz="1050" spc="95" b="1">
                <a:latin typeface="Arial"/>
                <a:cs typeface="Arial"/>
              </a:rPr>
              <a:t> </a:t>
            </a:r>
            <a:r>
              <a:rPr dirty="0" smtClean="0" sz="1050" spc="95" b="1">
                <a:latin typeface="Arial"/>
                <a:cs typeface="Arial"/>
              </a:rPr>
              <a:t>t</a:t>
            </a:r>
            <a:r>
              <a:rPr dirty="0" smtClean="0" sz="1050" spc="95" b="1">
                <a:latin typeface="Arial"/>
                <a:cs typeface="Arial"/>
              </a:rPr>
              <a:t>a</a:t>
            </a:r>
            <a:r>
              <a:rPr dirty="0" smtClean="0" sz="1050" spc="95" b="1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1447800"/>
            <a:ext cx="2971800" cy="4511040"/>
          </a:xfrm>
          <a:prstGeom prst="rect">
            <a:avLst/>
          </a:prstGeom>
        </p:spPr>
        <p:txBody>
          <a:bodyPr wrap="square" lIns="0" tIns="54610" rIns="0" bIns="0" rtlCol="0">
            <a:noAutofit/>
          </a:bodyPr>
          <a:lstStyle/>
          <a:p>
            <a:pPr marL="434657" marR="64853" indent="-343217">
              <a:lnSpc>
                <a:spcPct val="100041"/>
              </a:lnSpc>
              <a:tabLst>
                <a:tab pos="431800" algn="l"/>
              </a:tabLst>
            </a:pPr>
            <a:r>
              <a:rPr dirty="0" smtClean="0" sz="2000">
                <a:latin typeface="Arial"/>
                <a:cs typeface="Arial"/>
              </a:rPr>
              <a:t>	</a:t>
            </a:r>
            <a:r>
              <a:rPr dirty="0" smtClean="0" sz="2000">
                <a:latin typeface="Arial"/>
                <a:cs typeface="Arial"/>
              </a:rPr>
              <a:t>K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h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k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ko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ikasi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y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isa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p</a:t>
            </a:r>
            <a:r>
              <a:rPr dirty="0" smtClean="0" sz="2000">
                <a:latin typeface="Arial"/>
                <a:cs typeface="Arial"/>
              </a:rPr>
              <a:t>le</a:t>
            </a: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t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sikan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s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c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ra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c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p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t,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h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l,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ka</a:t>
            </a:r>
            <a:r>
              <a:rPr dirty="0" smtClean="0" sz="2000">
                <a:latin typeface="Arial"/>
                <a:cs typeface="Arial"/>
              </a:rPr>
              <a:t>p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sitas</a:t>
            </a:r>
            <a:r>
              <a:rPr dirty="0" smtClean="0" sz="2000">
                <a:latin typeface="Arial"/>
                <a:cs typeface="Arial"/>
              </a:rPr>
              <a:t> 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sar</a:t>
            </a:r>
            <a:endParaRPr sz="2000">
              <a:latin typeface="Arial"/>
              <a:cs typeface="Arial"/>
            </a:endParaRPr>
          </a:p>
          <a:p>
            <a:pPr marL="91439">
              <a:lnSpc>
                <a:spcPct val="95825"/>
              </a:lnSpc>
              <a:spcBef>
                <a:spcPts val="1203"/>
              </a:spcBef>
            </a:pPr>
            <a:r>
              <a:rPr dirty="0" smtClean="0" sz="2000" spc="0">
                <a:latin typeface="Arial"/>
                <a:cs typeface="Arial"/>
              </a:rPr>
              <a:t>•</a:t>
            </a:r>
            <a:r>
              <a:rPr dirty="0" smtClean="0" sz="2000" spc="0">
                <a:latin typeface="Arial"/>
                <a:cs typeface="Arial"/>
              </a:rPr>
              <a:t>  </a:t>
            </a:r>
            <a:r>
              <a:rPr dirty="0" smtClean="0" sz="2000" spc="338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st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lasi</a:t>
            </a:r>
            <a:r>
              <a:rPr dirty="0" smtClean="0" sz="2000" spc="-34">
                <a:latin typeface="Arial"/>
                <a:cs typeface="Arial"/>
              </a:rPr>
              <a:t> </a:t>
            </a:r>
            <a:r>
              <a:rPr dirty="0" smtClean="0" sz="2000" spc="9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-29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434657">
              <a:lnSpc>
                <a:spcPct val="95825"/>
              </a:lnSpc>
              <a:spcBef>
                <a:spcPts val="100"/>
              </a:spcBef>
            </a:pPr>
            <a:r>
              <a:rPr dirty="0" smtClean="0" sz="2000" spc="2">
                <a:latin typeface="Arial"/>
                <a:cs typeface="Arial"/>
              </a:rPr>
              <a:t>m</a:t>
            </a: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r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91439">
              <a:lnSpc>
                <a:spcPct val="95825"/>
              </a:lnSpc>
              <a:spcBef>
                <a:spcPts val="1302"/>
              </a:spcBef>
            </a:pPr>
            <a:r>
              <a:rPr dirty="0" smtClean="0" sz="2000" spc="0">
                <a:latin typeface="Arial"/>
                <a:cs typeface="Arial"/>
              </a:rPr>
              <a:t>•</a:t>
            </a:r>
            <a:r>
              <a:rPr dirty="0" smtClean="0" sz="2000" spc="0">
                <a:latin typeface="Arial"/>
                <a:cs typeface="Arial"/>
              </a:rPr>
              <a:t>  </a:t>
            </a:r>
            <a:r>
              <a:rPr dirty="0" smtClean="0" sz="2000" spc="338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9">
                <a:latin typeface="Arial"/>
                <a:cs typeface="Arial"/>
              </a:rPr>
              <a:t>e</a:t>
            </a:r>
            <a:r>
              <a:rPr dirty="0" smtClean="0" sz="2000" spc="9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b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-69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 marL="434657">
              <a:lnSpc>
                <a:spcPct val="95825"/>
              </a:lnSpc>
              <a:spcBef>
                <a:spcPts val="100"/>
              </a:spcBef>
            </a:pPr>
            <a:r>
              <a:rPr dirty="0" smtClean="0" sz="2000" spc="2">
                <a:latin typeface="Arial"/>
                <a:cs typeface="Arial"/>
              </a:rPr>
              <a:t>‘dic</a:t>
            </a:r>
            <a:r>
              <a:rPr dirty="0" smtClean="0" sz="2000" spc="2">
                <a:latin typeface="Arial"/>
                <a:cs typeface="Arial"/>
              </a:rPr>
              <a:t>i</a:t>
            </a:r>
            <a:r>
              <a:rPr dirty="0" smtClean="0" sz="2000" spc="2">
                <a:latin typeface="Arial"/>
                <a:cs typeface="Arial"/>
              </a:rPr>
              <a:t>cil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‘</a:t>
            </a:r>
            <a:endParaRPr sz="2000">
              <a:latin typeface="Arial"/>
              <a:cs typeface="Arial"/>
            </a:endParaRPr>
          </a:p>
          <a:p>
            <a:pPr marL="434657" marR="209934" indent="-343217">
              <a:lnSpc>
                <a:spcPct val="100041"/>
              </a:lnSpc>
              <a:spcBef>
                <a:spcPts val="1303"/>
              </a:spcBef>
              <a:tabLst>
                <a:tab pos="431800" algn="l"/>
              </a:tabLst>
            </a:pPr>
            <a:r>
              <a:rPr dirty="0" smtClean="0" sz="2000">
                <a:latin typeface="Arial"/>
                <a:cs typeface="Arial"/>
              </a:rPr>
              <a:t>	</a:t>
            </a:r>
            <a:r>
              <a:rPr dirty="0" smtClean="0" sz="2000" spc="0">
                <a:latin typeface="Arial"/>
                <a:cs typeface="Arial"/>
              </a:rPr>
              <a:t>Da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ja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-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rah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tid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ja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kau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le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x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838200"/>
            <a:ext cx="9525000" cy="383540"/>
          </a:xfrm>
          <a:prstGeom prst="rect">
            <a:avLst/>
          </a:prstGeom>
        </p:spPr>
        <p:txBody>
          <a:bodyPr wrap="square" lIns="0" tIns="16700" rIns="0" bIns="0" rtlCol="0">
            <a:noAutofit/>
          </a:bodyPr>
          <a:lstStyle/>
          <a:p>
            <a:pPr marL="91439">
              <a:lnSpc>
                <a:spcPts val="2630"/>
              </a:lnSpc>
            </a:pP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apa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w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l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commu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c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t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o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mba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g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p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at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790257" y="1362075"/>
            <a:ext cx="325120" cy="3378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740" y="100329"/>
            <a:ext cx="49357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2" b="1">
                <a:latin typeface="Arial"/>
                <a:cs typeface="Arial"/>
              </a:rPr>
              <a:t>B</a:t>
            </a:r>
            <a:r>
              <a:rPr dirty="0" smtClean="0" sz="3200" spc="2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493" y="100329"/>
            <a:ext cx="3353003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4" b="1">
                <a:latin typeface="Arial"/>
                <a:cs typeface="Arial"/>
              </a:rPr>
              <a:t>K</a:t>
            </a:r>
            <a:r>
              <a:rPr dirty="0" smtClean="0" sz="3200" spc="-4" b="1">
                <a:latin typeface="Arial"/>
                <a:cs typeface="Arial"/>
              </a:rPr>
              <a:t>o</a:t>
            </a:r>
            <a:r>
              <a:rPr dirty="0" smtClean="0" sz="3200" spc="-4" b="1">
                <a:latin typeface="Arial"/>
                <a:cs typeface="Arial"/>
              </a:rPr>
              <a:t>n</a:t>
            </a:r>
            <a:r>
              <a:rPr dirty="0" smtClean="0" sz="3200" spc="-4" b="1">
                <a:latin typeface="Arial"/>
                <a:cs typeface="Arial"/>
              </a:rPr>
              <a:t>sep</a:t>
            </a:r>
            <a:r>
              <a:rPr dirty="0" smtClean="0" sz="3200" spc="-4" b="1">
                <a:latin typeface="Arial"/>
                <a:cs typeface="Arial"/>
              </a:rPr>
              <a:t> </a:t>
            </a:r>
            <a:r>
              <a:rPr dirty="0" smtClean="0" sz="3200" spc="-4" b="1">
                <a:latin typeface="Arial"/>
                <a:cs typeface="Arial"/>
              </a:rPr>
              <a:t>W</a:t>
            </a:r>
            <a:r>
              <a:rPr dirty="0" smtClean="0" sz="3200" spc="-4" b="1">
                <a:latin typeface="Arial"/>
                <a:cs typeface="Arial"/>
              </a:rPr>
              <a:t>i</a:t>
            </a:r>
            <a:r>
              <a:rPr dirty="0" smtClean="0" sz="3200" spc="-4" b="1">
                <a:latin typeface="Arial"/>
                <a:cs typeface="Arial"/>
              </a:rPr>
              <a:t>r</a:t>
            </a:r>
            <a:r>
              <a:rPr dirty="0" smtClean="0" sz="3200" spc="-4" b="1">
                <a:latin typeface="Arial"/>
                <a:cs typeface="Arial"/>
              </a:rPr>
              <a:t>eless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457" y="1074451"/>
            <a:ext cx="8991977" cy="894664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43811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Latar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Bela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ang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eja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ah</a:t>
            </a:r>
            <a:endParaRPr sz="2400">
              <a:latin typeface="Arial"/>
              <a:cs typeface="Arial"/>
            </a:endParaRPr>
          </a:p>
          <a:p>
            <a:pPr marL="634999">
              <a:lnSpc>
                <a:spcPts val="2275"/>
              </a:lnSpc>
            </a:pP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rke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id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jal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ran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lek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ro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tik</a:t>
            </a:r>
            <a:endParaRPr sz="2000">
              <a:latin typeface="Arial"/>
              <a:cs typeface="Arial"/>
            </a:endParaRPr>
          </a:p>
          <a:p>
            <a:pPr marL="634999" marR="43811">
              <a:lnSpc>
                <a:spcPts val="2160"/>
              </a:lnSpc>
            </a:pPr>
            <a:r>
              <a:rPr dirty="0" smtClean="0" sz="2000" spc="0">
                <a:latin typeface="Arial"/>
                <a:cs typeface="Arial"/>
              </a:rPr>
              <a:t>serta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in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9994" y="2208458"/>
            <a:ext cx="13970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3275" y="2208458"/>
            <a:ext cx="7206522" cy="1460753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5343">
              <a:lnSpc>
                <a:spcPts val="1939"/>
              </a:lnSpc>
            </a:pPr>
            <a:r>
              <a:rPr dirty="0" smtClean="0" sz="1800" spc="44">
                <a:latin typeface="Arial"/>
                <a:cs typeface="Arial"/>
              </a:rPr>
              <a:t>Di</a:t>
            </a:r>
            <a:r>
              <a:rPr dirty="0" smtClean="0" sz="1800" spc="44">
                <a:latin typeface="Arial"/>
                <a:cs typeface="Arial"/>
              </a:rPr>
              <a:t>m</a:t>
            </a:r>
            <a:r>
              <a:rPr dirty="0" smtClean="0" sz="1800" spc="44">
                <a:latin typeface="Arial"/>
                <a:cs typeface="Arial"/>
              </a:rPr>
              <a:t>ulai</a:t>
            </a:r>
            <a:r>
              <a:rPr dirty="0" smtClean="0" sz="1800" spc="44">
                <a:latin typeface="Arial"/>
                <a:cs typeface="Arial"/>
              </a:rPr>
              <a:t> </a:t>
            </a:r>
            <a:r>
              <a:rPr dirty="0" smtClean="0" sz="1800" spc="44">
                <a:latin typeface="Arial"/>
                <a:cs typeface="Arial"/>
              </a:rPr>
              <a:t>tahun</a:t>
            </a:r>
            <a:r>
              <a:rPr dirty="0" smtClean="0" sz="1800" spc="44">
                <a:latin typeface="Arial"/>
                <a:cs typeface="Arial"/>
              </a:rPr>
              <a:t> </a:t>
            </a:r>
            <a:r>
              <a:rPr dirty="0" smtClean="0" sz="1800" spc="44">
                <a:latin typeface="Arial"/>
                <a:cs typeface="Arial"/>
              </a:rPr>
              <a:t>1867</a:t>
            </a:r>
            <a:r>
              <a:rPr dirty="0" smtClean="0" sz="1800" spc="44">
                <a:latin typeface="Arial"/>
                <a:cs typeface="Arial"/>
              </a:rPr>
              <a:t> </a:t>
            </a:r>
            <a:r>
              <a:rPr dirty="0" smtClean="0" sz="1800" spc="44" b="1">
                <a:latin typeface="Arial"/>
                <a:cs typeface="Arial"/>
              </a:rPr>
              <a:t>J</a:t>
            </a:r>
            <a:r>
              <a:rPr dirty="0" smtClean="0" sz="1800" spc="44" b="1">
                <a:latin typeface="Arial"/>
                <a:cs typeface="Arial"/>
              </a:rPr>
              <a:t>a</a:t>
            </a:r>
            <a:r>
              <a:rPr dirty="0" smtClean="0" sz="1800" spc="44" b="1">
                <a:latin typeface="Arial"/>
                <a:cs typeface="Arial"/>
              </a:rPr>
              <a:t>mes</a:t>
            </a:r>
            <a:r>
              <a:rPr dirty="0" smtClean="0" sz="1800" spc="44" b="1">
                <a:latin typeface="Arial"/>
                <a:cs typeface="Arial"/>
              </a:rPr>
              <a:t> </a:t>
            </a:r>
            <a:r>
              <a:rPr dirty="0" smtClean="0" sz="1800" spc="44" b="1">
                <a:latin typeface="Arial"/>
                <a:cs typeface="Arial"/>
              </a:rPr>
              <a:t>Clerk</a:t>
            </a:r>
            <a:r>
              <a:rPr dirty="0" smtClean="0" sz="1800" spc="44" b="1">
                <a:latin typeface="Arial"/>
                <a:cs typeface="Arial"/>
              </a:rPr>
              <a:t> </a:t>
            </a:r>
            <a:r>
              <a:rPr dirty="0" smtClean="0" sz="1800" spc="44" b="1">
                <a:latin typeface="Arial"/>
                <a:cs typeface="Arial"/>
              </a:rPr>
              <a:t>Ma</a:t>
            </a:r>
            <a:r>
              <a:rPr dirty="0" smtClean="0" sz="1800" spc="44" b="1">
                <a:latin typeface="Arial"/>
                <a:cs typeface="Arial"/>
              </a:rPr>
              <a:t>x</a:t>
            </a:r>
            <a:r>
              <a:rPr dirty="0" smtClean="0" sz="1800" spc="44" b="1">
                <a:latin typeface="Arial"/>
                <a:cs typeface="Arial"/>
              </a:rPr>
              <a:t>w</a:t>
            </a:r>
            <a:r>
              <a:rPr dirty="0" smtClean="0" sz="1800" spc="44" b="1">
                <a:latin typeface="Arial"/>
                <a:cs typeface="Arial"/>
              </a:rPr>
              <a:t>ell</a:t>
            </a:r>
            <a:r>
              <a:rPr dirty="0" smtClean="0" sz="1800" spc="44" b="1">
                <a:latin typeface="Arial"/>
                <a:cs typeface="Arial"/>
              </a:rPr>
              <a:t> </a:t>
            </a:r>
            <a:r>
              <a:rPr dirty="0" smtClean="0" sz="1800" spc="44">
                <a:latin typeface="Arial"/>
                <a:cs typeface="Arial"/>
              </a:rPr>
              <a:t>:</a:t>
            </a:r>
            <a:r>
              <a:rPr dirty="0" smtClean="0" sz="1800" spc="44">
                <a:latin typeface="Arial"/>
                <a:cs typeface="Arial"/>
              </a:rPr>
              <a:t> </a:t>
            </a:r>
            <a:r>
              <a:rPr dirty="0" smtClean="0" sz="1800" spc="44">
                <a:latin typeface="Arial"/>
                <a:cs typeface="Arial"/>
              </a:rPr>
              <a:t>P</a:t>
            </a:r>
            <a:r>
              <a:rPr dirty="0" smtClean="0" sz="1800" spc="44">
                <a:latin typeface="Arial"/>
                <a:cs typeface="Arial"/>
              </a:rPr>
              <a:t>enjalaran</a:t>
            </a:r>
            <a:r>
              <a:rPr dirty="0" smtClean="0" sz="1800" spc="44">
                <a:latin typeface="Arial"/>
                <a:cs typeface="Arial"/>
              </a:rPr>
              <a:t> </a:t>
            </a:r>
            <a:r>
              <a:rPr dirty="0" smtClean="0" sz="1800" spc="44">
                <a:latin typeface="Arial"/>
                <a:cs typeface="Arial"/>
              </a:rPr>
              <a:t>gelo</a:t>
            </a:r>
            <a:r>
              <a:rPr dirty="0" smtClean="0" sz="1800" spc="44">
                <a:latin typeface="Arial"/>
                <a:cs typeface="Arial"/>
              </a:rPr>
              <a:t>m</a:t>
            </a:r>
            <a:r>
              <a:rPr dirty="0" smtClean="0" sz="1800" spc="44">
                <a:latin typeface="Arial"/>
                <a:cs typeface="Arial"/>
              </a:rPr>
              <a:t>ba</a:t>
            </a:r>
            <a:r>
              <a:rPr dirty="0" smtClean="0" sz="1800" spc="44">
                <a:latin typeface="Arial"/>
                <a:cs typeface="Arial"/>
              </a:rPr>
              <a:t>n</a:t>
            </a:r>
            <a:r>
              <a:rPr dirty="0" smtClean="0" sz="1800" spc="44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213"/>
              </a:spcBef>
            </a:pPr>
            <a:r>
              <a:rPr dirty="0" smtClean="0" sz="1800">
                <a:latin typeface="Arial"/>
                <a:cs typeface="Arial"/>
              </a:rPr>
              <a:t>EM</a:t>
            </a:r>
            <a:r>
              <a:rPr dirty="0" smtClean="0" sz="1800">
                <a:latin typeface="Arial"/>
                <a:cs typeface="Arial"/>
              </a:rPr>
              <a:t> </a:t>
            </a:r>
            <a:r>
              <a:rPr dirty="0" smtClean="0" sz="1800">
                <a:latin typeface="Arial"/>
                <a:cs typeface="Arial"/>
              </a:rPr>
              <a:t>pada</a:t>
            </a:r>
            <a:r>
              <a:rPr dirty="0" smtClean="0" sz="1800">
                <a:latin typeface="Arial"/>
                <a:cs typeface="Arial"/>
              </a:rPr>
              <a:t> </a:t>
            </a:r>
            <a:r>
              <a:rPr dirty="0" smtClean="0" sz="1800">
                <a:latin typeface="Arial"/>
                <a:cs typeface="Arial"/>
              </a:rPr>
              <a:t> </a:t>
            </a:r>
            <a:r>
              <a:rPr dirty="0" smtClean="0" sz="1800">
                <a:latin typeface="Arial"/>
                <a:cs typeface="Arial"/>
              </a:rPr>
              <a:t>ruang</a:t>
            </a:r>
            <a:r>
              <a:rPr dirty="0" smtClean="0" sz="1800">
                <a:latin typeface="Arial"/>
                <a:cs typeface="Arial"/>
              </a:rPr>
              <a:t> </a:t>
            </a:r>
            <a:r>
              <a:rPr dirty="0" smtClean="0" sz="1800">
                <a:latin typeface="Arial"/>
                <a:cs typeface="Arial"/>
              </a:rPr>
              <a:t>bebas</a:t>
            </a:r>
            <a:r>
              <a:rPr dirty="0" smtClean="0" sz="1800">
                <a:latin typeface="Arial"/>
                <a:cs typeface="Arial"/>
              </a:rPr>
              <a:t> </a:t>
            </a:r>
            <a:r>
              <a:rPr dirty="0" smtClean="0" sz="1800">
                <a:latin typeface="Arial"/>
                <a:cs typeface="Arial"/>
              </a:rPr>
              <a:t>udar</a:t>
            </a:r>
            <a:r>
              <a:rPr dirty="0" smtClean="0" sz="1800">
                <a:latin typeface="Arial"/>
                <a:cs typeface="Arial"/>
              </a:rPr>
              <a:t>a</a:t>
            </a:r>
            <a:r>
              <a:rPr dirty="0" smtClean="0" sz="180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10"/>
              </a:spcBef>
            </a:pPr>
            <a:r>
              <a:rPr dirty="0" smtClean="0" sz="1800" spc="48">
                <a:latin typeface="Arial"/>
                <a:cs typeface="Arial"/>
              </a:rPr>
              <a:t>T</a:t>
            </a:r>
            <a:r>
              <a:rPr dirty="0" smtClean="0" sz="1800" spc="48">
                <a:latin typeface="Arial"/>
                <a:cs typeface="Arial"/>
              </a:rPr>
              <a:t>ahun</a:t>
            </a:r>
            <a:r>
              <a:rPr dirty="0" smtClean="0" sz="1800" spc="48">
                <a:latin typeface="Arial"/>
                <a:cs typeface="Arial"/>
              </a:rPr>
              <a:t> </a:t>
            </a:r>
            <a:r>
              <a:rPr dirty="0" smtClean="0" sz="1800" spc="48">
                <a:latin typeface="Arial"/>
                <a:cs typeface="Arial"/>
              </a:rPr>
              <a:t>1888</a:t>
            </a:r>
            <a:r>
              <a:rPr dirty="0" smtClean="0" sz="1800" spc="48">
                <a:latin typeface="Arial"/>
                <a:cs typeface="Arial"/>
              </a:rPr>
              <a:t> </a:t>
            </a:r>
            <a:r>
              <a:rPr dirty="0" smtClean="0" sz="1800" spc="48" b="1">
                <a:latin typeface="Arial"/>
                <a:cs typeface="Arial"/>
              </a:rPr>
              <a:t>Heinrich</a:t>
            </a:r>
            <a:r>
              <a:rPr dirty="0" smtClean="0" sz="1800" spc="48" b="1">
                <a:latin typeface="Arial"/>
                <a:cs typeface="Arial"/>
              </a:rPr>
              <a:t> </a:t>
            </a:r>
            <a:r>
              <a:rPr dirty="0" smtClean="0" sz="1800" spc="48" b="1">
                <a:latin typeface="Arial"/>
                <a:cs typeface="Arial"/>
              </a:rPr>
              <a:t>Hertz</a:t>
            </a:r>
            <a:r>
              <a:rPr dirty="0" smtClean="0" sz="1800" spc="48" b="1">
                <a:latin typeface="Arial"/>
                <a:cs typeface="Arial"/>
              </a:rPr>
              <a:t> </a:t>
            </a:r>
            <a:r>
              <a:rPr dirty="0" smtClean="0" sz="1800" spc="48">
                <a:latin typeface="Arial"/>
                <a:cs typeface="Arial"/>
              </a:rPr>
              <a:t>:</a:t>
            </a:r>
            <a:r>
              <a:rPr dirty="0" smtClean="0" sz="1800" spc="48">
                <a:latin typeface="Arial"/>
                <a:cs typeface="Arial"/>
              </a:rPr>
              <a:t> </a:t>
            </a:r>
            <a:r>
              <a:rPr dirty="0" smtClean="0" sz="1800" spc="48">
                <a:latin typeface="Arial"/>
                <a:cs typeface="Arial"/>
              </a:rPr>
              <a:t>Percobaan</a:t>
            </a:r>
            <a:r>
              <a:rPr dirty="0" smtClean="0" sz="1800" spc="48">
                <a:latin typeface="Arial"/>
                <a:cs typeface="Arial"/>
              </a:rPr>
              <a:t> </a:t>
            </a:r>
            <a:r>
              <a:rPr dirty="0" smtClean="0" sz="1800" spc="48">
                <a:latin typeface="Arial"/>
                <a:cs typeface="Arial"/>
              </a:rPr>
              <a:t>radiasi</a:t>
            </a:r>
            <a:r>
              <a:rPr dirty="0" smtClean="0" sz="1800" spc="48">
                <a:latin typeface="Arial"/>
                <a:cs typeface="Arial"/>
              </a:rPr>
              <a:t> </a:t>
            </a:r>
            <a:r>
              <a:rPr dirty="0" smtClean="0" sz="1800" spc="48">
                <a:latin typeface="Arial"/>
                <a:cs typeface="Arial"/>
              </a:rPr>
              <a:t>energi</a:t>
            </a:r>
            <a:r>
              <a:rPr dirty="0" smtClean="0" sz="1800" spc="48">
                <a:latin typeface="Arial"/>
                <a:cs typeface="Arial"/>
              </a:rPr>
              <a:t> </a:t>
            </a:r>
            <a:r>
              <a:rPr dirty="0" smtClean="0" sz="1800" spc="48">
                <a:latin typeface="Arial"/>
                <a:cs typeface="Arial"/>
              </a:rPr>
              <a:t>gelo</a:t>
            </a:r>
            <a:r>
              <a:rPr dirty="0" smtClean="0" sz="1800" spc="48">
                <a:latin typeface="Arial"/>
                <a:cs typeface="Arial"/>
              </a:rPr>
              <a:t>m</a:t>
            </a:r>
            <a:r>
              <a:rPr dirty="0" smtClean="0" sz="1800" spc="48">
                <a:latin typeface="Arial"/>
                <a:cs typeface="Arial"/>
              </a:rPr>
              <a:t>bang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310"/>
              </a:spcBef>
            </a:pPr>
            <a:r>
              <a:rPr dirty="0" smtClean="0" sz="1800" spc="1">
                <a:latin typeface="Arial"/>
                <a:cs typeface="Arial"/>
              </a:rPr>
              <a:t>EM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y</a:t>
            </a:r>
            <a:r>
              <a:rPr dirty="0" smtClean="0" sz="1800" spc="1">
                <a:latin typeface="Arial"/>
                <a:cs typeface="Arial"/>
              </a:rPr>
              <a:t>ang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perta</a:t>
            </a:r>
            <a:r>
              <a:rPr dirty="0" smtClean="0" sz="1800" spc="1">
                <a:latin typeface="Arial"/>
                <a:cs typeface="Arial"/>
              </a:rPr>
              <a:t>m</a:t>
            </a:r>
            <a:r>
              <a:rPr dirty="0" smtClean="0" sz="1800" spc="1">
                <a:latin typeface="Arial"/>
                <a:cs typeface="Arial"/>
              </a:rPr>
              <a:t>a</a:t>
            </a:r>
            <a:r>
              <a:rPr dirty="0" smtClean="0" sz="1800" spc="1">
                <a:latin typeface="Arial"/>
                <a:cs typeface="Arial"/>
              </a:rPr>
              <a:t>k</a:t>
            </a:r>
            <a:r>
              <a:rPr dirty="0" smtClean="0" sz="1800" spc="1">
                <a:latin typeface="Arial"/>
                <a:cs typeface="Arial"/>
              </a:rPr>
              <a:t>ali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290"/>
              </a:spcBef>
            </a:pPr>
            <a:r>
              <a:rPr dirty="0" smtClean="0" sz="1800" spc="-2">
                <a:latin typeface="Arial"/>
                <a:cs typeface="Arial"/>
              </a:rPr>
              <a:t>T</a:t>
            </a:r>
            <a:r>
              <a:rPr dirty="0" smtClean="0" sz="1800" spc="-2">
                <a:latin typeface="Arial"/>
                <a:cs typeface="Arial"/>
              </a:rPr>
              <a:t>ahun</a:t>
            </a:r>
            <a:r>
              <a:rPr dirty="0" smtClean="0" sz="1800" spc="-2">
                <a:latin typeface="Arial"/>
                <a:cs typeface="Arial"/>
              </a:rPr>
              <a:t> </a:t>
            </a:r>
            <a:r>
              <a:rPr dirty="0" smtClean="0" sz="1800" spc="-2">
                <a:latin typeface="Arial"/>
                <a:cs typeface="Arial"/>
              </a:rPr>
              <a:t>1892</a:t>
            </a:r>
            <a:r>
              <a:rPr dirty="0" smtClean="0" sz="1800" spc="-2">
                <a:latin typeface="Arial"/>
                <a:cs typeface="Arial"/>
              </a:rPr>
              <a:t> </a:t>
            </a:r>
            <a:r>
              <a:rPr dirty="0" smtClean="0" sz="1800" spc="-2" b="1">
                <a:latin typeface="Arial"/>
                <a:cs typeface="Arial"/>
              </a:rPr>
              <a:t>Edouard</a:t>
            </a:r>
            <a:r>
              <a:rPr dirty="0" smtClean="0" sz="1800" spc="-2" b="1">
                <a:latin typeface="Arial"/>
                <a:cs typeface="Arial"/>
              </a:rPr>
              <a:t> </a:t>
            </a:r>
            <a:r>
              <a:rPr dirty="0" smtClean="0" sz="1800" spc="-2" b="1">
                <a:latin typeface="Arial"/>
                <a:cs typeface="Arial"/>
              </a:rPr>
              <a:t>Branly</a:t>
            </a:r>
            <a:r>
              <a:rPr dirty="0" smtClean="0" sz="1800" spc="-2" b="1">
                <a:latin typeface="Arial"/>
                <a:cs typeface="Arial"/>
              </a:rPr>
              <a:t> </a:t>
            </a:r>
            <a:r>
              <a:rPr dirty="0" smtClean="0" sz="1800" spc="-2">
                <a:latin typeface="Arial"/>
                <a:cs typeface="Arial"/>
              </a:rPr>
              <a:t>:</a:t>
            </a:r>
            <a:r>
              <a:rPr dirty="0" smtClean="0" sz="1800" spc="-2">
                <a:latin typeface="Arial"/>
                <a:cs typeface="Arial"/>
              </a:rPr>
              <a:t> </a:t>
            </a:r>
            <a:r>
              <a:rPr dirty="0" smtClean="0" sz="1800" spc="-2">
                <a:latin typeface="Arial"/>
                <a:cs typeface="Arial"/>
              </a:rPr>
              <a:t>Dete</a:t>
            </a:r>
            <a:r>
              <a:rPr dirty="0" smtClean="0" sz="1800" spc="-2">
                <a:latin typeface="Arial"/>
                <a:cs typeface="Arial"/>
              </a:rPr>
              <a:t>k</a:t>
            </a:r>
            <a:r>
              <a:rPr dirty="0" smtClean="0" sz="1800" spc="-2">
                <a:latin typeface="Arial"/>
                <a:cs typeface="Arial"/>
              </a:rPr>
              <a:t>tor</a:t>
            </a:r>
            <a:r>
              <a:rPr dirty="0" smtClean="0" sz="1800" spc="-2">
                <a:latin typeface="Arial"/>
                <a:cs typeface="Arial"/>
              </a:rPr>
              <a:t> </a:t>
            </a:r>
            <a:r>
              <a:rPr dirty="0" smtClean="0" sz="1800" spc="-2">
                <a:latin typeface="Arial"/>
                <a:cs typeface="Arial"/>
              </a:rPr>
              <a:t>radio</a:t>
            </a:r>
            <a:r>
              <a:rPr dirty="0" smtClean="0" sz="1800" spc="-2">
                <a:latin typeface="Arial"/>
                <a:cs typeface="Arial"/>
              </a:rPr>
              <a:t> </a:t>
            </a:r>
            <a:r>
              <a:rPr dirty="0" smtClean="0" sz="1800" spc="-2">
                <a:latin typeface="Arial"/>
                <a:cs typeface="Arial"/>
              </a:rPr>
              <a:t>y</a:t>
            </a:r>
            <a:r>
              <a:rPr dirty="0" smtClean="0" sz="1800" spc="-2">
                <a:latin typeface="Arial"/>
                <a:cs typeface="Arial"/>
              </a:rPr>
              <a:t>ang</a:t>
            </a:r>
            <a:r>
              <a:rPr dirty="0" smtClean="0" sz="1800" spc="-2">
                <a:latin typeface="Arial"/>
                <a:cs typeface="Arial"/>
              </a:rPr>
              <a:t> </a:t>
            </a:r>
            <a:r>
              <a:rPr dirty="0" smtClean="0" sz="1800" spc="-2">
                <a:latin typeface="Arial"/>
                <a:cs typeface="Arial"/>
              </a:rPr>
              <a:t>perta</a:t>
            </a:r>
            <a:r>
              <a:rPr dirty="0" smtClean="0" sz="1800" spc="-2">
                <a:latin typeface="Arial"/>
                <a:cs typeface="Arial"/>
              </a:rPr>
              <a:t>m</a:t>
            </a:r>
            <a:r>
              <a:rPr dirty="0" smtClean="0" sz="1800" spc="-2">
                <a:latin typeface="Arial"/>
                <a:cs typeface="Arial"/>
              </a:rPr>
              <a:t>a</a:t>
            </a:r>
            <a:r>
              <a:rPr dirty="0" smtClean="0" sz="1800" spc="-2">
                <a:latin typeface="Arial"/>
                <a:cs typeface="Arial"/>
              </a:rPr>
              <a:t>k</a:t>
            </a:r>
            <a:r>
              <a:rPr dirty="0" smtClean="0" sz="1800" spc="-2">
                <a:latin typeface="Arial"/>
                <a:cs typeface="Arial"/>
              </a:rPr>
              <a:t>ali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9994" y="2813232"/>
            <a:ext cx="13970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9994" y="3415212"/>
            <a:ext cx="139700" cy="55664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13"/>
              </a:spcBef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73275" y="3717853"/>
            <a:ext cx="682396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39">
                <a:latin typeface="Arial"/>
                <a:cs typeface="Arial"/>
              </a:rPr>
              <a:t>T</a:t>
            </a:r>
            <a:r>
              <a:rPr dirty="0" smtClean="0" sz="1800" spc="-39">
                <a:latin typeface="Arial"/>
                <a:cs typeface="Arial"/>
              </a:rPr>
              <a:t>ahun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8295" y="3717853"/>
            <a:ext cx="568959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1895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9396" y="3717853"/>
            <a:ext cx="1177086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b="1">
                <a:latin typeface="Arial"/>
                <a:cs typeface="Arial"/>
              </a:rPr>
              <a:t>Guglielmo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2510" y="3717853"/>
            <a:ext cx="93614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b="1">
                <a:latin typeface="Arial"/>
                <a:cs typeface="Arial"/>
              </a:rPr>
              <a:t>Marconi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91784" y="3717853"/>
            <a:ext cx="2216759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18">
                <a:latin typeface="Arial"/>
                <a:cs typeface="Arial"/>
              </a:rPr>
              <a:t>perta</a:t>
            </a:r>
            <a:r>
              <a:rPr dirty="0" smtClean="0" sz="1800" spc="18">
                <a:latin typeface="Arial"/>
                <a:cs typeface="Arial"/>
              </a:rPr>
              <a:t>m</a:t>
            </a:r>
            <a:r>
              <a:rPr dirty="0" smtClean="0" sz="1800" spc="18">
                <a:latin typeface="Arial"/>
                <a:cs typeface="Arial"/>
              </a:rPr>
              <a:t>a</a:t>
            </a:r>
            <a:r>
              <a:rPr dirty="0" smtClean="0" sz="1800" spc="18">
                <a:latin typeface="Arial"/>
                <a:cs typeface="Arial"/>
              </a:rPr>
              <a:t>k</a:t>
            </a:r>
            <a:r>
              <a:rPr dirty="0" smtClean="0" sz="1800" spc="18">
                <a:latin typeface="Arial"/>
                <a:cs typeface="Arial"/>
              </a:rPr>
              <a:t>ali</a:t>
            </a:r>
            <a:r>
              <a:rPr dirty="0" smtClean="0" sz="1800" spc="18">
                <a:latin typeface="Arial"/>
                <a:cs typeface="Arial"/>
              </a:rPr>
              <a:t> </a:t>
            </a:r>
            <a:r>
              <a:rPr dirty="0" smtClean="0" sz="1800" spc="18">
                <a:latin typeface="Arial"/>
                <a:cs typeface="Arial"/>
              </a:rPr>
              <a:t> </a:t>
            </a:r>
            <a:r>
              <a:rPr dirty="0" smtClean="0" sz="1800" spc="18">
                <a:latin typeface="Arial"/>
                <a:cs typeface="Arial"/>
              </a:rPr>
              <a:t>berhasil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1726" y="3717853"/>
            <a:ext cx="1052957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2">
                <a:latin typeface="Arial"/>
                <a:cs typeface="Arial"/>
              </a:rPr>
              <a:t>m</a:t>
            </a:r>
            <a:r>
              <a:rPr dirty="0" smtClean="0" sz="1800" spc="2">
                <a:latin typeface="Arial"/>
                <a:cs typeface="Arial"/>
              </a:rPr>
              <a:t>encapai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3275" y="4019986"/>
            <a:ext cx="7206724" cy="206571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9430">
              <a:lnSpc>
                <a:spcPts val="1939"/>
              </a:lnSpc>
            </a:pPr>
            <a:r>
              <a:rPr dirty="0" smtClean="0" sz="1800" spc="0">
                <a:latin typeface="Arial"/>
                <a:cs typeface="Arial"/>
              </a:rPr>
              <a:t>k</a:t>
            </a:r>
            <a:r>
              <a:rPr dirty="0" smtClean="0" sz="1800" spc="0">
                <a:latin typeface="Arial"/>
                <a:cs typeface="Arial"/>
              </a:rPr>
              <a:t>o</a:t>
            </a:r>
            <a:r>
              <a:rPr dirty="0" smtClean="0" sz="1800" spc="0">
                <a:latin typeface="Arial"/>
                <a:cs typeface="Arial"/>
              </a:rPr>
              <a:t>m</a:t>
            </a:r>
            <a:r>
              <a:rPr dirty="0" smtClean="0" sz="1800" spc="0">
                <a:latin typeface="Arial"/>
                <a:cs typeface="Arial"/>
              </a:rPr>
              <a:t>uni</a:t>
            </a:r>
            <a:r>
              <a:rPr dirty="0" smtClean="0" sz="1800" spc="0">
                <a:latin typeface="Arial"/>
                <a:cs typeface="Arial"/>
              </a:rPr>
              <a:t>k</a:t>
            </a:r>
            <a:r>
              <a:rPr dirty="0" smtClean="0" sz="1800" spc="0">
                <a:latin typeface="Arial"/>
                <a:cs typeface="Arial"/>
              </a:rPr>
              <a:t>asi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end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to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end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w</a:t>
            </a:r>
            <a:r>
              <a:rPr dirty="0" smtClean="0" sz="1800" spc="0">
                <a:latin typeface="Arial"/>
                <a:cs typeface="Arial"/>
              </a:rPr>
              <a:t>ireless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sejauh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¾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m</a:t>
            </a:r>
            <a:r>
              <a:rPr dirty="0" smtClean="0" sz="1800" spc="0">
                <a:latin typeface="Arial"/>
                <a:cs typeface="Arial"/>
              </a:rPr>
              <a:t>i</a:t>
            </a:r>
            <a:r>
              <a:rPr dirty="0" smtClean="0" sz="1800" spc="0">
                <a:latin typeface="Arial"/>
                <a:cs typeface="Arial"/>
              </a:rPr>
              <a:t>l</a:t>
            </a:r>
            <a:r>
              <a:rPr dirty="0" smtClean="0" sz="1800" spc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213"/>
              </a:spcBef>
            </a:pPr>
            <a:r>
              <a:rPr dirty="0" smtClean="0" sz="1800" spc="-3">
                <a:latin typeface="Arial"/>
                <a:cs typeface="Arial"/>
              </a:rPr>
              <a:t>T</a:t>
            </a:r>
            <a:r>
              <a:rPr dirty="0" smtClean="0" sz="1800" spc="-3">
                <a:latin typeface="Arial"/>
                <a:cs typeface="Arial"/>
              </a:rPr>
              <a:t>ah</a:t>
            </a:r>
            <a:r>
              <a:rPr dirty="0" smtClean="0" sz="1800" spc="-3">
                <a:latin typeface="Arial"/>
                <a:cs typeface="Arial"/>
              </a:rPr>
              <a:t>u</a:t>
            </a:r>
            <a:r>
              <a:rPr dirty="0" smtClean="0" sz="1800" spc="-3">
                <a:latin typeface="Arial"/>
                <a:cs typeface="Arial"/>
              </a:rPr>
              <a:t>n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1901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m</a:t>
            </a:r>
            <a:r>
              <a:rPr dirty="0" smtClean="0" sz="1800" spc="-3">
                <a:latin typeface="Arial"/>
                <a:cs typeface="Arial"/>
              </a:rPr>
              <a:t>an</a:t>
            </a:r>
            <a:r>
              <a:rPr dirty="0" smtClean="0" sz="1800" spc="-3">
                <a:latin typeface="Arial"/>
                <a:cs typeface="Arial"/>
              </a:rPr>
              <a:t>u</a:t>
            </a:r>
            <a:r>
              <a:rPr dirty="0" smtClean="0" sz="1800" spc="-3">
                <a:latin typeface="Arial"/>
                <a:cs typeface="Arial"/>
              </a:rPr>
              <a:t>sia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ber</a:t>
            </a:r>
            <a:r>
              <a:rPr dirty="0" smtClean="0" sz="1800" spc="-3">
                <a:latin typeface="Arial"/>
                <a:cs typeface="Arial"/>
              </a:rPr>
              <a:t>h</a:t>
            </a:r>
            <a:r>
              <a:rPr dirty="0" smtClean="0" sz="1800" spc="-3">
                <a:latin typeface="Arial"/>
                <a:cs typeface="Arial"/>
              </a:rPr>
              <a:t>asil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m</a:t>
            </a:r>
            <a:r>
              <a:rPr dirty="0" smtClean="0" sz="1800" spc="-3">
                <a:latin typeface="Arial"/>
                <a:cs typeface="Arial"/>
              </a:rPr>
              <a:t>en</a:t>
            </a:r>
            <a:r>
              <a:rPr dirty="0" smtClean="0" sz="1800" spc="-3">
                <a:latin typeface="Arial"/>
                <a:cs typeface="Arial"/>
              </a:rPr>
              <a:t>g</a:t>
            </a:r>
            <a:r>
              <a:rPr dirty="0" smtClean="0" sz="1800" spc="-3">
                <a:latin typeface="Arial"/>
                <a:cs typeface="Arial"/>
              </a:rPr>
              <a:t>iri</a:t>
            </a:r>
            <a:r>
              <a:rPr dirty="0" smtClean="0" sz="1800" spc="-3">
                <a:latin typeface="Arial"/>
                <a:cs typeface="Arial"/>
              </a:rPr>
              <a:t>m</a:t>
            </a:r>
            <a:r>
              <a:rPr dirty="0" smtClean="0" sz="1800" spc="-3">
                <a:latin typeface="Arial"/>
                <a:cs typeface="Arial"/>
              </a:rPr>
              <a:t>k</a:t>
            </a:r>
            <a:r>
              <a:rPr dirty="0" smtClean="0" sz="1800" spc="-3">
                <a:latin typeface="Arial"/>
                <a:cs typeface="Arial"/>
              </a:rPr>
              <a:t>an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pesan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tra</a:t>
            </a:r>
            <a:r>
              <a:rPr dirty="0" smtClean="0" sz="1800" spc="-3">
                <a:latin typeface="Arial"/>
                <a:cs typeface="Arial"/>
              </a:rPr>
              <a:t>n</a:t>
            </a:r>
            <a:r>
              <a:rPr dirty="0" smtClean="0" sz="1800" spc="-3">
                <a:latin typeface="Arial"/>
                <a:cs typeface="Arial"/>
              </a:rPr>
              <a:t>s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atl</a:t>
            </a:r>
            <a:r>
              <a:rPr dirty="0" smtClean="0" sz="1800" spc="-3">
                <a:latin typeface="Arial"/>
                <a:cs typeface="Arial"/>
              </a:rPr>
              <a:t>a</a:t>
            </a:r>
            <a:r>
              <a:rPr dirty="0" smtClean="0" sz="1800" spc="-3">
                <a:latin typeface="Arial"/>
                <a:cs typeface="Arial"/>
              </a:rPr>
              <a:t>ntic</a:t>
            </a:r>
            <a:endParaRPr sz="1800">
              <a:latin typeface="Arial"/>
              <a:cs typeface="Arial"/>
            </a:endParaRPr>
          </a:p>
          <a:p>
            <a:pPr marL="12700" marR="15315">
              <a:lnSpc>
                <a:spcPts val="2121"/>
              </a:lnSpc>
              <a:spcBef>
                <a:spcPts val="310"/>
              </a:spcBef>
            </a:pPr>
            <a:r>
              <a:rPr dirty="0" smtClean="0" sz="1800" spc="-200">
                <a:latin typeface="Arial"/>
                <a:cs typeface="Arial"/>
              </a:rPr>
              <a:t>T</a:t>
            </a:r>
            <a:r>
              <a:rPr dirty="0" smtClean="0" sz="1800" spc="0">
                <a:latin typeface="Arial"/>
                <a:cs typeface="Arial"/>
              </a:rPr>
              <a:t>ahun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159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1906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164">
                <a:latin typeface="Arial"/>
                <a:cs typeface="Arial"/>
              </a:rPr>
              <a:t> </a:t>
            </a:r>
            <a:r>
              <a:rPr dirty="0" smtClean="0" sz="1800" spc="0" b="1">
                <a:latin typeface="Arial"/>
                <a:cs typeface="Arial"/>
              </a:rPr>
              <a:t>Reginald</a:t>
            </a:r>
            <a:r>
              <a:rPr dirty="0" smtClean="0" sz="1800" spc="0" b="1">
                <a:latin typeface="Arial"/>
                <a:cs typeface="Arial"/>
              </a:rPr>
              <a:t> </a:t>
            </a:r>
            <a:r>
              <a:rPr dirty="0" smtClean="0" sz="1800" spc="164" b="1">
                <a:latin typeface="Arial"/>
                <a:cs typeface="Arial"/>
              </a:rPr>
              <a:t> </a:t>
            </a:r>
            <a:r>
              <a:rPr dirty="0" smtClean="0" sz="1800" spc="0" b="1">
                <a:latin typeface="Arial"/>
                <a:cs typeface="Arial"/>
              </a:rPr>
              <a:t>Fessenden</a:t>
            </a:r>
            <a:r>
              <a:rPr dirty="0" smtClean="0" sz="1800" spc="0" b="1">
                <a:latin typeface="Arial"/>
                <a:cs typeface="Arial"/>
              </a:rPr>
              <a:t> </a:t>
            </a:r>
            <a:r>
              <a:rPr dirty="0" smtClean="0" sz="1800" spc="159" b="1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: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159">
                <a:latin typeface="Arial"/>
                <a:cs typeface="Arial"/>
              </a:rPr>
              <a:t> </a:t>
            </a:r>
            <a:r>
              <a:rPr dirty="0" smtClean="0" sz="1800" spc="-59">
                <a:latin typeface="Arial"/>
                <a:cs typeface="Arial"/>
              </a:rPr>
              <a:t>T</a:t>
            </a:r>
            <a:r>
              <a:rPr dirty="0" smtClean="0" sz="1800" spc="0">
                <a:latin typeface="Arial"/>
                <a:cs typeface="Arial"/>
              </a:rPr>
              <a:t>rans</a:t>
            </a:r>
            <a:r>
              <a:rPr dirty="0" smtClean="0" sz="1800" spc="19">
                <a:latin typeface="Arial"/>
                <a:cs typeface="Arial"/>
              </a:rPr>
              <a:t>m</a:t>
            </a:r>
            <a:r>
              <a:rPr dirty="0" smtClean="0" sz="1800" spc="0">
                <a:latin typeface="Arial"/>
                <a:cs typeface="Arial"/>
              </a:rPr>
              <a:t>isi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149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radio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164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siaran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179">
                <a:latin typeface="Arial"/>
                <a:cs typeface="Arial"/>
              </a:rPr>
              <a:t> </a:t>
            </a:r>
            <a:r>
              <a:rPr dirty="0" smtClean="0" sz="1800" spc="-39">
                <a:latin typeface="Arial"/>
                <a:cs typeface="Arial"/>
              </a:rPr>
              <a:t>y</a:t>
            </a:r>
            <a:r>
              <a:rPr dirty="0" smtClean="0" sz="1800" spc="0">
                <a:latin typeface="Arial"/>
                <a:cs typeface="Arial"/>
              </a:rPr>
              <a:t>ang</a:t>
            </a:r>
            <a:r>
              <a:rPr dirty="0" smtClean="0" sz="1800" spc="0"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  <a:p>
            <a:pPr marL="12700" marR="15315">
              <a:lnSpc>
                <a:spcPts val="2069"/>
              </a:lnSpc>
              <a:spcBef>
                <a:spcPts val="297"/>
              </a:spcBef>
            </a:pPr>
            <a:r>
              <a:rPr dirty="0" smtClean="0" sz="1800" spc="0">
                <a:latin typeface="Arial"/>
                <a:cs typeface="Arial"/>
              </a:rPr>
              <a:t>perta</a:t>
            </a:r>
            <a:r>
              <a:rPr dirty="0" smtClean="0" sz="1800" spc="0">
                <a:latin typeface="Arial"/>
                <a:cs typeface="Arial"/>
              </a:rPr>
              <a:t>m</a:t>
            </a:r>
            <a:r>
              <a:rPr dirty="0" smtClean="0" sz="1800" spc="0">
                <a:latin typeface="Arial"/>
                <a:cs typeface="Arial"/>
              </a:rPr>
              <a:t>a</a:t>
            </a:r>
            <a:r>
              <a:rPr dirty="0" smtClean="0" sz="1800" spc="0">
                <a:latin typeface="Arial"/>
                <a:cs typeface="Arial"/>
              </a:rPr>
              <a:t>k</a:t>
            </a:r>
            <a:r>
              <a:rPr dirty="0" smtClean="0" sz="1800" spc="0">
                <a:latin typeface="Arial"/>
                <a:cs typeface="Arial"/>
              </a:rPr>
              <a:t>alin</a:t>
            </a:r>
            <a:r>
              <a:rPr dirty="0" smtClean="0" sz="1800" spc="0">
                <a:latin typeface="Arial"/>
                <a:cs typeface="Arial"/>
              </a:rPr>
              <a:t>y</a:t>
            </a:r>
            <a:r>
              <a:rPr dirty="0" smtClean="0" sz="1800" spc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14"/>
              </a:spcBef>
            </a:pPr>
            <a:r>
              <a:rPr dirty="0" smtClean="0" sz="1800" spc="6">
                <a:latin typeface="Arial"/>
                <a:cs typeface="Arial"/>
              </a:rPr>
              <a:t>T</a:t>
            </a:r>
            <a:r>
              <a:rPr dirty="0" smtClean="0" sz="1800" spc="6">
                <a:latin typeface="Arial"/>
                <a:cs typeface="Arial"/>
              </a:rPr>
              <a:t>ah</a:t>
            </a:r>
            <a:r>
              <a:rPr dirty="0" smtClean="0" sz="1800" spc="6">
                <a:latin typeface="Arial"/>
                <a:cs typeface="Arial"/>
              </a:rPr>
              <a:t>u</a:t>
            </a:r>
            <a:r>
              <a:rPr dirty="0" smtClean="0" sz="1800" spc="6">
                <a:latin typeface="Arial"/>
                <a:cs typeface="Arial"/>
              </a:rPr>
              <a:t>n</a:t>
            </a:r>
            <a:r>
              <a:rPr dirty="0" smtClean="0" sz="1800" spc="6">
                <a:latin typeface="Arial"/>
                <a:cs typeface="Arial"/>
              </a:rPr>
              <a:t> </a:t>
            </a:r>
            <a:r>
              <a:rPr dirty="0" smtClean="0" sz="1800" spc="6">
                <a:latin typeface="Arial"/>
                <a:cs typeface="Arial"/>
              </a:rPr>
              <a:t>1933</a:t>
            </a:r>
            <a:r>
              <a:rPr dirty="0" smtClean="0" sz="1800" spc="6">
                <a:latin typeface="Arial"/>
                <a:cs typeface="Arial"/>
              </a:rPr>
              <a:t> </a:t>
            </a:r>
            <a:r>
              <a:rPr dirty="0" smtClean="0" sz="1800" spc="6" b="1">
                <a:latin typeface="Arial"/>
                <a:cs typeface="Arial"/>
              </a:rPr>
              <a:t>E</a:t>
            </a:r>
            <a:r>
              <a:rPr dirty="0" smtClean="0" sz="1800" spc="6" b="1">
                <a:latin typeface="Arial"/>
                <a:cs typeface="Arial"/>
              </a:rPr>
              <a:t>d</a:t>
            </a:r>
            <a:r>
              <a:rPr dirty="0" smtClean="0" sz="1800" spc="6" b="1">
                <a:latin typeface="Arial"/>
                <a:cs typeface="Arial"/>
              </a:rPr>
              <a:t>w</a:t>
            </a:r>
            <a:r>
              <a:rPr dirty="0" smtClean="0" sz="1800" spc="6" b="1">
                <a:latin typeface="Arial"/>
                <a:cs typeface="Arial"/>
              </a:rPr>
              <a:t>in</a:t>
            </a:r>
            <a:r>
              <a:rPr dirty="0" smtClean="0" sz="1800" spc="6" b="1">
                <a:latin typeface="Arial"/>
                <a:cs typeface="Arial"/>
              </a:rPr>
              <a:t> </a:t>
            </a:r>
            <a:r>
              <a:rPr dirty="0" smtClean="0" sz="1800" spc="6" b="1">
                <a:latin typeface="Arial"/>
                <a:cs typeface="Arial"/>
              </a:rPr>
              <a:t>H</a:t>
            </a:r>
            <a:r>
              <a:rPr dirty="0" smtClean="0" sz="1800" spc="6" b="1">
                <a:latin typeface="Arial"/>
                <a:cs typeface="Arial"/>
              </a:rPr>
              <a:t>o</a:t>
            </a:r>
            <a:r>
              <a:rPr dirty="0" smtClean="0" sz="1800" spc="6" b="1">
                <a:latin typeface="Arial"/>
                <a:cs typeface="Arial"/>
              </a:rPr>
              <a:t>ward</a:t>
            </a:r>
            <a:r>
              <a:rPr dirty="0" smtClean="0" sz="1800" spc="6" b="1">
                <a:latin typeface="Arial"/>
                <a:cs typeface="Arial"/>
              </a:rPr>
              <a:t> </a:t>
            </a:r>
            <a:r>
              <a:rPr dirty="0" smtClean="0" sz="1800" spc="6" b="1">
                <a:latin typeface="Arial"/>
                <a:cs typeface="Arial"/>
              </a:rPr>
              <a:t>A</a:t>
            </a:r>
            <a:r>
              <a:rPr dirty="0" smtClean="0" sz="1800" spc="6" b="1">
                <a:latin typeface="Arial"/>
                <a:cs typeface="Arial"/>
              </a:rPr>
              <a:t>rm</a:t>
            </a:r>
            <a:r>
              <a:rPr dirty="0" smtClean="0" sz="1800" spc="6" b="1">
                <a:latin typeface="Arial"/>
                <a:cs typeface="Arial"/>
              </a:rPr>
              <a:t>s</a:t>
            </a:r>
            <a:r>
              <a:rPr dirty="0" smtClean="0" sz="1800" spc="6" b="1">
                <a:latin typeface="Arial"/>
                <a:cs typeface="Arial"/>
              </a:rPr>
              <a:t>trong</a:t>
            </a:r>
            <a:r>
              <a:rPr dirty="0" smtClean="0" sz="1800" spc="6" b="1">
                <a:latin typeface="Arial"/>
                <a:cs typeface="Arial"/>
              </a:rPr>
              <a:t> </a:t>
            </a:r>
            <a:r>
              <a:rPr dirty="0" smtClean="0" sz="1800" spc="6">
                <a:latin typeface="Arial"/>
                <a:cs typeface="Arial"/>
              </a:rPr>
              <a:t>m</a:t>
            </a:r>
            <a:r>
              <a:rPr dirty="0" smtClean="0" sz="1800" spc="6">
                <a:latin typeface="Arial"/>
                <a:cs typeface="Arial"/>
              </a:rPr>
              <a:t>en</a:t>
            </a:r>
            <a:r>
              <a:rPr dirty="0" smtClean="0" sz="1800" spc="6">
                <a:latin typeface="Arial"/>
                <a:cs typeface="Arial"/>
              </a:rPr>
              <a:t>e</a:t>
            </a:r>
            <a:r>
              <a:rPr dirty="0" smtClean="0" sz="1800" spc="6">
                <a:latin typeface="Arial"/>
                <a:cs typeface="Arial"/>
              </a:rPr>
              <a:t>m</a:t>
            </a:r>
            <a:r>
              <a:rPr dirty="0" smtClean="0" sz="1800" spc="6">
                <a:latin typeface="Arial"/>
                <a:cs typeface="Arial"/>
              </a:rPr>
              <a:t>u</a:t>
            </a:r>
            <a:r>
              <a:rPr dirty="0" smtClean="0" sz="1800" spc="6">
                <a:latin typeface="Arial"/>
                <a:cs typeface="Arial"/>
              </a:rPr>
              <a:t>k</a:t>
            </a:r>
            <a:r>
              <a:rPr dirty="0" smtClean="0" sz="1800" spc="6">
                <a:latin typeface="Arial"/>
                <a:cs typeface="Arial"/>
              </a:rPr>
              <a:t>an</a:t>
            </a:r>
            <a:r>
              <a:rPr dirty="0" smtClean="0" sz="1800" spc="6">
                <a:latin typeface="Arial"/>
                <a:cs typeface="Arial"/>
              </a:rPr>
              <a:t> </a:t>
            </a:r>
            <a:r>
              <a:rPr dirty="0" smtClean="0" sz="1800" spc="6">
                <a:latin typeface="Arial"/>
                <a:cs typeface="Arial"/>
              </a:rPr>
              <a:t>FM</a:t>
            </a:r>
            <a:r>
              <a:rPr dirty="0" smtClean="0" sz="1800" spc="6">
                <a:latin typeface="Arial"/>
                <a:cs typeface="Arial"/>
              </a:rPr>
              <a:t> </a:t>
            </a:r>
            <a:r>
              <a:rPr dirty="0" smtClean="0" sz="1800" spc="6">
                <a:latin typeface="Arial"/>
                <a:cs typeface="Arial"/>
              </a:rPr>
              <a:t>(</a:t>
            </a:r>
            <a:r>
              <a:rPr dirty="0" smtClean="0" sz="1800" spc="6">
                <a:latin typeface="Arial"/>
                <a:cs typeface="Arial"/>
              </a:rPr>
              <a:t> </a:t>
            </a:r>
            <a:r>
              <a:rPr dirty="0" smtClean="0" sz="1800" spc="6">
                <a:latin typeface="Arial"/>
                <a:cs typeface="Arial"/>
              </a:rPr>
              <a:t>Fre</a:t>
            </a:r>
            <a:r>
              <a:rPr dirty="0" smtClean="0" sz="1800" spc="6">
                <a:latin typeface="Arial"/>
                <a:cs typeface="Arial"/>
              </a:rPr>
              <a:t>q</a:t>
            </a:r>
            <a:r>
              <a:rPr dirty="0" smtClean="0" sz="1800" spc="6">
                <a:latin typeface="Arial"/>
                <a:cs typeface="Arial"/>
              </a:rPr>
              <a:t>ue</a:t>
            </a:r>
            <a:r>
              <a:rPr dirty="0" smtClean="0" sz="1800" spc="6">
                <a:latin typeface="Arial"/>
                <a:cs typeface="Arial"/>
              </a:rPr>
              <a:t>n</a:t>
            </a:r>
            <a:r>
              <a:rPr dirty="0" smtClean="0" sz="1800" spc="6">
                <a:latin typeface="Arial"/>
                <a:cs typeface="Arial"/>
              </a:rPr>
              <a:t>cy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310"/>
              </a:spcBef>
            </a:pPr>
            <a:r>
              <a:rPr dirty="0" smtClean="0" sz="1800">
                <a:latin typeface="Arial"/>
                <a:cs typeface="Arial"/>
              </a:rPr>
              <a:t>Modulation</a:t>
            </a:r>
            <a:r>
              <a:rPr dirty="0" smtClean="0" sz="1800">
                <a:latin typeface="Arial"/>
                <a:cs typeface="Arial"/>
              </a:rPr>
              <a:t> </a:t>
            </a:r>
            <a:r>
              <a:rPr dirty="0" smtClean="0" sz="180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310"/>
              </a:spcBef>
            </a:pPr>
            <a:r>
              <a:rPr dirty="0" smtClean="0" sz="1800" spc="1">
                <a:latin typeface="Arial"/>
                <a:cs typeface="Arial"/>
              </a:rPr>
              <a:t>Per</a:t>
            </a:r>
            <a:r>
              <a:rPr dirty="0" smtClean="0" sz="1800" spc="1">
                <a:latin typeface="Arial"/>
                <a:cs typeface="Arial"/>
              </a:rPr>
              <a:t>k</a:t>
            </a:r>
            <a:r>
              <a:rPr dirty="0" smtClean="0" sz="1800" spc="1">
                <a:latin typeface="Arial"/>
                <a:cs typeface="Arial"/>
              </a:rPr>
              <a:t>e</a:t>
            </a:r>
            <a:r>
              <a:rPr dirty="0" smtClean="0" sz="1800" spc="1">
                <a:latin typeface="Arial"/>
                <a:cs typeface="Arial"/>
              </a:rPr>
              <a:t>m</a:t>
            </a:r>
            <a:r>
              <a:rPr dirty="0" smtClean="0" sz="1800" spc="1">
                <a:latin typeface="Arial"/>
                <a:cs typeface="Arial"/>
              </a:rPr>
              <a:t>bangan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berlanjut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dengan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siste</a:t>
            </a:r>
            <a:r>
              <a:rPr dirty="0" smtClean="0" sz="1800" spc="1">
                <a:latin typeface="Arial"/>
                <a:cs typeface="Arial"/>
              </a:rPr>
              <a:t>m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y</a:t>
            </a:r>
            <a:r>
              <a:rPr dirty="0" smtClean="0" sz="1800" spc="1">
                <a:latin typeface="Arial"/>
                <a:cs typeface="Arial"/>
              </a:rPr>
              <a:t>ang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m</a:t>
            </a:r>
            <a:r>
              <a:rPr dirty="0" smtClean="0" sz="1800" spc="1">
                <a:latin typeface="Arial"/>
                <a:cs typeface="Arial"/>
              </a:rPr>
              <a:t>a</a:t>
            </a:r>
            <a:r>
              <a:rPr dirty="0" smtClean="0" sz="1800" spc="1">
                <a:latin typeface="Arial"/>
                <a:cs typeface="Arial"/>
              </a:rPr>
              <a:t>k</a:t>
            </a:r>
            <a:r>
              <a:rPr dirty="0" smtClean="0" sz="1800" spc="1">
                <a:latin typeface="Arial"/>
                <a:cs typeface="Arial"/>
              </a:rPr>
              <a:t>in</a:t>
            </a:r>
            <a:r>
              <a:rPr dirty="0" smtClean="0" sz="1800" spc="1">
                <a:latin typeface="Arial"/>
                <a:cs typeface="Arial"/>
              </a:rPr>
              <a:t> </a:t>
            </a:r>
            <a:r>
              <a:rPr dirty="0" smtClean="0" sz="1800" spc="1">
                <a:latin typeface="Arial"/>
                <a:cs typeface="Arial"/>
              </a:rPr>
              <a:t>k</a:t>
            </a:r>
            <a:r>
              <a:rPr dirty="0" smtClean="0" sz="1800" spc="1">
                <a:latin typeface="Arial"/>
                <a:cs typeface="Arial"/>
              </a:rPr>
              <a:t>o</a:t>
            </a:r>
            <a:r>
              <a:rPr dirty="0" smtClean="0" sz="1800" spc="1">
                <a:latin typeface="Arial"/>
                <a:cs typeface="Arial"/>
              </a:rPr>
              <a:t>m</a:t>
            </a:r>
            <a:r>
              <a:rPr dirty="0" smtClean="0" sz="1800" spc="1">
                <a:latin typeface="Arial"/>
                <a:cs typeface="Arial"/>
              </a:rPr>
              <a:t>ple</a:t>
            </a:r>
            <a:r>
              <a:rPr dirty="0" smtClean="0" sz="1800" spc="1">
                <a:latin typeface="Arial"/>
                <a:cs typeface="Arial"/>
              </a:rPr>
              <a:t>k</a:t>
            </a:r>
            <a:r>
              <a:rPr dirty="0" smtClean="0" sz="1800" spc="1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994" y="4321988"/>
            <a:ext cx="139858" cy="55689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213"/>
              </a:spcBef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9994" y="5226609"/>
            <a:ext cx="139858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9994" y="5831704"/>
            <a:ext cx="13970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85960" y="6472848"/>
            <a:ext cx="20781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6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5411470" y="1449070"/>
            <a:ext cx="1600200" cy="990600"/>
          </a:xfrm>
          <a:custGeom>
            <a:avLst/>
            <a:gdLst/>
            <a:ahLst/>
            <a:cxnLst/>
            <a:rect l="l" t="t" r="r" b="b"/>
            <a:pathLst>
              <a:path w="1600200" h="990600">
                <a:moveTo>
                  <a:pt x="0" y="495300"/>
                </a:moveTo>
                <a:lnTo>
                  <a:pt x="2652" y="535923"/>
                </a:lnTo>
                <a:lnTo>
                  <a:pt x="10473" y="575642"/>
                </a:lnTo>
                <a:lnTo>
                  <a:pt x="23255" y="614330"/>
                </a:lnTo>
                <a:lnTo>
                  <a:pt x="40794" y="651857"/>
                </a:lnTo>
                <a:lnTo>
                  <a:pt x="62882" y="688097"/>
                </a:lnTo>
                <a:lnTo>
                  <a:pt x="89315" y="722923"/>
                </a:lnTo>
                <a:lnTo>
                  <a:pt x="119885" y="756207"/>
                </a:lnTo>
                <a:lnTo>
                  <a:pt x="154387" y="787822"/>
                </a:lnTo>
                <a:lnTo>
                  <a:pt x="192615" y="817640"/>
                </a:lnTo>
                <a:lnTo>
                  <a:pt x="234362" y="845534"/>
                </a:lnTo>
                <a:lnTo>
                  <a:pt x="279423" y="871376"/>
                </a:lnTo>
                <a:lnTo>
                  <a:pt x="327592" y="895039"/>
                </a:lnTo>
                <a:lnTo>
                  <a:pt x="378663" y="916395"/>
                </a:lnTo>
                <a:lnTo>
                  <a:pt x="432430" y="935317"/>
                </a:lnTo>
                <a:lnTo>
                  <a:pt x="488686" y="951678"/>
                </a:lnTo>
                <a:lnTo>
                  <a:pt x="547225" y="965350"/>
                </a:lnTo>
                <a:lnTo>
                  <a:pt x="607842" y="976205"/>
                </a:lnTo>
                <a:lnTo>
                  <a:pt x="670331" y="984117"/>
                </a:lnTo>
                <a:lnTo>
                  <a:pt x="734486" y="988958"/>
                </a:lnTo>
                <a:lnTo>
                  <a:pt x="800100" y="990600"/>
                </a:lnTo>
                <a:lnTo>
                  <a:pt x="865713" y="988958"/>
                </a:lnTo>
                <a:lnTo>
                  <a:pt x="929868" y="984117"/>
                </a:lnTo>
                <a:lnTo>
                  <a:pt x="992357" y="976205"/>
                </a:lnTo>
                <a:lnTo>
                  <a:pt x="1052974" y="965350"/>
                </a:lnTo>
                <a:lnTo>
                  <a:pt x="1111513" y="951678"/>
                </a:lnTo>
                <a:lnTo>
                  <a:pt x="1167769" y="935317"/>
                </a:lnTo>
                <a:lnTo>
                  <a:pt x="1221536" y="916395"/>
                </a:lnTo>
                <a:lnTo>
                  <a:pt x="1272607" y="895039"/>
                </a:lnTo>
                <a:lnTo>
                  <a:pt x="1320776" y="871376"/>
                </a:lnTo>
                <a:lnTo>
                  <a:pt x="1365837" y="845534"/>
                </a:lnTo>
                <a:lnTo>
                  <a:pt x="1407584" y="817640"/>
                </a:lnTo>
                <a:lnTo>
                  <a:pt x="1445812" y="787822"/>
                </a:lnTo>
                <a:lnTo>
                  <a:pt x="1480314" y="756207"/>
                </a:lnTo>
                <a:lnTo>
                  <a:pt x="1510884" y="722923"/>
                </a:lnTo>
                <a:lnTo>
                  <a:pt x="1537317" y="688097"/>
                </a:lnTo>
                <a:lnTo>
                  <a:pt x="1559405" y="651857"/>
                </a:lnTo>
                <a:lnTo>
                  <a:pt x="1576944" y="614330"/>
                </a:lnTo>
                <a:lnTo>
                  <a:pt x="1589726" y="575642"/>
                </a:lnTo>
                <a:lnTo>
                  <a:pt x="1597547" y="535923"/>
                </a:lnTo>
                <a:lnTo>
                  <a:pt x="1600200" y="495300"/>
                </a:lnTo>
                <a:lnTo>
                  <a:pt x="1597547" y="454676"/>
                </a:lnTo>
                <a:lnTo>
                  <a:pt x="1589726" y="414957"/>
                </a:lnTo>
                <a:lnTo>
                  <a:pt x="1576944" y="376269"/>
                </a:lnTo>
                <a:lnTo>
                  <a:pt x="1559405" y="338742"/>
                </a:lnTo>
                <a:lnTo>
                  <a:pt x="1537317" y="302502"/>
                </a:lnTo>
                <a:lnTo>
                  <a:pt x="1510884" y="267676"/>
                </a:lnTo>
                <a:lnTo>
                  <a:pt x="1480314" y="234392"/>
                </a:lnTo>
                <a:lnTo>
                  <a:pt x="1445812" y="202777"/>
                </a:lnTo>
                <a:lnTo>
                  <a:pt x="1407584" y="172959"/>
                </a:lnTo>
                <a:lnTo>
                  <a:pt x="1365837" y="145065"/>
                </a:lnTo>
                <a:lnTo>
                  <a:pt x="1320776" y="119223"/>
                </a:lnTo>
                <a:lnTo>
                  <a:pt x="1272607" y="95560"/>
                </a:lnTo>
                <a:lnTo>
                  <a:pt x="1221536" y="74204"/>
                </a:lnTo>
                <a:lnTo>
                  <a:pt x="1167769" y="55282"/>
                </a:lnTo>
                <a:lnTo>
                  <a:pt x="1111513" y="38921"/>
                </a:lnTo>
                <a:lnTo>
                  <a:pt x="1052974" y="25249"/>
                </a:lnTo>
                <a:lnTo>
                  <a:pt x="992357" y="14394"/>
                </a:lnTo>
                <a:lnTo>
                  <a:pt x="929868" y="6482"/>
                </a:lnTo>
                <a:lnTo>
                  <a:pt x="865713" y="1641"/>
                </a:lnTo>
                <a:lnTo>
                  <a:pt x="800100" y="0"/>
                </a:lnTo>
                <a:lnTo>
                  <a:pt x="734486" y="1641"/>
                </a:lnTo>
                <a:lnTo>
                  <a:pt x="670331" y="6482"/>
                </a:lnTo>
                <a:lnTo>
                  <a:pt x="607842" y="14394"/>
                </a:lnTo>
                <a:lnTo>
                  <a:pt x="547225" y="25249"/>
                </a:lnTo>
                <a:lnTo>
                  <a:pt x="488686" y="38921"/>
                </a:lnTo>
                <a:lnTo>
                  <a:pt x="432430" y="55282"/>
                </a:lnTo>
                <a:lnTo>
                  <a:pt x="378663" y="74204"/>
                </a:lnTo>
                <a:lnTo>
                  <a:pt x="327592" y="95560"/>
                </a:lnTo>
                <a:lnTo>
                  <a:pt x="279423" y="119223"/>
                </a:lnTo>
                <a:lnTo>
                  <a:pt x="234362" y="145065"/>
                </a:lnTo>
                <a:lnTo>
                  <a:pt x="192615" y="172959"/>
                </a:lnTo>
                <a:lnTo>
                  <a:pt x="154387" y="202777"/>
                </a:lnTo>
                <a:lnTo>
                  <a:pt x="119885" y="234392"/>
                </a:lnTo>
                <a:lnTo>
                  <a:pt x="89315" y="267676"/>
                </a:lnTo>
                <a:lnTo>
                  <a:pt x="62882" y="302502"/>
                </a:lnTo>
                <a:lnTo>
                  <a:pt x="40794" y="338742"/>
                </a:lnTo>
                <a:lnTo>
                  <a:pt x="23255" y="376269"/>
                </a:lnTo>
                <a:lnTo>
                  <a:pt x="10473" y="414957"/>
                </a:lnTo>
                <a:lnTo>
                  <a:pt x="2652" y="454676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5411470" y="1449070"/>
            <a:ext cx="1600200" cy="990600"/>
          </a:xfrm>
          <a:custGeom>
            <a:avLst/>
            <a:gdLst/>
            <a:ahLst/>
            <a:cxnLst/>
            <a:rect l="l" t="t" r="r" b="b"/>
            <a:pathLst>
              <a:path w="1600200" h="990600">
                <a:moveTo>
                  <a:pt x="0" y="495300"/>
                </a:moveTo>
                <a:lnTo>
                  <a:pt x="2652" y="454676"/>
                </a:lnTo>
                <a:lnTo>
                  <a:pt x="10473" y="414957"/>
                </a:lnTo>
                <a:lnTo>
                  <a:pt x="23255" y="376269"/>
                </a:lnTo>
                <a:lnTo>
                  <a:pt x="40794" y="338742"/>
                </a:lnTo>
                <a:lnTo>
                  <a:pt x="62882" y="302502"/>
                </a:lnTo>
                <a:lnTo>
                  <a:pt x="89315" y="267676"/>
                </a:lnTo>
                <a:lnTo>
                  <a:pt x="119885" y="234392"/>
                </a:lnTo>
                <a:lnTo>
                  <a:pt x="154387" y="202777"/>
                </a:lnTo>
                <a:lnTo>
                  <a:pt x="192615" y="172959"/>
                </a:lnTo>
                <a:lnTo>
                  <a:pt x="234362" y="145065"/>
                </a:lnTo>
                <a:lnTo>
                  <a:pt x="279423" y="119223"/>
                </a:lnTo>
                <a:lnTo>
                  <a:pt x="327592" y="95560"/>
                </a:lnTo>
                <a:lnTo>
                  <a:pt x="378663" y="74204"/>
                </a:lnTo>
                <a:lnTo>
                  <a:pt x="432430" y="55282"/>
                </a:lnTo>
                <a:lnTo>
                  <a:pt x="488686" y="38921"/>
                </a:lnTo>
                <a:lnTo>
                  <a:pt x="547225" y="25249"/>
                </a:lnTo>
                <a:lnTo>
                  <a:pt x="607842" y="14394"/>
                </a:lnTo>
                <a:lnTo>
                  <a:pt x="670331" y="6482"/>
                </a:lnTo>
                <a:lnTo>
                  <a:pt x="734486" y="1641"/>
                </a:lnTo>
                <a:lnTo>
                  <a:pt x="800100" y="0"/>
                </a:lnTo>
                <a:lnTo>
                  <a:pt x="865713" y="1641"/>
                </a:lnTo>
                <a:lnTo>
                  <a:pt x="929868" y="6482"/>
                </a:lnTo>
                <a:lnTo>
                  <a:pt x="992357" y="14394"/>
                </a:lnTo>
                <a:lnTo>
                  <a:pt x="1052974" y="25249"/>
                </a:lnTo>
                <a:lnTo>
                  <a:pt x="1111513" y="38921"/>
                </a:lnTo>
                <a:lnTo>
                  <a:pt x="1167769" y="55282"/>
                </a:lnTo>
                <a:lnTo>
                  <a:pt x="1221536" y="74204"/>
                </a:lnTo>
                <a:lnTo>
                  <a:pt x="1272607" y="95560"/>
                </a:lnTo>
                <a:lnTo>
                  <a:pt x="1320776" y="119223"/>
                </a:lnTo>
                <a:lnTo>
                  <a:pt x="1365837" y="145065"/>
                </a:lnTo>
                <a:lnTo>
                  <a:pt x="1407584" y="172959"/>
                </a:lnTo>
                <a:lnTo>
                  <a:pt x="1445812" y="202777"/>
                </a:lnTo>
                <a:lnTo>
                  <a:pt x="1480314" y="234392"/>
                </a:lnTo>
                <a:lnTo>
                  <a:pt x="1510884" y="267676"/>
                </a:lnTo>
                <a:lnTo>
                  <a:pt x="1537317" y="302502"/>
                </a:lnTo>
                <a:lnTo>
                  <a:pt x="1559405" y="338742"/>
                </a:lnTo>
                <a:lnTo>
                  <a:pt x="1576944" y="376269"/>
                </a:lnTo>
                <a:lnTo>
                  <a:pt x="1589726" y="414957"/>
                </a:lnTo>
                <a:lnTo>
                  <a:pt x="1597547" y="454676"/>
                </a:lnTo>
                <a:lnTo>
                  <a:pt x="1600200" y="495300"/>
                </a:lnTo>
                <a:lnTo>
                  <a:pt x="1597547" y="535923"/>
                </a:lnTo>
                <a:lnTo>
                  <a:pt x="1589726" y="575642"/>
                </a:lnTo>
                <a:lnTo>
                  <a:pt x="1576944" y="614330"/>
                </a:lnTo>
                <a:lnTo>
                  <a:pt x="1559405" y="651857"/>
                </a:lnTo>
                <a:lnTo>
                  <a:pt x="1537317" y="688097"/>
                </a:lnTo>
                <a:lnTo>
                  <a:pt x="1510884" y="722923"/>
                </a:lnTo>
                <a:lnTo>
                  <a:pt x="1480314" y="756207"/>
                </a:lnTo>
                <a:lnTo>
                  <a:pt x="1445812" y="787822"/>
                </a:lnTo>
                <a:lnTo>
                  <a:pt x="1407584" y="817640"/>
                </a:lnTo>
                <a:lnTo>
                  <a:pt x="1365837" y="845534"/>
                </a:lnTo>
                <a:lnTo>
                  <a:pt x="1320776" y="871376"/>
                </a:lnTo>
                <a:lnTo>
                  <a:pt x="1272607" y="895039"/>
                </a:lnTo>
                <a:lnTo>
                  <a:pt x="1221536" y="916395"/>
                </a:lnTo>
                <a:lnTo>
                  <a:pt x="1167769" y="935317"/>
                </a:lnTo>
                <a:lnTo>
                  <a:pt x="1111513" y="951678"/>
                </a:lnTo>
                <a:lnTo>
                  <a:pt x="1052974" y="965350"/>
                </a:lnTo>
                <a:lnTo>
                  <a:pt x="992357" y="976205"/>
                </a:lnTo>
                <a:lnTo>
                  <a:pt x="929868" y="984117"/>
                </a:lnTo>
                <a:lnTo>
                  <a:pt x="865713" y="988958"/>
                </a:lnTo>
                <a:lnTo>
                  <a:pt x="800100" y="990600"/>
                </a:lnTo>
                <a:lnTo>
                  <a:pt x="734486" y="988958"/>
                </a:lnTo>
                <a:lnTo>
                  <a:pt x="670331" y="984117"/>
                </a:lnTo>
                <a:lnTo>
                  <a:pt x="607842" y="976205"/>
                </a:lnTo>
                <a:lnTo>
                  <a:pt x="547225" y="965350"/>
                </a:lnTo>
                <a:lnTo>
                  <a:pt x="488686" y="951678"/>
                </a:lnTo>
                <a:lnTo>
                  <a:pt x="432430" y="935317"/>
                </a:lnTo>
                <a:lnTo>
                  <a:pt x="378663" y="916395"/>
                </a:lnTo>
                <a:lnTo>
                  <a:pt x="327592" y="895039"/>
                </a:lnTo>
                <a:lnTo>
                  <a:pt x="279423" y="871376"/>
                </a:lnTo>
                <a:lnTo>
                  <a:pt x="234362" y="845534"/>
                </a:lnTo>
                <a:lnTo>
                  <a:pt x="192615" y="817640"/>
                </a:lnTo>
                <a:lnTo>
                  <a:pt x="154387" y="787822"/>
                </a:lnTo>
                <a:lnTo>
                  <a:pt x="119885" y="756207"/>
                </a:lnTo>
                <a:lnTo>
                  <a:pt x="89315" y="722923"/>
                </a:lnTo>
                <a:lnTo>
                  <a:pt x="62882" y="688097"/>
                </a:lnTo>
                <a:lnTo>
                  <a:pt x="40794" y="651857"/>
                </a:lnTo>
                <a:lnTo>
                  <a:pt x="23255" y="614330"/>
                </a:lnTo>
                <a:lnTo>
                  <a:pt x="10473" y="575642"/>
                </a:lnTo>
                <a:lnTo>
                  <a:pt x="2652" y="535923"/>
                </a:lnTo>
                <a:lnTo>
                  <a:pt x="0" y="495300"/>
                </a:lnTo>
                <a:close/>
              </a:path>
            </a:pathLst>
          </a:custGeom>
          <a:ln w="27940">
            <a:solidFill>
              <a:srgbClr val="FF33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404035" y="1580432"/>
            <a:ext cx="2976959" cy="0"/>
          </a:xfrm>
          <a:custGeom>
            <a:avLst/>
            <a:gdLst/>
            <a:ahLst/>
            <a:cxnLst/>
            <a:rect l="l" t="t" r="r" b="b"/>
            <a:pathLst>
              <a:path w="2976959" h="0">
                <a:moveTo>
                  <a:pt x="0" y="0"/>
                </a:moveTo>
                <a:lnTo>
                  <a:pt x="2976959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4387269" y="1580432"/>
            <a:ext cx="4115033" cy="0"/>
          </a:xfrm>
          <a:custGeom>
            <a:avLst/>
            <a:gdLst/>
            <a:ahLst/>
            <a:cxnLst/>
            <a:rect l="l" t="t" r="r" b="b"/>
            <a:pathLst>
              <a:path w="4115033" h="0">
                <a:moveTo>
                  <a:pt x="0" y="0"/>
                </a:moveTo>
                <a:lnTo>
                  <a:pt x="4115033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404035" y="2398658"/>
            <a:ext cx="2976959" cy="0"/>
          </a:xfrm>
          <a:custGeom>
            <a:avLst/>
            <a:gdLst/>
            <a:ahLst/>
            <a:cxnLst/>
            <a:rect l="l" t="t" r="r" b="b"/>
            <a:pathLst>
              <a:path w="2976959" h="0">
                <a:moveTo>
                  <a:pt x="0" y="0"/>
                </a:moveTo>
                <a:lnTo>
                  <a:pt x="2976959" y="0"/>
                </a:lnTo>
              </a:path>
            </a:pathLst>
          </a:custGeom>
          <a:ln w="983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4387269" y="2398658"/>
            <a:ext cx="4115033" cy="0"/>
          </a:xfrm>
          <a:custGeom>
            <a:avLst/>
            <a:gdLst/>
            <a:ahLst/>
            <a:cxnLst/>
            <a:rect l="l" t="t" r="r" b="b"/>
            <a:pathLst>
              <a:path w="4115033" h="0">
                <a:moveTo>
                  <a:pt x="0" y="0"/>
                </a:moveTo>
                <a:lnTo>
                  <a:pt x="4115033" y="0"/>
                </a:lnTo>
              </a:path>
            </a:pathLst>
          </a:custGeom>
          <a:ln w="983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1404035" y="765966"/>
            <a:ext cx="2976959" cy="0"/>
          </a:xfrm>
          <a:custGeom>
            <a:avLst/>
            <a:gdLst/>
            <a:ahLst/>
            <a:cxnLst/>
            <a:rect l="l" t="t" r="r" b="b"/>
            <a:pathLst>
              <a:path w="2976959" h="0">
                <a:moveTo>
                  <a:pt x="0" y="0"/>
                </a:moveTo>
                <a:lnTo>
                  <a:pt x="2976959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4387269" y="765966"/>
            <a:ext cx="4115033" cy="0"/>
          </a:xfrm>
          <a:custGeom>
            <a:avLst/>
            <a:gdLst/>
            <a:ahLst/>
            <a:cxnLst/>
            <a:rect l="l" t="t" r="r" b="b"/>
            <a:pathLst>
              <a:path w="4115033" h="0">
                <a:moveTo>
                  <a:pt x="0" y="0"/>
                </a:moveTo>
                <a:lnTo>
                  <a:pt x="4115033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404035" y="2981483"/>
            <a:ext cx="2976959" cy="0"/>
          </a:xfrm>
          <a:custGeom>
            <a:avLst/>
            <a:gdLst/>
            <a:ahLst/>
            <a:cxnLst/>
            <a:rect l="l" t="t" r="r" b="b"/>
            <a:pathLst>
              <a:path w="2976959" h="0">
                <a:moveTo>
                  <a:pt x="0" y="0"/>
                </a:moveTo>
                <a:lnTo>
                  <a:pt x="2976959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4387269" y="2981483"/>
            <a:ext cx="4115033" cy="0"/>
          </a:xfrm>
          <a:custGeom>
            <a:avLst/>
            <a:gdLst/>
            <a:ahLst/>
            <a:cxnLst/>
            <a:rect l="l" t="t" r="r" b="b"/>
            <a:pathLst>
              <a:path w="4115033" h="0">
                <a:moveTo>
                  <a:pt x="0" y="0"/>
                </a:moveTo>
                <a:lnTo>
                  <a:pt x="4115033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1400673" y="762604"/>
            <a:ext cx="0" cy="2800802"/>
          </a:xfrm>
          <a:custGeom>
            <a:avLst/>
            <a:gdLst/>
            <a:ahLst/>
            <a:cxnLst/>
            <a:rect l="l" t="t" r="r" b="b"/>
            <a:pathLst>
              <a:path w="0" h="2800802">
                <a:moveTo>
                  <a:pt x="0" y="0"/>
                </a:moveTo>
                <a:lnTo>
                  <a:pt x="0" y="2800802"/>
                </a:lnTo>
              </a:path>
            </a:pathLst>
          </a:custGeom>
          <a:ln w="79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404035" y="3560044"/>
            <a:ext cx="2976959" cy="0"/>
          </a:xfrm>
          <a:custGeom>
            <a:avLst/>
            <a:gdLst/>
            <a:ahLst/>
            <a:cxnLst/>
            <a:rect l="l" t="t" r="r" b="b"/>
            <a:pathLst>
              <a:path w="2976959" h="0">
                <a:moveTo>
                  <a:pt x="0" y="0"/>
                </a:moveTo>
                <a:lnTo>
                  <a:pt x="2976959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4384143" y="762802"/>
            <a:ext cx="0" cy="2800406"/>
          </a:xfrm>
          <a:custGeom>
            <a:avLst/>
            <a:gdLst/>
            <a:ahLst/>
            <a:cxnLst/>
            <a:rect l="l" t="t" r="r" b="b"/>
            <a:pathLst>
              <a:path w="0" h="2800406">
                <a:moveTo>
                  <a:pt x="0" y="0"/>
                </a:moveTo>
                <a:lnTo>
                  <a:pt x="0" y="2800406"/>
                </a:lnTo>
              </a:path>
            </a:pathLst>
          </a:custGeom>
          <a:ln w="75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4387269" y="3560044"/>
            <a:ext cx="4115033" cy="0"/>
          </a:xfrm>
          <a:custGeom>
            <a:avLst/>
            <a:gdLst/>
            <a:ahLst/>
            <a:cxnLst/>
            <a:rect l="l" t="t" r="r" b="b"/>
            <a:pathLst>
              <a:path w="4115033" h="0">
                <a:moveTo>
                  <a:pt x="0" y="0"/>
                </a:moveTo>
                <a:lnTo>
                  <a:pt x="4115033" y="0"/>
                </a:lnTo>
              </a:path>
            </a:pathLst>
          </a:custGeom>
          <a:ln w="933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8505468" y="762802"/>
            <a:ext cx="0" cy="2800407"/>
          </a:xfrm>
          <a:custGeom>
            <a:avLst/>
            <a:gdLst/>
            <a:ahLst/>
            <a:cxnLst/>
            <a:rect l="l" t="t" r="r" b="b"/>
            <a:pathLst>
              <a:path w="0" h="2800407">
                <a:moveTo>
                  <a:pt x="0" y="0"/>
                </a:moveTo>
                <a:lnTo>
                  <a:pt x="0" y="2800407"/>
                </a:lnTo>
              </a:path>
            </a:pathLst>
          </a:custGeom>
          <a:ln w="75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4523722" y="1126931"/>
            <a:ext cx="72097" cy="105742"/>
          </a:xfrm>
          <a:custGeom>
            <a:avLst/>
            <a:gdLst/>
            <a:ahLst/>
            <a:cxnLst/>
            <a:rect l="l" t="t" r="r" b="b"/>
            <a:pathLst>
              <a:path w="72097" h="105742">
                <a:moveTo>
                  <a:pt x="36000" y="2"/>
                </a:moveTo>
                <a:lnTo>
                  <a:pt x="47312" y="2817"/>
                </a:lnTo>
                <a:lnTo>
                  <a:pt x="57208" y="10343"/>
                </a:lnTo>
                <a:lnTo>
                  <a:pt x="65059" y="21707"/>
                </a:lnTo>
                <a:lnTo>
                  <a:pt x="70232" y="36037"/>
                </a:lnTo>
                <a:lnTo>
                  <a:pt x="72097" y="52459"/>
                </a:lnTo>
                <a:lnTo>
                  <a:pt x="72084" y="53892"/>
                </a:lnTo>
                <a:lnTo>
                  <a:pt x="69963" y="70253"/>
                </a:lnTo>
                <a:lnTo>
                  <a:pt x="64647" y="84483"/>
                </a:lnTo>
                <a:lnTo>
                  <a:pt x="56748" y="95717"/>
                </a:lnTo>
                <a:lnTo>
                  <a:pt x="46877" y="103092"/>
                </a:lnTo>
                <a:lnTo>
                  <a:pt x="35645" y="105742"/>
                </a:lnTo>
                <a:lnTo>
                  <a:pt x="35083" y="105736"/>
                </a:lnTo>
                <a:lnTo>
                  <a:pt x="23918" y="102800"/>
                </a:lnTo>
                <a:lnTo>
                  <a:pt x="14277" y="95122"/>
                </a:lnTo>
                <a:lnTo>
                  <a:pt x="6711" y="83584"/>
                </a:lnTo>
                <a:lnTo>
                  <a:pt x="1769" y="69069"/>
                </a:lnTo>
                <a:lnTo>
                  <a:pt x="0" y="52459"/>
                </a:lnTo>
                <a:lnTo>
                  <a:pt x="1785" y="36018"/>
                </a:lnTo>
                <a:lnTo>
                  <a:pt x="6810" y="21598"/>
                </a:lnTo>
                <a:lnTo>
                  <a:pt x="14506" y="10193"/>
                </a:lnTo>
                <a:lnTo>
                  <a:pt x="24307" y="2697"/>
                </a:lnTo>
                <a:lnTo>
                  <a:pt x="35645" y="0"/>
                </a:lnTo>
                <a:lnTo>
                  <a:pt x="36000" y="2"/>
                </a:lnTo>
                <a:close/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5752764" y="1188443"/>
            <a:ext cx="269357" cy="0"/>
          </a:xfrm>
          <a:custGeom>
            <a:avLst/>
            <a:gdLst/>
            <a:ahLst/>
            <a:cxnLst/>
            <a:rect l="l" t="t" r="r" b="b"/>
            <a:pathLst>
              <a:path w="269357" h="0">
                <a:moveTo>
                  <a:pt x="0" y="0"/>
                </a:moveTo>
                <a:lnTo>
                  <a:pt x="269357" y="0"/>
                </a:lnTo>
              </a:path>
            </a:pathLst>
          </a:custGeom>
          <a:ln w="126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4515012" y="1937262"/>
            <a:ext cx="70807" cy="106339"/>
          </a:xfrm>
          <a:custGeom>
            <a:avLst/>
            <a:gdLst/>
            <a:ahLst/>
            <a:cxnLst/>
            <a:rect l="l" t="t" r="r" b="b"/>
            <a:pathLst>
              <a:path w="70807" h="106339">
                <a:moveTo>
                  <a:pt x="35532" y="0"/>
                </a:moveTo>
                <a:lnTo>
                  <a:pt x="46719" y="2773"/>
                </a:lnTo>
                <a:lnTo>
                  <a:pt x="56407" y="10316"/>
                </a:lnTo>
                <a:lnTo>
                  <a:pt x="64029" y="21765"/>
                </a:lnTo>
                <a:lnTo>
                  <a:pt x="69018" y="36258"/>
                </a:lnTo>
                <a:lnTo>
                  <a:pt x="70807" y="52933"/>
                </a:lnTo>
                <a:lnTo>
                  <a:pt x="70802" y="53778"/>
                </a:lnTo>
                <a:lnTo>
                  <a:pt x="68867" y="70316"/>
                </a:lnTo>
                <a:lnTo>
                  <a:pt x="63795" y="84735"/>
                </a:lnTo>
                <a:lnTo>
                  <a:pt x="56143" y="96141"/>
                </a:lnTo>
                <a:lnTo>
                  <a:pt x="46466" y="103641"/>
                </a:lnTo>
                <a:lnTo>
                  <a:pt x="35322" y="106339"/>
                </a:lnTo>
                <a:lnTo>
                  <a:pt x="34842" y="106334"/>
                </a:lnTo>
                <a:lnTo>
                  <a:pt x="23869" y="103409"/>
                </a:lnTo>
                <a:lnTo>
                  <a:pt x="14310" y="95709"/>
                </a:lnTo>
                <a:lnTo>
                  <a:pt x="6752" y="84131"/>
                </a:lnTo>
                <a:lnTo>
                  <a:pt x="1786" y="69573"/>
                </a:lnTo>
                <a:lnTo>
                  <a:pt x="0" y="52933"/>
                </a:lnTo>
                <a:lnTo>
                  <a:pt x="1845" y="36066"/>
                </a:lnTo>
                <a:lnTo>
                  <a:pt x="6901" y="21587"/>
                </a:lnTo>
                <a:lnTo>
                  <a:pt x="14565" y="10171"/>
                </a:lnTo>
                <a:lnTo>
                  <a:pt x="24239" y="2687"/>
                </a:lnTo>
                <a:lnTo>
                  <a:pt x="35322" y="0"/>
                </a:lnTo>
                <a:lnTo>
                  <a:pt x="35532" y="0"/>
                </a:lnTo>
                <a:close/>
              </a:path>
            </a:pathLst>
          </a:custGeom>
          <a:ln w="111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4519045" y="2613090"/>
            <a:ext cx="70000" cy="105331"/>
          </a:xfrm>
          <a:custGeom>
            <a:avLst/>
            <a:gdLst/>
            <a:ahLst/>
            <a:cxnLst/>
            <a:rect l="l" t="t" r="r" b="b"/>
            <a:pathLst>
              <a:path w="70000" h="105331">
                <a:moveTo>
                  <a:pt x="45663" y="2561"/>
                </a:moveTo>
                <a:lnTo>
                  <a:pt x="55411" y="9992"/>
                </a:lnTo>
                <a:lnTo>
                  <a:pt x="63116" y="21383"/>
                </a:lnTo>
                <a:lnTo>
                  <a:pt x="68179" y="35822"/>
                </a:lnTo>
                <a:lnTo>
                  <a:pt x="70000" y="52398"/>
                </a:lnTo>
                <a:lnTo>
                  <a:pt x="68191" y="68985"/>
                </a:lnTo>
                <a:lnTo>
                  <a:pt x="63183" y="83475"/>
                </a:lnTo>
                <a:lnTo>
                  <a:pt x="55564" y="94990"/>
                </a:lnTo>
                <a:lnTo>
                  <a:pt x="45920" y="102589"/>
                </a:lnTo>
                <a:lnTo>
                  <a:pt x="34838" y="105331"/>
                </a:lnTo>
                <a:lnTo>
                  <a:pt x="23992" y="102629"/>
                </a:lnTo>
                <a:lnTo>
                  <a:pt x="14407" y="95036"/>
                </a:lnTo>
                <a:lnTo>
                  <a:pt x="6808" y="83500"/>
                </a:lnTo>
                <a:lnTo>
                  <a:pt x="1803" y="68971"/>
                </a:lnTo>
                <a:lnTo>
                  <a:pt x="0" y="52398"/>
                </a:lnTo>
                <a:lnTo>
                  <a:pt x="1670" y="36493"/>
                </a:lnTo>
                <a:lnTo>
                  <a:pt x="6607" y="21906"/>
                </a:lnTo>
                <a:lnTo>
                  <a:pt x="14195" y="10349"/>
                </a:lnTo>
                <a:lnTo>
                  <a:pt x="23812" y="2740"/>
                </a:lnTo>
                <a:lnTo>
                  <a:pt x="34838" y="0"/>
                </a:lnTo>
                <a:lnTo>
                  <a:pt x="45663" y="2561"/>
                </a:lnTo>
                <a:close/>
              </a:path>
            </a:pathLst>
          </a:custGeom>
          <a:ln w="111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4519367" y="3192145"/>
            <a:ext cx="70484" cy="105331"/>
          </a:xfrm>
          <a:custGeom>
            <a:avLst/>
            <a:gdLst/>
            <a:ahLst/>
            <a:cxnLst/>
            <a:rect l="l" t="t" r="r" b="b"/>
            <a:pathLst>
              <a:path w="70484" h="105331">
                <a:moveTo>
                  <a:pt x="46078" y="2650"/>
                </a:moveTo>
                <a:lnTo>
                  <a:pt x="55903" y="10115"/>
                </a:lnTo>
                <a:lnTo>
                  <a:pt x="63624" y="21495"/>
                </a:lnTo>
                <a:lnTo>
                  <a:pt x="68674" y="35889"/>
                </a:lnTo>
                <a:lnTo>
                  <a:pt x="70484" y="52398"/>
                </a:lnTo>
                <a:lnTo>
                  <a:pt x="70483" y="52825"/>
                </a:lnTo>
                <a:lnTo>
                  <a:pt x="68611" y="69249"/>
                </a:lnTo>
                <a:lnTo>
                  <a:pt x="63554" y="83641"/>
                </a:lnTo>
                <a:lnTo>
                  <a:pt x="55868" y="95072"/>
                </a:lnTo>
                <a:lnTo>
                  <a:pt x="46111" y="102611"/>
                </a:lnTo>
                <a:lnTo>
                  <a:pt x="34838" y="105331"/>
                </a:lnTo>
                <a:lnTo>
                  <a:pt x="24054" y="102629"/>
                </a:lnTo>
                <a:lnTo>
                  <a:pt x="14477" y="95036"/>
                </a:lnTo>
                <a:lnTo>
                  <a:pt x="6854" y="83500"/>
                </a:lnTo>
                <a:lnTo>
                  <a:pt x="1818" y="68971"/>
                </a:lnTo>
                <a:lnTo>
                  <a:pt x="0" y="52398"/>
                </a:lnTo>
                <a:lnTo>
                  <a:pt x="1684" y="36493"/>
                </a:lnTo>
                <a:lnTo>
                  <a:pt x="6653" y="21906"/>
                </a:lnTo>
                <a:lnTo>
                  <a:pt x="14264" y="10349"/>
                </a:lnTo>
                <a:lnTo>
                  <a:pt x="23874" y="2740"/>
                </a:lnTo>
                <a:lnTo>
                  <a:pt x="34838" y="0"/>
                </a:lnTo>
                <a:lnTo>
                  <a:pt x="46078" y="2650"/>
                </a:lnTo>
                <a:close/>
              </a:path>
            </a:pathLst>
          </a:custGeom>
          <a:ln w="107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7359" y="159670"/>
            <a:ext cx="118882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Konsep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68881" y="159670"/>
            <a:ext cx="132232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W</a:t>
            </a:r>
            <a:r>
              <a:rPr dirty="0" smtClean="0" sz="2400" spc="-2" b="1">
                <a:latin typeface="Arial"/>
                <a:cs typeface="Arial"/>
              </a:rPr>
              <a:t>irele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99248" y="982231"/>
            <a:ext cx="886539" cy="492087"/>
          </a:xfrm>
          <a:prstGeom prst="rect">
            <a:avLst/>
          </a:prstGeom>
        </p:spPr>
        <p:txBody>
          <a:bodyPr wrap="square" lIns="0" tIns="24606" rIns="0" bIns="0" rtlCol="0">
            <a:noAutofit/>
          </a:bodyPr>
          <a:lstStyle/>
          <a:p>
            <a:pPr marL="12700">
              <a:lnSpc>
                <a:spcPts val="3875"/>
              </a:lnSpc>
            </a:pPr>
            <a:r>
              <a:rPr dirty="0" smtClean="0" sz="3650" spc="-2">
                <a:latin typeface="Symbol"/>
                <a:cs typeface="Symbol"/>
              </a:rPr>
              <a:t></a:t>
            </a:r>
            <a:r>
              <a:rPr dirty="0" smtClean="0" baseline="19704" sz="3675" spc="-373">
                <a:latin typeface="Bookman Old Style"/>
                <a:cs typeface="Bookman Old Style"/>
              </a:rPr>
              <a:t>E</a:t>
            </a:r>
            <a:r>
              <a:rPr dirty="0" smtClean="0" baseline="19704" sz="3675" spc="-373">
                <a:latin typeface="Bookman Old Style"/>
                <a:cs typeface="Bookman Old Style"/>
              </a:rPr>
              <a:t> </a:t>
            </a:r>
            <a:r>
              <a:rPr dirty="0" smtClean="0" baseline="18879" sz="3675" spc="-2">
                <a:latin typeface="Symbol"/>
                <a:cs typeface="Symbol"/>
              </a:rPr>
              <a:t></a:t>
            </a:r>
            <a:r>
              <a:rPr dirty="0" smtClean="0" baseline="20114" sz="3675" spc="-325">
                <a:latin typeface="Times New Roman"/>
                <a:cs typeface="Times New Roman"/>
              </a:rPr>
              <a:t> </a:t>
            </a:r>
            <a:r>
              <a:rPr dirty="0" smtClean="0" baseline="19704" sz="3675" spc="-373">
                <a:latin typeface="Bookman Old Style"/>
                <a:cs typeface="Bookman Old Style"/>
              </a:rPr>
              <a:t>d</a:t>
            </a:r>
            <a:r>
              <a:rPr dirty="0" smtClean="0" baseline="19704" sz="3675" spc="-373">
                <a:latin typeface="Bookman Old Style"/>
                <a:cs typeface="Bookman Old Style"/>
              </a:rPr>
              <a:t>L</a:t>
            </a:r>
            <a:endParaRPr sz="2450">
              <a:latin typeface="Bookman Old Style"/>
              <a:cs typeface="Bookman Old Styl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70223" y="982231"/>
            <a:ext cx="1581202" cy="603817"/>
          </a:xfrm>
          <a:prstGeom prst="rect">
            <a:avLst/>
          </a:prstGeom>
        </p:spPr>
        <p:txBody>
          <a:bodyPr wrap="square" lIns="0" tIns="19494" rIns="0" bIns="0" rtlCol="0">
            <a:noAutofit/>
          </a:bodyPr>
          <a:lstStyle/>
          <a:p>
            <a:pPr marL="12700">
              <a:lnSpc>
                <a:spcPts val="3070"/>
              </a:lnSpc>
            </a:pPr>
            <a:r>
              <a:rPr dirty="0" smtClean="0" sz="2450" spc="-295">
                <a:latin typeface="Symbol"/>
                <a:cs typeface="Symbol"/>
              </a:rPr>
              <a:t></a:t>
            </a:r>
            <a:r>
              <a:rPr dirty="0" smtClean="0" sz="2450" spc="-65">
                <a:latin typeface="Times New Roman"/>
                <a:cs typeface="Times New Roman"/>
              </a:rPr>
              <a:t> </a:t>
            </a:r>
            <a:r>
              <a:rPr dirty="0" smtClean="0" sz="2450" spc="-295">
                <a:latin typeface="Symbol"/>
                <a:cs typeface="Symbol"/>
              </a:rPr>
              <a:t></a:t>
            </a:r>
            <a:r>
              <a:rPr dirty="0" smtClean="0" sz="2450" spc="-134">
                <a:latin typeface="Times New Roman"/>
                <a:cs typeface="Times New Roman"/>
              </a:rPr>
              <a:t>    </a:t>
            </a:r>
            <a:r>
              <a:rPr dirty="0" smtClean="0" sz="2450" spc="176">
                <a:latin typeface="Times New Roman"/>
                <a:cs typeface="Times New Roman"/>
              </a:rPr>
              <a:t> </a:t>
            </a:r>
            <a:r>
              <a:rPr dirty="0" smtClean="0" baseline="-9690" sz="5475" spc="-4">
                <a:latin typeface="Symbol"/>
                <a:cs typeface="Symbol"/>
              </a:rPr>
              <a:t></a:t>
            </a:r>
            <a:r>
              <a:rPr dirty="0" smtClean="0" sz="2450" spc="-398">
                <a:latin typeface="Bookman Old Style"/>
                <a:cs typeface="Bookman Old Style"/>
              </a:rPr>
              <a:t>B</a:t>
            </a:r>
            <a:r>
              <a:rPr dirty="0" smtClean="0" sz="2450" spc="-489">
                <a:latin typeface="Bookman Old Style"/>
                <a:cs typeface="Bookman Old Style"/>
              </a:rPr>
              <a:t> </a:t>
            </a:r>
            <a:r>
              <a:rPr dirty="0" smtClean="0" sz="2450" spc="0">
                <a:latin typeface="Symbol"/>
                <a:cs typeface="Symbol"/>
              </a:rPr>
              <a:t></a:t>
            </a:r>
            <a:r>
              <a:rPr dirty="0" smtClean="0" sz="2450" spc="-325">
                <a:latin typeface="Times New Roman"/>
                <a:cs typeface="Times New Roman"/>
              </a:rPr>
              <a:t> </a:t>
            </a:r>
            <a:r>
              <a:rPr dirty="0" smtClean="0" sz="2450" spc="-329">
                <a:latin typeface="Bookman Old Style"/>
                <a:cs typeface="Bookman Old Style"/>
              </a:rPr>
              <a:t>d</a:t>
            </a:r>
            <a:r>
              <a:rPr dirty="0" smtClean="0" sz="2450" spc="-355">
                <a:latin typeface="Bookman Old Style"/>
                <a:cs typeface="Bookman Old Style"/>
              </a:rPr>
              <a:t>S</a:t>
            </a:r>
            <a:endParaRPr sz="2450">
              <a:latin typeface="Bookman Old Style"/>
              <a:cs typeface="Bookman Old Style"/>
            </a:endParaRPr>
          </a:p>
          <a:p>
            <a:pPr marL="391251" marR="70003">
              <a:lnSpc>
                <a:spcPts val="1670"/>
              </a:lnSpc>
            </a:pPr>
            <a:r>
              <a:rPr dirty="0" smtClean="0" sz="2450" spc="-225">
                <a:latin typeface="Bookman Old Style"/>
                <a:cs typeface="Bookman Old Style"/>
              </a:rPr>
              <a:t>dt</a:t>
            </a:r>
            <a:endParaRPr sz="2450">
              <a:latin typeface="Bookman Old Style"/>
              <a:cs typeface="Bookman Old Styl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68927" y="1600963"/>
            <a:ext cx="171920" cy="336189"/>
          </a:xfrm>
          <a:prstGeom prst="rect">
            <a:avLst/>
          </a:prstGeom>
        </p:spPr>
        <p:txBody>
          <a:bodyPr wrap="square" lIns="0" tIns="13525" rIns="0" bIns="0" rtlCol="0">
            <a:noAutofit/>
          </a:bodyPr>
          <a:lstStyle/>
          <a:p>
            <a:pPr marL="12700">
              <a:lnSpc>
                <a:spcPts val="2130"/>
              </a:lnSpc>
            </a:pPr>
            <a:r>
              <a:rPr dirty="0" smtClean="0" sz="2450" spc="-22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86350" y="1600963"/>
            <a:ext cx="171920" cy="336189"/>
          </a:xfrm>
          <a:prstGeom prst="rect">
            <a:avLst/>
          </a:prstGeom>
        </p:spPr>
        <p:txBody>
          <a:bodyPr wrap="square" lIns="0" tIns="13525" rIns="0" bIns="0" rtlCol="0">
            <a:noAutofit/>
          </a:bodyPr>
          <a:lstStyle/>
          <a:p>
            <a:pPr marL="12700">
              <a:lnSpc>
                <a:spcPts val="2130"/>
              </a:lnSpc>
            </a:pPr>
            <a:r>
              <a:rPr dirty="0" smtClean="0" sz="2450" spc="-22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90538" y="1792984"/>
            <a:ext cx="195469" cy="491573"/>
          </a:xfrm>
          <a:prstGeom prst="rect">
            <a:avLst/>
          </a:prstGeom>
        </p:spPr>
        <p:txBody>
          <a:bodyPr wrap="square" lIns="0" tIns="24574" rIns="0" bIns="0" rtlCol="0">
            <a:noAutofit/>
          </a:bodyPr>
          <a:lstStyle/>
          <a:p>
            <a:pPr marL="12700">
              <a:lnSpc>
                <a:spcPts val="3870"/>
              </a:lnSpc>
            </a:pPr>
            <a:r>
              <a:rPr dirty="0" smtClean="0" sz="3650" spc="-209">
                <a:latin typeface="Symbol"/>
                <a:cs typeface="Symbol"/>
              </a:rPr>
              <a:t></a:t>
            </a:r>
            <a:endParaRPr sz="36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79255" y="1792984"/>
            <a:ext cx="1180556" cy="491573"/>
          </a:xfrm>
          <a:prstGeom prst="rect">
            <a:avLst/>
          </a:prstGeom>
        </p:spPr>
        <p:txBody>
          <a:bodyPr wrap="square" lIns="0" tIns="24574" rIns="0" bIns="0" rtlCol="0">
            <a:noAutofit/>
          </a:bodyPr>
          <a:lstStyle/>
          <a:p>
            <a:pPr marL="12700">
              <a:lnSpc>
                <a:spcPts val="3870"/>
              </a:lnSpc>
            </a:pPr>
            <a:r>
              <a:rPr dirty="0" smtClean="0" baseline="18879" sz="3675" spc="-295">
                <a:latin typeface="Symbol"/>
                <a:cs typeface="Symbol"/>
              </a:rPr>
              <a:t></a:t>
            </a:r>
            <a:r>
              <a:rPr dirty="0" smtClean="0" baseline="20114" sz="3675" spc="-65">
                <a:latin typeface="Times New Roman"/>
                <a:cs typeface="Times New Roman"/>
              </a:rPr>
              <a:t> </a:t>
            </a:r>
            <a:r>
              <a:rPr dirty="0" smtClean="0" sz="3650" spc="-209">
                <a:latin typeface="Symbol"/>
                <a:cs typeface="Symbol"/>
              </a:rPr>
              <a:t></a:t>
            </a:r>
            <a:r>
              <a:rPr dirty="0" smtClean="0" sz="3650" spc="-550">
                <a:latin typeface="Times New Roman"/>
                <a:cs typeface="Times New Roman"/>
              </a:rPr>
              <a:t> </a:t>
            </a:r>
            <a:r>
              <a:rPr dirty="0" smtClean="0" baseline="20114" sz="3675" spc="-209">
                <a:latin typeface="Times New Roman"/>
                <a:cs typeface="Times New Roman"/>
              </a:rPr>
              <a:t>J</a:t>
            </a:r>
            <a:r>
              <a:rPr dirty="0" smtClean="0" baseline="20114" sz="3675" spc="-185">
                <a:latin typeface="Times New Roman"/>
                <a:cs typeface="Times New Roman"/>
              </a:rPr>
              <a:t> </a:t>
            </a:r>
            <a:r>
              <a:rPr dirty="0" smtClean="0" baseline="18879" sz="3675" spc="0">
                <a:latin typeface="Symbol"/>
                <a:cs typeface="Symbol"/>
              </a:rPr>
              <a:t></a:t>
            </a:r>
            <a:r>
              <a:rPr dirty="0" smtClean="0" baseline="20114" sz="3675" spc="-279">
                <a:latin typeface="Times New Roman"/>
                <a:cs typeface="Times New Roman"/>
              </a:rPr>
              <a:t> </a:t>
            </a:r>
            <a:r>
              <a:rPr dirty="0" smtClean="0" baseline="20114" sz="3675" spc="-274">
                <a:latin typeface="Times New Roman"/>
                <a:cs typeface="Times New Roman"/>
              </a:rPr>
              <a:t>d</a:t>
            </a:r>
            <a:r>
              <a:rPr dirty="0" smtClean="0" baseline="20114" sz="3675" spc="-300">
                <a:latin typeface="Times New Roman"/>
                <a:cs typeface="Times New Roman"/>
              </a:rPr>
              <a:t>S</a:t>
            </a:r>
            <a:r>
              <a:rPr dirty="0" smtClean="0" baseline="20114" sz="3675" spc="-284">
                <a:latin typeface="Times New Roman"/>
                <a:cs typeface="Times New Roman"/>
              </a:rPr>
              <a:t> </a:t>
            </a:r>
            <a:r>
              <a:rPr dirty="0" smtClean="0" baseline="18879" sz="3675" spc="-295">
                <a:latin typeface="Symbol"/>
                <a:cs typeface="Symbol"/>
              </a:rPr>
              <a:t>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38460" y="1792984"/>
            <a:ext cx="921993" cy="491573"/>
          </a:xfrm>
          <a:prstGeom prst="rect">
            <a:avLst/>
          </a:prstGeom>
        </p:spPr>
        <p:txBody>
          <a:bodyPr wrap="square" lIns="0" tIns="24574" rIns="0" bIns="0" rtlCol="0">
            <a:noAutofit/>
          </a:bodyPr>
          <a:lstStyle/>
          <a:p>
            <a:pPr marL="12700">
              <a:lnSpc>
                <a:spcPts val="3870"/>
              </a:lnSpc>
            </a:pPr>
            <a:r>
              <a:rPr dirty="0" smtClean="0" sz="3650" spc="24">
                <a:latin typeface="Symbol"/>
                <a:cs typeface="Symbol"/>
              </a:rPr>
              <a:t></a:t>
            </a:r>
            <a:r>
              <a:rPr dirty="0" smtClean="0" baseline="19704" sz="3675" spc="-405">
                <a:latin typeface="Bookman Old Style"/>
                <a:cs typeface="Bookman Old Style"/>
              </a:rPr>
              <a:t>D</a:t>
            </a:r>
            <a:r>
              <a:rPr dirty="0" smtClean="0" baseline="19704" sz="3675" spc="-405">
                <a:latin typeface="Bookman Old Style"/>
                <a:cs typeface="Bookman Old Style"/>
              </a:rPr>
              <a:t> </a:t>
            </a:r>
            <a:r>
              <a:rPr dirty="0" smtClean="0" baseline="18879" sz="3675" spc="24">
                <a:latin typeface="Symbol"/>
                <a:cs typeface="Symbol"/>
              </a:rPr>
              <a:t></a:t>
            </a:r>
            <a:r>
              <a:rPr dirty="0" smtClean="0" baseline="20114" sz="3675" spc="-309">
                <a:latin typeface="Times New Roman"/>
                <a:cs typeface="Times New Roman"/>
              </a:rPr>
              <a:t> </a:t>
            </a:r>
            <a:r>
              <a:rPr dirty="0" smtClean="0" baseline="19704" sz="3675" spc="-405">
                <a:latin typeface="Bookman Old Style"/>
                <a:cs typeface="Bookman Old Style"/>
              </a:rPr>
              <a:t>d</a:t>
            </a:r>
            <a:r>
              <a:rPr dirty="0" smtClean="0" baseline="19704" sz="3675" spc="-405">
                <a:latin typeface="Bookman Old Style"/>
                <a:cs typeface="Bookman Old Style"/>
              </a:rPr>
              <a:t>S</a:t>
            </a:r>
            <a:endParaRPr sz="245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53606" y="1809120"/>
            <a:ext cx="184103" cy="336189"/>
          </a:xfrm>
          <a:prstGeom prst="rect">
            <a:avLst/>
          </a:prstGeom>
        </p:spPr>
        <p:txBody>
          <a:bodyPr wrap="square" lIns="0" tIns="16795" rIns="0" bIns="0" rtlCol="0">
            <a:noAutofit/>
          </a:bodyPr>
          <a:lstStyle/>
          <a:p>
            <a:pPr marL="12700">
              <a:lnSpc>
                <a:spcPts val="2645"/>
              </a:lnSpc>
            </a:pPr>
            <a:r>
              <a:rPr dirty="0" smtClean="0" sz="2450">
                <a:latin typeface="Symbol"/>
                <a:cs typeface="Symbol"/>
              </a:rPr>
              <a:t>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31522" y="2058200"/>
            <a:ext cx="327617" cy="336189"/>
          </a:xfrm>
          <a:prstGeom prst="rect">
            <a:avLst/>
          </a:prstGeom>
        </p:spPr>
        <p:txBody>
          <a:bodyPr wrap="square" lIns="0" tIns="16700" rIns="0" bIns="0" rtlCol="0">
            <a:noAutofit/>
          </a:bodyPr>
          <a:lstStyle/>
          <a:p>
            <a:pPr marL="12700">
              <a:lnSpc>
                <a:spcPts val="2630"/>
              </a:lnSpc>
            </a:pPr>
            <a:r>
              <a:rPr dirty="0" smtClean="0" sz="2450" spc="-225">
                <a:latin typeface="Bookman Old Style"/>
                <a:cs typeface="Bookman Old Style"/>
              </a:rPr>
              <a:t>dt</a:t>
            </a:r>
            <a:endParaRPr sz="245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95060" y="2274986"/>
            <a:ext cx="170969" cy="334173"/>
          </a:xfrm>
          <a:prstGeom prst="rect">
            <a:avLst/>
          </a:prstGeom>
        </p:spPr>
        <p:txBody>
          <a:bodyPr wrap="square" lIns="0" tIns="13398" rIns="0" bIns="0" rtlCol="0">
            <a:noAutofit/>
          </a:bodyPr>
          <a:lstStyle/>
          <a:p>
            <a:pPr marL="12700">
              <a:lnSpc>
                <a:spcPts val="2110"/>
              </a:lnSpc>
            </a:pPr>
            <a:r>
              <a:rPr dirty="0" smtClean="0" sz="2450" spc="-21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74410" y="2280026"/>
            <a:ext cx="170969" cy="334173"/>
          </a:xfrm>
          <a:prstGeom prst="rect">
            <a:avLst/>
          </a:prstGeom>
        </p:spPr>
        <p:txBody>
          <a:bodyPr wrap="square" lIns="0" tIns="13398" rIns="0" bIns="0" rtlCol="0">
            <a:noAutofit/>
          </a:bodyPr>
          <a:lstStyle/>
          <a:p>
            <a:pPr marL="12700">
              <a:lnSpc>
                <a:spcPts val="2110"/>
              </a:lnSpc>
            </a:pPr>
            <a:r>
              <a:rPr dirty="0" smtClean="0" sz="2450" spc="-21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3931" y="2854041"/>
            <a:ext cx="170969" cy="334173"/>
          </a:xfrm>
          <a:prstGeom prst="rect">
            <a:avLst/>
          </a:prstGeom>
        </p:spPr>
        <p:txBody>
          <a:bodyPr wrap="square" lIns="0" tIns="13398" rIns="0" bIns="0" rtlCol="0">
            <a:noAutofit/>
          </a:bodyPr>
          <a:lstStyle/>
          <a:p>
            <a:pPr marL="12700">
              <a:lnSpc>
                <a:spcPts val="2110"/>
              </a:lnSpc>
            </a:pPr>
            <a:r>
              <a:rPr dirty="0" smtClean="0" sz="2450" spc="-21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69733" y="2859081"/>
            <a:ext cx="170969" cy="334173"/>
          </a:xfrm>
          <a:prstGeom prst="rect">
            <a:avLst/>
          </a:prstGeom>
        </p:spPr>
        <p:txBody>
          <a:bodyPr wrap="square" lIns="0" tIns="13398" rIns="0" bIns="0" rtlCol="0">
            <a:noAutofit/>
          </a:bodyPr>
          <a:lstStyle/>
          <a:p>
            <a:pPr marL="12700">
              <a:lnSpc>
                <a:spcPts val="2110"/>
              </a:lnSpc>
            </a:pPr>
            <a:r>
              <a:rPr dirty="0" smtClean="0" sz="2450" spc="-21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940" y="3627219"/>
            <a:ext cx="101752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da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27581" y="3627219"/>
            <a:ext cx="127294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fen</a:t>
            </a:r>
            <a:r>
              <a:rPr dirty="0" smtClean="0" sz="2400">
                <a:latin typeface="Times New Roman"/>
                <a:cs typeface="Times New Roman"/>
              </a:rPr>
              <a:t>o</a:t>
            </a:r>
            <a:r>
              <a:rPr dirty="0" smtClean="0" sz="2400">
                <a:latin typeface="Times New Roman"/>
                <a:cs typeface="Times New Roman"/>
              </a:rPr>
              <a:t>m</a:t>
            </a:r>
            <a:r>
              <a:rPr dirty="0" smtClean="0" sz="2400">
                <a:latin typeface="Times New Roman"/>
                <a:cs typeface="Times New Roman"/>
              </a:rPr>
              <a:t>ena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76016" y="3627219"/>
            <a:ext cx="213857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arus</a:t>
            </a:r>
            <a:r>
              <a:rPr dirty="0" smtClean="0" sz="2400" spc="0">
                <a:latin typeface="Times New Roman"/>
                <a:cs typeface="Times New Roman"/>
              </a:rPr>
              <a:t>  </a:t>
            </a:r>
            <a:r>
              <a:rPr dirty="0" smtClean="0" sz="2400" spc="13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pe</a:t>
            </a:r>
            <a:r>
              <a:rPr dirty="0" smtClean="0" sz="2400" spc="-44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geser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88051" y="3627219"/>
            <a:ext cx="177871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(</a:t>
            </a:r>
            <a:r>
              <a:rPr dirty="0" smtClean="0" sz="2400" spc="-1" i="1">
                <a:latin typeface="Times New Roman"/>
                <a:cs typeface="Times New Roman"/>
              </a:rPr>
              <a:t>d</a:t>
            </a:r>
            <a:r>
              <a:rPr dirty="0" smtClean="0" sz="2400" spc="-1" i="1">
                <a:latin typeface="Times New Roman"/>
                <a:cs typeface="Times New Roman"/>
              </a:rPr>
              <a:t>i</a:t>
            </a:r>
            <a:r>
              <a:rPr dirty="0" smtClean="0" sz="2400" spc="-1" i="1">
                <a:latin typeface="Times New Roman"/>
                <a:cs typeface="Times New Roman"/>
              </a:rPr>
              <a:t>splac</a:t>
            </a:r>
            <a:r>
              <a:rPr dirty="0" smtClean="0" sz="2400" spc="-1" i="1">
                <a:latin typeface="Times New Roman"/>
                <a:cs typeface="Times New Roman"/>
              </a:rPr>
              <a:t>e</a:t>
            </a:r>
            <a:r>
              <a:rPr dirty="0" smtClean="0" sz="2400" spc="-1" i="1">
                <a:latin typeface="Times New Roman"/>
                <a:cs typeface="Times New Roman"/>
              </a:rPr>
              <a:t>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41565" y="3627219"/>
            <a:ext cx="105933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9" i="1">
                <a:latin typeface="Times New Roman"/>
                <a:cs typeface="Times New Roman"/>
              </a:rPr>
              <a:t>cur</a:t>
            </a:r>
            <a:r>
              <a:rPr dirty="0" smtClean="0" sz="2400" spc="-9" i="1">
                <a:latin typeface="Times New Roman"/>
                <a:cs typeface="Times New Roman"/>
              </a:rPr>
              <a:t>r</a:t>
            </a:r>
            <a:r>
              <a:rPr dirty="0" smtClean="0" sz="2400" spc="-9" i="1">
                <a:latin typeface="Times New Roman"/>
                <a:cs typeface="Times New Roman"/>
              </a:rPr>
              <a:t>en</a:t>
            </a:r>
            <a:r>
              <a:rPr dirty="0" smtClean="0" sz="2400" spc="-9" i="1">
                <a:latin typeface="Times New Roman"/>
                <a:cs typeface="Times New Roman"/>
              </a:rPr>
              <a:t>t</a:t>
            </a:r>
            <a:r>
              <a:rPr dirty="0" smtClean="0" sz="2400" spc="-9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78926" y="3627219"/>
            <a:ext cx="65999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7">
                <a:latin typeface="Times New Roman"/>
                <a:cs typeface="Times New Roman"/>
              </a:rPr>
              <a:t>y</a:t>
            </a:r>
            <a:r>
              <a:rPr dirty="0" smtClean="0" sz="2400" spc="-7">
                <a:latin typeface="Times New Roman"/>
                <a:cs typeface="Times New Roman"/>
              </a:rPr>
              <a:t>a</a:t>
            </a:r>
            <a:r>
              <a:rPr dirty="0" smtClean="0" sz="2400" spc="-7">
                <a:latin typeface="Times New Roman"/>
                <a:cs typeface="Times New Roman"/>
              </a:rPr>
              <a:t>n</a:t>
            </a:r>
            <a:r>
              <a:rPr dirty="0" smtClean="0" sz="2400" spc="-7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3957419"/>
            <a:ext cx="164358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dike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ukan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3475" y="3957419"/>
            <a:ext cx="115712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2">
                <a:latin typeface="Times New Roman"/>
                <a:cs typeface="Times New Roman"/>
              </a:rPr>
              <a:t>Ma</a:t>
            </a:r>
            <a:r>
              <a:rPr dirty="0" smtClean="0" sz="2400" spc="2">
                <a:latin typeface="Times New Roman"/>
                <a:cs typeface="Times New Roman"/>
              </a:rPr>
              <a:t>x</a:t>
            </a:r>
            <a:r>
              <a:rPr dirty="0" smtClean="0" sz="2400" spc="2">
                <a:latin typeface="Times New Roman"/>
                <a:cs typeface="Times New Roman"/>
              </a:rPr>
              <a:t>well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85616" y="3957419"/>
            <a:ext cx="98125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m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ui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2370" y="3957419"/>
            <a:ext cx="253019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9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is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  </a:t>
            </a:r>
            <a:r>
              <a:rPr dirty="0" smtClean="0" sz="2400" spc="550">
                <a:latin typeface="Times New Roman"/>
                <a:cs typeface="Times New Roman"/>
              </a:rPr>
              <a:t> 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9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1445" y="3957419"/>
            <a:ext cx="159329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askan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940" y="4287363"/>
            <a:ext cx="8800689" cy="18297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10797" algn="just">
              <a:lnSpc>
                <a:spcPts val="2550"/>
              </a:lnSpc>
            </a:pPr>
            <a:r>
              <a:rPr dirty="0" smtClean="0" sz="2400" spc="62">
                <a:latin typeface="Times New Roman"/>
                <a:cs typeface="Times New Roman"/>
              </a:rPr>
              <a:t>ke</a:t>
            </a:r>
            <a:r>
              <a:rPr dirty="0" smtClean="0" sz="2400" spc="62">
                <a:latin typeface="Times New Roman"/>
                <a:cs typeface="Times New Roman"/>
              </a:rPr>
              <a:t>t</a:t>
            </a:r>
            <a:r>
              <a:rPr dirty="0" smtClean="0" sz="2400" spc="62">
                <a:latin typeface="Times New Roman"/>
                <a:cs typeface="Times New Roman"/>
              </a:rPr>
              <a:t>erka</a:t>
            </a:r>
            <a:r>
              <a:rPr dirty="0" smtClean="0" sz="2400" spc="62">
                <a:latin typeface="Times New Roman"/>
                <a:cs typeface="Times New Roman"/>
              </a:rPr>
              <a:t>i</a:t>
            </a:r>
            <a:r>
              <a:rPr dirty="0" smtClean="0" sz="2400" spc="62">
                <a:latin typeface="Times New Roman"/>
                <a:cs typeface="Times New Roman"/>
              </a:rPr>
              <a:t>t</a:t>
            </a:r>
            <a:r>
              <a:rPr dirty="0" smtClean="0" sz="2400" spc="62">
                <a:latin typeface="Times New Roman"/>
                <a:cs typeface="Times New Roman"/>
              </a:rPr>
              <a:t>a</a:t>
            </a:r>
            <a:r>
              <a:rPr dirty="0" smtClean="0" sz="2400" spc="62">
                <a:latin typeface="Times New Roman"/>
                <a:cs typeface="Times New Roman"/>
              </a:rPr>
              <a:t>n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a</a:t>
            </a:r>
            <a:r>
              <a:rPr dirty="0" smtClean="0" sz="2400" spc="62">
                <a:latin typeface="Times New Roman"/>
                <a:cs typeface="Times New Roman"/>
              </a:rPr>
              <a:t>n</a:t>
            </a:r>
            <a:r>
              <a:rPr dirty="0" smtClean="0" sz="2400" spc="62">
                <a:latin typeface="Times New Roman"/>
                <a:cs typeface="Times New Roman"/>
              </a:rPr>
              <a:t>t</a:t>
            </a:r>
            <a:r>
              <a:rPr dirty="0" smtClean="0" sz="2400" spc="62">
                <a:latin typeface="Times New Roman"/>
                <a:cs typeface="Times New Roman"/>
              </a:rPr>
              <a:t>ara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m</a:t>
            </a:r>
            <a:r>
              <a:rPr dirty="0" smtClean="0" sz="2400" spc="62">
                <a:latin typeface="Times New Roman"/>
                <a:cs typeface="Times New Roman"/>
              </a:rPr>
              <a:t>edan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l</a:t>
            </a:r>
            <a:r>
              <a:rPr dirty="0" smtClean="0" sz="2400" spc="62">
                <a:latin typeface="Times New Roman"/>
                <a:cs typeface="Times New Roman"/>
              </a:rPr>
              <a:t>i</a:t>
            </a:r>
            <a:r>
              <a:rPr dirty="0" smtClean="0" sz="2400" spc="62">
                <a:latin typeface="Times New Roman"/>
                <a:cs typeface="Times New Roman"/>
              </a:rPr>
              <a:t>st</a:t>
            </a:r>
            <a:r>
              <a:rPr dirty="0" smtClean="0" sz="2400" spc="62">
                <a:latin typeface="Times New Roman"/>
                <a:cs typeface="Times New Roman"/>
              </a:rPr>
              <a:t>r</a:t>
            </a:r>
            <a:r>
              <a:rPr dirty="0" smtClean="0" sz="2400" spc="62">
                <a:latin typeface="Times New Roman"/>
                <a:cs typeface="Times New Roman"/>
              </a:rPr>
              <a:t>i</a:t>
            </a:r>
            <a:r>
              <a:rPr dirty="0" smtClean="0" sz="2400" spc="62">
                <a:latin typeface="Times New Roman"/>
                <a:cs typeface="Times New Roman"/>
              </a:rPr>
              <a:t>k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d</a:t>
            </a:r>
            <a:r>
              <a:rPr dirty="0" smtClean="0" sz="2400" spc="62">
                <a:latin typeface="Times New Roman"/>
                <a:cs typeface="Times New Roman"/>
              </a:rPr>
              <a:t>a</a:t>
            </a:r>
            <a:r>
              <a:rPr dirty="0" smtClean="0" sz="2400" spc="62">
                <a:latin typeface="Times New Roman"/>
                <a:cs typeface="Times New Roman"/>
              </a:rPr>
              <a:t>n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m</a:t>
            </a:r>
            <a:r>
              <a:rPr dirty="0" smtClean="0" sz="2400" spc="62">
                <a:latin typeface="Times New Roman"/>
                <a:cs typeface="Times New Roman"/>
              </a:rPr>
              <a:t>e</a:t>
            </a:r>
            <a:r>
              <a:rPr dirty="0" smtClean="0" sz="2400" spc="62">
                <a:latin typeface="Times New Roman"/>
                <a:cs typeface="Times New Roman"/>
              </a:rPr>
              <a:t>d</a:t>
            </a:r>
            <a:r>
              <a:rPr dirty="0" smtClean="0" sz="2400" spc="62">
                <a:latin typeface="Times New Roman"/>
                <a:cs typeface="Times New Roman"/>
              </a:rPr>
              <a:t>an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m</a:t>
            </a:r>
            <a:r>
              <a:rPr dirty="0" smtClean="0" sz="2400" spc="62">
                <a:latin typeface="Times New Roman"/>
                <a:cs typeface="Times New Roman"/>
              </a:rPr>
              <a:t>a</a:t>
            </a:r>
            <a:r>
              <a:rPr dirty="0" smtClean="0" sz="2400" spc="62">
                <a:latin typeface="Times New Roman"/>
                <a:cs typeface="Times New Roman"/>
              </a:rPr>
              <a:t>g</a:t>
            </a:r>
            <a:r>
              <a:rPr dirty="0" smtClean="0" sz="2400" spc="62">
                <a:latin typeface="Times New Roman"/>
                <a:cs typeface="Times New Roman"/>
              </a:rPr>
              <a:t>n</a:t>
            </a:r>
            <a:r>
              <a:rPr dirty="0" smtClean="0" sz="2400" spc="62">
                <a:latin typeface="Times New Roman"/>
                <a:cs typeface="Times New Roman"/>
              </a:rPr>
              <a:t>e</a:t>
            </a:r>
            <a:r>
              <a:rPr dirty="0" smtClean="0" sz="2400" spc="62">
                <a:latin typeface="Times New Roman"/>
                <a:cs typeface="Times New Roman"/>
              </a:rPr>
              <a:t>t</a:t>
            </a:r>
            <a:r>
              <a:rPr dirty="0" smtClean="0" sz="2400" spc="62">
                <a:latin typeface="Times New Roman"/>
                <a:cs typeface="Times New Roman"/>
              </a:rPr>
              <a:t>.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Ke</a:t>
            </a:r>
            <a:r>
              <a:rPr dirty="0" smtClean="0" sz="2400" spc="62">
                <a:latin typeface="Times New Roman"/>
                <a:cs typeface="Times New Roman"/>
              </a:rPr>
              <a:t>t</a:t>
            </a:r>
            <a:r>
              <a:rPr dirty="0" smtClean="0" sz="2400" spc="62">
                <a:latin typeface="Times New Roman"/>
                <a:cs typeface="Times New Roman"/>
              </a:rPr>
              <a:t>er</a:t>
            </a:r>
            <a:r>
              <a:rPr dirty="0" smtClean="0" sz="2400" spc="62">
                <a:latin typeface="Times New Roman"/>
                <a:cs typeface="Times New Roman"/>
              </a:rPr>
              <a:t>k</a:t>
            </a:r>
            <a:r>
              <a:rPr dirty="0" smtClean="0" sz="2400" spc="62">
                <a:latin typeface="Times New Roman"/>
                <a:cs typeface="Times New Roman"/>
              </a:rPr>
              <a:t>a</a:t>
            </a:r>
            <a:r>
              <a:rPr dirty="0" smtClean="0" sz="2400" spc="62">
                <a:latin typeface="Times New Roman"/>
                <a:cs typeface="Times New Roman"/>
              </a:rPr>
              <a:t>i</a:t>
            </a:r>
            <a:r>
              <a:rPr dirty="0" smtClean="0" sz="2400" spc="62">
                <a:latin typeface="Times New Roman"/>
                <a:cs typeface="Times New Roman"/>
              </a:rPr>
              <a:t>t</a:t>
            </a:r>
            <a:r>
              <a:rPr dirty="0" smtClean="0" sz="2400" spc="62">
                <a:latin typeface="Times New Roman"/>
                <a:cs typeface="Times New Roman"/>
              </a:rPr>
              <a:t>an</a:t>
            </a:r>
            <a:r>
              <a:rPr dirty="0" smtClean="0" sz="2400" spc="62">
                <a:latin typeface="Times New Roman"/>
                <a:cs typeface="Times New Roman"/>
              </a:rPr>
              <a:t> </a:t>
            </a:r>
            <a:r>
              <a:rPr dirty="0" smtClean="0" sz="2400" spc="62">
                <a:latin typeface="Times New Roman"/>
                <a:cs typeface="Times New Roman"/>
              </a:rPr>
              <a:t>itu</a:t>
            </a:r>
            <a:endParaRPr sz="2400">
              <a:latin typeface="Times New Roman"/>
              <a:cs typeface="Times New Roman"/>
            </a:endParaRPr>
          </a:p>
          <a:p>
            <a:pPr marL="12700" marR="3211038" algn="just">
              <a:lnSpc>
                <a:spcPts val="2585"/>
              </a:lnSpc>
              <a:spcBef>
                <a:spcPts val="1"/>
              </a:spcBef>
            </a:pPr>
            <a:r>
              <a:rPr dirty="0" smtClean="0" sz="2400" spc="0">
                <a:latin typeface="Times New Roman"/>
                <a:cs typeface="Times New Roman"/>
              </a:rPr>
              <a:t>ada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un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uk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ed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berub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rhadap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wakt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59"/>
              </a:lnSpc>
              <a:spcBef>
                <a:spcPts val="1287"/>
              </a:spcBef>
            </a:pP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da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st</a:t>
            </a:r>
            <a:r>
              <a:rPr dirty="0" smtClean="0" sz="2400" spc="0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g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sa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b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rk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re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59"/>
              </a:lnSpc>
            </a:pPr>
            <a:r>
              <a:rPr dirty="0" smtClean="0" sz="2400" spc="4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sebab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it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29">
                <a:latin typeface="Times New Roman"/>
                <a:cs typeface="Times New Roman"/>
              </a:rPr>
              <a:t>n</a:t>
            </a:r>
            <a:r>
              <a:rPr dirty="0" smtClean="0" sz="2400" spc="-39">
                <a:latin typeface="Times New Roman"/>
                <a:cs typeface="Times New Roman"/>
              </a:rPr>
              <a:t>y</a:t>
            </a:r>
            <a:r>
              <a:rPr dirty="0" smtClean="0" sz="2400" spc="9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babk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2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tr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ns</a:t>
            </a:r>
            <a:r>
              <a:rPr dirty="0" smtClean="0" sz="2400" spc="4">
                <a:latin typeface="Times New Roman"/>
                <a:cs typeface="Times New Roman"/>
              </a:rPr>
              <a:t>f</a:t>
            </a:r>
            <a:r>
              <a:rPr dirty="0" smtClean="0" sz="2400" spc="0">
                <a:latin typeface="Times New Roman"/>
                <a:cs typeface="Times New Roman"/>
              </a:rPr>
              <a:t>er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en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-39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gi</a:t>
            </a:r>
            <a:r>
              <a:rPr dirty="0" smtClean="0" sz="2400" spc="25">
                <a:latin typeface="Times New Roman"/>
                <a:cs typeface="Times New Roman"/>
              </a:rPr>
              <a:t> </a:t>
            </a:r>
            <a:r>
              <a:rPr dirty="0" smtClean="0" sz="2400" spc="-39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ang</a:t>
            </a:r>
            <a:r>
              <a:rPr dirty="0" smtClean="0" sz="2400" spc="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di</a:t>
            </a:r>
            <a:r>
              <a:rPr dirty="0" smtClean="0" sz="2400" spc="4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-9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as</a:t>
            </a:r>
            <a:r>
              <a:rPr dirty="0" smtClean="0" sz="2400" spc="4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bih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9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ut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ts val="2759"/>
              </a:lnSpc>
            </a:pPr>
            <a:r>
              <a:rPr dirty="0" smtClean="0" sz="2400" spc="-2">
                <a:latin typeface="Times New Roman"/>
                <a:cs typeface="Times New Roman"/>
              </a:rPr>
              <a:t>oleh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John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</a:t>
            </a:r>
            <a:r>
              <a:rPr dirty="0" smtClean="0" sz="2400" spc="-2">
                <a:latin typeface="Times New Roman"/>
                <a:cs typeface="Times New Roman"/>
              </a:rPr>
              <a:t>o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nting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(ingat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vek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or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po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g)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06280" y="6472848"/>
            <a:ext cx="18637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0673" y="765966"/>
            <a:ext cx="2983470" cy="814466"/>
          </a:xfrm>
          <a:prstGeom prst="rect">
            <a:avLst/>
          </a:prstGeom>
        </p:spPr>
        <p:txBody>
          <a:bodyPr wrap="square" lIns="0" tIns="6350" rIns="0" bIns="0" rtlCol="0">
            <a:noAutofit/>
          </a:bodyPr>
          <a:lstStyle/>
          <a:p>
            <a:pPr marL="87219">
              <a:lnSpc>
                <a:spcPct val="97819"/>
              </a:lnSpc>
            </a:pPr>
            <a:r>
              <a:rPr dirty="0" smtClean="0" sz="1950" spc="-276">
                <a:latin typeface="Bookman Old Style"/>
                <a:cs typeface="Bookman Old Style"/>
              </a:rPr>
              <a:t>H</a:t>
            </a:r>
            <a:r>
              <a:rPr dirty="0" smtClean="0" sz="1950" spc="-276">
                <a:latin typeface="Bookman Old Style"/>
                <a:cs typeface="Bookman Old Style"/>
              </a:rPr>
              <a:t>u</a:t>
            </a:r>
            <a:r>
              <a:rPr dirty="0" smtClean="0" sz="1950" spc="-276">
                <a:latin typeface="Bookman Old Style"/>
                <a:cs typeface="Bookman Old Style"/>
              </a:rPr>
              <a:t>k</a:t>
            </a:r>
            <a:r>
              <a:rPr dirty="0" smtClean="0" sz="1950" spc="-276">
                <a:latin typeface="Bookman Old Style"/>
                <a:cs typeface="Bookman Old Style"/>
              </a:rPr>
              <a:t>u</a:t>
            </a:r>
            <a:r>
              <a:rPr dirty="0" smtClean="0" sz="1950" spc="-276">
                <a:latin typeface="Bookman Old Style"/>
                <a:cs typeface="Bookman Old Style"/>
              </a:rPr>
              <a:t>m</a:t>
            </a:r>
            <a:r>
              <a:rPr dirty="0" smtClean="0" sz="1950" spc="-276">
                <a:latin typeface="Bookman Old Style"/>
                <a:cs typeface="Bookman Old Style"/>
              </a:rPr>
              <a:t> </a:t>
            </a:r>
            <a:r>
              <a:rPr dirty="0" smtClean="0" sz="1950" spc="-276">
                <a:latin typeface="Bookman Old Style"/>
                <a:cs typeface="Bookman Old Style"/>
              </a:rPr>
              <a:t>Fa</a:t>
            </a:r>
            <a:r>
              <a:rPr dirty="0" smtClean="0" sz="1950" spc="-276">
                <a:latin typeface="Bookman Old Style"/>
                <a:cs typeface="Bookman Old Style"/>
              </a:rPr>
              <a:t>r</a:t>
            </a:r>
            <a:r>
              <a:rPr dirty="0" smtClean="0" sz="1950" spc="-276">
                <a:latin typeface="Bookman Old Style"/>
                <a:cs typeface="Bookman Old Style"/>
              </a:rPr>
              <a:t>a</a:t>
            </a:r>
            <a:r>
              <a:rPr dirty="0" smtClean="0" sz="1950" spc="-276">
                <a:latin typeface="Bookman Old Style"/>
                <a:cs typeface="Bookman Old Style"/>
              </a:rPr>
              <a:t>d</a:t>
            </a:r>
            <a:r>
              <a:rPr dirty="0" smtClean="0" sz="1950" spc="-276">
                <a:latin typeface="Bookman Old Style"/>
                <a:cs typeface="Bookman Old Style"/>
              </a:rPr>
              <a:t>ay</a:t>
            </a:r>
            <a:endParaRPr sz="195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4143" y="765966"/>
            <a:ext cx="4121324" cy="814466"/>
          </a:xfrm>
          <a:prstGeom prst="rect">
            <a:avLst/>
          </a:prstGeom>
        </p:spPr>
        <p:txBody>
          <a:bodyPr wrap="square" lIns="0" tIns="18510" rIns="0" bIns="0" rtlCol="0">
            <a:noAutofit/>
          </a:bodyPr>
          <a:lstStyle/>
          <a:p>
            <a:pPr marL="293934">
              <a:lnSpc>
                <a:spcPts val="2915"/>
              </a:lnSpc>
            </a:pPr>
            <a:r>
              <a:rPr dirty="0" smtClean="0" baseline="14788" sz="3675" spc="-220">
                <a:latin typeface="MT Extra"/>
                <a:cs typeface="MT Extra"/>
              </a:rPr>
              <a:t></a:t>
            </a:r>
            <a:r>
              <a:rPr dirty="0" smtClean="0" baseline="13015" sz="3675" spc="-134">
                <a:latin typeface="Times New Roman"/>
                <a:cs typeface="Times New Roman"/>
              </a:rPr>
              <a:t>     </a:t>
            </a:r>
            <a:r>
              <a:rPr dirty="0" smtClean="0" baseline="13015" sz="3675" spc="220">
                <a:latin typeface="Times New Roman"/>
                <a:cs typeface="Times New Roman"/>
              </a:rPr>
              <a:t> </a:t>
            </a:r>
            <a:r>
              <a:rPr dirty="0" smtClean="0" baseline="14788" sz="3675" spc="-220">
                <a:latin typeface="MT Extra"/>
                <a:cs typeface="MT Extra"/>
              </a:rPr>
              <a:t></a:t>
            </a:r>
            <a:r>
              <a:rPr dirty="0" smtClean="0" baseline="13015" sz="3675" spc="-134">
                <a:latin typeface="Times New Roman"/>
                <a:cs typeface="Times New Roman"/>
              </a:rPr>
              <a:t>       </a:t>
            </a:r>
            <a:r>
              <a:rPr dirty="0" smtClean="0" baseline="13015" sz="3675" spc="155">
                <a:latin typeface="Times New Roman"/>
                <a:cs typeface="Times New Roman"/>
              </a:rPr>
              <a:t> </a:t>
            </a:r>
            <a:r>
              <a:rPr dirty="0" smtClean="0" sz="2450" spc="-334">
                <a:latin typeface="Bookman Old Style"/>
                <a:cs typeface="Bookman Old Style"/>
              </a:rPr>
              <a:t>d</a:t>
            </a:r>
            <a:r>
              <a:rPr dirty="0" smtClean="0" sz="2450" spc="-171">
                <a:latin typeface="Bookman Old Style"/>
                <a:cs typeface="Bookman Old Style"/>
              </a:rPr>
              <a:t>  </a:t>
            </a:r>
            <a:r>
              <a:rPr dirty="0" smtClean="0" sz="2450" spc="113">
                <a:latin typeface="Bookman Old Style"/>
                <a:cs typeface="Bookman Old Style"/>
              </a:rPr>
              <a:t> </a:t>
            </a:r>
            <a:r>
              <a:rPr dirty="0" smtClean="0" baseline="14788" sz="3675" spc="-220">
                <a:latin typeface="MT Extra"/>
                <a:cs typeface="MT Extra"/>
              </a:rPr>
              <a:t></a:t>
            </a:r>
            <a:r>
              <a:rPr dirty="0" smtClean="0" baseline="13015" sz="3675" spc="-134">
                <a:latin typeface="Times New Roman"/>
                <a:cs typeface="Times New Roman"/>
              </a:rPr>
              <a:t>     </a:t>
            </a:r>
            <a:r>
              <a:rPr dirty="0" smtClean="0" baseline="13015" sz="3675" spc="200">
                <a:latin typeface="Times New Roman"/>
                <a:cs typeface="Times New Roman"/>
              </a:rPr>
              <a:t> </a:t>
            </a:r>
            <a:r>
              <a:rPr dirty="0" smtClean="0" baseline="16132" sz="3675" spc="-22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0673" y="1580432"/>
            <a:ext cx="2983470" cy="818225"/>
          </a:xfrm>
          <a:prstGeom prst="rect">
            <a:avLst/>
          </a:prstGeom>
        </p:spPr>
        <p:txBody>
          <a:bodyPr wrap="square" lIns="0" tIns="10795" rIns="0" bIns="0" rtlCol="0">
            <a:noAutofit/>
          </a:bodyPr>
          <a:lstStyle/>
          <a:p>
            <a:pPr marL="87219">
              <a:lnSpc>
                <a:spcPct val="97819"/>
              </a:lnSpc>
            </a:pPr>
            <a:r>
              <a:rPr dirty="0" smtClean="0" sz="1950" spc="-269">
                <a:latin typeface="Bookman Old Style"/>
                <a:cs typeface="Bookman Old Style"/>
              </a:rPr>
              <a:t>H</a:t>
            </a:r>
            <a:r>
              <a:rPr dirty="0" smtClean="0" sz="1950" spc="-269">
                <a:latin typeface="Bookman Old Style"/>
                <a:cs typeface="Bookman Old Style"/>
              </a:rPr>
              <a:t>u</a:t>
            </a:r>
            <a:r>
              <a:rPr dirty="0" smtClean="0" sz="1950" spc="-269">
                <a:latin typeface="Bookman Old Style"/>
                <a:cs typeface="Bookman Old Style"/>
              </a:rPr>
              <a:t>k</a:t>
            </a:r>
            <a:r>
              <a:rPr dirty="0" smtClean="0" sz="1950" spc="-269">
                <a:latin typeface="Bookman Old Style"/>
                <a:cs typeface="Bookman Old Style"/>
              </a:rPr>
              <a:t>u</a:t>
            </a:r>
            <a:r>
              <a:rPr dirty="0" smtClean="0" sz="1950" spc="-269">
                <a:latin typeface="Bookman Old Style"/>
                <a:cs typeface="Bookman Old Style"/>
              </a:rPr>
              <a:t>m</a:t>
            </a:r>
            <a:r>
              <a:rPr dirty="0" smtClean="0" sz="1950" spc="-269">
                <a:latin typeface="Bookman Old Style"/>
                <a:cs typeface="Bookman Old Style"/>
              </a:rPr>
              <a:t> </a:t>
            </a:r>
            <a:r>
              <a:rPr dirty="0" smtClean="0" sz="1950" spc="-269">
                <a:latin typeface="Bookman Old Style"/>
                <a:cs typeface="Bookman Old Style"/>
              </a:rPr>
              <a:t>A</a:t>
            </a:r>
            <a:r>
              <a:rPr dirty="0" smtClean="0" sz="1950" spc="-269">
                <a:latin typeface="Bookman Old Style"/>
                <a:cs typeface="Bookman Old Style"/>
              </a:rPr>
              <a:t>m</a:t>
            </a:r>
            <a:r>
              <a:rPr dirty="0" smtClean="0" sz="1950" spc="-269">
                <a:latin typeface="Bookman Old Style"/>
                <a:cs typeface="Bookman Old Style"/>
              </a:rPr>
              <a:t>p</a:t>
            </a:r>
            <a:r>
              <a:rPr dirty="0" smtClean="0" sz="1950" spc="-269">
                <a:latin typeface="Bookman Old Style"/>
                <a:cs typeface="Bookman Old Style"/>
              </a:rPr>
              <a:t>e</a:t>
            </a:r>
            <a:r>
              <a:rPr dirty="0" smtClean="0" sz="1950" spc="-269">
                <a:latin typeface="Bookman Old Style"/>
                <a:cs typeface="Bookman Old Style"/>
              </a:rPr>
              <a:t>r</a:t>
            </a:r>
            <a:r>
              <a:rPr dirty="0" smtClean="0" sz="1950" spc="-269">
                <a:latin typeface="Bookman Old Style"/>
                <a:cs typeface="Bookman Old Style"/>
              </a:rPr>
              <a:t>e</a:t>
            </a:r>
            <a:r>
              <a:rPr dirty="0" smtClean="0" sz="1950" spc="-269">
                <a:latin typeface="Bookman Old Style"/>
                <a:cs typeface="Bookman Old Style"/>
              </a:rPr>
              <a:t> </a:t>
            </a:r>
            <a:r>
              <a:rPr dirty="0" smtClean="0" sz="1950" spc="-269">
                <a:latin typeface="Bookman Old Style"/>
                <a:cs typeface="Bookman Old Style"/>
              </a:rPr>
              <a:t>d</a:t>
            </a:r>
            <a:r>
              <a:rPr dirty="0" smtClean="0" sz="1950" spc="-269">
                <a:latin typeface="Bookman Old Style"/>
                <a:cs typeface="Bookman Old Style"/>
              </a:rPr>
              <a:t>an</a:t>
            </a:r>
            <a:r>
              <a:rPr dirty="0" smtClean="0" sz="1950" spc="-269">
                <a:latin typeface="Bookman Old Style"/>
                <a:cs typeface="Bookman Old Style"/>
              </a:rPr>
              <a:t> </a:t>
            </a:r>
            <a:r>
              <a:rPr dirty="0" smtClean="0" sz="1950" spc="-269">
                <a:latin typeface="Bookman Old Style"/>
                <a:cs typeface="Bookman Old Style"/>
              </a:rPr>
              <a:t>A</a:t>
            </a:r>
            <a:r>
              <a:rPr dirty="0" smtClean="0" sz="1950" spc="-269">
                <a:latin typeface="Bookman Old Style"/>
                <a:cs typeface="Bookman Old Style"/>
              </a:rPr>
              <a:t>r</a:t>
            </a:r>
            <a:r>
              <a:rPr dirty="0" smtClean="0" sz="1950" spc="-269">
                <a:latin typeface="Bookman Old Style"/>
                <a:cs typeface="Bookman Old Style"/>
              </a:rPr>
              <a:t>u</a:t>
            </a:r>
            <a:r>
              <a:rPr dirty="0" smtClean="0" sz="1950" spc="-269">
                <a:latin typeface="Bookman Old Style"/>
                <a:cs typeface="Bookman Old Style"/>
              </a:rPr>
              <a:t>s</a:t>
            </a:r>
            <a:endParaRPr sz="1950">
              <a:latin typeface="Bookman Old Style"/>
              <a:cs typeface="Bookman Old Style"/>
            </a:endParaRPr>
          </a:p>
          <a:p>
            <a:pPr marL="87219">
              <a:lnSpc>
                <a:spcPts val="2280"/>
              </a:lnSpc>
              <a:spcBef>
                <a:spcPts val="114"/>
              </a:spcBef>
            </a:pPr>
            <a:r>
              <a:rPr dirty="0" smtClean="0" sz="1950" spc="-246">
                <a:latin typeface="Bookman Old Style"/>
                <a:cs typeface="Bookman Old Style"/>
              </a:rPr>
              <a:t>P</a:t>
            </a:r>
            <a:r>
              <a:rPr dirty="0" smtClean="0" sz="1950" spc="-246">
                <a:latin typeface="Bookman Old Style"/>
                <a:cs typeface="Bookman Old Style"/>
              </a:rPr>
              <a:t>e</a:t>
            </a:r>
            <a:r>
              <a:rPr dirty="0" smtClean="0" sz="1950" spc="-246">
                <a:latin typeface="Bookman Old Style"/>
                <a:cs typeface="Bookman Old Style"/>
              </a:rPr>
              <a:t>r</a:t>
            </a:r>
            <a:r>
              <a:rPr dirty="0" smtClean="0" sz="1950" spc="-246">
                <a:latin typeface="Bookman Old Style"/>
                <a:cs typeface="Bookman Old Style"/>
              </a:rPr>
              <a:t>ge</a:t>
            </a:r>
            <a:r>
              <a:rPr dirty="0" smtClean="0" sz="1950" spc="-246">
                <a:latin typeface="Bookman Old Style"/>
                <a:cs typeface="Bookman Old Style"/>
              </a:rPr>
              <a:t>s</a:t>
            </a:r>
            <a:r>
              <a:rPr dirty="0" smtClean="0" sz="1950" spc="-246">
                <a:latin typeface="Bookman Old Style"/>
                <a:cs typeface="Bookman Old Style"/>
              </a:rPr>
              <a:t>e</a:t>
            </a:r>
            <a:r>
              <a:rPr dirty="0" smtClean="0" sz="1950" spc="-246">
                <a:latin typeface="Bookman Old Style"/>
                <a:cs typeface="Bookman Old Style"/>
              </a:rPr>
              <a:t>r</a:t>
            </a:r>
            <a:r>
              <a:rPr dirty="0" smtClean="0" sz="1950" spc="-246">
                <a:latin typeface="Bookman Old Style"/>
                <a:cs typeface="Bookman Old Style"/>
              </a:rPr>
              <a:t>an</a:t>
            </a:r>
            <a:r>
              <a:rPr dirty="0" smtClean="0" sz="1950" spc="-246">
                <a:latin typeface="Bookman Old Style"/>
                <a:cs typeface="Bookman Old Style"/>
              </a:rPr>
              <a:t> </a:t>
            </a:r>
            <a:r>
              <a:rPr dirty="0" smtClean="0" sz="1950" spc="-246">
                <a:latin typeface="Bookman Old Style"/>
                <a:cs typeface="Bookman Old Style"/>
              </a:rPr>
              <a:t>M</a:t>
            </a:r>
            <a:r>
              <a:rPr dirty="0" smtClean="0" sz="1950" spc="-246">
                <a:latin typeface="Bookman Old Style"/>
                <a:cs typeface="Bookman Old Style"/>
              </a:rPr>
              <a:t>a</a:t>
            </a:r>
            <a:r>
              <a:rPr dirty="0" smtClean="0" sz="1950" spc="-246">
                <a:latin typeface="Bookman Old Style"/>
                <a:cs typeface="Bookman Old Style"/>
              </a:rPr>
              <a:t>x</a:t>
            </a:r>
            <a:r>
              <a:rPr dirty="0" smtClean="0" sz="1950" spc="-246">
                <a:latin typeface="Bookman Old Style"/>
                <a:cs typeface="Bookman Old Style"/>
              </a:rPr>
              <a:t>w</a:t>
            </a:r>
            <a:r>
              <a:rPr dirty="0" smtClean="0" sz="1950" spc="-246">
                <a:latin typeface="Bookman Old Style"/>
                <a:cs typeface="Bookman Old Style"/>
              </a:rPr>
              <a:t>e</a:t>
            </a:r>
            <a:r>
              <a:rPr dirty="0" smtClean="0" sz="1950" spc="-246">
                <a:latin typeface="Bookman Old Style"/>
                <a:cs typeface="Bookman Old Style"/>
              </a:rPr>
              <a:t>l</a:t>
            </a:r>
            <a:r>
              <a:rPr dirty="0" smtClean="0" sz="1950" spc="-246">
                <a:latin typeface="Bookman Old Style"/>
                <a:cs typeface="Bookman Old Style"/>
              </a:rPr>
              <a:t>l</a:t>
            </a:r>
            <a:endParaRPr sz="195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4143" y="1580432"/>
            <a:ext cx="4121324" cy="818225"/>
          </a:xfrm>
          <a:prstGeom prst="rect">
            <a:avLst/>
          </a:prstGeom>
        </p:spPr>
        <p:txBody>
          <a:bodyPr wrap="square" lIns="0" tIns="28416" rIns="0" bIns="0" rtlCol="0">
            <a:noAutofit/>
          </a:bodyPr>
          <a:lstStyle/>
          <a:p>
            <a:pPr marL="251515">
              <a:lnSpc>
                <a:spcPts val="4475"/>
              </a:lnSpc>
            </a:pPr>
            <a:r>
              <a:rPr dirty="0" smtClean="0" baseline="-8113" sz="3675" spc="-430">
                <a:latin typeface="Bookman Old Style"/>
                <a:cs typeface="Bookman Old Style"/>
              </a:rPr>
              <a:t>H</a:t>
            </a:r>
            <a:r>
              <a:rPr dirty="0" smtClean="0" baseline="-8113" sz="3675" spc="-171">
                <a:latin typeface="Bookman Old Style"/>
                <a:cs typeface="Bookman Old Style"/>
              </a:rPr>
              <a:t> </a:t>
            </a:r>
            <a:r>
              <a:rPr dirty="0" smtClean="0" baseline="-8113" sz="3675" spc="71">
                <a:latin typeface="Bookman Old Style"/>
                <a:cs typeface="Bookman Old Style"/>
              </a:rPr>
              <a:t> </a:t>
            </a:r>
            <a:r>
              <a:rPr dirty="0" smtClean="0" baseline="-8113" sz="3675" spc="-331">
                <a:latin typeface="Bookman Old Style"/>
                <a:cs typeface="Bookman Old Style"/>
              </a:rPr>
              <a:t>d</a:t>
            </a:r>
            <a:r>
              <a:rPr dirty="0" smtClean="0" baseline="-8113" sz="3675" spc="-323">
                <a:latin typeface="Bookman Old Style"/>
                <a:cs typeface="Bookman Old Style"/>
              </a:rPr>
              <a:t>L</a:t>
            </a:r>
            <a:r>
              <a:rPr dirty="0" smtClean="0" baseline="-8113" sz="3675" spc="-171">
                <a:latin typeface="Bookman Old Style"/>
                <a:cs typeface="Bookman Old Style"/>
              </a:rPr>
              <a:t>    </a:t>
            </a:r>
            <a:r>
              <a:rPr dirty="0" smtClean="0" baseline="-8113" sz="3675" spc="127">
                <a:latin typeface="Bookman Old Style"/>
                <a:cs typeface="Bookman Old Style"/>
              </a:rPr>
              <a:t> </a:t>
            </a:r>
            <a:r>
              <a:rPr dirty="0" smtClean="0" baseline="47054" sz="3675" spc="-220">
                <a:latin typeface="MT Extra"/>
                <a:cs typeface="MT Extra"/>
              </a:rPr>
              <a:t></a:t>
            </a:r>
            <a:r>
              <a:rPr dirty="0" smtClean="0" baseline="41411" sz="3675" spc="-134">
                <a:latin typeface="Times New Roman"/>
                <a:cs typeface="Times New Roman"/>
              </a:rPr>
              <a:t>    </a:t>
            </a:r>
            <a:r>
              <a:rPr dirty="0" smtClean="0" baseline="41411" sz="3675" spc="181">
                <a:latin typeface="Times New Roman"/>
                <a:cs typeface="Times New Roman"/>
              </a:rPr>
              <a:t> </a:t>
            </a:r>
            <a:r>
              <a:rPr dirty="0" smtClean="0" baseline="48398" sz="3675" spc="-220">
                <a:latin typeface="MT Extra"/>
                <a:cs typeface="MT Extra"/>
              </a:rPr>
              <a:t></a:t>
            </a:r>
            <a:r>
              <a:rPr dirty="0" smtClean="0" baseline="42594" sz="3675" spc="-134">
                <a:latin typeface="Times New Roman"/>
                <a:cs typeface="Times New Roman"/>
              </a:rPr>
              <a:t>  </a:t>
            </a:r>
            <a:r>
              <a:rPr dirty="0" smtClean="0" baseline="42594" sz="3675" spc="269">
                <a:latin typeface="Times New Roman"/>
                <a:cs typeface="Times New Roman"/>
              </a:rPr>
              <a:t> </a:t>
            </a:r>
            <a:r>
              <a:rPr dirty="0" smtClean="0" baseline="28396" sz="3675" spc="-19" u="heavy">
                <a:latin typeface="Times New Roman"/>
                <a:cs typeface="Times New Roman"/>
              </a:rPr>
              <a:t> </a:t>
            </a:r>
            <a:r>
              <a:rPr dirty="0" smtClean="0" baseline="27817" sz="3675" spc="-334" u="heavy">
                <a:latin typeface="Bookman Old Style"/>
                <a:cs typeface="Bookman Old Style"/>
              </a:rPr>
              <a:t>d</a:t>
            </a:r>
            <a:r>
              <a:rPr dirty="0" smtClean="0" baseline="28396" sz="3675" spc="-134" u="heavy">
                <a:latin typeface="Times New Roman"/>
                <a:cs typeface="Times New Roman"/>
              </a:rPr>
              <a:t> </a:t>
            </a:r>
            <a:r>
              <a:rPr dirty="0" smtClean="0" baseline="28396" sz="3675" spc="-134">
                <a:latin typeface="Times New Roman"/>
                <a:cs typeface="Times New Roman"/>
              </a:rPr>
              <a:t>  </a:t>
            </a:r>
            <a:r>
              <a:rPr dirty="0" smtClean="0" baseline="28396" sz="3675" spc="209">
                <a:latin typeface="Times New Roman"/>
                <a:cs typeface="Times New Roman"/>
              </a:rPr>
              <a:t> </a:t>
            </a:r>
            <a:r>
              <a:rPr dirty="0" smtClean="0" baseline="48398" sz="3675" spc="-220">
                <a:latin typeface="MT Extra"/>
                <a:cs typeface="MT Extra"/>
              </a:rPr>
              <a:t></a:t>
            </a:r>
            <a:r>
              <a:rPr dirty="0" smtClean="0" baseline="42594" sz="3675" spc="-134">
                <a:latin typeface="Times New Roman"/>
                <a:cs typeface="Times New Roman"/>
              </a:rPr>
              <a:t>     </a:t>
            </a:r>
            <a:r>
              <a:rPr dirty="0" smtClean="0" baseline="42594" sz="3675" spc="270">
                <a:latin typeface="Times New Roman"/>
                <a:cs typeface="Times New Roman"/>
              </a:rPr>
              <a:t> </a:t>
            </a:r>
            <a:r>
              <a:rPr dirty="0" smtClean="0" baseline="49743" sz="3675" spc="-220">
                <a:latin typeface="MT Extra"/>
                <a:cs typeface="MT Extra"/>
              </a:rPr>
              <a:t></a:t>
            </a:r>
            <a:endParaRPr sz="2450">
              <a:latin typeface="MT Extra"/>
              <a:cs typeface="MT Ext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0673" y="2398658"/>
            <a:ext cx="2983470" cy="582824"/>
          </a:xfrm>
          <a:prstGeom prst="rect">
            <a:avLst/>
          </a:prstGeom>
        </p:spPr>
        <p:txBody>
          <a:bodyPr wrap="square" lIns="0" tIns="6350" rIns="0" bIns="0" rtlCol="0">
            <a:noAutofit/>
          </a:bodyPr>
          <a:lstStyle/>
          <a:p>
            <a:pPr marL="87219">
              <a:lnSpc>
                <a:spcPct val="97819"/>
              </a:lnSpc>
            </a:pPr>
            <a:r>
              <a:rPr dirty="0" smtClean="0" sz="1950" spc="-282">
                <a:latin typeface="Bookman Old Style"/>
                <a:cs typeface="Bookman Old Style"/>
              </a:rPr>
              <a:t>H</a:t>
            </a:r>
            <a:r>
              <a:rPr dirty="0" smtClean="0" sz="1950" spc="-282">
                <a:latin typeface="Bookman Old Style"/>
                <a:cs typeface="Bookman Old Style"/>
              </a:rPr>
              <a:t>u</a:t>
            </a:r>
            <a:r>
              <a:rPr dirty="0" smtClean="0" sz="1950" spc="-282">
                <a:latin typeface="Bookman Old Style"/>
                <a:cs typeface="Bookman Old Style"/>
              </a:rPr>
              <a:t>k</a:t>
            </a:r>
            <a:r>
              <a:rPr dirty="0" smtClean="0" sz="1950" spc="-282">
                <a:latin typeface="Bookman Old Style"/>
                <a:cs typeface="Bookman Old Style"/>
              </a:rPr>
              <a:t>u</a:t>
            </a:r>
            <a:r>
              <a:rPr dirty="0" smtClean="0" sz="1950" spc="-282">
                <a:latin typeface="Bookman Old Style"/>
                <a:cs typeface="Bookman Old Style"/>
              </a:rPr>
              <a:t>m</a:t>
            </a:r>
            <a:r>
              <a:rPr dirty="0" smtClean="0" sz="1950" spc="-282">
                <a:latin typeface="Bookman Old Style"/>
                <a:cs typeface="Bookman Old Style"/>
              </a:rPr>
              <a:t> </a:t>
            </a:r>
            <a:r>
              <a:rPr dirty="0" smtClean="0" sz="1950" spc="-282">
                <a:latin typeface="Bookman Old Style"/>
                <a:cs typeface="Bookman Old Style"/>
              </a:rPr>
              <a:t>Ga</a:t>
            </a:r>
            <a:r>
              <a:rPr dirty="0" smtClean="0" sz="1950" spc="-282">
                <a:latin typeface="Bookman Old Style"/>
                <a:cs typeface="Bookman Old Style"/>
              </a:rPr>
              <a:t>u</a:t>
            </a:r>
            <a:r>
              <a:rPr dirty="0" smtClean="0" sz="1950" spc="-282">
                <a:latin typeface="Bookman Old Style"/>
                <a:cs typeface="Bookman Old Style"/>
              </a:rPr>
              <a:t>s</a:t>
            </a:r>
            <a:r>
              <a:rPr dirty="0" smtClean="0" sz="1950" spc="-282">
                <a:latin typeface="Bookman Old Style"/>
                <a:cs typeface="Bookman Old Style"/>
              </a:rPr>
              <a:t>s</a:t>
            </a:r>
            <a:endParaRPr sz="195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4143" y="2398658"/>
            <a:ext cx="4121324" cy="582824"/>
          </a:xfrm>
          <a:prstGeom prst="rect">
            <a:avLst/>
          </a:prstGeom>
        </p:spPr>
        <p:txBody>
          <a:bodyPr wrap="square" lIns="0" tIns="28162" rIns="0" bIns="0" rtlCol="0">
            <a:noAutofit/>
          </a:bodyPr>
          <a:lstStyle/>
          <a:p>
            <a:pPr marL="122643">
              <a:lnSpc>
                <a:spcPts val="4435"/>
              </a:lnSpc>
            </a:pPr>
            <a:r>
              <a:rPr dirty="0" smtClean="0" sz="3650" spc="-95">
                <a:latin typeface="Symbol"/>
                <a:cs typeface="Symbol"/>
              </a:rPr>
              <a:t></a:t>
            </a:r>
            <a:r>
              <a:rPr dirty="0" smtClean="0" baseline="17385" sz="3675" spc="-389">
                <a:latin typeface="Bookman Old Style"/>
                <a:cs typeface="Bookman Old Style"/>
              </a:rPr>
              <a:t>D</a:t>
            </a:r>
            <a:r>
              <a:rPr dirty="0" smtClean="0" baseline="17385" sz="3675" spc="-389">
                <a:latin typeface="Bookman Old Style"/>
                <a:cs typeface="Bookman Old Style"/>
              </a:rPr>
              <a:t> </a:t>
            </a:r>
            <a:r>
              <a:rPr dirty="0" smtClean="0" baseline="16658" sz="3675" spc="-95">
                <a:latin typeface="Symbol"/>
                <a:cs typeface="Symbol"/>
              </a:rPr>
              <a:t></a:t>
            </a:r>
            <a:r>
              <a:rPr dirty="0" smtClean="0" baseline="17747" sz="3675" spc="-243">
                <a:latin typeface="Times New Roman"/>
                <a:cs typeface="Times New Roman"/>
              </a:rPr>
              <a:t> </a:t>
            </a:r>
            <a:r>
              <a:rPr dirty="0" smtClean="0" baseline="17385" sz="3675" spc="-389">
                <a:latin typeface="Bookman Old Style"/>
                <a:cs typeface="Bookman Old Style"/>
              </a:rPr>
              <a:t>d</a:t>
            </a:r>
            <a:r>
              <a:rPr dirty="0" smtClean="0" baseline="17385" sz="3675" spc="-389">
                <a:latin typeface="Bookman Old Style"/>
                <a:cs typeface="Bookman Old Style"/>
              </a:rPr>
              <a:t>S</a:t>
            </a:r>
            <a:r>
              <a:rPr dirty="0" smtClean="0" baseline="17385" sz="3675" spc="-389">
                <a:latin typeface="Bookman Old Style"/>
                <a:cs typeface="Bookman Old Style"/>
              </a:rPr>
              <a:t> </a:t>
            </a:r>
            <a:r>
              <a:rPr dirty="0" smtClean="0" baseline="16658" sz="3675" spc="-95">
                <a:latin typeface="Symbol"/>
                <a:cs typeface="Symbol"/>
              </a:rPr>
              <a:t></a:t>
            </a:r>
            <a:r>
              <a:rPr dirty="0" smtClean="0" baseline="17747" sz="3675" spc="-243">
                <a:latin typeface="Times New Roman"/>
                <a:cs typeface="Times New Roman"/>
              </a:rPr>
              <a:t> </a:t>
            </a:r>
            <a:r>
              <a:rPr dirty="0" smtClean="0" sz="3650" spc="-95">
                <a:latin typeface="Symbol"/>
                <a:cs typeface="Symbol"/>
              </a:rPr>
              <a:t></a:t>
            </a:r>
            <a:r>
              <a:rPr dirty="0" smtClean="0" baseline="16658" sz="3675" spc="-95">
                <a:latin typeface="Symbol"/>
                <a:cs typeface="Symbol"/>
              </a:rPr>
              <a:t></a:t>
            </a:r>
            <a:r>
              <a:rPr dirty="0" smtClean="0" sz="1400" spc="-243">
                <a:latin typeface="Times New Roman"/>
                <a:cs typeface="Times New Roman"/>
              </a:rPr>
              <a:t>V</a:t>
            </a:r>
            <a:r>
              <a:rPr dirty="0" smtClean="0" sz="1400" spc="-243">
                <a:latin typeface="Times New Roman"/>
                <a:cs typeface="Times New Roman"/>
              </a:rPr>
              <a:t> </a:t>
            </a:r>
            <a:r>
              <a:rPr dirty="0" smtClean="0" baseline="17747" sz="3675" spc="-243">
                <a:latin typeface="Times New Roman"/>
                <a:cs typeface="Times New Roman"/>
              </a:rPr>
              <a:t>d</a:t>
            </a:r>
            <a:r>
              <a:rPr dirty="0" smtClean="0" baseline="17747" sz="3675" spc="-243">
                <a:latin typeface="Times New Roman"/>
                <a:cs typeface="Times New Roman"/>
              </a:rPr>
              <a:t>V</a:t>
            </a:r>
            <a:r>
              <a:rPr dirty="0" smtClean="0" baseline="17747" sz="3675" spc="-243">
                <a:latin typeface="Times New Roman"/>
                <a:cs typeface="Times New Roman"/>
              </a:rPr>
              <a:t> </a:t>
            </a:r>
            <a:r>
              <a:rPr dirty="0" smtClean="0" baseline="16658" sz="3675" spc="-95">
                <a:latin typeface="Symbol"/>
                <a:cs typeface="Symbol"/>
              </a:rPr>
              <a:t></a:t>
            </a:r>
            <a:r>
              <a:rPr dirty="0" smtClean="0" baseline="17747" sz="3675" spc="-243">
                <a:latin typeface="Times New Roman"/>
                <a:cs typeface="Times New Roman"/>
              </a:rPr>
              <a:t> </a:t>
            </a:r>
            <a:r>
              <a:rPr dirty="0" smtClean="0" baseline="17747" sz="3675" spc="-243">
                <a:latin typeface="Times New Roman"/>
                <a:cs typeface="Times New Roman"/>
              </a:rPr>
              <a:t>Q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0673" y="2981483"/>
            <a:ext cx="2983470" cy="578561"/>
          </a:xfrm>
          <a:prstGeom prst="rect">
            <a:avLst/>
          </a:prstGeom>
        </p:spPr>
        <p:txBody>
          <a:bodyPr wrap="square" lIns="0" tIns="6350" rIns="0" bIns="0" rtlCol="0">
            <a:noAutofit/>
          </a:bodyPr>
          <a:lstStyle/>
          <a:p>
            <a:pPr marL="87219">
              <a:lnSpc>
                <a:spcPct val="97819"/>
              </a:lnSpc>
            </a:pPr>
            <a:r>
              <a:rPr dirty="0" smtClean="0" sz="1950" spc="-282">
                <a:latin typeface="Bookman Old Style"/>
                <a:cs typeface="Bookman Old Style"/>
              </a:rPr>
              <a:t>H</a:t>
            </a:r>
            <a:r>
              <a:rPr dirty="0" smtClean="0" sz="1950" spc="-282">
                <a:latin typeface="Bookman Old Style"/>
                <a:cs typeface="Bookman Old Style"/>
              </a:rPr>
              <a:t>u</a:t>
            </a:r>
            <a:r>
              <a:rPr dirty="0" smtClean="0" sz="1950" spc="-282">
                <a:latin typeface="Bookman Old Style"/>
                <a:cs typeface="Bookman Old Style"/>
              </a:rPr>
              <a:t>k</a:t>
            </a:r>
            <a:r>
              <a:rPr dirty="0" smtClean="0" sz="1950" spc="-282">
                <a:latin typeface="Bookman Old Style"/>
                <a:cs typeface="Bookman Old Style"/>
              </a:rPr>
              <a:t>u</a:t>
            </a:r>
            <a:r>
              <a:rPr dirty="0" smtClean="0" sz="1950" spc="-282">
                <a:latin typeface="Bookman Old Style"/>
                <a:cs typeface="Bookman Old Style"/>
              </a:rPr>
              <a:t>m</a:t>
            </a:r>
            <a:r>
              <a:rPr dirty="0" smtClean="0" sz="1950" spc="-282">
                <a:latin typeface="Bookman Old Style"/>
                <a:cs typeface="Bookman Old Style"/>
              </a:rPr>
              <a:t> </a:t>
            </a:r>
            <a:r>
              <a:rPr dirty="0" smtClean="0" sz="1950" spc="-282">
                <a:latin typeface="Bookman Old Style"/>
                <a:cs typeface="Bookman Old Style"/>
              </a:rPr>
              <a:t>Ga</a:t>
            </a:r>
            <a:r>
              <a:rPr dirty="0" smtClean="0" sz="1950" spc="-282">
                <a:latin typeface="Bookman Old Style"/>
                <a:cs typeface="Bookman Old Style"/>
              </a:rPr>
              <a:t>u</a:t>
            </a:r>
            <a:r>
              <a:rPr dirty="0" smtClean="0" sz="1950" spc="-282">
                <a:latin typeface="Bookman Old Style"/>
                <a:cs typeface="Bookman Old Style"/>
              </a:rPr>
              <a:t>s</a:t>
            </a:r>
            <a:r>
              <a:rPr dirty="0" smtClean="0" sz="1950" spc="-282">
                <a:latin typeface="Bookman Old Style"/>
                <a:cs typeface="Bookman Old Style"/>
              </a:rPr>
              <a:t>s</a:t>
            </a:r>
            <a:endParaRPr sz="195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4143" y="2981483"/>
            <a:ext cx="4121324" cy="578561"/>
          </a:xfrm>
          <a:prstGeom prst="rect">
            <a:avLst/>
          </a:prstGeom>
        </p:spPr>
        <p:txBody>
          <a:bodyPr wrap="square" lIns="0" tIns="27940" rIns="0" bIns="0" rtlCol="0">
            <a:noAutofit/>
          </a:bodyPr>
          <a:lstStyle/>
          <a:p>
            <a:pPr marL="123449">
              <a:lnSpc>
                <a:spcPts val="4400"/>
              </a:lnSpc>
            </a:pPr>
            <a:r>
              <a:rPr dirty="0" smtClean="0" sz="3650" spc="-73">
                <a:latin typeface="Symbol"/>
                <a:cs typeface="Symbol"/>
              </a:rPr>
              <a:t></a:t>
            </a:r>
            <a:r>
              <a:rPr dirty="0" smtClean="0" baseline="17385" sz="3675" spc="-378">
                <a:latin typeface="Bookman Old Style"/>
                <a:cs typeface="Bookman Old Style"/>
              </a:rPr>
              <a:t>B</a:t>
            </a:r>
            <a:r>
              <a:rPr dirty="0" smtClean="0" baseline="17385" sz="3675" spc="-378">
                <a:latin typeface="Bookman Old Style"/>
                <a:cs typeface="Bookman Old Style"/>
              </a:rPr>
              <a:t> </a:t>
            </a:r>
            <a:r>
              <a:rPr dirty="0" smtClean="0" baseline="16658" sz="3675" spc="-73">
                <a:latin typeface="Symbol"/>
                <a:cs typeface="Symbol"/>
              </a:rPr>
              <a:t></a:t>
            </a:r>
            <a:r>
              <a:rPr dirty="0" smtClean="0" baseline="17747" sz="3675" spc="-255">
                <a:latin typeface="Times New Roman"/>
                <a:cs typeface="Times New Roman"/>
              </a:rPr>
              <a:t> </a:t>
            </a:r>
            <a:r>
              <a:rPr dirty="0" smtClean="0" baseline="17385" sz="3675" spc="-378">
                <a:latin typeface="Bookman Old Style"/>
                <a:cs typeface="Bookman Old Style"/>
              </a:rPr>
              <a:t>d</a:t>
            </a:r>
            <a:r>
              <a:rPr dirty="0" smtClean="0" baseline="17385" sz="3675" spc="-378">
                <a:latin typeface="Bookman Old Style"/>
                <a:cs typeface="Bookman Old Style"/>
              </a:rPr>
              <a:t>S</a:t>
            </a:r>
            <a:r>
              <a:rPr dirty="0" smtClean="0" baseline="17385" sz="3675" spc="-378">
                <a:latin typeface="Bookman Old Style"/>
                <a:cs typeface="Bookman Old Style"/>
              </a:rPr>
              <a:t> </a:t>
            </a:r>
            <a:r>
              <a:rPr dirty="0" smtClean="0" baseline="16658" sz="3675" spc="-73">
                <a:latin typeface="Symbol"/>
                <a:cs typeface="Symbol"/>
              </a:rPr>
              <a:t></a:t>
            </a:r>
            <a:r>
              <a:rPr dirty="0" smtClean="0" baseline="17747" sz="3675" spc="-255">
                <a:latin typeface="Times New Roman"/>
                <a:cs typeface="Times New Roman"/>
              </a:rPr>
              <a:t> </a:t>
            </a:r>
            <a:r>
              <a:rPr dirty="0" smtClean="0" baseline="17747" sz="3675" spc="-255">
                <a:latin typeface="Times New Roman"/>
                <a:cs typeface="Times New Roman"/>
              </a:rPr>
              <a:t>0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2764" y="1048743"/>
            <a:ext cx="26935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35513" y="1741132"/>
            <a:ext cx="562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742903" y="1741132"/>
            <a:ext cx="6083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050607" y="1542097"/>
            <a:ext cx="396240" cy="4067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968057" y="3508057"/>
            <a:ext cx="396240" cy="4067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050607" y="4728210"/>
            <a:ext cx="396240" cy="40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359" y="159670"/>
            <a:ext cx="252384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Konsep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W</a:t>
            </a:r>
            <a:r>
              <a:rPr dirty="0" smtClean="0" sz="2400" spc="-1" b="1">
                <a:latin typeface="Arial"/>
                <a:cs typeface="Arial"/>
              </a:rPr>
              <a:t>irele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9740" y="1150651"/>
            <a:ext cx="7007123" cy="78746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D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fi</a:t>
            </a:r>
            <a:r>
              <a:rPr dirty="0" smtClean="0" sz="2400" spc="-4" b="1">
                <a:latin typeface="Arial"/>
                <a:cs typeface="Arial"/>
              </a:rPr>
              <a:t>n</a:t>
            </a:r>
            <a:r>
              <a:rPr dirty="0" smtClean="0" sz="2400" spc="-4" b="1">
                <a:latin typeface="Arial"/>
                <a:cs typeface="Arial"/>
              </a:rPr>
              <a:t>isi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D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dan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mi</a:t>
            </a:r>
            <a:r>
              <a:rPr dirty="0" smtClean="0" sz="2400" spc="-4" b="1">
                <a:latin typeface="Arial"/>
                <a:cs typeface="Arial"/>
              </a:rPr>
              <a:t>n</a:t>
            </a:r>
            <a:r>
              <a:rPr dirty="0" smtClean="0" sz="2400" spc="-4" b="1">
                <a:latin typeface="Arial"/>
                <a:cs typeface="Arial"/>
              </a:rPr>
              <a:t>o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o</a:t>
            </a:r>
            <a:r>
              <a:rPr dirty="0" smtClean="0" sz="2400" spc="-4" b="1">
                <a:latin typeface="Arial"/>
                <a:cs typeface="Arial"/>
              </a:rPr>
              <a:t>g</a:t>
            </a:r>
            <a:r>
              <a:rPr dirty="0" smtClean="0" sz="2400" spc="-4" b="1">
                <a:latin typeface="Arial"/>
                <a:cs typeface="Arial"/>
              </a:rPr>
              <a:t>i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B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(con</a:t>
            </a:r>
            <a:r>
              <a:rPr dirty="0" smtClean="0" sz="2400" spc="-4" b="1">
                <a:latin typeface="Arial"/>
                <a:cs typeface="Arial"/>
              </a:rPr>
              <a:t>t..</a:t>
            </a:r>
            <a:r>
              <a:rPr dirty="0" smtClean="0" sz="2400" spc="-4" b="1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048004" marR="45720">
              <a:lnSpc>
                <a:spcPct val="95825"/>
              </a:lnSpc>
              <a:spcBef>
                <a:spcPts val="712"/>
              </a:spcBef>
            </a:pPr>
            <a:r>
              <a:rPr dirty="0" smtClean="0" sz="2400" spc="0">
                <a:latin typeface="Arial"/>
                <a:cs typeface="Arial"/>
              </a:rPr>
              <a:t>W</a:t>
            </a:r>
            <a:r>
              <a:rPr dirty="0" smtClean="0" sz="2400" spc="0">
                <a:latin typeface="Arial"/>
                <a:cs typeface="Arial"/>
              </a:rPr>
              <a:t>ir</a:t>
            </a:r>
            <a:r>
              <a:rPr dirty="0" smtClean="0" sz="2400" spc="0">
                <a:latin typeface="Arial"/>
                <a:cs typeface="Arial"/>
              </a:rPr>
              <a:t>e</a:t>
            </a:r>
            <a:r>
              <a:rPr dirty="0" smtClean="0" sz="2400" spc="0">
                <a:latin typeface="Arial"/>
                <a:cs typeface="Arial"/>
              </a:rPr>
              <a:t>l</a:t>
            </a:r>
            <a:r>
              <a:rPr dirty="0" smtClean="0" sz="2400" spc="0">
                <a:latin typeface="Arial"/>
                <a:cs typeface="Arial"/>
              </a:rPr>
              <a:t>e</a:t>
            </a:r>
            <a:r>
              <a:rPr dirty="0" smtClean="0" sz="2400" spc="0">
                <a:latin typeface="Arial"/>
                <a:cs typeface="Arial"/>
              </a:rPr>
              <a:t>ss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v</a:t>
            </a:r>
            <a:r>
              <a:rPr dirty="0" smtClean="0" sz="2400" spc="0">
                <a:latin typeface="Arial"/>
                <a:cs typeface="Arial"/>
              </a:rPr>
              <a:t>s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Mob</a:t>
            </a:r>
            <a:r>
              <a:rPr dirty="0" smtClean="0" sz="2400" spc="0">
                <a:latin typeface="Arial"/>
                <a:cs typeface="Arial"/>
              </a:rPr>
              <a:t>i</a:t>
            </a:r>
            <a:r>
              <a:rPr dirty="0" smtClean="0" sz="2400" spc="0">
                <a:latin typeface="Arial"/>
                <a:cs typeface="Arial"/>
              </a:rPr>
              <a:t>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0270" y="2025189"/>
            <a:ext cx="152558" cy="110274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158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ts val="2160"/>
              </a:lnSpc>
              <a:spcBef>
                <a:spcPts val="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ts val="2165"/>
              </a:lnSpc>
              <a:spcBef>
                <a:spcPts val="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03425" y="2025189"/>
            <a:ext cx="6928257" cy="8281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47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W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less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: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ikasi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ts val="2160"/>
              </a:lnSpc>
              <a:spcBef>
                <a:spcPts val="0"/>
              </a:spcBef>
            </a:pPr>
            <a:r>
              <a:rPr dirty="0" smtClean="0" sz="2000" spc="0">
                <a:latin typeface="Arial"/>
                <a:cs typeface="Arial"/>
              </a:rPr>
              <a:t>Mo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ica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ion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p</a:t>
            </a:r>
            <a:r>
              <a:rPr dirty="0" smtClean="0" sz="2000" spc="0" b="1">
                <a:latin typeface="Arial"/>
                <a:cs typeface="Arial"/>
              </a:rPr>
              <a:t>a</a:t>
            </a:r>
            <a:r>
              <a:rPr dirty="0" smtClean="0" sz="2000" spc="0" b="1">
                <a:latin typeface="Arial"/>
                <a:cs typeface="Arial"/>
              </a:rPr>
              <a:t>s</a:t>
            </a:r>
            <a:r>
              <a:rPr dirty="0" smtClean="0" sz="2000" spc="0" b="1">
                <a:latin typeface="Arial"/>
                <a:cs typeface="Arial"/>
              </a:rPr>
              <a:t>ti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lah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w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less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ica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mtClean="0" sz="2000" spc="0">
                <a:latin typeface="Arial"/>
                <a:cs typeface="Arial"/>
              </a:rPr>
              <a:t>W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less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icati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be</a:t>
            </a:r>
            <a:r>
              <a:rPr dirty="0" smtClean="0" sz="2000" spc="0" b="1">
                <a:latin typeface="Arial"/>
                <a:cs typeface="Arial"/>
              </a:rPr>
              <a:t>l</a:t>
            </a:r>
            <a:r>
              <a:rPr dirty="0" smtClean="0" sz="2000" spc="0" b="1">
                <a:latin typeface="Arial"/>
                <a:cs typeface="Arial"/>
              </a:rPr>
              <a:t>um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 b="1">
                <a:latin typeface="Arial"/>
                <a:cs typeface="Arial"/>
              </a:rPr>
              <a:t>t</a:t>
            </a:r>
            <a:r>
              <a:rPr dirty="0" smtClean="0" sz="2000" spc="0" b="1">
                <a:latin typeface="Arial"/>
                <a:cs typeface="Arial"/>
              </a:rPr>
              <a:t>e</a:t>
            </a:r>
            <a:r>
              <a:rPr dirty="0" smtClean="0" sz="2000" spc="0" b="1">
                <a:latin typeface="Arial"/>
                <a:cs typeface="Arial"/>
              </a:rPr>
              <a:t>n</a:t>
            </a:r>
            <a:r>
              <a:rPr dirty="0" smtClean="0" sz="2000" spc="0" b="1">
                <a:latin typeface="Arial"/>
                <a:cs typeface="Arial"/>
              </a:rPr>
              <a:t>t</a:t>
            </a:r>
            <a:r>
              <a:rPr dirty="0" smtClean="0" sz="2000" spc="0" b="1">
                <a:latin typeface="Arial"/>
                <a:cs typeface="Arial"/>
              </a:rPr>
              <a:t>u</a:t>
            </a:r>
            <a:r>
              <a:rPr dirty="0" smtClean="0" sz="2000" spc="0" b="1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ica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03425" y="2848530"/>
            <a:ext cx="162839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0">
                <a:latin typeface="Arial"/>
                <a:cs typeface="Arial"/>
              </a:rPr>
              <a:t>D</a:t>
            </a:r>
            <a:r>
              <a:rPr dirty="0" smtClean="0" sz="2000" spc="30">
                <a:latin typeface="Arial"/>
                <a:cs typeface="Arial"/>
              </a:rPr>
              <a:t>i</a:t>
            </a:r>
            <a:r>
              <a:rPr dirty="0" smtClean="0" sz="2000" spc="30">
                <a:latin typeface="Arial"/>
                <a:cs typeface="Arial"/>
              </a:rPr>
              <a:t>sk</a:t>
            </a:r>
            <a:r>
              <a:rPr dirty="0" smtClean="0" sz="2000" spc="30">
                <a:latin typeface="Arial"/>
                <a:cs typeface="Arial"/>
              </a:rPr>
              <a:t>u</a:t>
            </a:r>
            <a:r>
              <a:rPr dirty="0" smtClean="0" sz="2000" spc="30">
                <a:latin typeface="Arial"/>
                <a:cs typeface="Arial"/>
              </a:rPr>
              <a:t>sikan</a:t>
            </a:r>
            <a:r>
              <a:rPr dirty="0" smtClean="0" sz="2000" spc="30">
                <a:latin typeface="Arial"/>
                <a:cs typeface="Arial"/>
              </a:rPr>
              <a:t> </a:t>
            </a:r>
            <a:r>
              <a:rPr dirty="0" smtClean="0" sz="2000" spc="30">
                <a:latin typeface="Arial"/>
                <a:cs typeface="Arial"/>
              </a:rPr>
              <a:t> </a:t>
            </a:r>
            <a:r>
              <a:rPr dirty="0" smtClean="0" sz="2000" spc="30">
                <a:latin typeface="Arial"/>
                <a:cs typeface="Arial"/>
              </a:rPr>
              <a:t>!!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61359" y="2848530"/>
            <a:ext cx="81153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Mo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1540" y="2848530"/>
            <a:ext cx="177088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c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ica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01841" y="2848530"/>
            <a:ext cx="167436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m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m</a:t>
            </a:r>
            <a:r>
              <a:rPr dirty="0" smtClean="0" sz="2000" spc="1">
                <a:latin typeface="Arial"/>
                <a:cs typeface="Arial"/>
              </a:rPr>
              <a:t>b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tuh</a:t>
            </a:r>
            <a:r>
              <a:rPr dirty="0" smtClean="0" sz="2000" spc="1">
                <a:latin typeface="Arial"/>
                <a:cs typeface="Arial"/>
              </a:rPr>
              <a:t>k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05876" y="2848530"/>
            <a:ext cx="117881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2494" y="3122850"/>
            <a:ext cx="3478911" cy="781221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603631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sisi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lo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  <a:spcBef>
                <a:spcPts val="1092"/>
              </a:spcBef>
            </a:pPr>
            <a:r>
              <a:rPr dirty="0" smtClean="0" sz="2400" spc="1">
                <a:latin typeface="Arial"/>
                <a:cs typeface="Arial"/>
              </a:rPr>
              <a:t>D</a:t>
            </a:r>
            <a:r>
              <a:rPr dirty="0" smtClean="0" sz="2400" spc="1">
                <a:latin typeface="Arial"/>
                <a:cs typeface="Arial"/>
              </a:rPr>
              <a:t>e</a:t>
            </a:r>
            <a:r>
              <a:rPr dirty="0" smtClean="0" sz="2400" spc="1">
                <a:latin typeface="Arial"/>
                <a:cs typeface="Arial"/>
              </a:rPr>
              <a:t>ra</a:t>
            </a:r>
            <a:r>
              <a:rPr dirty="0" smtClean="0" sz="2400" spc="1">
                <a:latin typeface="Arial"/>
                <a:cs typeface="Arial"/>
              </a:rPr>
              <a:t>j</a:t>
            </a:r>
            <a:r>
              <a:rPr dirty="0" smtClean="0" sz="2400" spc="1">
                <a:latin typeface="Arial"/>
                <a:cs typeface="Arial"/>
              </a:rPr>
              <a:t>at</a:t>
            </a:r>
            <a:r>
              <a:rPr dirty="0" smtClean="0" sz="2400" spc="1">
                <a:latin typeface="Arial"/>
                <a:cs typeface="Arial"/>
              </a:rPr>
              <a:t> </a:t>
            </a:r>
            <a:r>
              <a:rPr dirty="0" smtClean="0" sz="2400" spc="1">
                <a:latin typeface="Arial"/>
                <a:cs typeface="Arial"/>
              </a:rPr>
              <a:t>Mob</a:t>
            </a:r>
            <a:r>
              <a:rPr dirty="0" smtClean="0" sz="2400" spc="1">
                <a:latin typeface="Arial"/>
                <a:cs typeface="Arial"/>
              </a:rPr>
              <a:t>i</a:t>
            </a:r>
            <a:r>
              <a:rPr dirty="0" smtClean="0" sz="2400" spc="1">
                <a:latin typeface="Arial"/>
                <a:cs typeface="Arial"/>
              </a:rPr>
              <a:t>l</a:t>
            </a:r>
            <a:r>
              <a:rPr dirty="0" smtClean="0" sz="2400" spc="1">
                <a:latin typeface="Arial"/>
                <a:cs typeface="Arial"/>
              </a:rPr>
              <a:t>i</a:t>
            </a:r>
            <a:r>
              <a:rPr dirty="0" smtClean="0" sz="2400" spc="1">
                <a:latin typeface="Arial"/>
                <a:cs typeface="Arial"/>
              </a:rPr>
              <a:t>t</a:t>
            </a:r>
            <a:r>
              <a:rPr dirty="0" smtClean="0" sz="2400" spc="1"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60270" y="4021629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3425" y="4021629"/>
            <a:ext cx="106603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Cor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less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2366" y="4021629"/>
            <a:ext cx="98120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me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iki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4820" y="4021629"/>
            <a:ext cx="83972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raj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4780" y="4021629"/>
            <a:ext cx="106603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m</a:t>
            </a:r>
            <a:r>
              <a:rPr dirty="0" smtClean="0" sz="2000">
                <a:latin typeface="Arial"/>
                <a:cs typeface="Arial"/>
              </a:rPr>
              <a:t>o</a:t>
            </a: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l</a:t>
            </a:r>
            <a:r>
              <a:rPr dirty="0" smtClean="0" sz="2000">
                <a:latin typeface="Arial"/>
                <a:cs typeface="Arial"/>
              </a:rPr>
              <a:t>it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3721" y="4021629"/>
            <a:ext cx="85217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re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9175" y="4021629"/>
            <a:ext cx="130606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s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k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6876" y="4021629"/>
            <a:ext cx="79578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sist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5044" y="4326171"/>
            <a:ext cx="6692447" cy="79767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521081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sel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lar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iki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jat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b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itas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tin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g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.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 b="1">
                <a:latin typeface="Arial"/>
                <a:cs typeface="Arial"/>
              </a:rPr>
              <a:t>Dis</a:t>
            </a:r>
            <a:r>
              <a:rPr dirty="0" smtClean="0" sz="2000" spc="-1" b="1">
                <a:latin typeface="Arial"/>
                <a:cs typeface="Arial"/>
              </a:rPr>
              <a:t>k</a:t>
            </a:r>
            <a:r>
              <a:rPr dirty="0" smtClean="0" sz="2000" spc="-1" b="1">
                <a:latin typeface="Arial"/>
                <a:cs typeface="Arial"/>
              </a:rPr>
              <a:t>us</a:t>
            </a:r>
            <a:r>
              <a:rPr dirty="0" smtClean="0" sz="2000" spc="-1" b="1">
                <a:latin typeface="Arial"/>
                <a:cs typeface="Arial"/>
              </a:rPr>
              <a:t>i</a:t>
            </a:r>
            <a:r>
              <a:rPr dirty="0" smtClean="0" sz="2000" spc="-1" b="1">
                <a:latin typeface="Arial"/>
                <a:cs typeface="Arial"/>
              </a:rPr>
              <a:t>k</a:t>
            </a:r>
            <a:r>
              <a:rPr dirty="0" smtClean="0" sz="2000" spc="-1" b="1">
                <a:latin typeface="Arial"/>
                <a:cs typeface="Arial"/>
              </a:rPr>
              <a:t>a</a:t>
            </a:r>
            <a:r>
              <a:rPr dirty="0" smtClean="0" sz="2000" spc="-1" b="1">
                <a:latin typeface="Arial"/>
                <a:cs typeface="Arial"/>
              </a:rPr>
              <a:t>n</a:t>
            </a:r>
            <a:r>
              <a:rPr dirty="0" smtClean="0" sz="2000" spc="-1" b="1">
                <a:latin typeface="Arial"/>
                <a:cs typeface="Arial"/>
              </a:rPr>
              <a:t> </a:t>
            </a:r>
            <a:r>
              <a:rPr dirty="0" smtClean="0" sz="2000" spc="-1" b="1">
                <a:latin typeface="Arial"/>
                <a:cs typeface="Arial"/>
              </a:rPr>
              <a:t>!!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ct val="95825"/>
              </a:lnSpc>
              <a:spcBef>
                <a:spcPts val="1220"/>
              </a:spcBef>
            </a:pPr>
            <a:r>
              <a:rPr dirty="0" smtClean="0" sz="2400" spc="1">
                <a:latin typeface="Arial"/>
                <a:cs typeface="Arial"/>
              </a:rPr>
              <a:t>Sistem</a:t>
            </a:r>
            <a:r>
              <a:rPr dirty="0" smtClean="0" sz="2400" spc="1">
                <a:latin typeface="Arial"/>
                <a:cs typeface="Arial"/>
              </a:rPr>
              <a:t> </a:t>
            </a:r>
            <a:r>
              <a:rPr dirty="0" smtClean="0" sz="2400" spc="1">
                <a:latin typeface="Arial"/>
                <a:cs typeface="Arial"/>
              </a:rPr>
              <a:t>Se</a:t>
            </a:r>
            <a:r>
              <a:rPr dirty="0" smtClean="0" sz="2400" spc="1">
                <a:latin typeface="Arial"/>
                <a:cs typeface="Arial"/>
              </a:rPr>
              <a:t>l</a:t>
            </a:r>
            <a:r>
              <a:rPr dirty="0" smtClean="0" sz="2400" spc="1">
                <a:latin typeface="Arial"/>
                <a:cs typeface="Arial"/>
              </a:rPr>
              <a:t>u</a:t>
            </a:r>
            <a:r>
              <a:rPr dirty="0" smtClean="0" sz="2400" spc="1">
                <a:latin typeface="Arial"/>
                <a:cs typeface="Arial"/>
              </a:rPr>
              <a:t>l</a:t>
            </a:r>
            <a:r>
              <a:rPr dirty="0" smtClean="0" sz="2400" spc="1">
                <a:latin typeface="Arial"/>
                <a:cs typeface="Arial"/>
              </a:rPr>
              <a:t>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0270" y="5164752"/>
            <a:ext cx="15255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3425" y="5164752"/>
            <a:ext cx="7204075" cy="88957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S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lular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: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m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r</a:t>
            </a: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juk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p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d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la</a:t>
            </a:r>
            <a:r>
              <a:rPr dirty="0" smtClean="0" sz="2000" spc="2">
                <a:latin typeface="Arial"/>
                <a:cs typeface="Arial"/>
              </a:rPr>
              <a:t>y</a:t>
            </a:r>
            <a:r>
              <a:rPr dirty="0" smtClean="0" sz="2000" spc="2">
                <a:latin typeface="Arial"/>
                <a:cs typeface="Arial"/>
              </a:rPr>
              <a:t>o</a:t>
            </a: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t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r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n</a:t>
            </a:r>
            <a:r>
              <a:rPr dirty="0" smtClean="0" sz="2000" spc="2">
                <a:latin typeface="Arial"/>
                <a:cs typeface="Arial"/>
              </a:rPr>
              <a:t>c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n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si</a:t>
            </a:r>
            <a:r>
              <a:rPr dirty="0" smtClean="0" sz="2000" spc="2">
                <a:latin typeface="Arial"/>
                <a:cs typeface="Arial"/>
              </a:rPr>
              <a:t>s</a:t>
            </a:r>
            <a:r>
              <a:rPr dirty="0" smtClean="0" sz="2000" spc="2">
                <a:latin typeface="Arial"/>
                <a:cs typeface="Arial"/>
              </a:rPr>
              <a:t>t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m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m</a:t>
            </a:r>
            <a:r>
              <a:rPr dirty="0" smtClean="0" sz="2000" spc="2">
                <a:latin typeface="Arial"/>
                <a:cs typeface="Arial"/>
              </a:rPr>
              <a:t>i</a:t>
            </a:r>
            <a:r>
              <a:rPr dirty="0" smtClean="0" sz="2000" spc="2">
                <a:latin typeface="Arial"/>
                <a:cs typeface="Arial"/>
              </a:rPr>
              <a:t>r</a:t>
            </a:r>
            <a:r>
              <a:rPr dirty="0" smtClean="0" sz="2000" spc="2">
                <a:latin typeface="Arial"/>
                <a:cs typeface="Arial"/>
              </a:rPr>
              <a:t>ip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sar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n</a:t>
            </a:r>
            <a:r>
              <a:rPr dirty="0" smtClean="0" sz="2000" spc="2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ct val="95825"/>
              </a:lnSpc>
            </a:pP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w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rdi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-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ct val="95825"/>
              </a:lnSpc>
              <a:spcBef>
                <a:spcPts val="100"/>
              </a:spcBef>
            </a:pP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le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rek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pad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45</a:t>
            </a:r>
            <a:r>
              <a:rPr dirty="0" smtClean="0" sz="2000" spc="0">
                <a:latin typeface="Arial"/>
                <a:cs typeface="Arial"/>
              </a:rPr>
              <a:t>0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z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850</a:t>
            </a:r>
            <a:r>
              <a:rPr dirty="0" smtClean="0" sz="2000" spc="0">
                <a:latin typeface="Arial"/>
                <a:cs typeface="Arial"/>
              </a:rPr>
              <a:t>-</a:t>
            </a:r>
            <a:r>
              <a:rPr dirty="0" smtClean="0" sz="2000" spc="0">
                <a:latin typeface="Arial"/>
                <a:cs typeface="Arial"/>
              </a:rPr>
              <a:t>90</a:t>
            </a:r>
            <a:r>
              <a:rPr dirty="0" smtClean="0" sz="2000" spc="0">
                <a:latin typeface="Arial"/>
                <a:cs typeface="Arial"/>
              </a:rPr>
              <a:t>0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z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0270" y="5774927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78340" y="6472848"/>
            <a:ext cx="21428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203007" y="1466278"/>
            <a:ext cx="396240" cy="4067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120457" y="3355657"/>
            <a:ext cx="396240" cy="4067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104582" y="4804346"/>
            <a:ext cx="396240" cy="406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359" y="159670"/>
            <a:ext cx="252384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Konsep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W</a:t>
            </a:r>
            <a:r>
              <a:rPr dirty="0" smtClean="0" sz="2400" spc="-1" b="1">
                <a:latin typeface="Arial"/>
                <a:cs typeface="Arial"/>
              </a:rPr>
              <a:t>irele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457" y="1074451"/>
            <a:ext cx="7003796" cy="7874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D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fi</a:t>
            </a:r>
            <a:r>
              <a:rPr dirty="0" smtClean="0" sz="2400" spc="-4" b="1">
                <a:latin typeface="Arial"/>
                <a:cs typeface="Arial"/>
              </a:rPr>
              <a:t>n</a:t>
            </a:r>
            <a:r>
              <a:rPr dirty="0" smtClean="0" sz="2400" spc="-4" b="1">
                <a:latin typeface="Arial"/>
                <a:cs typeface="Arial"/>
              </a:rPr>
              <a:t>isi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Da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ar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d</a:t>
            </a:r>
            <a:r>
              <a:rPr dirty="0" smtClean="0" sz="2400" spc="-4" b="1">
                <a:latin typeface="Arial"/>
                <a:cs typeface="Arial"/>
              </a:rPr>
              <a:t>an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mi</a:t>
            </a:r>
            <a:r>
              <a:rPr dirty="0" smtClean="0" sz="2400" spc="-4" b="1">
                <a:latin typeface="Arial"/>
                <a:cs typeface="Arial"/>
              </a:rPr>
              <a:t>n</a:t>
            </a:r>
            <a:r>
              <a:rPr dirty="0" smtClean="0" sz="2400" spc="-4" b="1">
                <a:latin typeface="Arial"/>
                <a:cs typeface="Arial"/>
              </a:rPr>
              <a:t>o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o</a:t>
            </a:r>
            <a:r>
              <a:rPr dirty="0" smtClean="0" sz="2400" spc="-4" b="1">
                <a:latin typeface="Arial"/>
                <a:cs typeface="Arial"/>
              </a:rPr>
              <a:t>g</a:t>
            </a:r>
            <a:r>
              <a:rPr dirty="0" smtClean="0" sz="2400" spc="-4" b="1">
                <a:latin typeface="Arial"/>
                <a:cs typeface="Arial"/>
              </a:rPr>
              <a:t>i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B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(cont</a:t>
            </a:r>
            <a:r>
              <a:rPr dirty="0" smtClean="0" sz="2400" spc="-4" b="1">
                <a:latin typeface="Arial"/>
                <a:cs typeface="Arial"/>
              </a:rPr>
              <a:t>.</a:t>
            </a:r>
            <a:r>
              <a:rPr dirty="0" smtClean="0" sz="2400" spc="-4" b="1">
                <a:latin typeface="Arial"/>
                <a:cs typeface="Arial"/>
              </a:rPr>
              <a:t>.)</a:t>
            </a:r>
            <a:endParaRPr sz="2400">
              <a:latin typeface="Arial"/>
              <a:cs typeface="Arial"/>
            </a:endParaRPr>
          </a:p>
          <a:p>
            <a:pPr marL="1047686" marR="45720">
              <a:lnSpc>
                <a:spcPct val="95825"/>
              </a:lnSpc>
              <a:spcBef>
                <a:spcPts val="712"/>
              </a:spcBef>
            </a:pPr>
            <a:r>
              <a:rPr dirty="0" smtClean="0" sz="2400" spc="0">
                <a:latin typeface="Arial"/>
                <a:cs typeface="Arial"/>
              </a:rPr>
              <a:t>P</a:t>
            </a:r>
            <a:r>
              <a:rPr dirty="0" smtClean="0" sz="2400" spc="0">
                <a:latin typeface="Arial"/>
                <a:cs typeface="Arial"/>
              </a:rPr>
              <a:t>e</a:t>
            </a:r>
            <a:r>
              <a:rPr dirty="0" smtClean="0" sz="2400" spc="0">
                <a:latin typeface="Arial"/>
                <a:cs typeface="Arial"/>
              </a:rPr>
              <a:t>rs</a:t>
            </a:r>
            <a:r>
              <a:rPr dirty="0" smtClean="0" sz="2400" spc="0">
                <a:latin typeface="Arial"/>
                <a:cs typeface="Arial"/>
              </a:rPr>
              <a:t>o</a:t>
            </a:r>
            <a:r>
              <a:rPr dirty="0" smtClean="0" sz="2400" spc="0">
                <a:latin typeface="Arial"/>
                <a:cs typeface="Arial"/>
              </a:rPr>
              <a:t>n</a:t>
            </a:r>
            <a:r>
              <a:rPr dirty="0" smtClean="0" sz="2400" spc="0">
                <a:latin typeface="Arial"/>
                <a:cs typeface="Arial"/>
              </a:rPr>
              <a:t>a</a:t>
            </a:r>
            <a:r>
              <a:rPr dirty="0" smtClean="0" sz="2400" spc="0">
                <a:latin typeface="Arial"/>
                <a:cs typeface="Arial"/>
              </a:rPr>
              <a:t>l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C</a:t>
            </a:r>
            <a:r>
              <a:rPr dirty="0" smtClean="0" sz="2400" spc="0">
                <a:latin typeface="Arial"/>
                <a:cs typeface="Arial"/>
              </a:rPr>
              <a:t>o</a:t>
            </a:r>
            <a:r>
              <a:rPr dirty="0" smtClean="0" sz="2400" spc="0">
                <a:latin typeface="Arial"/>
                <a:cs typeface="Arial"/>
              </a:rPr>
              <a:t>mm</a:t>
            </a:r>
            <a:r>
              <a:rPr dirty="0" smtClean="0" sz="2400" spc="0">
                <a:latin typeface="Arial"/>
                <a:cs typeface="Arial"/>
              </a:rPr>
              <a:t>u</a:t>
            </a:r>
            <a:r>
              <a:rPr dirty="0" smtClean="0" sz="2400" spc="0">
                <a:latin typeface="Arial"/>
                <a:cs typeface="Arial"/>
              </a:rPr>
              <a:t>n</a:t>
            </a:r>
            <a:r>
              <a:rPr dirty="0" smtClean="0" sz="2400" spc="0">
                <a:latin typeface="Arial"/>
                <a:cs typeface="Arial"/>
              </a:rPr>
              <a:t>i</a:t>
            </a:r>
            <a:r>
              <a:rPr dirty="0" smtClean="0" sz="2400" spc="0">
                <a:latin typeface="Arial"/>
                <a:cs typeface="Arial"/>
              </a:rPr>
              <a:t>c</a:t>
            </a:r>
            <a:r>
              <a:rPr dirty="0" smtClean="0" sz="2400" spc="0">
                <a:latin typeface="Arial"/>
                <a:cs typeface="Arial"/>
              </a:rPr>
              <a:t>a</a:t>
            </a:r>
            <a:r>
              <a:rPr dirty="0" smtClean="0" sz="2400" spc="0">
                <a:latin typeface="Arial"/>
                <a:cs typeface="Arial"/>
              </a:rPr>
              <a:t>ti</a:t>
            </a:r>
            <a:r>
              <a:rPr dirty="0" smtClean="0" sz="2400" spc="0">
                <a:latin typeface="Arial"/>
                <a:cs typeface="Arial"/>
              </a:rPr>
              <a:t>o</a:t>
            </a:r>
            <a:r>
              <a:rPr dirty="0" smtClean="0" sz="2400" spc="0">
                <a:latin typeface="Arial"/>
                <a:cs typeface="Arial"/>
              </a:rPr>
              <a:t>n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S</a:t>
            </a:r>
            <a:r>
              <a:rPr dirty="0" smtClean="0" sz="2400" spc="0">
                <a:latin typeface="Arial"/>
                <a:cs typeface="Arial"/>
              </a:rPr>
              <a:t>y</a:t>
            </a:r>
            <a:r>
              <a:rPr dirty="0" smtClean="0" sz="2400" spc="0">
                <a:latin typeface="Arial"/>
                <a:cs typeface="Arial"/>
              </a:rPr>
              <a:t>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2925" y="1872277"/>
            <a:ext cx="15255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5825" y="1872277"/>
            <a:ext cx="89999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De</a:t>
            </a:r>
            <a:r>
              <a:rPr dirty="0" smtClean="0" sz="2000" spc="2">
                <a:latin typeface="Arial"/>
                <a:cs typeface="Arial"/>
              </a:rPr>
              <a:t>f</a:t>
            </a:r>
            <a:r>
              <a:rPr dirty="0" smtClean="0" sz="2000" spc="2">
                <a:latin typeface="Arial"/>
                <a:cs typeface="Arial"/>
              </a:rPr>
              <a:t>inisi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51886" y="1872277"/>
            <a:ext cx="241618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5">
                <a:latin typeface="Arial"/>
                <a:cs typeface="Arial"/>
              </a:rPr>
              <a:t>F</a:t>
            </a:r>
            <a:r>
              <a:rPr dirty="0" smtClean="0" sz="2000" spc="15">
                <a:latin typeface="Arial"/>
                <a:cs typeface="Arial"/>
              </a:rPr>
              <a:t>C</a:t>
            </a:r>
            <a:r>
              <a:rPr dirty="0" smtClean="0" sz="2000" spc="15">
                <a:latin typeface="Arial"/>
                <a:cs typeface="Arial"/>
              </a:rPr>
              <a:t>C</a:t>
            </a:r>
            <a:r>
              <a:rPr dirty="0" smtClean="0" sz="2000" spc="15">
                <a:latin typeface="Arial"/>
                <a:cs typeface="Arial"/>
              </a:rPr>
              <a:t> </a:t>
            </a:r>
            <a:r>
              <a:rPr dirty="0" smtClean="0" sz="2000" spc="15">
                <a:latin typeface="Arial"/>
                <a:cs typeface="Arial"/>
              </a:rPr>
              <a:t> </a:t>
            </a:r>
            <a:r>
              <a:rPr dirty="0" smtClean="0" sz="2000" spc="15">
                <a:latin typeface="Arial"/>
                <a:cs typeface="Arial"/>
              </a:rPr>
              <a:t>u</a:t>
            </a:r>
            <a:r>
              <a:rPr dirty="0" smtClean="0" sz="2000" spc="15">
                <a:latin typeface="Arial"/>
                <a:cs typeface="Arial"/>
              </a:rPr>
              <a:t>n</a:t>
            </a:r>
            <a:r>
              <a:rPr dirty="0" smtClean="0" sz="2000" spc="15">
                <a:latin typeface="Arial"/>
                <a:cs typeface="Arial"/>
              </a:rPr>
              <a:t>t</a:t>
            </a:r>
            <a:r>
              <a:rPr dirty="0" smtClean="0" sz="2000" spc="15">
                <a:latin typeface="Arial"/>
                <a:cs typeface="Arial"/>
              </a:rPr>
              <a:t>u</a:t>
            </a:r>
            <a:r>
              <a:rPr dirty="0" smtClean="0" sz="2000" spc="15">
                <a:latin typeface="Arial"/>
                <a:cs typeface="Arial"/>
              </a:rPr>
              <a:t>k</a:t>
            </a:r>
            <a:r>
              <a:rPr dirty="0" smtClean="0" sz="2000" spc="15">
                <a:latin typeface="Arial"/>
                <a:cs typeface="Arial"/>
              </a:rPr>
              <a:t> </a:t>
            </a:r>
            <a:r>
              <a:rPr dirty="0" smtClean="0" sz="2000" spc="15">
                <a:latin typeface="Arial"/>
                <a:cs typeface="Arial"/>
              </a:rPr>
              <a:t> </a:t>
            </a:r>
            <a:r>
              <a:rPr dirty="0" smtClean="0" sz="2000" spc="15">
                <a:latin typeface="Arial"/>
                <a:cs typeface="Arial"/>
              </a:rPr>
              <a:t>l</a:t>
            </a:r>
            <a:r>
              <a:rPr dirty="0" smtClean="0" sz="2000" spc="15">
                <a:latin typeface="Arial"/>
                <a:cs typeface="Arial"/>
              </a:rPr>
              <a:t>a</a:t>
            </a:r>
            <a:r>
              <a:rPr dirty="0" smtClean="0" sz="2000" spc="15">
                <a:latin typeface="Arial"/>
                <a:cs typeface="Arial"/>
              </a:rPr>
              <a:t>y</a:t>
            </a:r>
            <a:r>
              <a:rPr dirty="0" smtClean="0" sz="2000" spc="15">
                <a:latin typeface="Arial"/>
                <a:cs typeface="Arial"/>
              </a:rPr>
              <a:t>a</a:t>
            </a:r>
            <a:r>
              <a:rPr dirty="0" smtClean="0" sz="2000" spc="15">
                <a:latin typeface="Arial"/>
                <a:cs typeface="Arial"/>
              </a:rPr>
              <a:t>n</a:t>
            </a:r>
            <a:r>
              <a:rPr dirty="0" smtClean="0" sz="2000" spc="15">
                <a:latin typeface="Arial"/>
                <a:cs typeface="Arial"/>
              </a:rPr>
              <a:t>a</a:t>
            </a:r>
            <a:r>
              <a:rPr dirty="0" smtClean="0" sz="2000" spc="15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4454" y="1872277"/>
            <a:ext cx="811241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b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3901" y="1872277"/>
            <a:ext cx="86973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c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l</a:t>
            </a:r>
            <a:r>
              <a:rPr dirty="0" smtClean="0" sz="2000" spc="1">
                <a:latin typeface="Arial"/>
                <a:cs typeface="Arial"/>
              </a:rPr>
              <a:t>l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lar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9355" y="1872277"/>
            <a:ext cx="62838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p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63508" y="1872277"/>
            <a:ext cx="1094805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frek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5825" y="2147109"/>
            <a:ext cx="7208810" cy="1102741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43811">
              <a:lnSpc>
                <a:spcPts val="2145"/>
              </a:lnSpc>
            </a:pPr>
            <a:r>
              <a:rPr dirty="0" smtClean="0" sz="2000" spc="42">
                <a:latin typeface="Arial"/>
                <a:cs typeface="Arial"/>
              </a:rPr>
              <a:t>s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kit</a:t>
            </a:r>
            <a:r>
              <a:rPr dirty="0" smtClean="0" sz="2000" spc="42">
                <a:latin typeface="Arial"/>
                <a:cs typeface="Arial"/>
              </a:rPr>
              <a:t>a</a:t>
            </a:r>
            <a:r>
              <a:rPr dirty="0" smtClean="0" sz="2000" spc="42">
                <a:latin typeface="Arial"/>
                <a:cs typeface="Arial"/>
              </a:rPr>
              <a:t>r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2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GHz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ts val="2160"/>
              </a:lnSpc>
              <a:spcBef>
                <a:spcPts val="0"/>
              </a:spcBef>
            </a:pP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sis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lul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mtClean="0" sz="2000" spc="42">
                <a:latin typeface="Arial"/>
                <a:cs typeface="Arial"/>
              </a:rPr>
              <a:t>D</a:t>
            </a:r>
            <a:r>
              <a:rPr dirty="0" smtClean="0" sz="2000" spc="42">
                <a:latin typeface="Arial"/>
                <a:cs typeface="Arial"/>
              </a:rPr>
              <a:t>i</a:t>
            </a:r>
            <a:r>
              <a:rPr dirty="0" smtClean="0" sz="2000" spc="42">
                <a:latin typeface="Arial"/>
                <a:cs typeface="Arial"/>
              </a:rPr>
              <a:t>r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n</a:t>
            </a:r>
            <a:r>
              <a:rPr dirty="0" smtClean="0" sz="2000" spc="42">
                <a:latin typeface="Arial"/>
                <a:cs typeface="Arial"/>
              </a:rPr>
              <a:t>ca</a:t>
            </a:r>
            <a:r>
              <a:rPr dirty="0" smtClean="0" sz="2000" spc="42">
                <a:latin typeface="Arial"/>
                <a:cs typeface="Arial"/>
              </a:rPr>
              <a:t>n</a:t>
            </a:r>
            <a:r>
              <a:rPr dirty="0" smtClean="0" sz="2000" spc="42">
                <a:latin typeface="Arial"/>
                <a:cs typeface="Arial"/>
              </a:rPr>
              <a:t>a</a:t>
            </a:r>
            <a:r>
              <a:rPr dirty="0" smtClean="0" sz="2000" spc="42">
                <a:latin typeface="Arial"/>
                <a:cs typeface="Arial"/>
              </a:rPr>
              <a:t>kan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m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m</a:t>
            </a:r>
            <a:r>
              <a:rPr dirty="0" smtClean="0" sz="2000" spc="42">
                <a:latin typeface="Arial"/>
                <a:cs typeface="Arial"/>
              </a:rPr>
              <a:t>b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r</a:t>
            </a:r>
            <a:r>
              <a:rPr dirty="0" smtClean="0" sz="2000" spc="42">
                <a:latin typeface="Arial"/>
                <a:cs typeface="Arial"/>
              </a:rPr>
              <a:t>ikan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in</a:t>
            </a:r>
            <a:r>
              <a:rPr dirty="0" smtClean="0" sz="2000" spc="42">
                <a:latin typeface="Arial"/>
                <a:cs typeface="Arial"/>
              </a:rPr>
              <a:t>t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r</a:t>
            </a:r>
            <a:r>
              <a:rPr dirty="0" smtClean="0" sz="2000" spc="42">
                <a:latin typeface="Arial"/>
                <a:cs typeface="Arial"/>
              </a:rPr>
              <a:t>o</a:t>
            </a:r>
            <a:r>
              <a:rPr dirty="0" smtClean="0" sz="2000" spc="42">
                <a:latin typeface="Arial"/>
                <a:cs typeface="Arial"/>
              </a:rPr>
              <a:t>p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r</a:t>
            </a:r>
            <a:r>
              <a:rPr dirty="0" smtClean="0" sz="2000" spc="42">
                <a:latin typeface="Arial"/>
                <a:cs typeface="Arial"/>
              </a:rPr>
              <a:t>a</a:t>
            </a:r>
            <a:r>
              <a:rPr dirty="0" smtClean="0" sz="2000" spc="42">
                <a:latin typeface="Arial"/>
                <a:cs typeface="Arial"/>
              </a:rPr>
              <a:t>b</a:t>
            </a:r>
            <a:r>
              <a:rPr dirty="0" smtClean="0" sz="2000" spc="42">
                <a:latin typeface="Arial"/>
                <a:cs typeface="Arial"/>
              </a:rPr>
              <a:t>i</a:t>
            </a:r>
            <a:r>
              <a:rPr dirty="0" smtClean="0" sz="2000" spc="42">
                <a:latin typeface="Arial"/>
                <a:cs typeface="Arial"/>
              </a:rPr>
              <a:t>l</a:t>
            </a:r>
            <a:r>
              <a:rPr dirty="0" smtClean="0" sz="2000" spc="42">
                <a:latin typeface="Arial"/>
                <a:cs typeface="Arial"/>
              </a:rPr>
              <a:t>ity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l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b</a:t>
            </a:r>
            <a:r>
              <a:rPr dirty="0" smtClean="0" sz="2000" spc="42">
                <a:latin typeface="Arial"/>
                <a:cs typeface="Arial"/>
              </a:rPr>
              <a:t>ih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b</a:t>
            </a:r>
            <a:r>
              <a:rPr dirty="0" smtClean="0" sz="2000" spc="42">
                <a:latin typeface="Arial"/>
                <a:cs typeface="Arial"/>
              </a:rPr>
              <a:t>a</a:t>
            </a:r>
            <a:r>
              <a:rPr dirty="0" smtClean="0" sz="2000" spc="42">
                <a:latin typeface="Arial"/>
                <a:cs typeface="Arial"/>
              </a:rPr>
              <a:t>ik</a:t>
            </a:r>
            <a:r>
              <a:rPr dirty="0" smtClean="0" sz="2000" spc="42">
                <a:latin typeface="Arial"/>
                <a:cs typeface="Arial"/>
              </a:rPr>
              <a:t> </a:t>
            </a:r>
            <a:r>
              <a:rPr dirty="0" smtClean="0" sz="2000" spc="42">
                <a:latin typeface="Arial"/>
                <a:cs typeface="Arial"/>
              </a:rPr>
              <a:t>d</a:t>
            </a:r>
            <a:r>
              <a:rPr dirty="0" smtClean="0" sz="2000" spc="42">
                <a:latin typeface="Arial"/>
                <a:cs typeface="Arial"/>
              </a:rPr>
              <a:t>e</a:t>
            </a:r>
            <a:r>
              <a:rPr dirty="0" smtClean="0" sz="2000" spc="42">
                <a:latin typeface="Arial"/>
                <a:cs typeface="Arial"/>
              </a:rPr>
              <a:t>n</a:t>
            </a:r>
            <a:r>
              <a:rPr dirty="0" smtClean="0" sz="2000" spc="42">
                <a:latin typeface="Arial"/>
                <a:cs typeface="Arial"/>
              </a:rPr>
              <a:t>g</a:t>
            </a:r>
            <a:r>
              <a:rPr dirty="0" smtClean="0" sz="2000" spc="42">
                <a:latin typeface="Arial"/>
                <a:cs typeface="Arial"/>
              </a:rPr>
              <a:t>a</a:t>
            </a:r>
            <a:r>
              <a:rPr dirty="0" smtClean="0" sz="2000" spc="42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ts val="2160"/>
              </a:lnSpc>
            </a:pPr>
            <a:r>
              <a:rPr dirty="0" smtClean="0" sz="2000" spc="1">
                <a:latin typeface="Arial"/>
                <a:cs typeface="Arial"/>
              </a:rPr>
              <a:t>k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l</a:t>
            </a:r>
            <a:r>
              <a:rPr dirty="0" smtClean="0" sz="2000" spc="1">
                <a:latin typeface="Arial"/>
                <a:cs typeface="Arial"/>
              </a:rPr>
              <a:t>i</a:t>
            </a:r>
            <a:r>
              <a:rPr dirty="0" smtClean="0" sz="2000" spc="1">
                <a:latin typeface="Arial"/>
                <a:cs typeface="Arial"/>
              </a:rPr>
              <a:t>t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s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ju</a:t>
            </a:r>
            <a:r>
              <a:rPr dirty="0" smtClean="0" sz="2000" spc="1">
                <a:latin typeface="Arial"/>
                <a:cs typeface="Arial"/>
              </a:rPr>
              <a:t>g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le</a:t>
            </a:r>
            <a:r>
              <a:rPr dirty="0" smtClean="0" sz="2000" spc="1">
                <a:latin typeface="Arial"/>
                <a:cs typeface="Arial"/>
              </a:rPr>
              <a:t>b</a:t>
            </a:r>
            <a:r>
              <a:rPr dirty="0" smtClean="0" sz="2000" spc="1">
                <a:latin typeface="Arial"/>
                <a:cs typeface="Arial"/>
              </a:rPr>
              <a:t>ih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b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ik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2925" y="2421429"/>
            <a:ext cx="152558" cy="55390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158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  <a:spcBef>
                <a:spcPts val="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5021" y="3421153"/>
            <a:ext cx="1249836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9">
                <a:latin typeface="Arial"/>
                <a:cs typeface="Arial"/>
              </a:rPr>
              <a:t>W</a:t>
            </a:r>
            <a:r>
              <a:rPr dirty="0" smtClean="0" sz="2400" spc="9">
                <a:latin typeface="Arial"/>
                <a:cs typeface="Arial"/>
              </a:rPr>
              <a:t>ir</a:t>
            </a:r>
            <a:r>
              <a:rPr dirty="0" smtClean="0" sz="2400" spc="9">
                <a:latin typeface="Arial"/>
                <a:cs typeface="Arial"/>
              </a:rPr>
              <a:t>e</a:t>
            </a:r>
            <a:r>
              <a:rPr dirty="0" smtClean="0" sz="2400" spc="9">
                <a:latin typeface="Arial"/>
                <a:cs typeface="Arial"/>
              </a:rPr>
              <a:t>l</a:t>
            </a:r>
            <a:r>
              <a:rPr dirty="0" smtClean="0" sz="2400" spc="9">
                <a:latin typeface="Arial"/>
                <a:cs typeface="Arial"/>
              </a:rPr>
              <a:t>e</a:t>
            </a:r>
            <a:r>
              <a:rPr dirty="0" smtClean="0" sz="2400" spc="9">
                <a:latin typeface="Arial"/>
                <a:cs typeface="Arial"/>
              </a:rPr>
              <a:t>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3571" y="3421153"/>
            <a:ext cx="2485867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3">
                <a:latin typeface="Arial"/>
                <a:cs typeface="Arial"/>
              </a:rPr>
              <a:t>L</a:t>
            </a:r>
            <a:r>
              <a:rPr dirty="0" smtClean="0" sz="2400" spc="3">
                <a:latin typeface="Arial"/>
                <a:cs typeface="Arial"/>
              </a:rPr>
              <a:t>o</a:t>
            </a:r>
            <a:r>
              <a:rPr dirty="0" smtClean="0" sz="2400" spc="3">
                <a:latin typeface="Arial"/>
                <a:cs typeface="Arial"/>
              </a:rPr>
              <a:t>cal</a:t>
            </a:r>
            <a:r>
              <a:rPr dirty="0" smtClean="0" sz="2400" spc="3">
                <a:latin typeface="Arial"/>
                <a:cs typeface="Arial"/>
              </a:rPr>
              <a:t> </a:t>
            </a:r>
            <a:r>
              <a:rPr dirty="0" smtClean="0" sz="2400" spc="3">
                <a:latin typeface="Arial"/>
                <a:cs typeface="Arial"/>
              </a:rPr>
              <a:t>L</a:t>
            </a:r>
            <a:r>
              <a:rPr dirty="0" smtClean="0" sz="2400" spc="3">
                <a:latin typeface="Arial"/>
                <a:cs typeface="Arial"/>
              </a:rPr>
              <a:t>o</a:t>
            </a:r>
            <a:r>
              <a:rPr dirty="0" smtClean="0" sz="2400" spc="3">
                <a:latin typeface="Arial"/>
                <a:cs typeface="Arial"/>
              </a:rPr>
              <a:t>op</a:t>
            </a:r>
            <a:r>
              <a:rPr dirty="0" smtClean="0" sz="2400" spc="3">
                <a:latin typeface="Arial"/>
                <a:cs typeface="Arial"/>
              </a:rPr>
              <a:t> </a:t>
            </a:r>
            <a:r>
              <a:rPr dirty="0" smtClean="0" sz="2400" spc="3">
                <a:latin typeface="Arial"/>
                <a:cs typeface="Arial"/>
              </a:rPr>
              <a:t>(</a:t>
            </a:r>
            <a:r>
              <a:rPr dirty="0" smtClean="0" sz="2400" spc="3">
                <a:latin typeface="Arial"/>
                <a:cs typeface="Arial"/>
              </a:rPr>
              <a:t>W</a:t>
            </a:r>
            <a:r>
              <a:rPr dirty="0" smtClean="0" sz="2400" spc="3">
                <a:latin typeface="Arial"/>
                <a:cs typeface="Arial"/>
              </a:rPr>
              <a:t>L</a:t>
            </a:r>
            <a:r>
              <a:rPr dirty="0" smtClean="0" sz="2400" spc="3">
                <a:latin typeface="Arial"/>
                <a:cs typeface="Arial"/>
              </a:rPr>
              <a:t>L</a:t>
            </a:r>
            <a:r>
              <a:rPr dirty="0" smtClean="0" sz="2400" spc="3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2925" y="3793029"/>
            <a:ext cx="152558" cy="88906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158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5825" y="3793029"/>
            <a:ext cx="3803269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0">
                <a:latin typeface="Arial"/>
                <a:cs typeface="Arial"/>
              </a:rPr>
              <a:t>T</a:t>
            </a:r>
            <a:r>
              <a:rPr dirty="0" smtClean="0" sz="2000" spc="10">
                <a:latin typeface="Arial"/>
                <a:cs typeface="Arial"/>
              </a:rPr>
              <a:t>e</a:t>
            </a:r>
            <a:r>
              <a:rPr dirty="0" smtClean="0" sz="2000" spc="10">
                <a:latin typeface="Arial"/>
                <a:cs typeface="Arial"/>
              </a:rPr>
              <a:t>rb</a:t>
            </a:r>
            <a:r>
              <a:rPr dirty="0" smtClean="0" sz="2000" spc="10">
                <a:latin typeface="Arial"/>
                <a:cs typeface="Arial"/>
              </a:rPr>
              <a:t>a</a:t>
            </a:r>
            <a:r>
              <a:rPr dirty="0" smtClean="0" sz="2000" spc="10">
                <a:latin typeface="Arial"/>
                <a:cs typeface="Arial"/>
              </a:rPr>
              <a:t>g</a:t>
            </a:r>
            <a:r>
              <a:rPr dirty="0" smtClean="0" sz="2000" spc="10">
                <a:latin typeface="Arial"/>
                <a:cs typeface="Arial"/>
              </a:rPr>
              <a:t>i</a:t>
            </a:r>
            <a:r>
              <a:rPr dirty="0" smtClean="0" sz="2000" spc="10">
                <a:latin typeface="Arial"/>
                <a:cs typeface="Arial"/>
              </a:rPr>
              <a:t> </a:t>
            </a:r>
            <a:r>
              <a:rPr dirty="0" smtClean="0" sz="2000" spc="10">
                <a:latin typeface="Arial"/>
                <a:cs typeface="Arial"/>
              </a:rPr>
              <a:t>m</a:t>
            </a:r>
            <a:r>
              <a:rPr dirty="0" smtClean="0" sz="2000" spc="10">
                <a:latin typeface="Arial"/>
                <a:cs typeface="Arial"/>
              </a:rPr>
              <a:t>e</a:t>
            </a:r>
            <a:r>
              <a:rPr dirty="0" smtClean="0" sz="2000" spc="10">
                <a:latin typeface="Arial"/>
                <a:cs typeface="Arial"/>
              </a:rPr>
              <a:t>n</a:t>
            </a:r>
            <a:r>
              <a:rPr dirty="0" smtClean="0" sz="2000" spc="10">
                <a:latin typeface="Arial"/>
                <a:cs typeface="Arial"/>
              </a:rPr>
              <a:t>ja</a:t>
            </a:r>
            <a:r>
              <a:rPr dirty="0" smtClean="0" sz="2000" spc="10">
                <a:latin typeface="Arial"/>
                <a:cs typeface="Arial"/>
              </a:rPr>
              <a:t>d</a:t>
            </a:r>
            <a:r>
              <a:rPr dirty="0" smtClean="0" sz="2000" spc="10">
                <a:latin typeface="Arial"/>
                <a:cs typeface="Arial"/>
              </a:rPr>
              <a:t>i</a:t>
            </a:r>
            <a:r>
              <a:rPr dirty="0" smtClean="0" sz="2000" spc="10">
                <a:latin typeface="Arial"/>
                <a:cs typeface="Arial"/>
              </a:rPr>
              <a:t> </a:t>
            </a:r>
            <a:r>
              <a:rPr dirty="0" smtClean="0" sz="2000" spc="10">
                <a:latin typeface="Arial"/>
                <a:cs typeface="Arial"/>
              </a:rPr>
              <a:t>du</a:t>
            </a:r>
            <a:r>
              <a:rPr dirty="0" smtClean="0" sz="2000" spc="10">
                <a:latin typeface="Arial"/>
                <a:cs typeface="Arial"/>
              </a:rPr>
              <a:t>a</a:t>
            </a:r>
            <a:r>
              <a:rPr dirty="0" smtClean="0" sz="2000" spc="10">
                <a:latin typeface="Arial"/>
                <a:cs typeface="Arial"/>
              </a:rPr>
              <a:t> </a:t>
            </a:r>
            <a:r>
              <a:rPr dirty="0" smtClean="0" sz="2000" spc="10">
                <a:latin typeface="Arial"/>
                <a:cs typeface="Arial"/>
              </a:rPr>
              <a:t>:</a:t>
            </a:r>
            <a:r>
              <a:rPr dirty="0" smtClean="0" sz="2000" spc="10">
                <a:latin typeface="Arial"/>
                <a:cs typeface="Arial"/>
              </a:rPr>
              <a:t> </a:t>
            </a:r>
            <a:r>
              <a:rPr dirty="0" smtClean="0" sz="2000" spc="10">
                <a:latin typeface="Arial"/>
                <a:cs typeface="Arial"/>
              </a:rPr>
              <a:t>(</a:t>
            </a:r>
            <a:r>
              <a:rPr dirty="0" smtClean="0" sz="2000" spc="10">
                <a:latin typeface="Arial"/>
                <a:cs typeface="Arial"/>
              </a:rPr>
              <a:t>1</a:t>
            </a:r>
            <a:r>
              <a:rPr dirty="0" smtClean="0" sz="2000" spc="10">
                <a:latin typeface="Arial"/>
                <a:cs typeface="Arial"/>
              </a:rPr>
              <a:t>)</a:t>
            </a:r>
            <a:r>
              <a:rPr dirty="0" smtClean="0" sz="2000" spc="10">
                <a:latin typeface="Arial"/>
                <a:cs typeface="Arial"/>
              </a:rPr>
              <a:t> </a:t>
            </a:r>
            <a:r>
              <a:rPr dirty="0" smtClean="0" sz="2000" spc="10">
                <a:latin typeface="Arial"/>
                <a:cs typeface="Arial"/>
              </a:rPr>
              <a:t>S</a:t>
            </a:r>
            <a:r>
              <a:rPr dirty="0" smtClean="0" sz="2000" spc="10">
                <a:latin typeface="Arial"/>
                <a:cs typeface="Arial"/>
              </a:rPr>
              <a:t>e</a:t>
            </a:r>
            <a:r>
              <a:rPr dirty="0" smtClean="0" sz="2000" spc="10">
                <a:latin typeface="Arial"/>
                <a:cs typeface="Arial"/>
              </a:rPr>
              <a:t>lul</a:t>
            </a:r>
            <a:r>
              <a:rPr dirty="0" smtClean="0" sz="2000" spc="10">
                <a:latin typeface="Arial"/>
                <a:cs typeface="Arial"/>
              </a:rPr>
              <a:t>a</a:t>
            </a:r>
            <a:r>
              <a:rPr dirty="0" smtClean="0" sz="2000" spc="1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6241" y="3793029"/>
            <a:ext cx="179882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7">
                <a:latin typeface="Arial"/>
                <a:cs typeface="Arial"/>
              </a:rPr>
              <a:t>(</a:t>
            </a:r>
            <a:r>
              <a:rPr dirty="0" smtClean="0" sz="2000" spc="37">
                <a:latin typeface="Arial"/>
                <a:cs typeface="Arial"/>
              </a:rPr>
              <a:t>2</a:t>
            </a:r>
            <a:r>
              <a:rPr dirty="0" smtClean="0" sz="2000" spc="37">
                <a:latin typeface="Arial"/>
                <a:cs typeface="Arial"/>
              </a:rPr>
              <a:t>)</a:t>
            </a:r>
            <a:r>
              <a:rPr dirty="0" smtClean="0" sz="2000" spc="37">
                <a:latin typeface="Arial"/>
                <a:cs typeface="Arial"/>
              </a:rPr>
              <a:t> </a:t>
            </a:r>
            <a:r>
              <a:rPr dirty="0" smtClean="0" sz="2000" spc="37">
                <a:latin typeface="Arial"/>
                <a:cs typeface="Arial"/>
              </a:rPr>
              <a:t>N</a:t>
            </a:r>
            <a:r>
              <a:rPr dirty="0" smtClean="0" sz="2000" spc="37">
                <a:latin typeface="Arial"/>
                <a:cs typeface="Arial"/>
              </a:rPr>
              <a:t>o</a:t>
            </a:r>
            <a:r>
              <a:rPr dirty="0" smtClean="0" sz="2000" spc="37">
                <a:latin typeface="Arial"/>
                <a:cs typeface="Arial"/>
              </a:rPr>
              <a:t>n</a:t>
            </a:r>
            <a:r>
              <a:rPr dirty="0" smtClean="0" sz="2000" spc="37">
                <a:latin typeface="Arial"/>
                <a:cs typeface="Arial"/>
              </a:rPr>
              <a:t> </a:t>
            </a:r>
            <a:r>
              <a:rPr dirty="0" smtClean="0" sz="2000" spc="37">
                <a:latin typeface="Arial"/>
                <a:cs typeface="Arial"/>
              </a:rPr>
              <a:t>s</a:t>
            </a:r>
            <a:r>
              <a:rPr dirty="0" smtClean="0" sz="2000" spc="37">
                <a:latin typeface="Arial"/>
                <a:cs typeface="Arial"/>
              </a:rPr>
              <a:t>e</a:t>
            </a:r>
            <a:r>
              <a:rPr dirty="0" smtClean="0" sz="2000" spc="37">
                <a:latin typeface="Arial"/>
                <a:cs typeface="Arial"/>
              </a:rPr>
              <a:t>lul</a:t>
            </a:r>
            <a:r>
              <a:rPr dirty="0" smtClean="0" sz="2000" spc="37">
                <a:latin typeface="Arial"/>
                <a:cs typeface="Arial"/>
              </a:rPr>
              <a:t>a</a:t>
            </a:r>
            <a:r>
              <a:rPr dirty="0" smtClean="0" sz="2000" spc="37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5825" y="4097829"/>
            <a:ext cx="7040864" cy="58426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47">
              <a:lnSpc>
                <a:spcPts val="2145"/>
              </a:lnSpc>
            </a:pPr>
            <a:r>
              <a:rPr dirty="0" smtClean="0" sz="2000" spc="-10">
                <a:latin typeface="Arial"/>
                <a:cs typeface="Arial"/>
              </a:rPr>
              <a:t>Co</a:t>
            </a:r>
            <a:r>
              <a:rPr dirty="0" smtClean="0" sz="2000" spc="-10">
                <a:latin typeface="Arial"/>
                <a:cs typeface="Arial"/>
              </a:rPr>
              <a:t>n</a:t>
            </a:r>
            <a:r>
              <a:rPr dirty="0" smtClean="0" sz="2000" spc="-10">
                <a:latin typeface="Arial"/>
                <a:cs typeface="Arial"/>
              </a:rPr>
              <a:t>t</a:t>
            </a:r>
            <a:r>
              <a:rPr dirty="0" smtClean="0" sz="2000" spc="-10">
                <a:latin typeface="Arial"/>
                <a:cs typeface="Arial"/>
              </a:rPr>
              <a:t>o</a:t>
            </a:r>
            <a:r>
              <a:rPr dirty="0" smtClean="0" sz="2000" spc="-10">
                <a:latin typeface="Arial"/>
                <a:cs typeface="Arial"/>
              </a:rPr>
              <a:t>h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Cell</a:t>
            </a:r>
            <a:r>
              <a:rPr dirty="0" smtClean="0" sz="2000" spc="-10">
                <a:latin typeface="Arial"/>
                <a:cs typeface="Arial"/>
              </a:rPr>
              <a:t>l</a:t>
            </a:r>
            <a:r>
              <a:rPr dirty="0" smtClean="0" sz="2000" spc="-10">
                <a:latin typeface="Arial"/>
                <a:cs typeface="Arial"/>
              </a:rPr>
              <a:t>u</a:t>
            </a:r>
            <a:r>
              <a:rPr dirty="0" smtClean="0" sz="2000" spc="-10">
                <a:latin typeface="Arial"/>
                <a:cs typeface="Arial"/>
              </a:rPr>
              <a:t>lar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W</a:t>
            </a:r>
            <a:r>
              <a:rPr dirty="0" smtClean="0" sz="2000" spc="-10">
                <a:latin typeface="Arial"/>
                <a:cs typeface="Arial"/>
              </a:rPr>
              <a:t>L</a:t>
            </a:r>
            <a:r>
              <a:rPr dirty="0" smtClean="0" sz="2000" spc="-10">
                <a:latin typeface="Arial"/>
                <a:cs typeface="Arial"/>
              </a:rPr>
              <a:t>L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: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PH</a:t>
            </a:r>
            <a:r>
              <a:rPr dirty="0" smtClean="0" sz="2000" spc="-10">
                <a:latin typeface="Arial"/>
                <a:cs typeface="Arial"/>
              </a:rPr>
              <a:t>S</a:t>
            </a:r>
            <a:r>
              <a:rPr dirty="0" smtClean="0" sz="2000" spc="-10">
                <a:latin typeface="Arial"/>
                <a:cs typeface="Arial"/>
              </a:rPr>
              <a:t>,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D</a:t>
            </a:r>
            <a:r>
              <a:rPr dirty="0" smtClean="0" sz="2000" spc="-10">
                <a:latin typeface="Arial"/>
                <a:cs typeface="Arial"/>
              </a:rPr>
              <a:t>E</a:t>
            </a:r>
            <a:r>
              <a:rPr dirty="0" smtClean="0" sz="2000" spc="-10">
                <a:latin typeface="Arial"/>
                <a:cs typeface="Arial"/>
              </a:rPr>
              <a:t>C</a:t>
            </a:r>
            <a:r>
              <a:rPr dirty="0" smtClean="0" sz="2000" spc="-10">
                <a:latin typeface="Arial"/>
                <a:cs typeface="Arial"/>
              </a:rPr>
              <a:t>T</a:t>
            </a:r>
            <a:r>
              <a:rPr dirty="0" smtClean="0" sz="2000" spc="-10">
                <a:latin typeface="Arial"/>
                <a:cs typeface="Arial"/>
              </a:rPr>
              <a:t>,</a:t>
            </a:r>
            <a:r>
              <a:rPr dirty="0" smtClean="0" sz="2000" spc="-10">
                <a:latin typeface="Arial"/>
                <a:cs typeface="Arial"/>
              </a:rPr>
              <a:t> </a:t>
            </a:r>
            <a:r>
              <a:rPr dirty="0" smtClean="0" sz="2000" spc="-10">
                <a:latin typeface="Arial"/>
                <a:cs typeface="Arial"/>
              </a:rPr>
              <a:t>P</a:t>
            </a:r>
            <a:r>
              <a:rPr dirty="0" smtClean="0" sz="2000" spc="-10">
                <a:latin typeface="Arial"/>
                <a:cs typeface="Arial"/>
              </a:rPr>
              <a:t>ACS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2000" spc="-1">
                <a:latin typeface="Arial"/>
                <a:cs typeface="Arial"/>
              </a:rPr>
              <a:t>Co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h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Non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Cel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lar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W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/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F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x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W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less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: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DS,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DS,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019" y="4869846"/>
            <a:ext cx="511708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>
                <a:latin typeface="Arial"/>
                <a:cs typeface="Arial"/>
              </a:rPr>
              <a:t>For</a:t>
            </a:r>
            <a:r>
              <a:rPr dirty="0" smtClean="0" sz="2400" spc="0">
                <a:latin typeface="Arial"/>
                <a:cs typeface="Arial"/>
              </a:rPr>
              <a:t>w</a:t>
            </a:r>
            <a:r>
              <a:rPr dirty="0" smtClean="0" sz="2400" spc="0">
                <a:latin typeface="Arial"/>
                <a:cs typeface="Arial"/>
              </a:rPr>
              <a:t>ard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L</a:t>
            </a:r>
            <a:r>
              <a:rPr dirty="0" smtClean="0" sz="2400" spc="0">
                <a:latin typeface="Arial"/>
                <a:cs typeface="Arial"/>
              </a:rPr>
              <a:t>i</a:t>
            </a:r>
            <a:r>
              <a:rPr dirty="0" smtClean="0" sz="2400" spc="0">
                <a:latin typeface="Arial"/>
                <a:cs typeface="Arial"/>
              </a:rPr>
              <a:t>nk,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D</a:t>
            </a:r>
            <a:r>
              <a:rPr dirty="0" smtClean="0" sz="2400" spc="0">
                <a:latin typeface="Arial"/>
                <a:cs typeface="Arial"/>
              </a:rPr>
              <a:t>o</a:t>
            </a:r>
            <a:r>
              <a:rPr dirty="0" smtClean="0" sz="2400" spc="0">
                <a:latin typeface="Arial"/>
                <a:cs typeface="Arial"/>
              </a:rPr>
              <a:t>w</a:t>
            </a:r>
            <a:r>
              <a:rPr dirty="0" smtClean="0" sz="2400" spc="0">
                <a:latin typeface="Arial"/>
                <a:cs typeface="Arial"/>
              </a:rPr>
              <a:t>n</a:t>
            </a:r>
            <a:r>
              <a:rPr dirty="0" smtClean="0" sz="2400" spc="0">
                <a:latin typeface="Arial"/>
                <a:cs typeface="Arial"/>
              </a:rPr>
              <a:t>l</a:t>
            </a:r>
            <a:r>
              <a:rPr dirty="0" smtClean="0" sz="2400" spc="0">
                <a:latin typeface="Arial"/>
                <a:cs typeface="Arial"/>
              </a:rPr>
              <a:t>i</a:t>
            </a:r>
            <a:r>
              <a:rPr dirty="0" smtClean="0" sz="2400" spc="0">
                <a:latin typeface="Arial"/>
                <a:cs typeface="Arial"/>
              </a:rPr>
              <a:t>nk,</a:t>
            </a:r>
            <a:r>
              <a:rPr dirty="0" smtClean="0" sz="2400" spc="0">
                <a:latin typeface="Arial"/>
                <a:cs typeface="Arial"/>
              </a:rPr>
              <a:t> </a:t>
            </a:r>
            <a:r>
              <a:rPr dirty="0" smtClean="0" sz="2400" spc="0">
                <a:latin typeface="Arial"/>
                <a:cs typeface="Arial"/>
              </a:rPr>
              <a:t>D</a:t>
            </a:r>
            <a:r>
              <a:rPr dirty="0" smtClean="0" sz="2400" spc="0">
                <a:latin typeface="Arial"/>
                <a:cs typeface="Arial"/>
              </a:rPr>
              <a:t>o</a:t>
            </a:r>
            <a:r>
              <a:rPr dirty="0" smtClean="0" sz="2400" spc="0">
                <a:latin typeface="Arial"/>
                <a:cs typeface="Arial"/>
              </a:rPr>
              <a:t>w</a:t>
            </a:r>
            <a:r>
              <a:rPr dirty="0" smtClean="0" sz="2400" spc="0">
                <a:latin typeface="Arial"/>
                <a:cs typeface="Arial"/>
              </a:rPr>
              <a:t>nstre</a:t>
            </a:r>
            <a:r>
              <a:rPr dirty="0" smtClean="0" sz="2400" spc="0">
                <a:latin typeface="Arial"/>
                <a:cs typeface="Arial"/>
              </a:rPr>
              <a:t>a</a:t>
            </a:r>
            <a:r>
              <a:rPr dirty="0" smtClean="0" sz="2400" spc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4245" y="5240952"/>
            <a:ext cx="152558" cy="88957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100"/>
              </a:spcBef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7400" y="5240952"/>
            <a:ext cx="7231376" cy="88957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1111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Istilah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jukk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core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jar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ju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cl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41"/>
              </a:lnSpc>
            </a:pPr>
            <a:r>
              <a:rPr dirty="0" smtClean="0" sz="2000">
                <a:latin typeface="Arial"/>
                <a:cs typeface="Arial"/>
              </a:rPr>
              <a:t>F</a:t>
            </a:r>
            <a:r>
              <a:rPr dirty="0" smtClean="0" sz="2000" spc="4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-29">
                <a:latin typeface="Arial"/>
                <a:cs typeface="Arial"/>
              </a:rPr>
              <a:t>w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rd</a:t>
            </a:r>
            <a:r>
              <a:rPr dirty="0" smtClean="0" sz="2000" spc="14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-9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29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lah</a:t>
            </a:r>
            <a:r>
              <a:rPr dirty="0" smtClean="0" sz="2000" spc="-14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isti</a:t>
            </a:r>
            <a:r>
              <a:rPr dirty="0" smtClean="0" sz="2000" spc="-9">
                <a:latin typeface="Arial"/>
                <a:cs typeface="Arial"/>
              </a:rPr>
              <a:t>l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-104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19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-9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,</a:t>
            </a:r>
            <a:r>
              <a:rPr dirty="0" smtClean="0" sz="2000" spc="-19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o</a:t>
            </a:r>
            <a:r>
              <a:rPr dirty="0" smtClean="0" sz="2000" spc="-25">
                <a:latin typeface="Arial"/>
                <a:cs typeface="Arial"/>
              </a:rPr>
              <a:t>w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-9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14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b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GS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-19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(Ero</a:t>
            </a:r>
            <a:r>
              <a:rPr dirty="0" smtClean="0" sz="2000" spc="9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)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Do</a:t>
            </a:r>
            <a:r>
              <a:rPr dirty="0" smtClean="0" sz="2000" spc="-19">
                <a:latin typeface="Arial"/>
                <a:cs typeface="Arial"/>
              </a:rPr>
              <a:t>w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str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9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:</a:t>
            </a:r>
            <a:r>
              <a:rPr dirty="0" smtClean="0" sz="2000" spc="-9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isti</a:t>
            </a:r>
            <a:r>
              <a:rPr dirty="0" smtClean="0" sz="2000" spc="-9">
                <a:latin typeface="Arial"/>
                <a:cs typeface="Arial"/>
              </a:rPr>
              <a:t>l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19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9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-50">
                <a:latin typeface="Arial"/>
                <a:cs typeface="Arial"/>
              </a:rPr>
              <a:t> </a:t>
            </a:r>
            <a:r>
              <a:rPr dirty="0" smtClean="0" sz="2000" spc="-25">
                <a:latin typeface="Arial"/>
                <a:cs typeface="Arial"/>
              </a:rPr>
              <a:t>w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-9">
                <a:latin typeface="Arial"/>
                <a:cs typeface="Arial"/>
              </a:rPr>
              <a:t>r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-9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85960" y="6472848"/>
            <a:ext cx="20781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329944" y="1618297"/>
            <a:ext cx="396239" cy="406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359" y="159670"/>
            <a:ext cx="252384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Konsep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W</a:t>
            </a:r>
            <a:r>
              <a:rPr dirty="0" smtClean="0" sz="2400" spc="-1" b="1">
                <a:latin typeface="Arial"/>
                <a:cs typeface="Arial"/>
              </a:rPr>
              <a:t>irele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9457" y="1226851"/>
            <a:ext cx="5907430" cy="78746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D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fi</a:t>
            </a:r>
            <a:r>
              <a:rPr dirty="0" smtClean="0" sz="2400" spc="-4" b="1">
                <a:latin typeface="Arial"/>
                <a:cs typeface="Arial"/>
              </a:rPr>
              <a:t>n</a:t>
            </a:r>
            <a:r>
              <a:rPr dirty="0" smtClean="0" sz="2400" spc="-4" b="1">
                <a:latin typeface="Arial"/>
                <a:cs typeface="Arial"/>
              </a:rPr>
              <a:t>isi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Da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ar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d</a:t>
            </a:r>
            <a:r>
              <a:rPr dirty="0" smtClean="0" sz="2400" spc="-4" b="1">
                <a:latin typeface="Arial"/>
                <a:cs typeface="Arial"/>
              </a:rPr>
              <a:t>an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mi</a:t>
            </a:r>
            <a:r>
              <a:rPr dirty="0" smtClean="0" sz="2400" spc="-4" b="1">
                <a:latin typeface="Arial"/>
                <a:cs typeface="Arial"/>
              </a:rPr>
              <a:t>n</a:t>
            </a:r>
            <a:r>
              <a:rPr dirty="0" smtClean="0" sz="2400" spc="-4" b="1">
                <a:latin typeface="Arial"/>
                <a:cs typeface="Arial"/>
              </a:rPr>
              <a:t>o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o</a:t>
            </a:r>
            <a:r>
              <a:rPr dirty="0" smtClean="0" sz="2400" spc="-4" b="1">
                <a:latin typeface="Arial"/>
                <a:cs typeface="Arial"/>
              </a:rPr>
              <a:t>g</a:t>
            </a:r>
            <a:r>
              <a:rPr dirty="0" smtClean="0" sz="2400" spc="-4" b="1">
                <a:latin typeface="Arial"/>
                <a:cs typeface="Arial"/>
              </a:rPr>
              <a:t>i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B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r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047813" marR="45720">
              <a:lnSpc>
                <a:spcPct val="95825"/>
              </a:lnSpc>
              <a:spcBef>
                <a:spcPts val="712"/>
              </a:spcBef>
            </a:pPr>
            <a:r>
              <a:rPr dirty="0" smtClean="0" sz="2400" spc="1">
                <a:latin typeface="Arial"/>
                <a:cs typeface="Arial"/>
              </a:rPr>
              <a:t>R</a:t>
            </a:r>
            <a:r>
              <a:rPr dirty="0" smtClean="0" sz="2400" spc="1">
                <a:latin typeface="Arial"/>
                <a:cs typeface="Arial"/>
              </a:rPr>
              <a:t>e</a:t>
            </a:r>
            <a:r>
              <a:rPr dirty="0" smtClean="0" sz="2400" spc="1">
                <a:latin typeface="Arial"/>
                <a:cs typeface="Arial"/>
              </a:rPr>
              <a:t>v</a:t>
            </a:r>
            <a:r>
              <a:rPr dirty="0" smtClean="0" sz="2400" spc="1">
                <a:latin typeface="Arial"/>
                <a:cs typeface="Arial"/>
              </a:rPr>
              <a:t>e</a:t>
            </a:r>
            <a:r>
              <a:rPr dirty="0" smtClean="0" sz="2400" spc="1">
                <a:latin typeface="Arial"/>
                <a:cs typeface="Arial"/>
              </a:rPr>
              <a:t>r</a:t>
            </a:r>
            <a:r>
              <a:rPr dirty="0" smtClean="0" sz="2400" spc="1">
                <a:latin typeface="Arial"/>
                <a:cs typeface="Arial"/>
              </a:rPr>
              <a:t>se</a:t>
            </a:r>
            <a:r>
              <a:rPr dirty="0" smtClean="0" sz="2400" spc="1">
                <a:latin typeface="Arial"/>
                <a:cs typeface="Arial"/>
              </a:rPr>
              <a:t> </a:t>
            </a:r>
            <a:r>
              <a:rPr dirty="0" smtClean="0" sz="2400" spc="1">
                <a:latin typeface="Arial"/>
                <a:cs typeface="Arial"/>
              </a:rPr>
              <a:t>L</a:t>
            </a:r>
            <a:r>
              <a:rPr dirty="0" smtClean="0" sz="2400" spc="1">
                <a:latin typeface="Arial"/>
                <a:cs typeface="Arial"/>
              </a:rPr>
              <a:t>i</a:t>
            </a:r>
            <a:r>
              <a:rPr dirty="0" smtClean="0" sz="2400" spc="1">
                <a:latin typeface="Arial"/>
                <a:cs typeface="Arial"/>
              </a:rPr>
              <a:t>n</a:t>
            </a:r>
            <a:r>
              <a:rPr dirty="0" smtClean="0" sz="2400" spc="1">
                <a:latin typeface="Arial"/>
                <a:cs typeface="Arial"/>
              </a:rPr>
              <a:t>k</a:t>
            </a:r>
            <a:r>
              <a:rPr dirty="0" smtClean="0" sz="2400" spc="1">
                <a:latin typeface="Arial"/>
                <a:cs typeface="Arial"/>
              </a:rPr>
              <a:t>,</a:t>
            </a:r>
            <a:r>
              <a:rPr dirty="0" smtClean="0" sz="2400" spc="1">
                <a:latin typeface="Arial"/>
                <a:cs typeface="Arial"/>
              </a:rPr>
              <a:t> </a:t>
            </a:r>
            <a:r>
              <a:rPr dirty="0" smtClean="0" sz="2400" spc="1">
                <a:latin typeface="Arial"/>
                <a:cs typeface="Arial"/>
              </a:rPr>
              <a:t>U</a:t>
            </a:r>
            <a:r>
              <a:rPr dirty="0" smtClean="0" sz="2400" spc="1">
                <a:latin typeface="Arial"/>
                <a:cs typeface="Arial"/>
              </a:rPr>
              <a:t>p</a:t>
            </a:r>
            <a:r>
              <a:rPr dirty="0" smtClean="0" sz="2400" spc="1">
                <a:latin typeface="Arial"/>
                <a:cs typeface="Arial"/>
              </a:rPr>
              <a:t>l</a:t>
            </a:r>
            <a:r>
              <a:rPr dirty="0" smtClean="0" sz="2400" spc="1">
                <a:latin typeface="Arial"/>
                <a:cs typeface="Arial"/>
              </a:rPr>
              <a:t>i</a:t>
            </a:r>
            <a:r>
              <a:rPr dirty="0" smtClean="0" sz="2400" spc="1">
                <a:latin typeface="Arial"/>
                <a:cs typeface="Arial"/>
              </a:rPr>
              <a:t>n</a:t>
            </a:r>
            <a:r>
              <a:rPr dirty="0" smtClean="0" sz="2400" spc="1">
                <a:latin typeface="Arial"/>
                <a:cs typeface="Arial"/>
              </a:rPr>
              <a:t>k</a:t>
            </a:r>
            <a:r>
              <a:rPr dirty="0" smtClean="0" sz="2400" spc="1">
                <a:latin typeface="Arial"/>
                <a:cs typeface="Arial"/>
              </a:rPr>
              <a:t>,</a:t>
            </a:r>
            <a:r>
              <a:rPr dirty="0" smtClean="0" sz="2400" spc="1">
                <a:latin typeface="Arial"/>
                <a:cs typeface="Arial"/>
              </a:rPr>
              <a:t> </a:t>
            </a:r>
            <a:r>
              <a:rPr dirty="0" smtClean="0" sz="2400" spc="1">
                <a:latin typeface="Arial"/>
                <a:cs typeface="Arial"/>
              </a:rPr>
              <a:t>U</a:t>
            </a:r>
            <a:r>
              <a:rPr dirty="0" smtClean="0" sz="2400" spc="1">
                <a:latin typeface="Arial"/>
                <a:cs typeface="Arial"/>
              </a:rPr>
              <a:t>p</a:t>
            </a:r>
            <a:r>
              <a:rPr dirty="0" smtClean="0" sz="2400" spc="1">
                <a:latin typeface="Arial"/>
                <a:cs typeface="Arial"/>
              </a:rPr>
              <a:t>s</a:t>
            </a:r>
            <a:r>
              <a:rPr dirty="0" smtClean="0" sz="2400" spc="1">
                <a:latin typeface="Arial"/>
                <a:cs typeface="Arial"/>
              </a:rPr>
              <a:t>tre</a:t>
            </a:r>
            <a:r>
              <a:rPr dirty="0" smtClean="0" sz="2400" spc="1">
                <a:latin typeface="Arial"/>
                <a:cs typeface="Arial"/>
              </a:rPr>
              <a:t>a</a:t>
            </a:r>
            <a:r>
              <a:rPr dirty="0" smtClean="0" sz="2400" spc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9925" y="2055796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2825" y="2055796"/>
            <a:ext cx="5359907" cy="5842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2">
                <a:latin typeface="Arial"/>
                <a:cs typeface="Arial"/>
              </a:rPr>
              <a:t>Is</a:t>
            </a:r>
            <a:r>
              <a:rPr dirty="0" smtClean="0" sz="2000" spc="12">
                <a:latin typeface="Arial"/>
                <a:cs typeface="Arial"/>
              </a:rPr>
              <a:t>t</a:t>
            </a:r>
            <a:r>
              <a:rPr dirty="0" smtClean="0" sz="2000" spc="12">
                <a:latin typeface="Arial"/>
                <a:cs typeface="Arial"/>
              </a:rPr>
              <a:t>i</a:t>
            </a:r>
            <a:r>
              <a:rPr dirty="0" smtClean="0" sz="2000" spc="12">
                <a:latin typeface="Arial"/>
                <a:cs typeface="Arial"/>
              </a:rPr>
              <a:t>l</a:t>
            </a:r>
            <a:r>
              <a:rPr dirty="0" smtClean="0" sz="2000" spc="12">
                <a:latin typeface="Arial"/>
                <a:cs typeface="Arial"/>
              </a:rPr>
              <a:t>a</a:t>
            </a:r>
            <a:r>
              <a:rPr dirty="0" smtClean="0" sz="2000" spc="12">
                <a:latin typeface="Arial"/>
                <a:cs typeface="Arial"/>
              </a:rPr>
              <a:t>h</a:t>
            </a:r>
            <a:r>
              <a:rPr dirty="0" smtClean="0" sz="2000" spc="12">
                <a:latin typeface="Arial"/>
                <a:cs typeface="Arial"/>
              </a:rPr>
              <a:t> </a:t>
            </a:r>
            <a:r>
              <a:rPr dirty="0" smtClean="0" sz="2000" spc="12">
                <a:latin typeface="Arial"/>
                <a:cs typeface="Arial"/>
              </a:rPr>
              <a:t>y</a:t>
            </a:r>
            <a:r>
              <a:rPr dirty="0" smtClean="0" sz="2000" spc="12">
                <a:latin typeface="Arial"/>
                <a:cs typeface="Arial"/>
              </a:rPr>
              <a:t>a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g</a:t>
            </a:r>
            <a:r>
              <a:rPr dirty="0" smtClean="0" sz="2000" spc="12">
                <a:latin typeface="Arial"/>
                <a:cs typeface="Arial"/>
              </a:rPr>
              <a:t> </a:t>
            </a:r>
            <a:r>
              <a:rPr dirty="0" smtClean="0" sz="2000" spc="12">
                <a:latin typeface="Arial"/>
                <a:cs typeface="Arial"/>
              </a:rPr>
              <a:t>me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u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ju</a:t>
            </a:r>
            <a:r>
              <a:rPr dirty="0" smtClean="0" sz="2000" spc="12">
                <a:latin typeface="Arial"/>
                <a:cs typeface="Arial"/>
              </a:rPr>
              <a:t>k</a:t>
            </a:r>
            <a:r>
              <a:rPr dirty="0" smtClean="0" sz="2000" spc="12">
                <a:latin typeface="Arial"/>
                <a:cs typeface="Arial"/>
              </a:rPr>
              <a:t>k</a:t>
            </a:r>
            <a:r>
              <a:rPr dirty="0" smtClean="0" sz="2000" spc="12">
                <a:latin typeface="Arial"/>
                <a:cs typeface="Arial"/>
              </a:rPr>
              <a:t>a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 </a:t>
            </a:r>
            <a:r>
              <a:rPr dirty="0" smtClean="0" sz="2000" spc="12">
                <a:latin typeface="Arial"/>
                <a:cs typeface="Arial"/>
              </a:rPr>
              <a:t>h</a:t>
            </a:r>
            <a:r>
              <a:rPr dirty="0" smtClean="0" sz="2000" spc="12">
                <a:latin typeface="Arial"/>
                <a:cs typeface="Arial"/>
              </a:rPr>
              <a:t>u</a:t>
            </a:r>
            <a:r>
              <a:rPr dirty="0" smtClean="0" sz="2000" spc="12">
                <a:latin typeface="Arial"/>
                <a:cs typeface="Arial"/>
              </a:rPr>
              <a:t>b</a:t>
            </a:r>
            <a:r>
              <a:rPr dirty="0" smtClean="0" sz="2000" spc="12">
                <a:latin typeface="Arial"/>
                <a:cs typeface="Arial"/>
              </a:rPr>
              <a:t>u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g</a:t>
            </a:r>
            <a:r>
              <a:rPr dirty="0" smtClean="0" sz="2000" spc="12">
                <a:latin typeface="Arial"/>
                <a:cs typeface="Arial"/>
              </a:rPr>
              <a:t>a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 </a:t>
            </a:r>
            <a:r>
              <a:rPr dirty="0" smtClean="0" sz="2000" spc="12">
                <a:latin typeface="Arial"/>
                <a:cs typeface="Arial"/>
              </a:rPr>
              <a:t>d</a:t>
            </a:r>
            <a:r>
              <a:rPr dirty="0" smtClean="0" sz="2000" spc="12">
                <a:latin typeface="Arial"/>
                <a:cs typeface="Arial"/>
              </a:rPr>
              <a:t>a</a:t>
            </a:r>
            <a:r>
              <a:rPr dirty="0" smtClean="0" sz="2000" spc="12">
                <a:latin typeface="Arial"/>
                <a:cs typeface="Arial"/>
              </a:rPr>
              <a:t>ri</a:t>
            </a:r>
            <a:r>
              <a:rPr dirty="0" smtClean="0" sz="2000" spc="12">
                <a:latin typeface="Arial"/>
                <a:cs typeface="Arial"/>
              </a:rPr>
              <a:t> </a:t>
            </a:r>
            <a:r>
              <a:rPr dirty="0" smtClean="0" sz="2000" spc="12">
                <a:latin typeface="Arial"/>
                <a:cs typeface="Arial"/>
              </a:rPr>
              <a:t>cl</a:t>
            </a:r>
            <a:r>
              <a:rPr dirty="0" smtClean="0" sz="2000" spc="12">
                <a:latin typeface="Arial"/>
                <a:cs typeface="Arial"/>
              </a:rPr>
              <a:t>i</a:t>
            </a:r>
            <a:r>
              <a:rPr dirty="0" smtClean="0" sz="2000" spc="12">
                <a:latin typeface="Arial"/>
                <a:cs typeface="Arial"/>
              </a:rPr>
              <a:t>e</a:t>
            </a:r>
            <a:r>
              <a:rPr dirty="0" smtClean="0" sz="2000" spc="12">
                <a:latin typeface="Arial"/>
                <a:cs typeface="Arial"/>
              </a:rPr>
              <a:t>n</a:t>
            </a:r>
            <a:r>
              <a:rPr dirty="0" smtClean="0" sz="2000" spc="12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0">
                <a:latin typeface="Arial"/>
                <a:cs typeface="Arial"/>
              </a:rPr>
              <a:t>jarin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63815" y="2055796"/>
            <a:ext cx="137477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8">
                <a:latin typeface="Arial"/>
                <a:cs typeface="Arial"/>
              </a:rPr>
              <a:t>(</a:t>
            </a:r>
            <a:r>
              <a:rPr dirty="0" smtClean="0" sz="2000" spc="18">
                <a:latin typeface="Arial"/>
                <a:cs typeface="Arial"/>
              </a:rPr>
              <a:t>M</a:t>
            </a:r>
            <a:r>
              <a:rPr dirty="0" smtClean="0" sz="2000" spc="18">
                <a:latin typeface="Arial"/>
                <a:cs typeface="Arial"/>
              </a:rPr>
              <a:t>S)</a:t>
            </a:r>
            <a:r>
              <a:rPr dirty="0" smtClean="0" sz="2000" spc="18">
                <a:latin typeface="Arial"/>
                <a:cs typeface="Arial"/>
              </a:rPr>
              <a:t> </a:t>
            </a:r>
            <a:r>
              <a:rPr dirty="0" smtClean="0" sz="2000" spc="18">
                <a:latin typeface="Arial"/>
                <a:cs typeface="Arial"/>
              </a:rPr>
              <a:t>k</a:t>
            </a:r>
            <a:r>
              <a:rPr dirty="0" smtClean="0" sz="2000" spc="18">
                <a:latin typeface="Arial"/>
                <a:cs typeface="Arial"/>
              </a:rPr>
              <a:t>e</a:t>
            </a:r>
            <a:r>
              <a:rPr dirty="0" smtClean="0" sz="2000" spc="18">
                <a:latin typeface="Arial"/>
                <a:cs typeface="Arial"/>
              </a:rPr>
              <a:t> </a:t>
            </a:r>
            <a:r>
              <a:rPr dirty="0" smtClean="0" sz="2000" spc="18">
                <a:latin typeface="Arial"/>
                <a:cs typeface="Arial"/>
              </a:rPr>
              <a:t>in</a:t>
            </a:r>
            <a:r>
              <a:rPr dirty="0" smtClean="0" sz="2000" spc="18">
                <a:latin typeface="Arial"/>
                <a:cs typeface="Arial"/>
              </a:rPr>
              <a:t>t</a:t>
            </a:r>
            <a:r>
              <a:rPr dirty="0" smtClean="0" sz="2000" spc="18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925" y="2665138"/>
            <a:ext cx="15255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2825" y="2665138"/>
            <a:ext cx="4262441" cy="584711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54">
                <a:latin typeface="Arial"/>
                <a:cs typeface="Arial"/>
              </a:rPr>
              <a:t>Re</a:t>
            </a:r>
            <a:r>
              <a:rPr dirty="0" smtClean="0" sz="2000" spc="54">
                <a:latin typeface="Arial"/>
                <a:cs typeface="Arial"/>
              </a:rPr>
              <a:t>v</a:t>
            </a:r>
            <a:r>
              <a:rPr dirty="0" smtClean="0" sz="2000" spc="54">
                <a:latin typeface="Arial"/>
                <a:cs typeface="Arial"/>
              </a:rPr>
              <a:t>e</a:t>
            </a:r>
            <a:r>
              <a:rPr dirty="0" smtClean="0" sz="2000" spc="54">
                <a:latin typeface="Arial"/>
                <a:cs typeface="Arial"/>
              </a:rPr>
              <a:t>r</a:t>
            </a:r>
            <a:r>
              <a:rPr dirty="0" smtClean="0" sz="2000" spc="54">
                <a:latin typeface="Arial"/>
                <a:cs typeface="Arial"/>
              </a:rPr>
              <a:t>se</a:t>
            </a:r>
            <a:r>
              <a:rPr dirty="0" smtClean="0" sz="2000" spc="54">
                <a:latin typeface="Arial"/>
                <a:cs typeface="Arial"/>
              </a:rPr>
              <a:t> </a:t>
            </a:r>
            <a:r>
              <a:rPr dirty="0" smtClean="0" sz="2000" spc="54">
                <a:latin typeface="Arial"/>
                <a:cs typeface="Arial"/>
              </a:rPr>
              <a:t>l</a:t>
            </a:r>
            <a:r>
              <a:rPr dirty="0" smtClean="0" sz="2000" spc="54">
                <a:latin typeface="Arial"/>
                <a:cs typeface="Arial"/>
              </a:rPr>
              <a:t>i</a:t>
            </a:r>
            <a:r>
              <a:rPr dirty="0" smtClean="0" sz="2000" spc="54">
                <a:latin typeface="Arial"/>
                <a:cs typeface="Arial"/>
              </a:rPr>
              <a:t>n</a:t>
            </a:r>
            <a:r>
              <a:rPr dirty="0" smtClean="0" sz="2000" spc="54">
                <a:latin typeface="Arial"/>
                <a:cs typeface="Arial"/>
              </a:rPr>
              <a:t>k</a:t>
            </a:r>
            <a:r>
              <a:rPr dirty="0" smtClean="0" sz="2000" spc="54">
                <a:latin typeface="Arial"/>
                <a:cs typeface="Arial"/>
              </a:rPr>
              <a:t> </a:t>
            </a:r>
            <a:r>
              <a:rPr dirty="0" smtClean="0" sz="2000" spc="54">
                <a:latin typeface="Arial"/>
                <a:cs typeface="Arial"/>
              </a:rPr>
              <a:t>a</a:t>
            </a:r>
            <a:r>
              <a:rPr dirty="0" smtClean="0" sz="2000" spc="54">
                <a:latin typeface="Arial"/>
                <a:cs typeface="Arial"/>
              </a:rPr>
              <a:t>d</a:t>
            </a:r>
            <a:r>
              <a:rPr dirty="0" smtClean="0" sz="2000" spc="54">
                <a:latin typeface="Arial"/>
                <a:cs typeface="Arial"/>
              </a:rPr>
              <a:t>a</a:t>
            </a:r>
            <a:r>
              <a:rPr dirty="0" smtClean="0" sz="2000" spc="54">
                <a:latin typeface="Arial"/>
                <a:cs typeface="Arial"/>
              </a:rPr>
              <a:t>l</a:t>
            </a:r>
            <a:r>
              <a:rPr dirty="0" smtClean="0" sz="2000" spc="54">
                <a:latin typeface="Arial"/>
                <a:cs typeface="Arial"/>
              </a:rPr>
              <a:t>a</a:t>
            </a:r>
            <a:r>
              <a:rPr dirty="0" smtClean="0" sz="2000" spc="54">
                <a:latin typeface="Arial"/>
                <a:cs typeface="Arial"/>
              </a:rPr>
              <a:t>h</a:t>
            </a:r>
            <a:r>
              <a:rPr dirty="0" smtClean="0" sz="2000" spc="54">
                <a:latin typeface="Arial"/>
                <a:cs typeface="Arial"/>
              </a:rPr>
              <a:t> </a:t>
            </a:r>
            <a:r>
              <a:rPr dirty="0" smtClean="0" sz="2000" spc="54">
                <a:latin typeface="Arial"/>
                <a:cs typeface="Arial"/>
              </a:rPr>
              <a:t>i</a:t>
            </a:r>
            <a:r>
              <a:rPr dirty="0" smtClean="0" sz="2000" spc="54">
                <a:latin typeface="Arial"/>
                <a:cs typeface="Arial"/>
              </a:rPr>
              <a:t>sti</a:t>
            </a:r>
            <a:r>
              <a:rPr dirty="0" smtClean="0" sz="2000" spc="54">
                <a:latin typeface="Arial"/>
                <a:cs typeface="Arial"/>
              </a:rPr>
              <a:t>l</a:t>
            </a:r>
            <a:r>
              <a:rPr dirty="0" smtClean="0" sz="2000" spc="54">
                <a:latin typeface="Arial"/>
                <a:cs typeface="Arial"/>
              </a:rPr>
              <a:t>a</a:t>
            </a:r>
            <a:r>
              <a:rPr dirty="0" smtClean="0" sz="2000" spc="54">
                <a:latin typeface="Arial"/>
                <a:cs typeface="Arial"/>
              </a:rPr>
              <a:t>h</a:t>
            </a:r>
            <a:r>
              <a:rPr dirty="0" smtClean="0" sz="2000" spc="54">
                <a:latin typeface="Arial"/>
                <a:cs typeface="Arial"/>
              </a:rPr>
              <a:t> </a:t>
            </a:r>
            <a:r>
              <a:rPr dirty="0" smtClean="0" sz="2000" spc="54">
                <a:latin typeface="Arial"/>
                <a:cs typeface="Arial"/>
              </a:rPr>
              <a:t>A</a:t>
            </a:r>
            <a:r>
              <a:rPr dirty="0" smtClean="0" sz="2000" spc="54">
                <a:latin typeface="Arial"/>
                <a:cs typeface="Arial"/>
              </a:rPr>
              <a:t>m</a:t>
            </a:r>
            <a:r>
              <a:rPr dirty="0" smtClean="0" sz="2000" spc="54">
                <a:latin typeface="Arial"/>
                <a:cs typeface="Arial"/>
              </a:rPr>
              <a:t>e</a:t>
            </a:r>
            <a:r>
              <a:rPr dirty="0" smtClean="0" sz="2000" spc="54">
                <a:latin typeface="Arial"/>
                <a:cs typeface="Arial"/>
              </a:rPr>
              <a:t>r</a:t>
            </a:r>
            <a:r>
              <a:rPr dirty="0" smtClean="0" sz="2000" spc="54">
                <a:latin typeface="Arial"/>
                <a:cs typeface="Arial"/>
              </a:rPr>
              <a:t>ika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ct val="95825"/>
              </a:lnSpc>
            </a:pPr>
            <a:r>
              <a:rPr dirty="0" smtClean="0" sz="2000" spc="0">
                <a:latin typeface="Arial"/>
                <a:cs typeface="Arial"/>
              </a:rPr>
              <a:t>Uplink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isti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Er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(GSM)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2001" y="2665138"/>
            <a:ext cx="966120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(</a:t>
            </a:r>
            <a:r>
              <a:rPr dirty="0" smtClean="0" sz="2000" spc="-1">
                <a:latin typeface="Arial"/>
                <a:cs typeface="Arial"/>
              </a:rPr>
              <a:t>C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MA,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6034" y="2665138"/>
            <a:ext cx="852440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3">
                <a:latin typeface="Arial"/>
                <a:cs typeface="Arial"/>
              </a:rPr>
              <a:t>AM</a:t>
            </a:r>
            <a:r>
              <a:rPr dirty="0" smtClean="0" sz="2000" spc="-3">
                <a:latin typeface="Arial"/>
                <a:cs typeface="Arial"/>
              </a:rPr>
              <a:t>P</a:t>
            </a:r>
            <a:r>
              <a:rPr dirty="0" smtClean="0" sz="2000" spc="-3">
                <a:latin typeface="Arial"/>
                <a:cs typeface="Arial"/>
              </a:rPr>
              <a:t>S,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5896" y="2665138"/>
            <a:ext cx="47172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)</a:t>
            </a:r>
            <a:r>
              <a:rPr dirty="0" smtClean="0" sz="2000" spc="-1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9925" y="3275250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2825" y="3275250"/>
            <a:ext cx="116611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Ups</a:t>
            </a:r>
            <a:r>
              <a:rPr dirty="0" smtClean="0" sz="2000" spc="1">
                <a:latin typeface="Arial"/>
                <a:cs typeface="Arial"/>
              </a:rPr>
              <a:t>t</a:t>
            </a:r>
            <a:r>
              <a:rPr dirty="0" smtClean="0" sz="2000" spc="1">
                <a:latin typeface="Arial"/>
                <a:cs typeface="Arial"/>
              </a:rPr>
              <a:t>re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4146" y="3275250"/>
            <a:ext cx="134112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3846" y="3275250"/>
            <a:ext cx="71247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isti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2920" y="3275250"/>
            <a:ext cx="54356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b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4100" y="3275250"/>
            <a:ext cx="920496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>
                <a:latin typeface="Arial"/>
                <a:cs typeface="Arial"/>
              </a:rPr>
              <a:t>w</a:t>
            </a:r>
            <a:r>
              <a:rPr dirty="0" smtClean="0" sz="2000" spc="-4">
                <a:latin typeface="Arial"/>
                <a:cs typeface="Arial"/>
              </a:rPr>
              <a:t>i</a:t>
            </a:r>
            <a:r>
              <a:rPr dirty="0" smtClean="0" sz="2000" spc="-4">
                <a:latin typeface="Arial"/>
                <a:cs typeface="Arial"/>
              </a:rPr>
              <a:t>r</a:t>
            </a:r>
            <a:r>
              <a:rPr dirty="0" smtClean="0" sz="2000" spc="-4">
                <a:latin typeface="Arial"/>
                <a:cs typeface="Arial"/>
              </a:rPr>
              <a:t>e</a:t>
            </a:r>
            <a:r>
              <a:rPr dirty="0" smtClean="0" sz="2000" spc="-4">
                <a:latin typeface="Arial"/>
                <a:cs typeface="Arial"/>
              </a:rPr>
              <a:t>l</a:t>
            </a:r>
            <a:r>
              <a:rPr dirty="0" smtClean="0" sz="2000" spc="-4">
                <a:latin typeface="Arial"/>
                <a:cs typeface="Arial"/>
              </a:rPr>
              <a:t>i</a:t>
            </a:r>
            <a:r>
              <a:rPr dirty="0" smtClean="0" sz="2000" spc="-4">
                <a:latin typeface="Arial"/>
                <a:cs typeface="Arial"/>
              </a:rPr>
              <a:t>n</a:t>
            </a:r>
            <a:r>
              <a:rPr dirty="0" smtClean="0" sz="2000" spc="-4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61500" y="6472848"/>
            <a:ext cx="331425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10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541496" y="1293777"/>
            <a:ext cx="8968398" cy="0"/>
          </a:xfrm>
          <a:custGeom>
            <a:avLst/>
            <a:gdLst/>
            <a:ahLst/>
            <a:cxnLst/>
            <a:rect l="l" t="t" r="r" b="b"/>
            <a:pathLst>
              <a:path w="8968398" h="0">
                <a:moveTo>
                  <a:pt x="0" y="0"/>
                </a:moveTo>
                <a:lnTo>
                  <a:pt x="8968398" y="0"/>
                </a:lnTo>
              </a:path>
            </a:pathLst>
          </a:custGeom>
          <a:ln w="372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541496" y="6169089"/>
            <a:ext cx="8968398" cy="0"/>
          </a:xfrm>
          <a:custGeom>
            <a:avLst/>
            <a:gdLst/>
            <a:ahLst/>
            <a:cxnLst/>
            <a:rect l="l" t="t" r="r" b="b"/>
            <a:pathLst>
              <a:path w="8968398" h="0">
                <a:moveTo>
                  <a:pt x="0" y="0"/>
                </a:moveTo>
                <a:lnTo>
                  <a:pt x="8968398" y="0"/>
                </a:lnTo>
              </a:path>
            </a:pathLst>
          </a:custGeom>
          <a:ln w="372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541496" y="1293777"/>
            <a:ext cx="0" cy="4875311"/>
          </a:xfrm>
          <a:custGeom>
            <a:avLst/>
            <a:gdLst/>
            <a:ahLst/>
            <a:cxnLst/>
            <a:rect l="l" t="t" r="r" b="b"/>
            <a:pathLst>
              <a:path w="0" h="4875311">
                <a:moveTo>
                  <a:pt x="0" y="0"/>
                </a:moveTo>
                <a:lnTo>
                  <a:pt x="0" y="4875311"/>
                </a:lnTo>
              </a:path>
            </a:pathLst>
          </a:custGeom>
          <a:ln w="421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2610968" y="1293777"/>
            <a:ext cx="0" cy="4875311"/>
          </a:xfrm>
          <a:custGeom>
            <a:avLst/>
            <a:gdLst/>
            <a:ahLst/>
            <a:cxnLst/>
            <a:rect l="l" t="t" r="r" b="b"/>
            <a:pathLst>
              <a:path w="0" h="4875311">
                <a:moveTo>
                  <a:pt x="0" y="0"/>
                </a:moveTo>
                <a:lnTo>
                  <a:pt x="0" y="4875311"/>
                </a:lnTo>
              </a:path>
            </a:pathLst>
          </a:custGeom>
          <a:ln w="421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2610968" y="3731440"/>
            <a:ext cx="6898925" cy="0"/>
          </a:xfrm>
          <a:custGeom>
            <a:avLst/>
            <a:gdLst/>
            <a:ahLst/>
            <a:cxnLst/>
            <a:rect l="l" t="t" r="r" b="b"/>
            <a:pathLst>
              <a:path w="6898925" h="0">
                <a:moveTo>
                  <a:pt x="0" y="0"/>
                </a:moveTo>
                <a:lnTo>
                  <a:pt x="6898925" y="0"/>
                </a:lnTo>
              </a:path>
            </a:pathLst>
          </a:custGeom>
          <a:ln w="372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4163347" y="1293777"/>
            <a:ext cx="0" cy="4875311"/>
          </a:xfrm>
          <a:custGeom>
            <a:avLst/>
            <a:gdLst/>
            <a:ahLst/>
            <a:cxnLst/>
            <a:rect l="l" t="t" r="r" b="b"/>
            <a:pathLst>
              <a:path w="0" h="4875311">
                <a:moveTo>
                  <a:pt x="0" y="0"/>
                </a:moveTo>
                <a:lnTo>
                  <a:pt x="0" y="4875311"/>
                </a:lnTo>
              </a:path>
            </a:pathLst>
          </a:custGeom>
          <a:ln w="421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4163347" y="2512693"/>
            <a:ext cx="5346547" cy="0"/>
          </a:xfrm>
          <a:custGeom>
            <a:avLst/>
            <a:gdLst/>
            <a:ahLst/>
            <a:cxnLst/>
            <a:rect l="l" t="t" r="r" b="b"/>
            <a:pathLst>
              <a:path w="5346547" h="0">
                <a:moveTo>
                  <a:pt x="0" y="0"/>
                </a:moveTo>
                <a:lnTo>
                  <a:pt x="5346547" y="0"/>
                </a:lnTo>
              </a:path>
            </a:pathLst>
          </a:custGeom>
          <a:ln w="372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4163347" y="4950459"/>
            <a:ext cx="5346547" cy="0"/>
          </a:xfrm>
          <a:custGeom>
            <a:avLst/>
            <a:gdLst/>
            <a:ahLst/>
            <a:cxnLst/>
            <a:rect l="l" t="t" r="r" b="b"/>
            <a:pathLst>
              <a:path w="5346547" h="0">
                <a:moveTo>
                  <a:pt x="0" y="0"/>
                </a:moveTo>
                <a:lnTo>
                  <a:pt x="5346547" y="0"/>
                </a:lnTo>
              </a:path>
            </a:pathLst>
          </a:custGeom>
          <a:ln w="372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5370347" y="1293777"/>
            <a:ext cx="0" cy="4875311"/>
          </a:xfrm>
          <a:custGeom>
            <a:avLst/>
            <a:gdLst/>
            <a:ahLst/>
            <a:cxnLst/>
            <a:rect l="l" t="t" r="r" b="b"/>
            <a:pathLst>
              <a:path w="0" h="4875311">
                <a:moveTo>
                  <a:pt x="0" y="0"/>
                </a:moveTo>
                <a:lnTo>
                  <a:pt x="0" y="4875311"/>
                </a:lnTo>
              </a:path>
            </a:pathLst>
          </a:custGeom>
          <a:ln w="421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9509894" y="1293777"/>
            <a:ext cx="0" cy="4875311"/>
          </a:xfrm>
          <a:custGeom>
            <a:avLst/>
            <a:gdLst/>
            <a:ahLst/>
            <a:cxnLst/>
            <a:rect l="l" t="t" r="r" b="b"/>
            <a:pathLst>
              <a:path w="0" h="4875311">
                <a:moveTo>
                  <a:pt x="0" y="0"/>
                </a:moveTo>
                <a:lnTo>
                  <a:pt x="0" y="4875311"/>
                </a:lnTo>
              </a:path>
            </a:pathLst>
          </a:custGeom>
          <a:ln w="4214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359" y="159670"/>
            <a:ext cx="252384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Konsep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W</a:t>
            </a:r>
            <a:r>
              <a:rPr dirty="0" smtClean="0" sz="2400" spc="-1" b="1">
                <a:latin typeface="Arial"/>
                <a:cs typeface="Arial"/>
              </a:rPr>
              <a:t>irele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740" y="769012"/>
            <a:ext cx="1581499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l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f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7140" y="1543294"/>
            <a:ext cx="3022418" cy="228518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52">
                <a:latin typeface="Arial"/>
                <a:cs typeface="Arial"/>
              </a:rPr>
              <a:t>p</a:t>
            </a:r>
            <a:r>
              <a:rPr dirty="0" smtClean="0" sz="1600" spc="52">
                <a:latin typeface="Arial"/>
                <a:cs typeface="Arial"/>
              </a:rPr>
              <a:t>o</a:t>
            </a:r>
            <a:r>
              <a:rPr dirty="0" smtClean="0" sz="1600" spc="52">
                <a:latin typeface="Arial"/>
                <a:cs typeface="Arial"/>
              </a:rPr>
              <a:t>i</a:t>
            </a:r>
            <a:r>
              <a:rPr dirty="0" smtClean="0" sz="1600" spc="52">
                <a:latin typeface="Arial"/>
                <a:cs typeface="Arial"/>
              </a:rPr>
              <a:t>n</a:t>
            </a:r>
            <a:r>
              <a:rPr dirty="0" smtClean="0" sz="1600" spc="52">
                <a:latin typeface="Arial"/>
                <a:cs typeface="Arial"/>
              </a:rPr>
              <a:t>t</a:t>
            </a:r>
            <a:r>
              <a:rPr dirty="0" smtClean="0" sz="1600" spc="52">
                <a:latin typeface="Arial"/>
                <a:cs typeface="Arial"/>
              </a:rPr>
              <a:t> </a:t>
            </a:r>
            <a:r>
              <a:rPr dirty="0" smtClean="0" sz="1600" spc="52">
                <a:latin typeface="Arial"/>
                <a:cs typeface="Arial"/>
              </a:rPr>
              <a:t> </a:t>
            </a:r>
            <a:r>
              <a:rPr dirty="0" smtClean="0" sz="1600" spc="52">
                <a:latin typeface="Arial"/>
                <a:cs typeface="Arial"/>
              </a:rPr>
              <a:t>t</a:t>
            </a:r>
            <a:r>
              <a:rPr dirty="0" smtClean="0" sz="1600" spc="52">
                <a:latin typeface="Arial"/>
                <a:cs typeface="Arial"/>
              </a:rPr>
              <a:t>o</a:t>
            </a:r>
            <a:r>
              <a:rPr dirty="0" smtClean="0" sz="1600" spc="52">
                <a:latin typeface="Arial"/>
                <a:cs typeface="Arial"/>
              </a:rPr>
              <a:t> </a:t>
            </a:r>
            <a:r>
              <a:rPr dirty="0" smtClean="0" sz="1600" spc="52">
                <a:latin typeface="Arial"/>
                <a:cs typeface="Arial"/>
              </a:rPr>
              <a:t>p</a:t>
            </a:r>
            <a:r>
              <a:rPr dirty="0" smtClean="0" sz="1600" spc="52">
                <a:latin typeface="Arial"/>
                <a:cs typeface="Arial"/>
              </a:rPr>
              <a:t>o</a:t>
            </a:r>
            <a:r>
              <a:rPr dirty="0" smtClean="0" sz="1600" spc="52">
                <a:latin typeface="Arial"/>
                <a:cs typeface="Arial"/>
              </a:rPr>
              <a:t>i</a:t>
            </a:r>
            <a:r>
              <a:rPr dirty="0" smtClean="0" sz="1600" spc="52">
                <a:latin typeface="Arial"/>
                <a:cs typeface="Arial"/>
              </a:rPr>
              <a:t>n</a:t>
            </a:r>
            <a:r>
              <a:rPr dirty="0" smtClean="0" sz="1600" spc="52">
                <a:latin typeface="Arial"/>
                <a:cs typeface="Arial"/>
              </a:rPr>
              <a:t>t</a:t>
            </a:r>
            <a:r>
              <a:rPr dirty="0" smtClean="0" sz="1600" spc="52">
                <a:latin typeface="Arial"/>
                <a:cs typeface="Arial"/>
              </a:rPr>
              <a:t> </a:t>
            </a:r>
            <a:r>
              <a:rPr dirty="0" smtClean="0" sz="1600" spc="52">
                <a:latin typeface="Arial"/>
                <a:cs typeface="Arial"/>
              </a:rPr>
              <a:t> </a:t>
            </a:r>
            <a:r>
              <a:rPr dirty="0" smtClean="0" sz="1600" spc="52">
                <a:latin typeface="Arial"/>
                <a:cs typeface="Arial"/>
              </a:rPr>
              <a:t>c</a:t>
            </a:r>
            <a:r>
              <a:rPr dirty="0" smtClean="0" sz="1600" spc="52">
                <a:latin typeface="Arial"/>
                <a:cs typeface="Arial"/>
              </a:rPr>
              <a:t>o</a:t>
            </a:r>
            <a:r>
              <a:rPr dirty="0" smtClean="0" sz="1600" spc="52">
                <a:latin typeface="Arial"/>
                <a:cs typeface="Arial"/>
              </a:rPr>
              <a:t>m</a:t>
            </a:r>
            <a:r>
              <a:rPr dirty="0" smtClean="0" sz="1600" spc="52">
                <a:latin typeface="Arial"/>
                <a:cs typeface="Arial"/>
              </a:rPr>
              <a:t>m</a:t>
            </a:r>
            <a:r>
              <a:rPr dirty="0" smtClean="0" sz="1600" spc="52">
                <a:latin typeface="Arial"/>
                <a:cs typeface="Arial"/>
              </a:rPr>
              <a:t>u</a:t>
            </a:r>
            <a:r>
              <a:rPr dirty="0" smtClean="0" sz="1600" spc="52">
                <a:latin typeface="Arial"/>
                <a:cs typeface="Arial"/>
              </a:rPr>
              <a:t>n</a:t>
            </a:r>
            <a:r>
              <a:rPr dirty="0" smtClean="0" sz="1600" spc="52">
                <a:latin typeface="Arial"/>
                <a:cs typeface="Arial"/>
              </a:rPr>
              <a:t>i</a:t>
            </a:r>
            <a:r>
              <a:rPr dirty="0" smtClean="0" sz="1600" spc="52">
                <a:latin typeface="Arial"/>
                <a:cs typeface="Arial"/>
              </a:rPr>
              <a:t>c</a:t>
            </a:r>
            <a:r>
              <a:rPr dirty="0" smtClean="0" sz="1600" spc="52">
                <a:latin typeface="Arial"/>
                <a:cs typeface="Arial"/>
              </a:rPr>
              <a:t>a</a:t>
            </a:r>
            <a:r>
              <a:rPr dirty="0" smtClean="0" sz="1600" spc="52">
                <a:latin typeface="Arial"/>
                <a:cs typeface="Arial"/>
              </a:rPr>
              <a:t>t</a:t>
            </a:r>
            <a:r>
              <a:rPr dirty="0" smtClean="0" sz="1600" spc="52">
                <a:latin typeface="Arial"/>
                <a:cs typeface="Arial"/>
              </a:rPr>
              <a:t>i</a:t>
            </a:r>
            <a:r>
              <a:rPr dirty="0" smtClean="0" sz="1600" spc="52">
                <a:latin typeface="Arial"/>
                <a:cs typeface="Arial"/>
              </a:rPr>
              <a:t>o</a:t>
            </a:r>
            <a:r>
              <a:rPr dirty="0" smtClean="0" sz="1600" spc="52">
                <a:latin typeface="Arial"/>
                <a:cs typeface="Arial"/>
              </a:rPr>
              <a:t>n</a:t>
            </a:r>
            <a:r>
              <a:rPr dirty="0" smtClean="0" sz="1600" spc="52">
                <a:latin typeface="Arial"/>
                <a:cs typeface="Arial"/>
              </a:rPr>
              <a:t>,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39440" y="1543294"/>
            <a:ext cx="501402" cy="228518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77">
                <a:latin typeface="Arial"/>
                <a:cs typeface="Arial"/>
              </a:rPr>
              <a:t>i</a:t>
            </a:r>
            <a:r>
              <a:rPr dirty="0" smtClean="0" sz="1600" spc="77">
                <a:latin typeface="Arial"/>
                <a:cs typeface="Arial"/>
              </a:rPr>
              <a:t>n</a:t>
            </a:r>
            <a:r>
              <a:rPr dirty="0" smtClean="0" sz="1600" spc="77">
                <a:latin typeface="Arial"/>
                <a:cs typeface="Arial"/>
              </a:rPr>
              <a:t>f</a:t>
            </a:r>
            <a:r>
              <a:rPr dirty="0" smtClean="0" sz="1600" spc="77">
                <a:latin typeface="Arial"/>
                <a:cs typeface="Arial"/>
              </a:rPr>
              <a:t>ra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07140" y="2030589"/>
            <a:ext cx="1149243" cy="228518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105">
                <a:latin typeface="Arial"/>
                <a:cs typeface="Arial"/>
              </a:rPr>
              <a:t>M</a:t>
            </a:r>
            <a:r>
              <a:rPr dirty="0" smtClean="0" sz="1600" spc="105">
                <a:latin typeface="Arial"/>
                <a:cs typeface="Arial"/>
              </a:rPr>
              <a:t>i</a:t>
            </a:r>
            <a:r>
              <a:rPr dirty="0" smtClean="0" sz="1600" spc="105">
                <a:latin typeface="Arial"/>
                <a:cs typeface="Arial"/>
              </a:rPr>
              <a:t>cr</a:t>
            </a:r>
            <a:r>
              <a:rPr dirty="0" smtClean="0" sz="1600" spc="105">
                <a:latin typeface="Arial"/>
                <a:cs typeface="Arial"/>
              </a:rPr>
              <a:t>o</a:t>
            </a:r>
            <a:r>
              <a:rPr dirty="0" smtClean="0" sz="1600" spc="105">
                <a:latin typeface="Arial"/>
                <a:cs typeface="Arial"/>
              </a:rPr>
              <a:t>w</a:t>
            </a:r>
            <a:r>
              <a:rPr dirty="0" smtClean="0" sz="1600" spc="105">
                <a:latin typeface="Arial"/>
                <a:cs typeface="Arial"/>
              </a:rPr>
              <a:t>a</a:t>
            </a:r>
            <a:r>
              <a:rPr dirty="0" smtClean="0" sz="1600" spc="105">
                <a:latin typeface="Arial"/>
                <a:cs typeface="Arial"/>
              </a:rPr>
              <a:t>v</a:t>
            </a:r>
            <a:r>
              <a:rPr dirty="0" smtClean="0" sz="1600" spc="105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28796" y="2030589"/>
            <a:ext cx="1586041" cy="228518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97">
                <a:latin typeface="Arial"/>
                <a:cs typeface="Arial"/>
              </a:rPr>
              <a:t>c</a:t>
            </a:r>
            <a:r>
              <a:rPr dirty="0" smtClean="0" sz="1600" spc="97">
                <a:latin typeface="Arial"/>
                <a:cs typeface="Arial"/>
              </a:rPr>
              <a:t>o</a:t>
            </a:r>
            <a:r>
              <a:rPr dirty="0" smtClean="0" sz="1600" spc="97">
                <a:latin typeface="Arial"/>
                <a:cs typeface="Arial"/>
              </a:rPr>
              <a:t>m</a:t>
            </a:r>
            <a:r>
              <a:rPr dirty="0" smtClean="0" sz="1600" spc="97">
                <a:latin typeface="Arial"/>
                <a:cs typeface="Arial"/>
              </a:rPr>
              <a:t>m</a:t>
            </a:r>
            <a:r>
              <a:rPr dirty="0" smtClean="0" sz="1600" spc="97">
                <a:latin typeface="Arial"/>
                <a:cs typeface="Arial"/>
              </a:rPr>
              <a:t>u</a:t>
            </a:r>
            <a:r>
              <a:rPr dirty="0" smtClean="0" sz="1600" spc="97">
                <a:latin typeface="Arial"/>
                <a:cs typeface="Arial"/>
              </a:rPr>
              <a:t>n</a:t>
            </a:r>
            <a:r>
              <a:rPr dirty="0" smtClean="0" sz="1600" spc="97">
                <a:latin typeface="Arial"/>
                <a:cs typeface="Arial"/>
              </a:rPr>
              <a:t>i</a:t>
            </a:r>
            <a:r>
              <a:rPr dirty="0" smtClean="0" sz="1600" spc="97">
                <a:latin typeface="Arial"/>
                <a:cs typeface="Arial"/>
              </a:rPr>
              <a:t>c</a:t>
            </a:r>
            <a:r>
              <a:rPr dirty="0" smtClean="0" sz="1600" spc="97">
                <a:latin typeface="Arial"/>
                <a:cs typeface="Arial"/>
              </a:rPr>
              <a:t>a</a:t>
            </a:r>
            <a:r>
              <a:rPr dirty="0" smtClean="0" sz="1600" spc="97">
                <a:latin typeface="Arial"/>
                <a:cs typeface="Arial"/>
              </a:rPr>
              <a:t>t</a:t>
            </a:r>
            <a:r>
              <a:rPr dirty="0" smtClean="0" sz="1600" spc="97">
                <a:latin typeface="Arial"/>
                <a:cs typeface="Arial"/>
              </a:rPr>
              <a:t>i</a:t>
            </a:r>
            <a:r>
              <a:rPr dirty="0" smtClean="0" sz="1600" spc="97">
                <a:latin typeface="Arial"/>
                <a:cs typeface="Arial"/>
              </a:rPr>
              <a:t>o</a:t>
            </a:r>
            <a:r>
              <a:rPr dirty="0" smtClean="0" sz="1600" spc="97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07140" y="5595878"/>
            <a:ext cx="3462665" cy="228518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dirty="0" smtClean="0" sz="1600" spc="93">
                <a:latin typeface="Arial"/>
                <a:cs typeface="Arial"/>
              </a:rPr>
              <a:t>P</a:t>
            </a:r>
            <a:r>
              <a:rPr dirty="0" smtClean="0" sz="1600" spc="93">
                <a:latin typeface="Arial"/>
                <a:cs typeface="Arial"/>
              </a:rPr>
              <a:t>H</a:t>
            </a:r>
            <a:r>
              <a:rPr dirty="0" smtClean="0" sz="1600" spc="93">
                <a:latin typeface="Arial"/>
                <a:cs typeface="Arial"/>
              </a:rPr>
              <a:t>S,</a:t>
            </a:r>
            <a:r>
              <a:rPr dirty="0" smtClean="0" sz="1600" spc="93">
                <a:latin typeface="Arial"/>
                <a:cs typeface="Arial"/>
              </a:rPr>
              <a:t> </a:t>
            </a:r>
            <a:r>
              <a:rPr dirty="0" smtClean="0" sz="1600" spc="93">
                <a:latin typeface="Arial"/>
                <a:cs typeface="Arial"/>
              </a:rPr>
              <a:t> </a:t>
            </a:r>
            <a:r>
              <a:rPr dirty="0" smtClean="0" sz="1600" spc="93">
                <a:latin typeface="Arial"/>
                <a:cs typeface="Arial"/>
              </a:rPr>
              <a:t>D</a:t>
            </a:r>
            <a:r>
              <a:rPr dirty="0" smtClean="0" sz="1600" spc="93">
                <a:latin typeface="Arial"/>
                <a:cs typeface="Arial"/>
              </a:rPr>
              <a:t>C</a:t>
            </a:r>
            <a:r>
              <a:rPr dirty="0" smtClean="0" sz="1600" spc="93">
                <a:latin typeface="Arial"/>
                <a:cs typeface="Arial"/>
              </a:rPr>
              <a:t>S</a:t>
            </a:r>
            <a:r>
              <a:rPr dirty="0" smtClean="0" sz="1600" spc="93">
                <a:latin typeface="Arial"/>
                <a:cs typeface="Arial"/>
              </a:rPr>
              <a:t>1</a:t>
            </a:r>
            <a:r>
              <a:rPr dirty="0" smtClean="0" sz="1600" spc="93">
                <a:latin typeface="Arial"/>
                <a:cs typeface="Arial"/>
              </a:rPr>
              <a:t>8</a:t>
            </a:r>
            <a:r>
              <a:rPr dirty="0" smtClean="0" sz="1600" spc="93">
                <a:latin typeface="Arial"/>
                <a:cs typeface="Arial"/>
              </a:rPr>
              <a:t>0</a:t>
            </a:r>
            <a:r>
              <a:rPr dirty="0" smtClean="0" sz="1600" spc="93">
                <a:latin typeface="Arial"/>
                <a:cs typeface="Arial"/>
              </a:rPr>
              <a:t>0</a:t>
            </a:r>
            <a:r>
              <a:rPr dirty="0" smtClean="0" sz="1600" spc="93">
                <a:latin typeface="Arial"/>
                <a:cs typeface="Arial"/>
              </a:rPr>
              <a:t>,</a:t>
            </a:r>
            <a:r>
              <a:rPr dirty="0" smtClean="0" sz="1600" spc="93">
                <a:latin typeface="Arial"/>
                <a:cs typeface="Arial"/>
              </a:rPr>
              <a:t> </a:t>
            </a:r>
            <a:r>
              <a:rPr dirty="0" smtClean="0" sz="1600" spc="93">
                <a:latin typeface="Arial"/>
                <a:cs typeface="Arial"/>
              </a:rPr>
              <a:t>N</a:t>
            </a:r>
            <a:r>
              <a:rPr dirty="0" smtClean="0" sz="1600" spc="93">
                <a:latin typeface="Arial"/>
                <a:cs typeface="Arial"/>
              </a:rPr>
              <a:t>M</a:t>
            </a:r>
            <a:r>
              <a:rPr dirty="0" smtClean="0" sz="1600" spc="93">
                <a:latin typeface="Arial"/>
                <a:cs typeface="Arial"/>
              </a:rPr>
              <a:t>T</a:t>
            </a:r>
            <a:r>
              <a:rPr dirty="0" smtClean="0" sz="1600" spc="93">
                <a:latin typeface="Arial"/>
                <a:cs typeface="Arial"/>
              </a:rPr>
              <a:t>4</a:t>
            </a:r>
            <a:r>
              <a:rPr dirty="0" smtClean="0" sz="1600" spc="93">
                <a:latin typeface="Arial"/>
                <a:cs typeface="Arial"/>
              </a:rPr>
              <a:t>5</a:t>
            </a:r>
            <a:r>
              <a:rPr dirty="0" smtClean="0" sz="1600" spc="93">
                <a:latin typeface="Arial"/>
                <a:cs typeface="Arial"/>
              </a:rPr>
              <a:t>0</a:t>
            </a:r>
            <a:r>
              <a:rPr dirty="0" smtClean="0" sz="1600" spc="93">
                <a:latin typeface="Arial"/>
                <a:cs typeface="Arial"/>
              </a:rPr>
              <a:t>,</a:t>
            </a:r>
            <a:r>
              <a:rPr dirty="0" smtClean="0" sz="1600" spc="93">
                <a:latin typeface="Arial"/>
                <a:cs typeface="Arial"/>
              </a:rPr>
              <a:t> </a:t>
            </a:r>
            <a:r>
              <a:rPr dirty="0" smtClean="0" sz="1600" spc="93">
                <a:latin typeface="Arial"/>
                <a:cs typeface="Arial"/>
              </a:rPr>
              <a:t>T</a:t>
            </a:r>
            <a:r>
              <a:rPr dirty="0" smtClean="0" sz="1600" spc="93">
                <a:latin typeface="Arial"/>
                <a:cs typeface="Arial"/>
              </a:rPr>
              <a:t>A</a:t>
            </a:r>
            <a:r>
              <a:rPr dirty="0" smtClean="0" sz="1600" spc="93">
                <a:latin typeface="Arial"/>
                <a:cs typeface="Arial"/>
              </a:rPr>
              <a:t>C</a:t>
            </a:r>
            <a:r>
              <a:rPr dirty="0" smtClean="0" sz="1600" spc="93">
                <a:latin typeface="Arial"/>
                <a:cs typeface="Arial"/>
              </a:rPr>
              <a:t>S,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09760" y="6472848"/>
            <a:ext cx="2830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496" y="1293777"/>
            <a:ext cx="2069472" cy="48753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533028" marR="532969" algn="ctr">
              <a:lnSpc>
                <a:spcPct val="95825"/>
              </a:lnSpc>
              <a:spcBef>
                <a:spcPts val="16213"/>
              </a:spcBef>
            </a:pPr>
            <a:r>
              <a:rPr dirty="0" smtClean="0" sz="1600" spc="103" b="1">
                <a:latin typeface="Arial"/>
                <a:cs typeface="Arial"/>
              </a:rPr>
              <a:t>W</a:t>
            </a:r>
            <a:r>
              <a:rPr dirty="0" smtClean="0" sz="1600" spc="103" b="1">
                <a:latin typeface="Arial"/>
                <a:cs typeface="Arial"/>
              </a:rPr>
              <a:t>i</a:t>
            </a:r>
            <a:r>
              <a:rPr dirty="0" smtClean="0" sz="1600" spc="103" b="1">
                <a:latin typeface="Arial"/>
                <a:cs typeface="Arial"/>
              </a:rPr>
              <a:t>r</a:t>
            </a:r>
            <a:r>
              <a:rPr dirty="0" smtClean="0" sz="1600" spc="103" b="1">
                <a:latin typeface="Arial"/>
                <a:cs typeface="Arial"/>
              </a:rPr>
              <a:t>e</a:t>
            </a:r>
            <a:r>
              <a:rPr dirty="0" smtClean="0" sz="1600" spc="103" b="1">
                <a:latin typeface="Arial"/>
                <a:cs typeface="Arial"/>
              </a:rPr>
              <a:t>l</a:t>
            </a:r>
            <a:r>
              <a:rPr dirty="0" smtClean="0" sz="1600" spc="103" b="1">
                <a:latin typeface="Arial"/>
                <a:cs typeface="Arial"/>
              </a:rPr>
              <a:t>e</a:t>
            </a:r>
            <a:r>
              <a:rPr dirty="0" smtClean="0" sz="1600" spc="103" b="1">
                <a:latin typeface="Arial"/>
                <a:cs typeface="Arial"/>
              </a:rPr>
              <a:t>s</a:t>
            </a:r>
            <a:r>
              <a:rPr dirty="0" smtClean="0" sz="1600" spc="103" b="1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  <a:p>
            <a:pPr marL="136821" marR="139705" algn="ctr">
              <a:lnSpc>
                <a:spcPct val="95825"/>
              </a:lnSpc>
              <a:spcBef>
                <a:spcPts val="80"/>
              </a:spcBef>
            </a:pPr>
            <a:r>
              <a:rPr dirty="0" smtClean="0" sz="1600" spc="120" b="1">
                <a:latin typeface="Arial"/>
                <a:cs typeface="Arial"/>
              </a:rPr>
              <a:t>C</a:t>
            </a:r>
            <a:r>
              <a:rPr dirty="0" smtClean="0" sz="1600" spc="120" b="1">
                <a:latin typeface="Arial"/>
                <a:cs typeface="Arial"/>
              </a:rPr>
              <a:t>o</a:t>
            </a:r>
            <a:r>
              <a:rPr dirty="0" smtClean="0" sz="1600" spc="120" b="1">
                <a:latin typeface="Arial"/>
                <a:cs typeface="Arial"/>
              </a:rPr>
              <a:t>m</a:t>
            </a:r>
            <a:r>
              <a:rPr dirty="0" smtClean="0" sz="1600" spc="120" b="1">
                <a:latin typeface="Arial"/>
                <a:cs typeface="Arial"/>
              </a:rPr>
              <a:t>m</a:t>
            </a:r>
            <a:r>
              <a:rPr dirty="0" smtClean="0" sz="1600" spc="120" b="1">
                <a:latin typeface="Arial"/>
                <a:cs typeface="Arial"/>
              </a:rPr>
              <a:t>u</a:t>
            </a:r>
            <a:r>
              <a:rPr dirty="0" smtClean="0" sz="1600" spc="120" b="1">
                <a:latin typeface="Arial"/>
                <a:cs typeface="Arial"/>
              </a:rPr>
              <a:t>n</a:t>
            </a:r>
            <a:r>
              <a:rPr dirty="0" smtClean="0" sz="1600" spc="120" b="1">
                <a:latin typeface="Arial"/>
                <a:cs typeface="Arial"/>
              </a:rPr>
              <a:t>i</a:t>
            </a:r>
            <a:r>
              <a:rPr dirty="0" smtClean="0" sz="1600" spc="120" b="1">
                <a:latin typeface="Arial"/>
                <a:cs typeface="Arial"/>
              </a:rPr>
              <a:t>c</a:t>
            </a:r>
            <a:r>
              <a:rPr dirty="0" smtClean="0" sz="1600" spc="120" b="1">
                <a:latin typeface="Arial"/>
                <a:cs typeface="Arial"/>
              </a:rPr>
              <a:t>a</a:t>
            </a:r>
            <a:r>
              <a:rPr dirty="0" smtClean="0" sz="1600" spc="120" b="1">
                <a:latin typeface="Arial"/>
                <a:cs typeface="Arial"/>
              </a:rPr>
              <a:t>t</a:t>
            </a:r>
            <a:r>
              <a:rPr dirty="0" smtClean="0" sz="1600" spc="120" b="1">
                <a:latin typeface="Arial"/>
                <a:cs typeface="Arial"/>
              </a:rPr>
              <a:t>i</a:t>
            </a:r>
            <a:r>
              <a:rPr dirty="0" smtClean="0" sz="1600" spc="120" b="1">
                <a:latin typeface="Arial"/>
                <a:cs typeface="Arial"/>
              </a:rPr>
              <a:t>o</a:t>
            </a:r>
            <a:r>
              <a:rPr dirty="0" smtClean="0" sz="1600" spc="120" b="1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0968" y="1293777"/>
            <a:ext cx="1552378" cy="24376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444981" marR="447154" algn="ctr">
              <a:lnSpc>
                <a:spcPct val="95825"/>
              </a:lnSpc>
              <a:spcBef>
                <a:spcPts val="5415"/>
              </a:spcBef>
            </a:pPr>
            <a:r>
              <a:rPr dirty="0" smtClean="0" sz="1600" spc="106" b="1">
                <a:latin typeface="Arial"/>
                <a:cs typeface="Arial"/>
              </a:rPr>
              <a:t>F</a:t>
            </a:r>
            <a:r>
              <a:rPr dirty="0" smtClean="0" sz="1600" spc="106" b="1">
                <a:latin typeface="Arial"/>
                <a:cs typeface="Arial"/>
              </a:rPr>
              <a:t>i</a:t>
            </a:r>
            <a:r>
              <a:rPr dirty="0" smtClean="0" sz="1600" spc="106" b="1">
                <a:latin typeface="Arial"/>
                <a:cs typeface="Arial"/>
              </a:rPr>
              <a:t>x</a:t>
            </a:r>
            <a:r>
              <a:rPr dirty="0" smtClean="0" sz="1600" spc="106" b="1">
                <a:latin typeface="Arial"/>
                <a:cs typeface="Arial"/>
              </a:rPr>
              <a:t>e</a:t>
            </a:r>
            <a:r>
              <a:rPr dirty="0" smtClean="0" sz="1600" spc="106" b="1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  <a:p>
            <a:pPr marL="274870" marR="278614" algn="ctr">
              <a:lnSpc>
                <a:spcPct val="95825"/>
              </a:lnSpc>
              <a:spcBef>
                <a:spcPts val="80"/>
              </a:spcBef>
            </a:pPr>
            <a:r>
              <a:rPr dirty="0" smtClean="0" sz="1600" spc="103" b="1">
                <a:latin typeface="Arial"/>
                <a:cs typeface="Arial"/>
              </a:rPr>
              <a:t>W</a:t>
            </a:r>
            <a:r>
              <a:rPr dirty="0" smtClean="0" sz="1600" spc="103" b="1">
                <a:latin typeface="Arial"/>
                <a:cs typeface="Arial"/>
              </a:rPr>
              <a:t>i</a:t>
            </a:r>
            <a:r>
              <a:rPr dirty="0" smtClean="0" sz="1600" spc="103" b="1">
                <a:latin typeface="Arial"/>
                <a:cs typeface="Arial"/>
              </a:rPr>
              <a:t>r</a:t>
            </a:r>
            <a:r>
              <a:rPr dirty="0" smtClean="0" sz="1600" spc="103" b="1">
                <a:latin typeface="Arial"/>
                <a:cs typeface="Arial"/>
              </a:rPr>
              <a:t>e</a:t>
            </a:r>
            <a:r>
              <a:rPr dirty="0" smtClean="0" sz="1600" spc="103" b="1">
                <a:latin typeface="Arial"/>
                <a:cs typeface="Arial"/>
              </a:rPr>
              <a:t>l</a:t>
            </a:r>
            <a:r>
              <a:rPr dirty="0" smtClean="0" sz="1600" spc="103" b="1">
                <a:latin typeface="Arial"/>
                <a:cs typeface="Arial"/>
              </a:rPr>
              <a:t>e</a:t>
            </a:r>
            <a:r>
              <a:rPr dirty="0" smtClean="0" sz="1600" spc="103" b="1">
                <a:latin typeface="Arial"/>
                <a:cs typeface="Arial"/>
              </a:rPr>
              <a:t>s</a:t>
            </a:r>
            <a:r>
              <a:rPr dirty="0" smtClean="0" sz="1600" spc="103" b="1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3347" y="1293777"/>
            <a:ext cx="1207000" cy="1218916"/>
          </a:xfrm>
          <a:prstGeom prst="rect">
            <a:avLst/>
          </a:prstGeom>
        </p:spPr>
        <p:txBody>
          <a:bodyPr wrap="square" lIns="0" tIns="2431" rIns="0" bIns="0" rtlCol="0">
            <a:noAutofit/>
          </a:bodyPr>
          <a:lstStyle/>
          <a:p>
            <a:pPr>
              <a:lnSpc>
                <a:spcPts val="800"/>
              </a:lnSpc>
            </a:pPr>
            <a:endParaRPr sz="800"/>
          </a:p>
          <a:p>
            <a:pPr marL="349096" marR="350541" algn="ctr">
              <a:lnSpc>
                <a:spcPct val="95825"/>
              </a:lnSpc>
              <a:spcBef>
                <a:spcPts val="2000"/>
              </a:spcBef>
            </a:pPr>
            <a:r>
              <a:rPr dirty="0" smtClean="0" sz="1600" spc="133" b="1">
                <a:latin typeface="Arial"/>
                <a:cs typeface="Arial"/>
              </a:rPr>
              <a:t>N</a:t>
            </a:r>
            <a:r>
              <a:rPr dirty="0" smtClean="0" sz="1600" spc="133" b="1">
                <a:latin typeface="Arial"/>
                <a:cs typeface="Arial"/>
              </a:rPr>
              <a:t>o</a:t>
            </a:r>
            <a:r>
              <a:rPr dirty="0" smtClean="0" sz="1600" spc="133" b="1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  <a:p>
            <a:pPr marL="152138" marR="155743" algn="ctr">
              <a:lnSpc>
                <a:spcPct val="95825"/>
              </a:lnSpc>
              <a:spcBef>
                <a:spcPts val="75"/>
              </a:spcBef>
            </a:pPr>
            <a:r>
              <a:rPr dirty="0" smtClean="0" sz="1600" spc="93" b="1">
                <a:latin typeface="Arial"/>
                <a:cs typeface="Arial"/>
              </a:rPr>
              <a:t>C</a:t>
            </a:r>
            <a:r>
              <a:rPr dirty="0" smtClean="0" sz="1600" spc="93" b="1">
                <a:latin typeface="Arial"/>
                <a:cs typeface="Arial"/>
              </a:rPr>
              <a:t>e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u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a</a:t>
            </a:r>
            <a:r>
              <a:rPr dirty="0" smtClean="0" sz="1600" spc="93" b="1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0347" y="1293777"/>
            <a:ext cx="4139547" cy="1218916"/>
          </a:xfrm>
          <a:prstGeom prst="rect">
            <a:avLst/>
          </a:prstGeom>
        </p:spPr>
        <p:txBody>
          <a:bodyPr wrap="square" lIns="0" tIns="59690" rIns="0" bIns="0" rtlCol="0">
            <a:noAutofit/>
          </a:bodyPr>
          <a:lstStyle/>
          <a:p>
            <a:pPr marL="249492">
              <a:lnSpc>
                <a:spcPct val="95825"/>
              </a:lnSpc>
            </a:pPr>
            <a:r>
              <a:rPr dirty="0" smtClean="0" sz="1600" spc="106" b="1">
                <a:latin typeface="Arial"/>
                <a:cs typeface="Arial"/>
              </a:rPr>
              <a:t>c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n</a:t>
            </a:r>
            <a:r>
              <a:rPr dirty="0" smtClean="0" sz="1600" spc="106" b="1">
                <a:latin typeface="Arial"/>
                <a:cs typeface="Arial"/>
              </a:rPr>
              <a:t>t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h</a:t>
            </a:r>
            <a:r>
              <a:rPr dirty="0" smtClean="0" sz="1600" spc="106" b="1">
                <a:latin typeface="Arial"/>
                <a:cs typeface="Arial"/>
              </a:rPr>
              <a:t> </a:t>
            </a:r>
            <a:r>
              <a:rPr dirty="0" smtClean="0" sz="1600" spc="106" b="1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249492">
              <a:lnSpc>
                <a:spcPct val="95825"/>
              </a:lnSpc>
              <a:spcBef>
                <a:spcPts val="1467"/>
              </a:spcBef>
            </a:pPr>
            <a:r>
              <a:rPr dirty="0" smtClean="0" sz="1600" spc="96">
                <a:latin typeface="Arial"/>
                <a:cs typeface="Arial"/>
              </a:rPr>
              <a:t>r</a:t>
            </a:r>
            <a:r>
              <a:rPr dirty="0" smtClean="0" sz="1600" spc="96">
                <a:latin typeface="Arial"/>
                <a:cs typeface="Arial"/>
              </a:rPr>
              <a:t>e</a:t>
            </a:r>
            <a:r>
              <a:rPr dirty="0" smtClean="0" sz="1600" spc="96">
                <a:latin typeface="Arial"/>
                <a:cs typeface="Arial"/>
              </a:rPr>
              <a:t>d</a:t>
            </a:r>
            <a:r>
              <a:rPr dirty="0" smtClean="0" sz="1600" spc="96">
                <a:latin typeface="Arial"/>
                <a:cs typeface="Arial"/>
              </a:rPr>
              <a:t> </a:t>
            </a:r>
            <a:r>
              <a:rPr dirty="0" smtClean="0" sz="1600" spc="96">
                <a:latin typeface="Arial"/>
                <a:cs typeface="Arial"/>
              </a:rPr>
              <a:t>c</a:t>
            </a:r>
            <a:r>
              <a:rPr dirty="0" smtClean="0" sz="1600" spc="96">
                <a:latin typeface="Arial"/>
                <a:cs typeface="Arial"/>
              </a:rPr>
              <a:t>o</a:t>
            </a:r>
            <a:r>
              <a:rPr dirty="0" smtClean="0" sz="1600" spc="96">
                <a:latin typeface="Arial"/>
                <a:cs typeface="Arial"/>
              </a:rPr>
              <a:t>m</a:t>
            </a:r>
            <a:r>
              <a:rPr dirty="0" smtClean="0" sz="1600" spc="96">
                <a:latin typeface="Arial"/>
                <a:cs typeface="Arial"/>
              </a:rPr>
              <a:t>m</a:t>
            </a:r>
            <a:r>
              <a:rPr dirty="0" smtClean="0" sz="1600" spc="96">
                <a:latin typeface="Arial"/>
                <a:cs typeface="Arial"/>
              </a:rPr>
              <a:t>u</a:t>
            </a:r>
            <a:r>
              <a:rPr dirty="0" smtClean="0" sz="1600" spc="96">
                <a:latin typeface="Arial"/>
                <a:cs typeface="Arial"/>
              </a:rPr>
              <a:t>n</a:t>
            </a:r>
            <a:r>
              <a:rPr dirty="0" smtClean="0" sz="1600" spc="96">
                <a:latin typeface="Arial"/>
                <a:cs typeface="Arial"/>
              </a:rPr>
              <a:t>i</a:t>
            </a:r>
            <a:r>
              <a:rPr dirty="0" smtClean="0" sz="1600" spc="96">
                <a:latin typeface="Arial"/>
                <a:cs typeface="Arial"/>
              </a:rPr>
              <a:t>c</a:t>
            </a:r>
            <a:r>
              <a:rPr dirty="0" smtClean="0" sz="1600" spc="96">
                <a:latin typeface="Arial"/>
                <a:cs typeface="Arial"/>
              </a:rPr>
              <a:t>a</a:t>
            </a:r>
            <a:r>
              <a:rPr dirty="0" smtClean="0" sz="1600" spc="96">
                <a:latin typeface="Arial"/>
                <a:cs typeface="Arial"/>
              </a:rPr>
              <a:t>t</a:t>
            </a:r>
            <a:r>
              <a:rPr dirty="0" smtClean="0" sz="1600" spc="96">
                <a:latin typeface="Arial"/>
                <a:cs typeface="Arial"/>
              </a:rPr>
              <a:t>i</a:t>
            </a:r>
            <a:r>
              <a:rPr dirty="0" smtClean="0" sz="1600" spc="96">
                <a:latin typeface="Arial"/>
                <a:cs typeface="Arial"/>
              </a:rPr>
              <a:t>o</a:t>
            </a:r>
            <a:r>
              <a:rPr dirty="0" smtClean="0" sz="1600" spc="96">
                <a:latin typeface="Arial"/>
                <a:cs typeface="Arial"/>
              </a:rPr>
              <a:t>n</a:t>
            </a:r>
            <a:r>
              <a:rPr dirty="0" smtClean="0" sz="1600" spc="96">
                <a:latin typeface="Arial"/>
                <a:cs typeface="Arial"/>
              </a:rPr>
              <a:t>,</a:t>
            </a:r>
            <a:r>
              <a:rPr dirty="0" smtClean="0" sz="1600" spc="96">
                <a:latin typeface="Arial"/>
                <a:cs typeface="Arial"/>
              </a:rPr>
              <a:t> </a:t>
            </a:r>
            <a:r>
              <a:rPr dirty="0" smtClean="0" sz="1600" spc="96">
                <a:latin typeface="Arial"/>
                <a:cs typeface="Arial"/>
              </a:rPr>
              <a:t>L</a:t>
            </a:r>
            <a:r>
              <a:rPr dirty="0" smtClean="0" sz="1600" spc="96">
                <a:latin typeface="Arial"/>
                <a:cs typeface="Arial"/>
              </a:rPr>
              <a:t>M</a:t>
            </a:r>
            <a:r>
              <a:rPr dirty="0" smtClean="0" sz="1600" spc="96">
                <a:latin typeface="Arial"/>
                <a:cs typeface="Arial"/>
              </a:rPr>
              <a:t>D</a:t>
            </a:r>
            <a:r>
              <a:rPr dirty="0" smtClean="0" sz="1600" spc="96">
                <a:latin typeface="Arial"/>
                <a:cs typeface="Arial"/>
              </a:rPr>
              <a:t>S,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3347" y="2512693"/>
            <a:ext cx="1207000" cy="1218746"/>
          </a:xfrm>
          <a:prstGeom prst="rect">
            <a:avLst/>
          </a:prstGeom>
        </p:spPr>
        <p:txBody>
          <a:bodyPr wrap="square" lIns="0" tIns="3605" rIns="0" bIns="0" rtlCol="0">
            <a:noAutofit/>
          </a:bodyPr>
          <a:lstStyle/>
          <a:p>
            <a:pPr>
              <a:lnSpc>
                <a:spcPts val="750"/>
              </a:lnSpc>
            </a:pPr>
            <a:endParaRPr sz="750"/>
          </a:p>
          <a:p>
            <a:pPr marL="180072">
              <a:lnSpc>
                <a:spcPct val="95825"/>
              </a:lnSpc>
              <a:spcBef>
                <a:spcPts val="3000"/>
              </a:spcBef>
            </a:pPr>
            <a:r>
              <a:rPr dirty="0" smtClean="0" sz="1600" spc="93" b="1">
                <a:latin typeface="Arial"/>
                <a:cs typeface="Arial"/>
              </a:rPr>
              <a:t>C</a:t>
            </a:r>
            <a:r>
              <a:rPr dirty="0" smtClean="0" sz="1600" spc="93" b="1">
                <a:latin typeface="Arial"/>
                <a:cs typeface="Arial"/>
              </a:rPr>
              <a:t>e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u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a</a:t>
            </a:r>
            <a:r>
              <a:rPr dirty="0" smtClean="0" sz="1600" spc="93" b="1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0347" y="2512693"/>
            <a:ext cx="4139547" cy="1218746"/>
          </a:xfrm>
          <a:prstGeom prst="rect">
            <a:avLst/>
          </a:prstGeom>
        </p:spPr>
        <p:txBody>
          <a:bodyPr wrap="square" lIns="0" tIns="59690" rIns="0" bIns="0" rtlCol="0">
            <a:noAutofit/>
          </a:bodyPr>
          <a:lstStyle/>
          <a:p>
            <a:pPr marL="249492">
              <a:lnSpc>
                <a:spcPct val="95825"/>
              </a:lnSpc>
            </a:pPr>
            <a:r>
              <a:rPr dirty="0" smtClean="0" sz="1600" spc="106" b="1">
                <a:latin typeface="Arial"/>
                <a:cs typeface="Arial"/>
              </a:rPr>
              <a:t>c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n</a:t>
            </a:r>
            <a:r>
              <a:rPr dirty="0" smtClean="0" sz="1600" spc="106" b="1">
                <a:latin typeface="Arial"/>
                <a:cs typeface="Arial"/>
              </a:rPr>
              <a:t>t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h</a:t>
            </a:r>
            <a:r>
              <a:rPr dirty="0" smtClean="0" sz="1600" spc="106" b="1">
                <a:latin typeface="Arial"/>
                <a:cs typeface="Arial"/>
              </a:rPr>
              <a:t> </a:t>
            </a:r>
            <a:r>
              <a:rPr dirty="0" smtClean="0" sz="1600" spc="106" b="1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249492" marR="880868">
              <a:lnSpc>
                <a:spcPct val="99945"/>
              </a:lnSpc>
              <a:spcBef>
                <a:spcPts val="1707"/>
              </a:spcBef>
            </a:pPr>
            <a:r>
              <a:rPr dirty="0" smtClean="0" sz="1600" spc="77">
                <a:latin typeface="Arial"/>
                <a:cs typeface="Arial"/>
              </a:rPr>
              <a:t>P</a:t>
            </a:r>
            <a:r>
              <a:rPr dirty="0" smtClean="0" sz="1600" spc="77">
                <a:latin typeface="Arial"/>
                <a:cs typeface="Arial"/>
              </a:rPr>
              <a:t>H</a:t>
            </a:r>
            <a:r>
              <a:rPr dirty="0" smtClean="0" sz="1600" spc="77">
                <a:latin typeface="Arial"/>
                <a:cs typeface="Arial"/>
              </a:rPr>
              <a:t>S,</a:t>
            </a:r>
            <a:r>
              <a:rPr dirty="0" smtClean="0" sz="1600" spc="77">
                <a:latin typeface="Arial"/>
                <a:cs typeface="Arial"/>
              </a:rPr>
              <a:t> </a:t>
            </a:r>
            <a:r>
              <a:rPr dirty="0" smtClean="0" sz="1600" spc="77">
                <a:latin typeface="Arial"/>
                <a:cs typeface="Arial"/>
              </a:rPr>
              <a:t> </a:t>
            </a:r>
            <a:r>
              <a:rPr dirty="0" smtClean="0" sz="1600" spc="77">
                <a:latin typeface="Arial"/>
                <a:cs typeface="Arial"/>
              </a:rPr>
              <a:t>C</a:t>
            </a:r>
            <a:r>
              <a:rPr dirty="0" smtClean="0" sz="1600" spc="77">
                <a:latin typeface="Arial"/>
                <a:cs typeface="Arial"/>
              </a:rPr>
              <a:t>T</a:t>
            </a:r>
            <a:r>
              <a:rPr dirty="0" smtClean="0" sz="1600" spc="77">
                <a:latin typeface="Arial"/>
                <a:cs typeface="Arial"/>
              </a:rPr>
              <a:t>2</a:t>
            </a:r>
            <a:r>
              <a:rPr dirty="0" smtClean="0" sz="1600" spc="77">
                <a:latin typeface="Arial"/>
                <a:cs typeface="Arial"/>
              </a:rPr>
              <a:t>,</a:t>
            </a:r>
            <a:r>
              <a:rPr dirty="0" smtClean="0" sz="1600" spc="77">
                <a:latin typeface="Arial"/>
                <a:cs typeface="Arial"/>
              </a:rPr>
              <a:t> </a:t>
            </a:r>
            <a:r>
              <a:rPr dirty="0" smtClean="0" sz="1600" spc="77">
                <a:latin typeface="Arial"/>
                <a:cs typeface="Arial"/>
              </a:rPr>
              <a:t> </a:t>
            </a:r>
            <a:r>
              <a:rPr dirty="0" smtClean="0" sz="1600" spc="77">
                <a:latin typeface="Arial"/>
                <a:cs typeface="Arial"/>
              </a:rPr>
              <a:t>PA</a:t>
            </a:r>
            <a:r>
              <a:rPr dirty="0" smtClean="0" sz="1600" spc="77">
                <a:latin typeface="Arial"/>
                <a:cs typeface="Arial"/>
              </a:rPr>
              <a:t>C</a:t>
            </a:r>
            <a:r>
              <a:rPr dirty="0" smtClean="0" sz="1600" spc="77">
                <a:latin typeface="Arial"/>
                <a:cs typeface="Arial"/>
              </a:rPr>
              <a:t>S,</a:t>
            </a:r>
            <a:r>
              <a:rPr dirty="0" smtClean="0" sz="1600" spc="77">
                <a:latin typeface="Arial"/>
                <a:cs typeface="Arial"/>
              </a:rPr>
              <a:t> </a:t>
            </a:r>
            <a:r>
              <a:rPr dirty="0" smtClean="0" sz="1600" spc="77">
                <a:latin typeface="Arial"/>
                <a:cs typeface="Arial"/>
              </a:rPr>
              <a:t>D</a:t>
            </a:r>
            <a:r>
              <a:rPr dirty="0" smtClean="0" sz="1600" spc="77">
                <a:latin typeface="Arial"/>
                <a:cs typeface="Arial"/>
              </a:rPr>
              <a:t>C</a:t>
            </a:r>
            <a:r>
              <a:rPr dirty="0" smtClean="0" sz="1600" spc="77">
                <a:latin typeface="Arial"/>
                <a:cs typeface="Arial"/>
              </a:rPr>
              <a:t>S</a:t>
            </a:r>
            <a:r>
              <a:rPr dirty="0" smtClean="0" sz="1600" spc="77">
                <a:latin typeface="Arial"/>
                <a:cs typeface="Arial"/>
              </a:rPr>
              <a:t>1</a:t>
            </a:r>
            <a:r>
              <a:rPr dirty="0" smtClean="0" sz="1600" spc="77">
                <a:latin typeface="Arial"/>
                <a:cs typeface="Arial"/>
              </a:rPr>
              <a:t>8</a:t>
            </a:r>
            <a:r>
              <a:rPr dirty="0" smtClean="0" sz="1600" spc="77">
                <a:latin typeface="Arial"/>
                <a:cs typeface="Arial"/>
              </a:rPr>
              <a:t>0</a:t>
            </a:r>
            <a:r>
              <a:rPr dirty="0" smtClean="0" sz="1600" spc="77">
                <a:latin typeface="Arial"/>
                <a:cs typeface="Arial"/>
              </a:rPr>
              <a:t>0</a:t>
            </a:r>
            <a:r>
              <a:rPr dirty="0" smtClean="0" sz="1600" spc="77">
                <a:latin typeface="Arial"/>
                <a:cs typeface="Arial"/>
              </a:rPr>
              <a:t>,</a:t>
            </a:r>
            <a:r>
              <a:rPr dirty="0" smtClean="0" sz="1600" spc="77">
                <a:latin typeface="Arial"/>
                <a:cs typeface="Arial"/>
              </a:rPr>
              <a:t> </a:t>
            </a:r>
            <a:r>
              <a:rPr dirty="0" smtClean="0" sz="1600" spc="77">
                <a:latin typeface="Arial"/>
                <a:cs typeface="Arial"/>
              </a:rPr>
              <a:t>D</a:t>
            </a:r>
            <a:r>
              <a:rPr dirty="0" smtClean="0" sz="1600" spc="77">
                <a:latin typeface="Arial"/>
                <a:cs typeface="Arial"/>
              </a:rPr>
              <a:t>E</a:t>
            </a:r>
            <a:r>
              <a:rPr dirty="0" smtClean="0" sz="1600" spc="77">
                <a:latin typeface="Arial"/>
                <a:cs typeface="Arial"/>
              </a:rPr>
              <a:t>C</a:t>
            </a:r>
            <a:r>
              <a:rPr dirty="0" smtClean="0" sz="1600" spc="77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0968" y="3731440"/>
            <a:ext cx="1552378" cy="2437648"/>
          </a:xfrm>
          <a:prstGeom prst="rect">
            <a:avLst/>
          </a:prstGeom>
        </p:spPr>
        <p:txBody>
          <a:bodyPr wrap="square" lIns="0" tIns="2306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375944" marR="380094" algn="ctr">
              <a:lnSpc>
                <a:spcPct val="95825"/>
              </a:lnSpc>
              <a:spcBef>
                <a:spcPts val="7000"/>
              </a:spcBef>
            </a:pPr>
            <a:r>
              <a:rPr dirty="0" smtClean="0" sz="1600" spc="118" b="1">
                <a:latin typeface="Arial"/>
                <a:cs typeface="Arial"/>
              </a:rPr>
              <a:t>M</a:t>
            </a:r>
            <a:r>
              <a:rPr dirty="0" smtClean="0" sz="1600" spc="118" b="1">
                <a:latin typeface="Arial"/>
                <a:cs typeface="Arial"/>
              </a:rPr>
              <a:t>o</a:t>
            </a:r>
            <a:r>
              <a:rPr dirty="0" smtClean="0" sz="1600" spc="118" b="1">
                <a:latin typeface="Arial"/>
                <a:cs typeface="Arial"/>
              </a:rPr>
              <a:t>b</a:t>
            </a:r>
            <a:r>
              <a:rPr dirty="0" smtClean="0" sz="1600" spc="118" b="1">
                <a:latin typeface="Arial"/>
                <a:cs typeface="Arial"/>
              </a:rPr>
              <a:t>i</a:t>
            </a:r>
            <a:r>
              <a:rPr dirty="0" smtClean="0" sz="1600" spc="118" b="1">
                <a:latin typeface="Arial"/>
                <a:cs typeface="Arial"/>
              </a:rPr>
              <a:t>l</a:t>
            </a:r>
            <a:r>
              <a:rPr dirty="0" smtClean="0" sz="1600" spc="118" b="1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 marL="274870" marR="278614" algn="ctr">
              <a:lnSpc>
                <a:spcPct val="95825"/>
              </a:lnSpc>
              <a:spcBef>
                <a:spcPts val="75"/>
              </a:spcBef>
            </a:pPr>
            <a:r>
              <a:rPr dirty="0" smtClean="0" sz="1600" spc="103" b="1">
                <a:latin typeface="Arial"/>
                <a:cs typeface="Arial"/>
              </a:rPr>
              <a:t>W</a:t>
            </a:r>
            <a:r>
              <a:rPr dirty="0" smtClean="0" sz="1600" spc="103" b="1">
                <a:latin typeface="Arial"/>
                <a:cs typeface="Arial"/>
              </a:rPr>
              <a:t>i</a:t>
            </a:r>
            <a:r>
              <a:rPr dirty="0" smtClean="0" sz="1600" spc="103" b="1">
                <a:latin typeface="Arial"/>
                <a:cs typeface="Arial"/>
              </a:rPr>
              <a:t>r</a:t>
            </a:r>
            <a:r>
              <a:rPr dirty="0" smtClean="0" sz="1600" spc="103" b="1">
                <a:latin typeface="Arial"/>
                <a:cs typeface="Arial"/>
              </a:rPr>
              <a:t>e</a:t>
            </a:r>
            <a:r>
              <a:rPr dirty="0" smtClean="0" sz="1600" spc="103" b="1">
                <a:latin typeface="Arial"/>
                <a:cs typeface="Arial"/>
              </a:rPr>
              <a:t>l</a:t>
            </a:r>
            <a:r>
              <a:rPr dirty="0" smtClean="0" sz="1600" spc="103" b="1">
                <a:latin typeface="Arial"/>
                <a:cs typeface="Arial"/>
              </a:rPr>
              <a:t>e</a:t>
            </a:r>
            <a:r>
              <a:rPr dirty="0" smtClean="0" sz="1600" spc="103" b="1">
                <a:latin typeface="Arial"/>
                <a:cs typeface="Arial"/>
              </a:rPr>
              <a:t>s</a:t>
            </a:r>
            <a:r>
              <a:rPr dirty="0" smtClean="0" sz="1600" spc="103" b="1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3347" y="3731440"/>
            <a:ext cx="1207000" cy="1219018"/>
          </a:xfrm>
          <a:prstGeom prst="rect">
            <a:avLst/>
          </a:prstGeom>
        </p:spPr>
        <p:txBody>
          <a:bodyPr wrap="square" lIns="0" tIns="2431" rIns="0" bIns="0" rtlCol="0">
            <a:noAutofit/>
          </a:bodyPr>
          <a:lstStyle/>
          <a:p>
            <a:pPr>
              <a:lnSpc>
                <a:spcPts val="800"/>
              </a:lnSpc>
            </a:pPr>
            <a:endParaRPr sz="800"/>
          </a:p>
          <a:p>
            <a:pPr marL="349096" marR="350541" algn="ctr">
              <a:lnSpc>
                <a:spcPct val="95825"/>
              </a:lnSpc>
              <a:spcBef>
                <a:spcPts val="2000"/>
              </a:spcBef>
            </a:pPr>
            <a:r>
              <a:rPr dirty="0" smtClean="0" sz="1600" spc="133" b="1">
                <a:latin typeface="Arial"/>
                <a:cs typeface="Arial"/>
              </a:rPr>
              <a:t>N</a:t>
            </a:r>
            <a:r>
              <a:rPr dirty="0" smtClean="0" sz="1600" spc="133" b="1">
                <a:latin typeface="Arial"/>
                <a:cs typeface="Arial"/>
              </a:rPr>
              <a:t>o</a:t>
            </a:r>
            <a:r>
              <a:rPr dirty="0" smtClean="0" sz="1600" spc="133" b="1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  <a:p>
            <a:pPr marL="152138" marR="155743" algn="ctr">
              <a:lnSpc>
                <a:spcPct val="95825"/>
              </a:lnSpc>
              <a:spcBef>
                <a:spcPts val="75"/>
              </a:spcBef>
            </a:pPr>
            <a:r>
              <a:rPr dirty="0" smtClean="0" sz="1600" spc="93" b="1">
                <a:latin typeface="Arial"/>
                <a:cs typeface="Arial"/>
              </a:rPr>
              <a:t>C</a:t>
            </a:r>
            <a:r>
              <a:rPr dirty="0" smtClean="0" sz="1600" spc="93" b="1">
                <a:latin typeface="Arial"/>
                <a:cs typeface="Arial"/>
              </a:rPr>
              <a:t>e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u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a</a:t>
            </a:r>
            <a:r>
              <a:rPr dirty="0" smtClean="0" sz="1600" spc="93" b="1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0347" y="3731440"/>
            <a:ext cx="4139547" cy="1219018"/>
          </a:xfrm>
          <a:prstGeom prst="rect">
            <a:avLst/>
          </a:prstGeom>
        </p:spPr>
        <p:txBody>
          <a:bodyPr wrap="square" lIns="0" tIns="59690" rIns="0" bIns="0" rtlCol="0">
            <a:noAutofit/>
          </a:bodyPr>
          <a:lstStyle/>
          <a:p>
            <a:pPr marL="249492">
              <a:lnSpc>
                <a:spcPct val="95825"/>
              </a:lnSpc>
            </a:pPr>
            <a:r>
              <a:rPr dirty="0" smtClean="0" sz="1600" spc="106" b="1">
                <a:latin typeface="Arial"/>
                <a:cs typeface="Arial"/>
              </a:rPr>
              <a:t>c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n</a:t>
            </a:r>
            <a:r>
              <a:rPr dirty="0" smtClean="0" sz="1600" spc="106" b="1">
                <a:latin typeface="Arial"/>
                <a:cs typeface="Arial"/>
              </a:rPr>
              <a:t>t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h</a:t>
            </a:r>
            <a:r>
              <a:rPr dirty="0" smtClean="0" sz="1600" spc="106" b="1">
                <a:latin typeface="Arial"/>
                <a:cs typeface="Arial"/>
              </a:rPr>
              <a:t> </a:t>
            </a:r>
            <a:r>
              <a:rPr dirty="0" smtClean="0" sz="1600" spc="106" b="1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249492">
              <a:lnSpc>
                <a:spcPct val="95825"/>
              </a:lnSpc>
              <a:spcBef>
                <a:spcPts val="425"/>
              </a:spcBef>
            </a:pPr>
            <a:r>
              <a:rPr dirty="0" smtClean="0" sz="1600" spc="88">
                <a:latin typeface="Arial"/>
                <a:cs typeface="Arial"/>
              </a:rPr>
              <a:t>p</a:t>
            </a:r>
            <a:r>
              <a:rPr dirty="0" smtClean="0" sz="1600" spc="88">
                <a:latin typeface="Arial"/>
                <a:cs typeface="Arial"/>
              </a:rPr>
              <a:t>a</a:t>
            </a:r>
            <a:r>
              <a:rPr dirty="0" smtClean="0" sz="1600" spc="88">
                <a:latin typeface="Arial"/>
                <a:cs typeface="Arial"/>
              </a:rPr>
              <a:t>g</a:t>
            </a:r>
            <a:r>
              <a:rPr dirty="0" smtClean="0" sz="1600" spc="88">
                <a:latin typeface="Arial"/>
                <a:cs typeface="Arial"/>
              </a:rPr>
              <a:t>i</a:t>
            </a:r>
            <a:r>
              <a:rPr dirty="0" smtClean="0" sz="1600" spc="88">
                <a:latin typeface="Arial"/>
                <a:cs typeface="Arial"/>
              </a:rPr>
              <a:t>n</a:t>
            </a:r>
            <a:r>
              <a:rPr dirty="0" smtClean="0" sz="1600" spc="88">
                <a:latin typeface="Arial"/>
                <a:cs typeface="Arial"/>
              </a:rPr>
              <a:t>g</a:t>
            </a:r>
            <a:r>
              <a:rPr dirty="0" smtClean="0" sz="1600" spc="88">
                <a:latin typeface="Arial"/>
                <a:cs typeface="Arial"/>
              </a:rPr>
              <a:t> </a:t>
            </a:r>
            <a:r>
              <a:rPr dirty="0" smtClean="0" sz="1600" spc="88">
                <a:latin typeface="Arial"/>
                <a:cs typeface="Arial"/>
              </a:rPr>
              <a:t>s</a:t>
            </a:r>
            <a:r>
              <a:rPr dirty="0" smtClean="0" sz="1600" spc="88">
                <a:latin typeface="Arial"/>
                <a:cs typeface="Arial"/>
              </a:rPr>
              <a:t>y</a:t>
            </a:r>
            <a:r>
              <a:rPr dirty="0" smtClean="0" sz="1600" spc="88">
                <a:latin typeface="Arial"/>
                <a:cs typeface="Arial"/>
              </a:rPr>
              <a:t>s</a:t>
            </a:r>
            <a:r>
              <a:rPr dirty="0" smtClean="0" sz="1600" spc="88">
                <a:latin typeface="Arial"/>
                <a:cs typeface="Arial"/>
              </a:rPr>
              <a:t>t</a:t>
            </a:r>
            <a:r>
              <a:rPr dirty="0" smtClean="0" sz="1600" spc="88">
                <a:latin typeface="Arial"/>
                <a:cs typeface="Arial"/>
              </a:rPr>
              <a:t>e</a:t>
            </a:r>
            <a:r>
              <a:rPr dirty="0" smtClean="0" sz="1600" spc="88">
                <a:latin typeface="Arial"/>
                <a:cs typeface="Arial"/>
              </a:rPr>
              <a:t>m</a:t>
            </a:r>
            <a:r>
              <a:rPr dirty="0" smtClean="0" sz="1600" spc="88">
                <a:latin typeface="Arial"/>
                <a:cs typeface="Arial"/>
              </a:rPr>
              <a:t> </a:t>
            </a:r>
            <a:r>
              <a:rPr dirty="0" smtClean="0" sz="1600" spc="88">
                <a:latin typeface="Arial"/>
                <a:cs typeface="Arial"/>
              </a:rPr>
              <a:t>(E</a:t>
            </a:r>
            <a:r>
              <a:rPr dirty="0" smtClean="0" sz="1600" spc="88">
                <a:latin typeface="Arial"/>
                <a:cs typeface="Arial"/>
              </a:rPr>
              <a:t>R</a:t>
            </a:r>
            <a:r>
              <a:rPr dirty="0" smtClean="0" sz="1600" spc="88">
                <a:latin typeface="Arial"/>
                <a:cs typeface="Arial"/>
              </a:rPr>
              <a:t>M</a:t>
            </a:r>
            <a:r>
              <a:rPr dirty="0" smtClean="0" sz="1600" spc="88">
                <a:latin typeface="Arial"/>
                <a:cs typeface="Arial"/>
              </a:rPr>
              <a:t>ES,</a:t>
            </a:r>
            <a:r>
              <a:rPr dirty="0" smtClean="0" sz="1600" spc="88">
                <a:latin typeface="Arial"/>
                <a:cs typeface="Arial"/>
              </a:rPr>
              <a:t> </a:t>
            </a:r>
            <a:r>
              <a:rPr dirty="0" smtClean="0" sz="1600" spc="88">
                <a:latin typeface="Arial"/>
                <a:cs typeface="Arial"/>
              </a:rPr>
              <a:t>N</a:t>
            </a:r>
            <a:r>
              <a:rPr dirty="0" smtClean="0" sz="1600" spc="88">
                <a:latin typeface="Arial"/>
                <a:cs typeface="Arial"/>
              </a:rPr>
              <a:t>T</a:t>
            </a:r>
            <a:r>
              <a:rPr dirty="0" smtClean="0" sz="1600" spc="88">
                <a:latin typeface="Arial"/>
                <a:cs typeface="Arial"/>
              </a:rPr>
              <a:t>T</a:t>
            </a:r>
            <a:r>
              <a:rPr dirty="0" smtClean="0" sz="1600" spc="88">
                <a:latin typeface="Arial"/>
                <a:cs typeface="Arial"/>
              </a:rPr>
              <a:t>,</a:t>
            </a:r>
            <a:r>
              <a:rPr dirty="0" smtClean="0" sz="1600" spc="88">
                <a:latin typeface="Arial"/>
                <a:cs typeface="Arial"/>
              </a:rPr>
              <a:t> </a:t>
            </a:r>
            <a:r>
              <a:rPr dirty="0" smtClean="0" sz="1600" spc="88">
                <a:latin typeface="Arial"/>
                <a:cs typeface="Arial"/>
              </a:rPr>
              <a:t> </a:t>
            </a:r>
            <a:r>
              <a:rPr dirty="0" smtClean="0" sz="1600" spc="88">
                <a:latin typeface="Arial"/>
                <a:cs typeface="Arial"/>
              </a:rPr>
              <a:t>N</a:t>
            </a:r>
            <a:r>
              <a:rPr dirty="0" smtClean="0" sz="1600" spc="88">
                <a:latin typeface="Arial"/>
                <a:cs typeface="Arial"/>
              </a:rPr>
              <a:t>E</a:t>
            </a:r>
            <a:r>
              <a:rPr dirty="0" smtClean="0" sz="1600" spc="88">
                <a:latin typeface="Arial"/>
                <a:cs typeface="Arial"/>
              </a:rPr>
              <a:t>C</a:t>
            </a:r>
            <a:r>
              <a:rPr dirty="0" smtClean="0" sz="1600" spc="88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249492">
              <a:lnSpc>
                <a:spcPct val="95825"/>
              </a:lnSpc>
              <a:spcBef>
                <a:spcPts val="75"/>
              </a:spcBef>
            </a:pPr>
            <a:r>
              <a:rPr dirty="0" smtClean="0" sz="1600" spc="92">
                <a:latin typeface="Arial"/>
                <a:cs typeface="Arial"/>
              </a:rPr>
              <a:t>,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d</a:t>
            </a:r>
            <a:r>
              <a:rPr dirty="0" smtClean="0" sz="1600" spc="92">
                <a:latin typeface="Arial"/>
                <a:cs typeface="Arial"/>
              </a:rPr>
              <a:t>i</a:t>
            </a:r>
            <a:r>
              <a:rPr dirty="0" smtClean="0" sz="1600" spc="92">
                <a:latin typeface="Arial"/>
                <a:cs typeface="Arial"/>
              </a:rPr>
              <a:t>s</a:t>
            </a:r>
            <a:r>
              <a:rPr dirty="0" smtClean="0" sz="1600" spc="92">
                <a:latin typeface="Arial"/>
                <a:cs typeface="Arial"/>
              </a:rPr>
              <a:t>p</a:t>
            </a:r>
            <a:r>
              <a:rPr dirty="0" smtClean="0" sz="1600" spc="92">
                <a:latin typeface="Arial"/>
                <a:cs typeface="Arial"/>
              </a:rPr>
              <a:t>a</a:t>
            </a:r>
            <a:r>
              <a:rPr dirty="0" smtClean="0" sz="1600" spc="92">
                <a:latin typeface="Arial"/>
                <a:cs typeface="Arial"/>
              </a:rPr>
              <a:t>t</a:t>
            </a:r>
            <a:r>
              <a:rPr dirty="0" smtClean="0" sz="1600" spc="92">
                <a:latin typeface="Arial"/>
                <a:cs typeface="Arial"/>
              </a:rPr>
              <a:t>c</a:t>
            </a:r>
            <a:r>
              <a:rPr dirty="0" smtClean="0" sz="1600" spc="92">
                <a:latin typeface="Arial"/>
                <a:cs typeface="Arial"/>
              </a:rPr>
              <a:t>h</a:t>
            </a:r>
            <a:r>
              <a:rPr dirty="0" smtClean="0" sz="1600" spc="92">
                <a:latin typeface="Arial"/>
                <a:cs typeface="Arial"/>
              </a:rPr>
              <a:t>i</a:t>
            </a:r>
            <a:r>
              <a:rPr dirty="0" smtClean="0" sz="1600" spc="92">
                <a:latin typeface="Arial"/>
                <a:cs typeface="Arial"/>
              </a:rPr>
              <a:t>n</a:t>
            </a:r>
            <a:r>
              <a:rPr dirty="0" smtClean="0" sz="1600" spc="92">
                <a:latin typeface="Arial"/>
                <a:cs typeface="Arial"/>
              </a:rPr>
              <a:t>g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s</a:t>
            </a:r>
            <a:r>
              <a:rPr dirty="0" smtClean="0" sz="1600" spc="92">
                <a:latin typeface="Arial"/>
                <a:cs typeface="Arial"/>
              </a:rPr>
              <a:t>y</a:t>
            </a:r>
            <a:r>
              <a:rPr dirty="0" smtClean="0" sz="1600" spc="92">
                <a:latin typeface="Arial"/>
                <a:cs typeface="Arial"/>
              </a:rPr>
              <a:t>s</a:t>
            </a:r>
            <a:r>
              <a:rPr dirty="0" smtClean="0" sz="1600" spc="92">
                <a:latin typeface="Arial"/>
                <a:cs typeface="Arial"/>
              </a:rPr>
              <a:t>t</a:t>
            </a:r>
            <a:r>
              <a:rPr dirty="0" smtClean="0" sz="1600" spc="92">
                <a:latin typeface="Arial"/>
                <a:cs typeface="Arial"/>
              </a:rPr>
              <a:t>e</a:t>
            </a:r>
            <a:r>
              <a:rPr dirty="0" smtClean="0" sz="1600" spc="92">
                <a:latin typeface="Arial"/>
                <a:cs typeface="Arial"/>
              </a:rPr>
              <a:t>m</a:t>
            </a:r>
            <a:r>
              <a:rPr dirty="0" smtClean="0" sz="1600" spc="92">
                <a:latin typeface="Arial"/>
                <a:cs typeface="Arial"/>
              </a:rPr>
              <a:t>,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PA</a:t>
            </a:r>
            <a:r>
              <a:rPr dirty="0" smtClean="0" sz="1600" spc="92">
                <a:latin typeface="Arial"/>
                <a:cs typeface="Arial"/>
              </a:rPr>
              <a:t>M</a:t>
            </a:r>
            <a:r>
              <a:rPr dirty="0" smtClean="0" sz="1600" spc="92">
                <a:latin typeface="Arial"/>
                <a:cs typeface="Arial"/>
              </a:rPr>
              <a:t>R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(</a:t>
            </a:r>
            <a:r>
              <a:rPr dirty="0" smtClean="0" sz="1600" spc="92" i="1">
                <a:latin typeface="Arial"/>
                <a:cs typeface="Arial"/>
              </a:rPr>
              <a:t>P</a:t>
            </a:r>
            <a:r>
              <a:rPr dirty="0" smtClean="0" sz="1600" spc="92" i="1">
                <a:latin typeface="Arial"/>
                <a:cs typeface="Arial"/>
              </a:rPr>
              <a:t>u</a:t>
            </a:r>
            <a:r>
              <a:rPr dirty="0" smtClean="0" sz="1600" spc="92" i="1">
                <a:latin typeface="Arial"/>
                <a:cs typeface="Arial"/>
              </a:rPr>
              <a:t>b</a:t>
            </a:r>
            <a:r>
              <a:rPr dirty="0" smtClean="0" sz="1600" spc="92" i="1">
                <a:latin typeface="Arial"/>
                <a:cs typeface="Arial"/>
              </a:rPr>
              <a:t>l</a:t>
            </a:r>
            <a:r>
              <a:rPr dirty="0" smtClean="0" sz="1600" spc="92" i="1">
                <a:latin typeface="Arial"/>
                <a:cs typeface="Arial"/>
              </a:rPr>
              <a:t>i</a:t>
            </a:r>
            <a:r>
              <a:rPr dirty="0" smtClean="0" sz="1600" spc="92" i="1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  <a:p>
            <a:pPr marL="249492">
              <a:lnSpc>
                <a:spcPct val="95825"/>
              </a:lnSpc>
              <a:spcBef>
                <a:spcPts val="80"/>
              </a:spcBef>
            </a:pPr>
            <a:r>
              <a:rPr dirty="0" smtClean="0" sz="1600" spc="95" i="1">
                <a:latin typeface="Arial"/>
                <a:cs typeface="Arial"/>
              </a:rPr>
              <a:t>Acc</a:t>
            </a:r>
            <a:r>
              <a:rPr dirty="0" smtClean="0" sz="1600" spc="95" i="1">
                <a:latin typeface="Arial"/>
                <a:cs typeface="Arial"/>
              </a:rPr>
              <a:t>e</a:t>
            </a:r>
            <a:r>
              <a:rPr dirty="0" smtClean="0" sz="1600" spc="95" i="1">
                <a:latin typeface="Arial"/>
                <a:cs typeface="Arial"/>
              </a:rPr>
              <a:t>ss</a:t>
            </a:r>
            <a:r>
              <a:rPr dirty="0" smtClean="0" sz="1600" spc="95" i="1">
                <a:latin typeface="Arial"/>
                <a:cs typeface="Arial"/>
              </a:rPr>
              <a:t> </a:t>
            </a:r>
            <a:r>
              <a:rPr dirty="0" smtClean="0" sz="1600" spc="95" i="1">
                <a:latin typeface="Arial"/>
                <a:cs typeface="Arial"/>
              </a:rPr>
              <a:t>M</a:t>
            </a:r>
            <a:r>
              <a:rPr dirty="0" smtClean="0" sz="1600" spc="95" i="1">
                <a:latin typeface="Arial"/>
                <a:cs typeface="Arial"/>
              </a:rPr>
              <a:t>o</a:t>
            </a:r>
            <a:r>
              <a:rPr dirty="0" smtClean="0" sz="1600" spc="95" i="1">
                <a:latin typeface="Arial"/>
                <a:cs typeface="Arial"/>
              </a:rPr>
              <a:t>b</a:t>
            </a:r>
            <a:r>
              <a:rPr dirty="0" smtClean="0" sz="1600" spc="95" i="1">
                <a:latin typeface="Arial"/>
                <a:cs typeface="Arial"/>
              </a:rPr>
              <a:t>i</a:t>
            </a:r>
            <a:r>
              <a:rPr dirty="0" smtClean="0" sz="1600" spc="95" i="1">
                <a:latin typeface="Arial"/>
                <a:cs typeface="Arial"/>
              </a:rPr>
              <a:t>l</a:t>
            </a:r>
            <a:r>
              <a:rPr dirty="0" smtClean="0" sz="1600" spc="95" i="1">
                <a:latin typeface="Arial"/>
                <a:cs typeface="Arial"/>
              </a:rPr>
              <a:t>e</a:t>
            </a:r>
            <a:r>
              <a:rPr dirty="0" smtClean="0" sz="1600" spc="95" i="1">
                <a:latin typeface="Arial"/>
                <a:cs typeface="Arial"/>
              </a:rPr>
              <a:t> </a:t>
            </a:r>
            <a:r>
              <a:rPr dirty="0" smtClean="0" sz="1600" spc="95" i="1">
                <a:latin typeface="Arial"/>
                <a:cs typeface="Arial"/>
              </a:rPr>
              <a:t>R</a:t>
            </a:r>
            <a:r>
              <a:rPr dirty="0" smtClean="0" sz="1600" spc="95" i="1">
                <a:latin typeface="Arial"/>
                <a:cs typeface="Arial"/>
              </a:rPr>
              <a:t>a</a:t>
            </a:r>
            <a:r>
              <a:rPr dirty="0" smtClean="0" sz="1600" spc="95" i="1">
                <a:latin typeface="Arial"/>
                <a:cs typeface="Arial"/>
              </a:rPr>
              <a:t>d</a:t>
            </a:r>
            <a:r>
              <a:rPr dirty="0" smtClean="0" sz="1600" spc="95" i="1">
                <a:latin typeface="Arial"/>
                <a:cs typeface="Arial"/>
              </a:rPr>
              <a:t>i</a:t>
            </a:r>
            <a:r>
              <a:rPr dirty="0" smtClean="0" sz="1600" spc="95" i="1">
                <a:latin typeface="Arial"/>
                <a:cs typeface="Arial"/>
              </a:rPr>
              <a:t>o</a:t>
            </a:r>
            <a:r>
              <a:rPr dirty="0" smtClean="0" sz="1600" spc="95">
                <a:latin typeface="Arial"/>
                <a:cs typeface="Arial"/>
              </a:rPr>
              <a:t>)</a:t>
            </a:r>
            <a:r>
              <a:rPr dirty="0" smtClean="0" sz="1600" spc="95">
                <a:latin typeface="Arial"/>
                <a:cs typeface="Arial"/>
              </a:rPr>
              <a:t> </a:t>
            </a:r>
            <a:r>
              <a:rPr dirty="0" smtClean="0" sz="1600" spc="95">
                <a:latin typeface="Arial"/>
                <a:cs typeface="Arial"/>
              </a:rPr>
              <a:t>d</a:t>
            </a:r>
            <a:r>
              <a:rPr dirty="0" smtClean="0" sz="1600" spc="95">
                <a:latin typeface="Arial"/>
                <a:cs typeface="Arial"/>
              </a:rPr>
              <a:t>sb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3347" y="4950459"/>
            <a:ext cx="1207000" cy="1218630"/>
          </a:xfrm>
          <a:prstGeom prst="rect">
            <a:avLst/>
          </a:prstGeom>
        </p:spPr>
        <p:txBody>
          <a:bodyPr wrap="square" lIns="0" tIns="3588" rIns="0" bIns="0" rtlCol="0">
            <a:noAutofit/>
          </a:bodyPr>
          <a:lstStyle/>
          <a:p>
            <a:pPr>
              <a:lnSpc>
                <a:spcPts val="750"/>
              </a:lnSpc>
            </a:pPr>
            <a:endParaRPr sz="750"/>
          </a:p>
          <a:p>
            <a:pPr marL="180072">
              <a:lnSpc>
                <a:spcPct val="95825"/>
              </a:lnSpc>
              <a:spcBef>
                <a:spcPts val="3000"/>
              </a:spcBef>
            </a:pPr>
            <a:r>
              <a:rPr dirty="0" smtClean="0" sz="1600" spc="93" b="1">
                <a:latin typeface="Arial"/>
                <a:cs typeface="Arial"/>
              </a:rPr>
              <a:t>C</a:t>
            </a:r>
            <a:r>
              <a:rPr dirty="0" smtClean="0" sz="1600" spc="93" b="1">
                <a:latin typeface="Arial"/>
                <a:cs typeface="Arial"/>
              </a:rPr>
              <a:t>e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u</a:t>
            </a:r>
            <a:r>
              <a:rPr dirty="0" smtClean="0" sz="1600" spc="93" b="1">
                <a:latin typeface="Arial"/>
                <a:cs typeface="Arial"/>
              </a:rPr>
              <a:t>l</a:t>
            </a:r>
            <a:r>
              <a:rPr dirty="0" smtClean="0" sz="1600" spc="93" b="1">
                <a:latin typeface="Arial"/>
                <a:cs typeface="Arial"/>
              </a:rPr>
              <a:t>a</a:t>
            </a:r>
            <a:r>
              <a:rPr dirty="0" smtClean="0" sz="1600" spc="93" b="1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70347" y="4950459"/>
            <a:ext cx="4139547" cy="1218630"/>
          </a:xfrm>
          <a:prstGeom prst="rect">
            <a:avLst/>
          </a:prstGeom>
        </p:spPr>
        <p:txBody>
          <a:bodyPr wrap="square" lIns="0" tIns="59690" rIns="0" bIns="0" rtlCol="0">
            <a:noAutofit/>
          </a:bodyPr>
          <a:lstStyle/>
          <a:p>
            <a:pPr marL="249492">
              <a:lnSpc>
                <a:spcPct val="95825"/>
              </a:lnSpc>
            </a:pPr>
            <a:r>
              <a:rPr dirty="0" smtClean="0" sz="1600" spc="106" b="1">
                <a:latin typeface="Arial"/>
                <a:cs typeface="Arial"/>
              </a:rPr>
              <a:t>c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n</a:t>
            </a:r>
            <a:r>
              <a:rPr dirty="0" smtClean="0" sz="1600" spc="106" b="1">
                <a:latin typeface="Arial"/>
                <a:cs typeface="Arial"/>
              </a:rPr>
              <a:t>t</a:t>
            </a:r>
            <a:r>
              <a:rPr dirty="0" smtClean="0" sz="1600" spc="106" b="1">
                <a:latin typeface="Arial"/>
                <a:cs typeface="Arial"/>
              </a:rPr>
              <a:t>o</a:t>
            </a:r>
            <a:r>
              <a:rPr dirty="0" smtClean="0" sz="1600" spc="106" b="1">
                <a:latin typeface="Arial"/>
                <a:cs typeface="Arial"/>
              </a:rPr>
              <a:t>h</a:t>
            </a:r>
            <a:r>
              <a:rPr dirty="0" smtClean="0" sz="1600" spc="106" b="1">
                <a:latin typeface="Arial"/>
                <a:cs typeface="Arial"/>
              </a:rPr>
              <a:t> </a:t>
            </a:r>
            <a:r>
              <a:rPr dirty="0" smtClean="0" sz="1600" spc="106" b="1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249492">
              <a:lnSpc>
                <a:spcPct val="95825"/>
              </a:lnSpc>
              <a:spcBef>
                <a:spcPts val="748"/>
              </a:spcBef>
            </a:pPr>
            <a:r>
              <a:rPr dirty="0" smtClean="0" sz="1600" spc="92">
                <a:latin typeface="Arial"/>
                <a:cs typeface="Arial"/>
              </a:rPr>
              <a:t>G</a:t>
            </a:r>
            <a:r>
              <a:rPr dirty="0" smtClean="0" sz="1600" spc="92">
                <a:latin typeface="Arial"/>
                <a:cs typeface="Arial"/>
              </a:rPr>
              <a:t>S</a:t>
            </a:r>
            <a:r>
              <a:rPr dirty="0" smtClean="0" sz="1600" spc="92">
                <a:latin typeface="Arial"/>
                <a:cs typeface="Arial"/>
              </a:rPr>
              <a:t>M</a:t>
            </a:r>
            <a:r>
              <a:rPr dirty="0" smtClean="0" sz="1600" spc="92">
                <a:latin typeface="Arial"/>
                <a:cs typeface="Arial"/>
              </a:rPr>
              <a:t>,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C</a:t>
            </a:r>
            <a:r>
              <a:rPr dirty="0" smtClean="0" sz="1600" spc="92">
                <a:latin typeface="Arial"/>
                <a:cs typeface="Arial"/>
              </a:rPr>
              <a:t>D</a:t>
            </a:r>
            <a:r>
              <a:rPr dirty="0" smtClean="0" sz="1600" spc="92">
                <a:latin typeface="Arial"/>
                <a:cs typeface="Arial"/>
              </a:rPr>
              <a:t>M</a:t>
            </a:r>
            <a:r>
              <a:rPr dirty="0" smtClean="0" sz="1600" spc="92">
                <a:latin typeface="Arial"/>
                <a:cs typeface="Arial"/>
              </a:rPr>
              <a:t>A</a:t>
            </a:r>
            <a:r>
              <a:rPr dirty="0" smtClean="0" sz="1600" spc="92">
                <a:latin typeface="Arial"/>
                <a:cs typeface="Arial"/>
              </a:rPr>
              <a:t>/</a:t>
            </a:r>
            <a:r>
              <a:rPr dirty="0" smtClean="0" sz="1600" spc="92">
                <a:latin typeface="Arial"/>
                <a:cs typeface="Arial"/>
              </a:rPr>
              <a:t>I</a:t>
            </a:r>
            <a:r>
              <a:rPr dirty="0" smtClean="0" sz="1600" spc="92">
                <a:latin typeface="Arial"/>
                <a:cs typeface="Arial"/>
              </a:rPr>
              <a:t>S-</a:t>
            </a:r>
            <a:r>
              <a:rPr dirty="0" smtClean="0" sz="1600" spc="92">
                <a:latin typeface="Arial"/>
                <a:cs typeface="Arial"/>
              </a:rPr>
              <a:t>9</a:t>
            </a:r>
            <a:r>
              <a:rPr dirty="0" smtClean="0" sz="1600" spc="92">
                <a:latin typeface="Arial"/>
                <a:cs typeface="Arial"/>
              </a:rPr>
              <a:t>5</a:t>
            </a:r>
            <a:r>
              <a:rPr dirty="0" smtClean="0" sz="1600" spc="92">
                <a:latin typeface="Arial"/>
                <a:cs typeface="Arial"/>
              </a:rPr>
              <a:t>,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A</a:t>
            </a:r>
            <a:r>
              <a:rPr dirty="0" smtClean="0" sz="1600" spc="92">
                <a:latin typeface="Arial"/>
                <a:cs typeface="Arial"/>
              </a:rPr>
              <a:t>M</a:t>
            </a:r>
            <a:r>
              <a:rPr dirty="0" smtClean="0" sz="1600" spc="92">
                <a:latin typeface="Arial"/>
                <a:cs typeface="Arial"/>
              </a:rPr>
              <a:t>PS,</a:t>
            </a:r>
            <a:r>
              <a:rPr dirty="0" smtClean="0" sz="1600" spc="92">
                <a:latin typeface="Arial"/>
                <a:cs typeface="Arial"/>
              </a:rPr>
              <a:t> </a:t>
            </a:r>
            <a:r>
              <a:rPr dirty="0" smtClean="0" sz="1600" spc="92">
                <a:latin typeface="Arial"/>
                <a:cs typeface="Arial"/>
              </a:rPr>
              <a:t>U</a:t>
            </a:r>
            <a:r>
              <a:rPr dirty="0" smtClean="0" sz="1600" spc="92">
                <a:latin typeface="Arial"/>
                <a:cs typeface="Arial"/>
              </a:rPr>
              <a:t>M</a:t>
            </a:r>
            <a:r>
              <a:rPr dirty="0" smtClean="0" sz="1600" spc="92">
                <a:latin typeface="Arial"/>
                <a:cs typeface="Arial"/>
              </a:rPr>
              <a:t>T</a:t>
            </a:r>
            <a:r>
              <a:rPr dirty="0" smtClean="0" sz="1600" spc="92">
                <a:latin typeface="Arial"/>
                <a:cs typeface="Arial"/>
              </a:rPr>
              <a:t>S,</a:t>
            </a:r>
            <a:endParaRPr sz="1600">
              <a:latin typeface="Arial"/>
              <a:cs typeface="Arial"/>
            </a:endParaRPr>
          </a:p>
          <a:p>
            <a:pPr marL="249492">
              <a:lnSpc>
                <a:spcPct val="95825"/>
              </a:lnSpc>
              <a:spcBef>
                <a:spcPts val="1996"/>
              </a:spcBef>
            </a:pPr>
            <a:r>
              <a:rPr dirty="0" smtClean="0" sz="1600" spc="97">
                <a:latin typeface="Arial"/>
                <a:cs typeface="Arial"/>
              </a:rPr>
              <a:t>C</a:t>
            </a:r>
            <a:r>
              <a:rPr dirty="0" smtClean="0" sz="1600" spc="97">
                <a:latin typeface="Arial"/>
                <a:cs typeface="Arial"/>
              </a:rPr>
              <a:t>-</a:t>
            </a:r>
            <a:r>
              <a:rPr dirty="0" smtClean="0" sz="1600" spc="97">
                <a:latin typeface="Arial"/>
                <a:cs typeface="Arial"/>
              </a:rPr>
              <a:t>4</a:t>
            </a:r>
            <a:r>
              <a:rPr dirty="0" smtClean="0" sz="1600" spc="97">
                <a:latin typeface="Arial"/>
                <a:cs typeface="Arial"/>
              </a:rPr>
              <a:t>5</a:t>
            </a:r>
            <a:r>
              <a:rPr dirty="0" smtClean="0" sz="1600" spc="97">
                <a:latin typeface="Arial"/>
                <a:cs typeface="Arial"/>
              </a:rPr>
              <a:t>0</a:t>
            </a:r>
            <a:r>
              <a:rPr dirty="0" smtClean="0" sz="1600" spc="97">
                <a:latin typeface="Arial"/>
                <a:cs typeface="Arial"/>
              </a:rPr>
              <a:t>,</a:t>
            </a:r>
            <a:r>
              <a:rPr dirty="0" smtClean="0" sz="1600" spc="97">
                <a:latin typeface="Arial"/>
                <a:cs typeface="Arial"/>
              </a:rPr>
              <a:t> </a:t>
            </a:r>
            <a:r>
              <a:rPr dirty="0" smtClean="0" sz="1600" spc="97">
                <a:latin typeface="Arial"/>
                <a:cs typeface="Arial"/>
              </a:rPr>
              <a:t>d</a:t>
            </a:r>
            <a:r>
              <a:rPr dirty="0" smtClean="0" sz="1600" spc="97">
                <a:latin typeface="Arial"/>
                <a:cs typeface="Arial"/>
              </a:rPr>
              <a:t>sb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8740" y="100329"/>
            <a:ext cx="5207406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8" b="1">
                <a:latin typeface="Arial"/>
                <a:cs typeface="Arial"/>
              </a:rPr>
              <a:t>C</a:t>
            </a:r>
            <a:r>
              <a:rPr dirty="0" smtClean="0" sz="3200" spc="-8" b="1">
                <a:latin typeface="Arial"/>
                <a:cs typeface="Arial"/>
              </a:rPr>
              <a:t>.</a:t>
            </a:r>
            <a:r>
              <a:rPr dirty="0" smtClean="0" sz="3200" spc="-8" b="1">
                <a:latin typeface="Arial"/>
                <a:cs typeface="Arial"/>
              </a:rPr>
              <a:t> </a:t>
            </a:r>
            <a:r>
              <a:rPr dirty="0" smtClean="0" sz="3200" spc="-8" b="1">
                <a:latin typeface="Arial"/>
                <a:cs typeface="Arial"/>
              </a:rPr>
              <a:t>Mu</a:t>
            </a:r>
            <a:r>
              <a:rPr dirty="0" smtClean="0" sz="3200" spc="-8" b="1">
                <a:latin typeface="Arial"/>
                <a:cs typeface="Arial"/>
              </a:rPr>
              <a:t>l</a:t>
            </a:r>
            <a:r>
              <a:rPr dirty="0" smtClean="0" sz="3200" spc="-8" b="1">
                <a:latin typeface="Arial"/>
                <a:cs typeface="Arial"/>
              </a:rPr>
              <a:t>t</a:t>
            </a:r>
            <a:r>
              <a:rPr dirty="0" smtClean="0" sz="3200" spc="-8" b="1">
                <a:latin typeface="Arial"/>
                <a:cs typeface="Arial"/>
              </a:rPr>
              <a:t>i</a:t>
            </a:r>
            <a:r>
              <a:rPr dirty="0" smtClean="0" sz="3200" spc="-8" b="1">
                <a:latin typeface="Arial"/>
                <a:cs typeface="Arial"/>
              </a:rPr>
              <a:t>ple</a:t>
            </a:r>
            <a:r>
              <a:rPr dirty="0" smtClean="0" sz="3200" spc="-8" b="1">
                <a:latin typeface="Arial"/>
                <a:cs typeface="Arial"/>
              </a:rPr>
              <a:t> </a:t>
            </a:r>
            <a:r>
              <a:rPr dirty="0" smtClean="0" sz="3200" spc="-8" b="1">
                <a:latin typeface="Arial"/>
                <a:cs typeface="Arial"/>
              </a:rPr>
              <a:t>A</a:t>
            </a:r>
            <a:r>
              <a:rPr dirty="0" smtClean="0" sz="3200" spc="-8" b="1">
                <a:latin typeface="Arial"/>
                <a:cs typeface="Arial"/>
              </a:rPr>
              <a:t>ccess</a:t>
            </a:r>
            <a:r>
              <a:rPr dirty="0" smtClean="0" sz="3200" spc="-8" b="1">
                <a:latin typeface="Arial"/>
                <a:cs typeface="Arial"/>
              </a:rPr>
              <a:t> </a:t>
            </a:r>
            <a:r>
              <a:rPr dirty="0" smtClean="0" sz="3200" spc="-8" b="1">
                <a:latin typeface="Arial"/>
                <a:cs typeface="Arial"/>
              </a:rPr>
              <a:t>S</a:t>
            </a:r>
            <a:r>
              <a:rPr dirty="0" smtClean="0" sz="3200" spc="-8" b="1">
                <a:latin typeface="Arial"/>
                <a:cs typeface="Arial"/>
              </a:rPr>
              <a:t>y</a:t>
            </a:r>
            <a:r>
              <a:rPr dirty="0" smtClean="0" sz="3200" spc="-8" b="1">
                <a:latin typeface="Arial"/>
                <a:cs typeface="Arial"/>
              </a:rPr>
              <a:t>stem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8152" y="769012"/>
            <a:ext cx="1072258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st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43710" y="769012"/>
            <a:ext cx="923655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4" b="1">
                <a:latin typeface="Arial"/>
                <a:cs typeface="Arial"/>
              </a:rPr>
              <a:t>akses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79471" y="769012"/>
            <a:ext cx="2596659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j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9" b="1">
                <a:latin typeface="Arial"/>
                <a:cs typeface="Arial"/>
              </a:rPr>
              <a:t>m</a:t>
            </a:r>
            <a:r>
              <a:rPr dirty="0" smtClean="0" sz="2400" spc="0" b="1">
                <a:latin typeface="Arial"/>
                <a:cs typeface="Arial"/>
              </a:rPr>
              <a:t>ak</a:t>
            </a:r>
            <a:r>
              <a:rPr dirty="0" smtClean="0" sz="2400" spc="0" b="1">
                <a:latin typeface="Arial"/>
                <a:cs typeface="Arial"/>
              </a:rPr>
              <a:t>  </a:t>
            </a:r>
            <a:r>
              <a:rPr dirty="0" smtClean="0" sz="2400" spc="49" b="1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id</a:t>
            </a:r>
            <a:r>
              <a:rPr dirty="0" smtClean="0" sz="2000" spc="-9">
                <a:latin typeface="Arial"/>
                <a:cs typeface="Arial"/>
              </a:rPr>
              <a:t>e</a:t>
            </a:r>
            <a:r>
              <a:rPr dirty="0" smtClean="0" sz="2000" spc="19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inis</a:t>
            </a:r>
            <a:r>
              <a:rPr dirty="0" smtClean="0" sz="2000" spc="-9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kan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66740" y="810176"/>
            <a:ext cx="952132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Arial"/>
                <a:cs typeface="Arial"/>
              </a:rPr>
              <a:t>s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b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g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17741" y="810176"/>
            <a:ext cx="682302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4">
                <a:latin typeface="Arial"/>
                <a:cs typeface="Arial"/>
              </a:rPr>
              <a:t>s</a:t>
            </a:r>
            <a:r>
              <a:rPr dirty="0" smtClean="0" sz="2000" spc="-4">
                <a:latin typeface="Arial"/>
                <a:cs typeface="Arial"/>
              </a:rPr>
              <a:t>u</a:t>
            </a:r>
            <a:r>
              <a:rPr dirty="0" smtClean="0" sz="2000" spc="-4">
                <a:latin typeface="Arial"/>
                <a:cs typeface="Arial"/>
              </a:rPr>
              <a:t>a</a:t>
            </a:r>
            <a:r>
              <a:rPr dirty="0" smtClean="0" sz="2000" spc="-4">
                <a:latin typeface="Arial"/>
                <a:cs typeface="Arial"/>
              </a:rPr>
              <a:t>t</a:t>
            </a:r>
            <a:r>
              <a:rPr dirty="0" smtClean="0" sz="2000" spc="-4">
                <a:latin typeface="Arial"/>
                <a:cs typeface="Arial"/>
              </a:rPr>
              <a:t>u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96454" y="810176"/>
            <a:ext cx="91042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28075" y="810176"/>
            <a:ext cx="740191" cy="89979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57126" algn="ctr">
              <a:lnSpc>
                <a:spcPts val="2145"/>
              </a:lnSpc>
            </a:pPr>
            <a:r>
              <a:rPr dirty="0" smtClean="0" sz="2000" spc="-3">
                <a:latin typeface="Arial"/>
                <a:cs typeface="Arial"/>
              </a:rPr>
              <a:t>u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t</a:t>
            </a:r>
            <a:r>
              <a:rPr dirty="0" smtClean="0" sz="2000" spc="-3">
                <a:latin typeface="Arial"/>
                <a:cs typeface="Arial"/>
              </a:rPr>
              <a:t>u</a:t>
            </a:r>
            <a:r>
              <a:rPr dirty="0" smtClean="0" sz="2000" spc="-3"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  <a:p>
            <a:pPr marR="10387" indent="2540" algn="ctr">
              <a:lnSpc>
                <a:spcPct val="100041"/>
              </a:lnSpc>
              <a:spcBef>
                <a:spcPts val="72"/>
              </a:spcBef>
            </a:pPr>
            <a:r>
              <a:rPr dirty="0" smtClean="0" sz="2000" spc="-9">
                <a:latin typeface="Arial"/>
                <a:cs typeface="Arial"/>
              </a:rPr>
              <a:t>b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b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-1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8152" y="1125775"/>
            <a:ext cx="185826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m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n</a:t>
            </a:r>
            <a:r>
              <a:rPr dirty="0" smtClean="0" sz="2000" spc="1">
                <a:latin typeface="Arial"/>
                <a:cs typeface="Arial"/>
              </a:rPr>
              <a:t>g</a:t>
            </a:r>
            <a:r>
              <a:rPr dirty="0" smtClean="0" sz="2000" spc="1">
                <a:latin typeface="Arial"/>
                <a:cs typeface="Arial"/>
              </a:rPr>
              <a:t>o</a:t>
            </a:r>
            <a:r>
              <a:rPr dirty="0" smtClean="0" sz="2000" spc="1">
                <a:latin typeface="Arial"/>
                <a:cs typeface="Arial"/>
              </a:rPr>
              <a:t>r</a:t>
            </a:r>
            <a:r>
              <a:rPr dirty="0" smtClean="0" sz="2000" spc="1">
                <a:latin typeface="Arial"/>
                <a:cs typeface="Arial"/>
              </a:rPr>
              <a:t>g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n</a:t>
            </a:r>
            <a:r>
              <a:rPr dirty="0" smtClean="0" sz="2000" spc="1">
                <a:latin typeface="Arial"/>
                <a:cs typeface="Arial"/>
              </a:rPr>
              <a:t>is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01011" y="1125775"/>
            <a:ext cx="55905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s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42945" y="1125775"/>
            <a:ext cx="134188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-1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  </a:t>
            </a:r>
            <a:r>
              <a:rPr dirty="0" smtClean="0" sz="2000" spc="293">
                <a:latin typeface="Arial"/>
                <a:cs typeface="Arial"/>
              </a:rPr>
              <a:t> </a:t>
            </a:r>
            <a:r>
              <a:rPr dirty="0" smtClean="0" sz="2000" spc="-9">
                <a:latin typeface="Arial"/>
                <a:cs typeface="Arial"/>
              </a:rPr>
              <a:t>h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67326" y="1125775"/>
            <a:ext cx="1458722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b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13500" y="1125775"/>
            <a:ext cx="2133219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9">
                <a:latin typeface="Arial"/>
                <a:cs typeface="Arial"/>
              </a:rPr>
              <a:t>k</a:t>
            </a:r>
            <a:r>
              <a:rPr dirty="0" smtClean="0" sz="2000" spc="-9">
                <a:latin typeface="Arial"/>
                <a:cs typeface="Arial"/>
              </a:rPr>
              <a:t>o</a:t>
            </a:r>
            <a:r>
              <a:rPr dirty="0" smtClean="0" sz="2000" spc="9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ikasi</a:t>
            </a:r>
            <a:r>
              <a:rPr dirty="0" smtClean="0" sz="2000" spc="0">
                <a:latin typeface="Arial"/>
                <a:cs typeface="Arial"/>
              </a:rPr>
              <a:t>  </a:t>
            </a:r>
            <a:r>
              <a:rPr dirty="0" smtClean="0" sz="2000" spc="308">
                <a:latin typeface="Arial"/>
                <a:cs typeface="Arial"/>
              </a:rPr>
              <a:t> </a:t>
            </a:r>
            <a:r>
              <a:rPr dirty="0" smtClean="0" sz="2000" spc="-19">
                <a:latin typeface="Arial"/>
                <a:cs typeface="Arial"/>
              </a:rPr>
              <a:t>y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8152" y="1430575"/>
            <a:ext cx="82336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5">
                <a:latin typeface="Arial"/>
                <a:cs typeface="Arial"/>
              </a:rPr>
              <a:t>i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t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r</a:t>
            </a:r>
            <a:r>
              <a:rPr dirty="0" smtClean="0" sz="2000" spc="25">
                <a:latin typeface="Arial"/>
                <a:cs typeface="Arial"/>
              </a:rPr>
              <a:t>f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r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si.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U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t</a:t>
            </a:r>
            <a:r>
              <a:rPr dirty="0" smtClean="0" sz="2000" spc="25">
                <a:latin typeface="Arial"/>
                <a:cs typeface="Arial"/>
              </a:rPr>
              <a:t>u</a:t>
            </a:r>
            <a:r>
              <a:rPr dirty="0" smtClean="0" sz="2000" spc="25">
                <a:latin typeface="Arial"/>
                <a:cs typeface="Arial"/>
              </a:rPr>
              <a:t>k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ci</a:t>
            </a:r>
            <a:r>
              <a:rPr dirty="0" smtClean="0" sz="2000" spc="25">
                <a:latin typeface="Arial"/>
                <a:cs typeface="Arial"/>
              </a:rPr>
              <a:t>r</a:t>
            </a:r>
            <a:r>
              <a:rPr dirty="0" smtClean="0" sz="2000" spc="25">
                <a:latin typeface="Arial"/>
                <a:cs typeface="Arial"/>
              </a:rPr>
              <a:t>c</a:t>
            </a:r>
            <a:r>
              <a:rPr dirty="0" smtClean="0" sz="2000" spc="25">
                <a:latin typeface="Arial"/>
                <a:cs typeface="Arial"/>
              </a:rPr>
              <a:t>u</a:t>
            </a:r>
            <a:r>
              <a:rPr dirty="0" smtClean="0" sz="2000" spc="25">
                <a:latin typeface="Arial"/>
                <a:cs typeface="Arial"/>
              </a:rPr>
              <a:t>it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s</a:t>
            </a:r>
            <a:r>
              <a:rPr dirty="0" smtClean="0" sz="2000" spc="25">
                <a:latin typeface="Arial"/>
                <a:cs typeface="Arial"/>
              </a:rPr>
              <a:t>w</a:t>
            </a:r>
            <a:r>
              <a:rPr dirty="0" smtClean="0" sz="2000" spc="25">
                <a:latin typeface="Arial"/>
                <a:cs typeface="Arial"/>
              </a:rPr>
              <a:t>itch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c</a:t>
            </a:r>
            <a:r>
              <a:rPr dirty="0" smtClean="0" sz="2000" spc="25">
                <a:latin typeface="Arial"/>
                <a:cs typeface="Arial"/>
              </a:rPr>
              <a:t>o</a:t>
            </a:r>
            <a:r>
              <a:rPr dirty="0" smtClean="0" sz="2000" spc="25">
                <a:latin typeface="Arial"/>
                <a:cs typeface="Arial"/>
              </a:rPr>
              <a:t>m</a:t>
            </a:r>
            <a:r>
              <a:rPr dirty="0" smtClean="0" sz="2000" spc="25">
                <a:latin typeface="Arial"/>
                <a:cs typeface="Arial"/>
              </a:rPr>
              <a:t>m</a:t>
            </a:r>
            <a:r>
              <a:rPr dirty="0" smtClean="0" sz="2000" spc="25">
                <a:latin typeface="Arial"/>
                <a:cs typeface="Arial"/>
              </a:rPr>
              <a:t>u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ic</a:t>
            </a:r>
            <a:r>
              <a:rPr dirty="0" smtClean="0" sz="2000" spc="25">
                <a:latin typeface="Arial"/>
                <a:cs typeface="Arial"/>
              </a:rPr>
              <a:t>a</a:t>
            </a:r>
            <a:r>
              <a:rPr dirty="0" smtClean="0" sz="2000" spc="25">
                <a:latin typeface="Arial"/>
                <a:cs typeface="Arial"/>
              </a:rPr>
              <a:t>t</a:t>
            </a:r>
            <a:r>
              <a:rPr dirty="0" smtClean="0" sz="2000" spc="25">
                <a:latin typeface="Arial"/>
                <a:cs typeface="Arial"/>
              </a:rPr>
              <a:t>i</a:t>
            </a:r>
            <a:r>
              <a:rPr dirty="0" smtClean="0" sz="2000" spc="25">
                <a:latin typeface="Arial"/>
                <a:cs typeface="Arial"/>
              </a:rPr>
              <a:t>o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,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kita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m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g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n</a:t>
            </a:r>
            <a:r>
              <a:rPr dirty="0" smtClean="0" sz="2000" spc="25">
                <a:latin typeface="Arial"/>
                <a:cs typeface="Arial"/>
              </a:rPr>
              <a:t>a</a:t>
            </a:r>
            <a:r>
              <a:rPr dirty="0" smtClean="0" sz="2000" spc="25">
                <a:latin typeface="Arial"/>
                <a:cs typeface="Arial"/>
              </a:rPr>
              <a:t>l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3</a:t>
            </a:r>
            <a:r>
              <a:rPr dirty="0" smtClean="0" sz="2000" spc="25">
                <a:latin typeface="Arial"/>
                <a:cs typeface="Arial"/>
              </a:rPr>
              <a:t> </a:t>
            </a:r>
            <a:r>
              <a:rPr dirty="0" smtClean="0" sz="2000" spc="25">
                <a:latin typeface="Arial"/>
                <a:cs typeface="Arial"/>
              </a:rPr>
              <a:t>k</a:t>
            </a:r>
            <a:r>
              <a:rPr dirty="0" smtClean="0" sz="2000" spc="25">
                <a:latin typeface="Arial"/>
                <a:cs typeface="Arial"/>
              </a:rPr>
              <a:t>e</a:t>
            </a:r>
            <a:r>
              <a:rPr dirty="0" smtClean="0" sz="2000" spc="25">
                <a:latin typeface="Arial"/>
                <a:cs typeface="Arial"/>
              </a:rPr>
              <a:t>las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8152" y="1735117"/>
            <a:ext cx="9026090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55">
                <a:latin typeface="Arial"/>
                <a:cs typeface="Arial"/>
              </a:rPr>
              <a:t>m</a:t>
            </a:r>
            <a:r>
              <a:rPr dirty="0" smtClean="0" sz="2000" spc="55">
                <a:latin typeface="Arial"/>
                <a:cs typeface="Arial"/>
              </a:rPr>
              <a:t>u</a:t>
            </a:r>
            <a:r>
              <a:rPr dirty="0" smtClean="0" sz="2000" spc="55">
                <a:latin typeface="Arial"/>
                <a:cs typeface="Arial"/>
              </a:rPr>
              <a:t>ltiple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ccess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y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n</a:t>
            </a:r>
            <a:r>
              <a:rPr dirty="0" smtClean="0" sz="2000" spc="55">
                <a:latin typeface="Arial"/>
                <a:cs typeface="Arial"/>
              </a:rPr>
              <a:t>g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b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n</a:t>
            </a:r>
            <a:r>
              <a:rPr dirty="0" smtClean="0" sz="2000" spc="55">
                <a:latin typeface="Arial"/>
                <a:cs typeface="Arial"/>
              </a:rPr>
              <a:t>y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k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d</a:t>
            </a:r>
            <a:r>
              <a:rPr dirty="0" smtClean="0" sz="2000" spc="55">
                <a:latin typeface="Arial"/>
                <a:cs typeface="Arial"/>
              </a:rPr>
              <a:t>i</a:t>
            </a:r>
            <a:r>
              <a:rPr dirty="0" smtClean="0" sz="2000" spc="55">
                <a:latin typeface="Arial"/>
                <a:cs typeface="Arial"/>
              </a:rPr>
              <a:t>g</a:t>
            </a:r>
            <a:r>
              <a:rPr dirty="0" smtClean="0" sz="2000" spc="55">
                <a:latin typeface="Arial"/>
                <a:cs typeface="Arial"/>
              </a:rPr>
              <a:t>u</a:t>
            </a:r>
            <a:r>
              <a:rPr dirty="0" smtClean="0" sz="2000" spc="55">
                <a:latin typeface="Arial"/>
                <a:cs typeface="Arial"/>
              </a:rPr>
              <a:t>n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k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n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d</a:t>
            </a:r>
            <a:r>
              <a:rPr dirty="0" smtClean="0" sz="2000" spc="55">
                <a:latin typeface="Arial"/>
                <a:cs typeface="Arial"/>
              </a:rPr>
              <a:t>a</a:t>
            </a:r>
            <a:r>
              <a:rPr dirty="0" smtClean="0" sz="2000" spc="55">
                <a:latin typeface="Arial"/>
                <a:cs typeface="Arial"/>
              </a:rPr>
              <a:t>lam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si</a:t>
            </a:r>
            <a:r>
              <a:rPr dirty="0" smtClean="0" sz="2000" spc="55">
                <a:latin typeface="Arial"/>
                <a:cs typeface="Arial"/>
              </a:rPr>
              <a:t>s</a:t>
            </a:r>
            <a:r>
              <a:rPr dirty="0" smtClean="0" sz="2000" spc="55">
                <a:latin typeface="Arial"/>
                <a:cs typeface="Arial"/>
              </a:rPr>
              <a:t>t</a:t>
            </a:r>
            <a:r>
              <a:rPr dirty="0" smtClean="0" sz="2000" spc="55">
                <a:latin typeface="Arial"/>
                <a:cs typeface="Arial"/>
              </a:rPr>
              <a:t>e</a:t>
            </a:r>
            <a:r>
              <a:rPr dirty="0" smtClean="0" sz="2000" spc="55">
                <a:latin typeface="Arial"/>
                <a:cs typeface="Arial"/>
              </a:rPr>
              <a:t>m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k</a:t>
            </a:r>
            <a:r>
              <a:rPr dirty="0" smtClean="0" sz="2000" spc="55">
                <a:latin typeface="Arial"/>
                <a:cs typeface="Arial"/>
              </a:rPr>
              <a:t>o</a:t>
            </a:r>
            <a:r>
              <a:rPr dirty="0" smtClean="0" sz="2000" spc="55">
                <a:latin typeface="Arial"/>
                <a:cs typeface="Arial"/>
              </a:rPr>
              <a:t>m</a:t>
            </a:r>
            <a:r>
              <a:rPr dirty="0" smtClean="0" sz="2000" spc="55">
                <a:latin typeface="Arial"/>
                <a:cs typeface="Arial"/>
              </a:rPr>
              <a:t>u</a:t>
            </a:r>
            <a:r>
              <a:rPr dirty="0" smtClean="0" sz="2000" spc="55">
                <a:latin typeface="Arial"/>
                <a:cs typeface="Arial"/>
              </a:rPr>
              <a:t>n</a:t>
            </a:r>
            <a:r>
              <a:rPr dirty="0" smtClean="0" sz="2000" spc="55">
                <a:latin typeface="Arial"/>
                <a:cs typeface="Arial"/>
              </a:rPr>
              <a:t>ikasi</a:t>
            </a:r>
            <a:r>
              <a:rPr dirty="0" smtClean="0" sz="2000" spc="55">
                <a:latin typeface="Arial"/>
                <a:cs typeface="Arial"/>
              </a:rPr>
              <a:t> </a:t>
            </a:r>
            <a:r>
              <a:rPr dirty="0" smtClean="0" sz="2000" spc="55">
                <a:latin typeface="Arial"/>
                <a:cs typeface="Arial"/>
              </a:rPr>
              <a:t>w</a:t>
            </a:r>
            <a:r>
              <a:rPr dirty="0" smtClean="0" sz="2000" spc="55">
                <a:latin typeface="Arial"/>
                <a:cs typeface="Arial"/>
              </a:rPr>
              <a:t>i</a:t>
            </a:r>
            <a:r>
              <a:rPr dirty="0" smtClean="0" sz="2000" spc="55">
                <a:latin typeface="Arial"/>
                <a:cs typeface="Arial"/>
              </a:rPr>
              <a:t>r</a:t>
            </a:r>
            <a:r>
              <a:rPr dirty="0" smtClean="0" sz="2000" spc="55">
                <a:latin typeface="Arial"/>
                <a:cs typeface="Arial"/>
              </a:rPr>
              <a:t>e</a:t>
            </a:r>
            <a:r>
              <a:rPr dirty="0" smtClean="0" sz="2000" spc="55">
                <a:latin typeface="Arial"/>
                <a:cs typeface="Arial"/>
              </a:rPr>
              <a:t>less,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8152" y="2040429"/>
            <a:ext cx="670369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y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it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8250" y="2040429"/>
            <a:ext cx="78155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Arial"/>
                <a:cs typeface="Arial"/>
              </a:rPr>
              <a:t>FD</a:t>
            </a:r>
            <a:r>
              <a:rPr dirty="0" smtClean="0" sz="2000" spc="-2">
                <a:latin typeface="Arial"/>
                <a:cs typeface="Arial"/>
              </a:rPr>
              <a:t>M</a:t>
            </a:r>
            <a:r>
              <a:rPr dirty="0" smtClean="0" sz="2000" spc="-2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14931" y="2040429"/>
            <a:ext cx="1347723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(</a:t>
            </a:r>
            <a:r>
              <a:rPr dirty="0" smtClean="0" sz="2000" spc="0" i="1">
                <a:latin typeface="Arial"/>
                <a:cs typeface="Arial"/>
              </a:rPr>
              <a:t>F</a:t>
            </a:r>
            <a:r>
              <a:rPr dirty="0" smtClean="0" sz="2000" spc="0" i="1">
                <a:latin typeface="Arial"/>
                <a:cs typeface="Arial"/>
              </a:rPr>
              <a:t>r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q</a:t>
            </a:r>
            <a:r>
              <a:rPr dirty="0" smtClean="0" sz="2000" spc="0" i="1">
                <a:latin typeface="Arial"/>
                <a:cs typeface="Arial"/>
              </a:rPr>
              <a:t>u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cy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73145" y="2040429"/>
            <a:ext cx="95123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" i="1">
                <a:latin typeface="Arial"/>
                <a:cs typeface="Arial"/>
              </a:rPr>
              <a:t>D</a:t>
            </a:r>
            <a:r>
              <a:rPr dirty="0" smtClean="0" sz="2000" spc="-1" i="1">
                <a:latin typeface="Arial"/>
                <a:cs typeface="Arial"/>
              </a:rPr>
              <a:t>i</a:t>
            </a:r>
            <a:r>
              <a:rPr dirty="0" smtClean="0" sz="2000" spc="-1" i="1">
                <a:latin typeface="Arial"/>
                <a:cs typeface="Arial"/>
              </a:rPr>
              <a:t>vis</a:t>
            </a:r>
            <a:r>
              <a:rPr dirty="0" smtClean="0" sz="2000" spc="-1" i="1">
                <a:latin typeface="Arial"/>
                <a:cs typeface="Arial"/>
              </a:rPr>
              <a:t>i</a:t>
            </a:r>
            <a:r>
              <a:rPr dirty="0" smtClean="0" sz="2000" spc="-1" i="1">
                <a:latin typeface="Arial"/>
                <a:cs typeface="Arial"/>
              </a:rPr>
              <a:t>o</a:t>
            </a:r>
            <a:r>
              <a:rPr dirty="0" smtClean="0" sz="2000" spc="-1" i="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5119" y="2040429"/>
            <a:ext cx="93903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 i="1">
                <a:latin typeface="Arial"/>
                <a:cs typeface="Arial"/>
              </a:rPr>
              <a:t>Multi</a:t>
            </a:r>
            <a:r>
              <a:rPr dirty="0" smtClean="0" sz="2000" spc="0" i="1">
                <a:latin typeface="Arial"/>
                <a:cs typeface="Arial"/>
              </a:rPr>
              <a:t>p</a:t>
            </a:r>
            <a:r>
              <a:rPr dirty="0" smtClean="0" sz="2000" spc="0" i="1">
                <a:latin typeface="Arial"/>
                <a:cs typeface="Arial"/>
              </a:rPr>
              <a:t>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4520" y="2040429"/>
            <a:ext cx="103759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i="1">
                <a:latin typeface="Arial"/>
                <a:cs typeface="Arial"/>
              </a:rPr>
              <a:t>Acc</a:t>
            </a:r>
            <a:r>
              <a:rPr dirty="0" smtClean="0" sz="2000" i="1">
                <a:latin typeface="Arial"/>
                <a:cs typeface="Arial"/>
              </a:rPr>
              <a:t>e</a:t>
            </a:r>
            <a:r>
              <a:rPr dirty="0" smtClean="0" sz="2000" i="1">
                <a:latin typeface="Arial"/>
                <a:cs typeface="Arial"/>
              </a:rPr>
              <a:t>ss</a:t>
            </a:r>
            <a:r>
              <a:rPr dirty="0" smtClean="0" sz="2000">
                <a:latin typeface="Arial"/>
                <a:cs typeface="Arial"/>
              </a:rPr>
              <a:t>),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0441" y="2040429"/>
            <a:ext cx="78384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T</a:t>
            </a:r>
            <a:r>
              <a:rPr dirty="0" smtClean="0" sz="2000" spc="1">
                <a:latin typeface="Arial"/>
                <a:cs typeface="Arial"/>
              </a:rPr>
              <a:t>D</a:t>
            </a:r>
            <a:r>
              <a:rPr dirty="0" smtClean="0" sz="2000" spc="1">
                <a:latin typeface="Arial"/>
                <a:cs typeface="Arial"/>
              </a:rPr>
              <a:t>M</a:t>
            </a:r>
            <a:r>
              <a:rPr dirty="0" smtClean="0" sz="2000" spc="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9281" y="2040429"/>
            <a:ext cx="705612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10">
                <a:latin typeface="Arial"/>
                <a:cs typeface="Arial"/>
              </a:rPr>
              <a:t>(</a:t>
            </a:r>
            <a:r>
              <a:rPr dirty="0" smtClean="0" sz="2000" spc="-10" i="1">
                <a:latin typeface="Arial"/>
                <a:cs typeface="Arial"/>
              </a:rPr>
              <a:t>T</a:t>
            </a:r>
            <a:r>
              <a:rPr dirty="0" smtClean="0" sz="2000" spc="-10" i="1">
                <a:latin typeface="Arial"/>
                <a:cs typeface="Arial"/>
              </a:rPr>
              <a:t>i</a:t>
            </a:r>
            <a:r>
              <a:rPr dirty="0" smtClean="0" sz="2000" spc="-10" i="1">
                <a:latin typeface="Arial"/>
                <a:cs typeface="Arial"/>
              </a:rPr>
              <a:t>m</a:t>
            </a:r>
            <a:r>
              <a:rPr dirty="0" smtClean="0" sz="2000" spc="-10" i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24875" y="2040429"/>
            <a:ext cx="95605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" i="1">
                <a:latin typeface="Arial"/>
                <a:cs typeface="Arial"/>
              </a:rPr>
              <a:t>D</a:t>
            </a:r>
            <a:r>
              <a:rPr dirty="0" smtClean="0" sz="2000" spc="3" i="1">
                <a:latin typeface="Arial"/>
                <a:cs typeface="Arial"/>
              </a:rPr>
              <a:t>i</a:t>
            </a:r>
            <a:r>
              <a:rPr dirty="0" smtClean="0" sz="2000" spc="3" i="1">
                <a:latin typeface="Arial"/>
                <a:cs typeface="Arial"/>
              </a:rPr>
              <a:t>v</a:t>
            </a:r>
            <a:r>
              <a:rPr dirty="0" smtClean="0" sz="2000" spc="3" i="1">
                <a:latin typeface="Arial"/>
                <a:cs typeface="Arial"/>
              </a:rPr>
              <a:t>is</a:t>
            </a:r>
            <a:r>
              <a:rPr dirty="0" smtClean="0" sz="2000" spc="3" i="1">
                <a:latin typeface="Arial"/>
                <a:cs typeface="Arial"/>
              </a:rPr>
              <a:t>i</a:t>
            </a:r>
            <a:r>
              <a:rPr dirty="0" smtClean="0" sz="2000" spc="3" i="1">
                <a:latin typeface="Arial"/>
                <a:cs typeface="Arial"/>
              </a:rPr>
              <a:t>o</a:t>
            </a:r>
            <a:r>
              <a:rPr dirty="0" smtClean="0" sz="2000" spc="3" i="1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8152" y="2345229"/>
            <a:ext cx="9019853" cy="104178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1111">
              <a:lnSpc>
                <a:spcPts val="2145"/>
              </a:lnSpc>
            </a:pPr>
            <a:r>
              <a:rPr dirty="0" smtClean="0" sz="2000" spc="-3" i="1">
                <a:latin typeface="Arial"/>
                <a:cs typeface="Arial"/>
              </a:rPr>
              <a:t>M</a:t>
            </a:r>
            <a:r>
              <a:rPr dirty="0" smtClean="0" sz="2000" spc="-3" i="1">
                <a:latin typeface="Arial"/>
                <a:cs typeface="Arial"/>
              </a:rPr>
              <a:t>u</a:t>
            </a:r>
            <a:r>
              <a:rPr dirty="0" smtClean="0" sz="2000" spc="-3" i="1">
                <a:latin typeface="Arial"/>
                <a:cs typeface="Arial"/>
              </a:rPr>
              <a:t>lti</a:t>
            </a:r>
            <a:r>
              <a:rPr dirty="0" smtClean="0" sz="2000" spc="-3" i="1">
                <a:latin typeface="Arial"/>
                <a:cs typeface="Arial"/>
              </a:rPr>
              <a:t>p</a:t>
            </a:r>
            <a:r>
              <a:rPr dirty="0" smtClean="0" sz="2000" spc="-3" i="1">
                <a:latin typeface="Arial"/>
                <a:cs typeface="Arial"/>
              </a:rPr>
              <a:t>le</a:t>
            </a:r>
            <a:r>
              <a:rPr dirty="0" smtClean="0" sz="2000" spc="-3" i="1">
                <a:latin typeface="Arial"/>
                <a:cs typeface="Arial"/>
              </a:rPr>
              <a:t> </a:t>
            </a:r>
            <a:r>
              <a:rPr dirty="0" smtClean="0" sz="2000" spc="-3" i="1">
                <a:latin typeface="Arial"/>
                <a:cs typeface="Arial"/>
              </a:rPr>
              <a:t>Acc</a:t>
            </a:r>
            <a:r>
              <a:rPr dirty="0" smtClean="0" sz="2000" spc="-3" i="1">
                <a:latin typeface="Arial"/>
                <a:cs typeface="Arial"/>
              </a:rPr>
              <a:t>e</a:t>
            </a:r>
            <a:r>
              <a:rPr dirty="0" smtClean="0" sz="2000" spc="-3" i="1">
                <a:latin typeface="Arial"/>
                <a:cs typeface="Arial"/>
              </a:rPr>
              <a:t>s</a:t>
            </a:r>
            <a:r>
              <a:rPr dirty="0" smtClean="0" sz="2000" spc="-3" i="1">
                <a:latin typeface="Arial"/>
                <a:cs typeface="Arial"/>
              </a:rPr>
              <a:t>s</a:t>
            </a:r>
            <a:r>
              <a:rPr dirty="0" smtClean="0" sz="2000" spc="-3">
                <a:latin typeface="Arial"/>
                <a:cs typeface="Arial"/>
              </a:rPr>
              <a:t>)</a:t>
            </a:r>
            <a:r>
              <a:rPr dirty="0" smtClean="0" sz="2000" spc="-3">
                <a:latin typeface="Arial"/>
                <a:cs typeface="Arial"/>
              </a:rPr>
              <a:t>,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da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CD</a:t>
            </a:r>
            <a:r>
              <a:rPr dirty="0" smtClean="0" sz="2000" spc="-3">
                <a:latin typeface="Arial"/>
                <a:cs typeface="Arial"/>
              </a:rPr>
              <a:t>M</a:t>
            </a:r>
            <a:r>
              <a:rPr dirty="0" smtClean="0" sz="2000" spc="-3">
                <a:latin typeface="Arial"/>
                <a:cs typeface="Arial"/>
              </a:rPr>
              <a:t>A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(</a:t>
            </a:r>
            <a:r>
              <a:rPr dirty="0" smtClean="0" sz="2000" spc="-3" i="1">
                <a:latin typeface="Arial"/>
                <a:cs typeface="Arial"/>
              </a:rPr>
              <a:t>Co</a:t>
            </a:r>
            <a:r>
              <a:rPr dirty="0" smtClean="0" sz="2000" spc="-3" i="1">
                <a:latin typeface="Arial"/>
                <a:cs typeface="Arial"/>
              </a:rPr>
              <a:t>d</a:t>
            </a:r>
            <a:r>
              <a:rPr dirty="0" smtClean="0" sz="2000" spc="-3" i="1">
                <a:latin typeface="Arial"/>
                <a:cs typeface="Arial"/>
              </a:rPr>
              <a:t>e</a:t>
            </a:r>
            <a:r>
              <a:rPr dirty="0" smtClean="0" sz="2000" spc="-3" i="1">
                <a:latin typeface="Arial"/>
                <a:cs typeface="Arial"/>
              </a:rPr>
              <a:t> </a:t>
            </a:r>
            <a:r>
              <a:rPr dirty="0" smtClean="0" sz="2000" spc="-3" i="1">
                <a:latin typeface="Arial"/>
                <a:cs typeface="Arial"/>
              </a:rPr>
              <a:t>D</a:t>
            </a:r>
            <a:r>
              <a:rPr dirty="0" smtClean="0" sz="2000" spc="-3" i="1">
                <a:latin typeface="Arial"/>
                <a:cs typeface="Arial"/>
              </a:rPr>
              <a:t>i</a:t>
            </a:r>
            <a:r>
              <a:rPr dirty="0" smtClean="0" sz="2000" spc="-3" i="1">
                <a:latin typeface="Arial"/>
                <a:cs typeface="Arial"/>
              </a:rPr>
              <a:t>vis</a:t>
            </a:r>
            <a:r>
              <a:rPr dirty="0" smtClean="0" sz="2000" spc="-3" i="1">
                <a:latin typeface="Arial"/>
                <a:cs typeface="Arial"/>
              </a:rPr>
              <a:t>i</a:t>
            </a:r>
            <a:r>
              <a:rPr dirty="0" smtClean="0" sz="2000" spc="-3" i="1">
                <a:latin typeface="Arial"/>
                <a:cs typeface="Arial"/>
              </a:rPr>
              <a:t>o</a:t>
            </a:r>
            <a:r>
              <a:rPr dirty="0" smtClean="0" sz="2000" spc="-3" i="1">
                <a:latin typeface="Arial"/>
                <a:cs typeface="Arial"/>
              </a:rPr>
              <a:t>n</a:t>
            </a:r>
            <a:r>
              <a:rPr dirty="0" smtClean="0" sz="2000" spc="-3" i="1">
                <a:latin typeface="Arial"/>
                <a:cs typeface="Arial"/>
              </a:rPr>
              <a:t> </a:t>
            </a:r>
            <a:r>
              <a:rPr dirty="0" smtClean="0" sz="2000" spc="-3" i="1">
                <a:latin typeface="Arial"/>
                <a:cs typeface="Arial"/>
              </a:rPr>
              <a:t>M</a:t>
            </a:r>
            <a:r>
              <a:rPr dirty="0" smtClean="0" sz="2000" spc="-3" i="1">
                <a:latin typeface="Arial"/>
                <a:cs typeface="Arial"/>
              </a:rPr>
              <a:t>u</a:t>
            </a:r>
            <a:r>
              <a:rPr dirty="0" smtClean="0" sz="2000" spc="-3" i="1">
                <a:latin typeface="Arial"/>
                <a:cs typeface="Arial"/>
              </a:rPr>
              <a:t>lti</a:t>
            </a:r>
            <a:r>
              <a:rPr dirty="0" smtClean="0" sz="2000" spc="-3" i="1">
                <a:latin typeface="Arial"/>
                <a:cs typeface="Arial"/>
              </a:rPr>
              <a:t>p</a:t>
            </a:r>
            <a:r>
              <a:rPr dirty="0" smtClean="0" sz="2000" spc="-3" i="1">
                <a:latin typeface="Arial"/>
                <a:cs typeface="Arial"/>
              </a:rPr>
              <a:t>le</a:t>
            </a:r>
            <a:r>
              <a:rPr dirty="0" smtClean="0" sz="2000" spc="-3" i="1">
                <a:latin typeface="Arial"/>
                <a:cs typeface="Arial"/>
              </a:rPr>
              <a:t> </a:t>
            </a:r>
            <a:r>
              <a:rPr dirty="0" smtClean="0" sz="2000" spc="-3" i="1">
                <a:latin typeface="Arial"/>
                <a:cs typeface="Arial"/>
              </a:rPr>
              <a:t>Acc</a:t>
            </a:r>
            <a:r>
              <a:rPr dirty="0" smtClean="0" sz="2000" spc="-3" i="1">
                <a:latin typeface="Arial"/>
                <a:cs typeface="Arial"/>
              </a:rPr>
              <a:t>e</a:t>
            </a:r>
            <a:r>
              <a:rPr dirty="0" smtClean="0" sz="2000" spc="-3" i="1">
                <a:latin typeface="Arial"/>
                <a:cs typeface="Arial"/>
              </a:rPr>
              <a:t>s</a:t>
            </a:r>
            <a:r>
              <a:rPr dirty="0" smtClean="0" sz="2000" spc="-3" i="1">
                <a:latin typeface="Arial"/>
                <a:cs typeface="Arial"/>
              </a:rPr>
              <a:t>s</a:t>
            </a:r>
            <a:r>
              <a:rPr dirty="0" smtClean="0" sz="2000" spc="-3">
                <a:latin typeface="Arial"/>
                <a:cs typeface="Arial"/>
              </a:rPr>
              <a:t>)</a:t>
            </a:r>
            <a:r>
              <a:rPr dirty="0" smtClean="0" sz="2000" spc="-3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41"/>
              </a:lnSpc>
              <a:spcBef>
                <a:spcPts val="1195"/>
              </a:spcBef>
            </a:pPr>
            <a:r>
              <a:rPr dirty="0" smtClean="0" sz="2000" spc="-200">
                <a:latin typeface="Arial"/>
                <a:cs typeface="Arial"/>
              </a:rPr>
              <a:t>T</a:t>
            </a:r>
            <a:r>
              <a:rPr dirty="0" smtClean="0" sz="2000" spc="-9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9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64">
                <a:latin typeface="Arial"/>
                <a:cs typeface="Arial"/>
              </a:rPr>
              <a:t> </a:t>
            </a:r>
            <a:r>
              <a:rPr dirty="0" smtClean="0" sz="2000" spc="-9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-14">
                <a:latin typeface="Arial"/>
                <a:cs typeface="Arial"/>
              </a:rPr>
              <a:t>t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79">
                <a:latin typeface="Arial"/>
                <a:cs typeface="Arial"/>
              </a:rPr>
              <a:t> </a:t>
            </a:r>
            <a:r>
              <a:rPr dirty="0" smtClean="0" sz="2000" spc="-9" i="1">
                <a:latin typeface="Arial"/>
                <a:cs typeface="Arial"/>
              </a:rPr>
              <a:t>p</a:t>
            </a:r>
            <a:r>
              <a:rPr dirty="0" smtClean="0" sz="2000" spc="4" i="1">
                <a:latin typeface="Arial"/>
                <a:cs typeface="Arial"/>
              </a:rPr>
              <a:t>a</a:t>
            </a:r>
            <a:r>
              <a:rPr dirty="0" smtClean="0" sz="2000" spc="0" i="1">
                <a:latin typeface="Arial"/>
                <a:cs typeface="Arial"/>
              </a:rPr>
              <a:t>ck</a:t>
            </a:r>
            <a:r>
              <a:rPr dirty="0" smtClean="0" sz="2000" spc="-9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t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54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s</a:t>
            </a:r>
            <a:r>
              <a:rPr dirty="0" smtClean="0" sz="2000" spc="19" i="1">
                <a:latin typeface="Arial"/>
                <a:cs typeface="Arial"/>
              </a:rPr>
              <a:t>w</a:t>
            </a:r>
            <a:r>
              <a:rPr dirty="0" smtClean="0" sz="2000" spc="0" i="1">
                <a:latin typeface="Arial"/>
                <a:cs typeface="Arial"/>
              </a:rPr>
              <a:t>it</a:t>
            </a:r>
            <a:r>
              <a:rPr dirty="0" smtClean="0" sz="2000" spc="4" i="1">
                <a:latin typeface="Arial"/>
                <a:cs typeface="Arial"/>
              </a:rPr>
              <a:t>c</a:t>
            </a:r>
            <a:r>
              <a:rPr dirty="0" smtClean="0" sz="2000" spc="0" i="1">
                <a:latin typeface="Arial"/>
                <a:cs typeface="Arial"/>
              </a:rPr>
              <a:t>h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75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c</a:t>
            </a:r>
            <a:r>
              <a:rPr dirty="0" smtClean="0" sz="2000" spc="4" i="1">
                <a:latin typeface="Arial"/>
                <a:cs typeface="Arial"/>
              </a:rPr>
              <a:t>o</a:t>
            </a:r>
            <a:r>
              <a:rPr dirty="0" smtClean="0" sz="2000" spc="-25" i="1">
                <a:latin typeface="Arial"/>
                <a:cs typeface="Arial"/>
              </a:rPr>
              <a:t>m</a:t>
            </a:r>
            <a:r>
              <a:rPr dirty="0" smtClean="0" sz="2000" spc="-25" i="1">
                <a:latin typeface="Arial"/>
                <a:cs typeface="Arial"/>
              </a:rPr>
              <a:t>m</a:t>
            </a:r>
            <a:r>
              <a:rPr dirty="0" smtClean="0" sz="2000" spc="4" i="1">
                <a:latin typeface="Arial"/>
                <a:cs typeface="Arial"/>
              </a:rPr>
              <a:t>u</a:t>
            </a:r>
            <a:r>
              <a:rPr dirty="0" smtClean="0" sz="2000" spc="4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ica</a:t>
            </a:r>
            <a:r>
              <a:rPr dirty="0" smtClean="0" sz="2000" spc="4" i="1">
                <a:latin typeface="Arial"/>
                <a:cs typeface="Arial"/>
              </a:rPr>
              <a:t>t</a:t>
            </a:r>
            <a:r>
              <a:rPr dirty="0" smtClean="0" sz="2000" spc="0" i="1">
                <a:latin typeface="Arial"/>
                <a:cs typeface="Arial"/>
              </a:rPr>
              <a:t>io</a:t>
            </a:r>
            <a:r>
              <a:rPr dirty="0" smtClean="0" sz="2000" spc="4" i="1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,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75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-9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mb</a:t>
            </a:r>
            <a:r>
              <a:rPr dirty="0" smtClean="0" sz="2000" spc="9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-9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89">
                <a:latin typeface="Arial"/>
                <a:cs typeface="Arial"/>
              </a:rPr>
              <a:t> </a:t>
            </a:r>
            <a:r>
              <a:rPr dirty="0" smtClean="0" sz="2000" spc="-19">
                <a:latin typeface="Arial"/>
                <a:cs typeface="Arial"/>
              </a:rPr>
              <a:t>k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n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69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-4">
                <a:latin typeface="Arial"/>
                <a:cs typeface="Arial"/>
              </a:rPr>
              <a:t>h</a:t>
            </a:r>
            <a:r>
              <a:rPr dirty="0" smtClean="0" sz="2000" spc="9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9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64">
                <a:latin typeface="Arial"/>
                <a:cs typeface="Arial"/>
              </a:rPr>
              <a:t> </a:t>
            </a:r>
            <a:r>
              <a:rPr dirty="0" smtClean="0" sz="2000" spc="-9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-14">
                <a:latin typeface="Arial"/>
                <a:cs typeface="Arial"/>
              </a:rPr>
              <a:t>t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9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ik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378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363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-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378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363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itin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-9">
                <a:latin typeface="Arial"/>
                <a:cs typeface="Arial"/>
              </a:rPr>
              <a:t>g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lka</a:t>
            </a:r>
            <a:r>
              <a:rPr dirty="0" smtClean="0" sz="2000" spc="1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.</a:t>
            </a:r>
            <a:r>
              <a:rPr dirty="0" smtClean="0" sz="2000" spc="388">
                <a:latin typeface="Arial"/>
                <a:cs typeface="Arial"/>
              </a:rPr>
              <a:t> </a:t>
            </a:r>
            <a:r>
              <a:rPr dirty="0" smtClean="0" sz="2000" spc="-154">
                <a:latin typeface="Arial"/>
                <a:cs typeface="Arial"/>
              </a:rPr>
              <a:t>Y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378">
                <a:latin typeface="Arial"/>
                <a:cs typeface="Arial"/>
              </a:rPr>
              <a:t> </a:t>
            </a:r>
            <a:r>
              <a:rPr dirty="0" smtClean="0" sz="2000" spc="9">
                <a:latin typeface="Arial"/>
                <a:cs typeface="Arial"/>
              </a:rPr>
              <a:t>ad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373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lah</a:t>
            </a:r>
            <a:r>
              <a:rPr dirty="0" smtClean="0" sz="2000" spc="403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-9">
                <a:latin typeface="Arial"/>
                <a:cs typeface="Arial"/>
              </a:rPr>
              <a:t>u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-14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378">
                <a:latin typeface="Arial"/>
                <a:cs typeface="Arial"/>
              </a:rPr>
              <a:t> </a:t>
            </a:r>
            <a:r>
              <a:rPr dirty="0" smtClean="0" sz="2000" spc="4">
                <a:latin typeface="Arial"/>
                <a:cs typeface="Arial"/>
              </a:rPr>
              <a:t>p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-19">
                <a:latin typeface="Arial"/>
                <a:cs typeface="Arial"/>
              </a:rPr>
              <a:t>y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ia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152" y="3412152"/>
            <a:ext cx="67441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5">
                <a:latin typeface="Arial"/>
                <a:cs typeface="Arial"/>
              </a:rPr>
              <a:t>k</a:t>
            </a:r>
            <a:r>
              <a:rPr dirty="0" smtClean="0" sz="2000" spc="5">
                <a:latin typeface="Arial"/>
                <a:cs typeface="Arial"/>
              </a:rPr>
              <a:t>a</a:t>
            </a:r>
            <a:r>
              <a:rPr dirty="0" smtClean="0" sz="2000" spc="5">
                <a:latin typeface="Arial"/>
                <a:cs typeface="Arial"/>
              </a:rPr>
              <a:t>n</a:t>
            </a:r>
            <a:r>
              <a:rPr dirty="0" smtClean="0" sz="2000" spc="5">
                <a:latin typeface="Arial"/>
                <a:cs typeface="Arial"/>
              </a:rPr>
              <a:t>a</a:t>
            </a:r>
            <a:r>
              <a:rPr dirty="0" smtClean="0" sz="2000" spc="5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570" y="3412152"/>
            <a:ext cx="63016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le</a:t>
            </a:r>
            <a:r>
              <a:rPr dirty="0" smtClean="0" sz="2000" spc="1">
                <a:latin typeface="Arial"/>
                <a:cs typeface="Arial"/>
              </a:rPr>
              <a:t>b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870" y="3412152"/>
            <a:ext cx="682810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3">
                <a:latin typeface="Arial"/>
                <a:cs typeface="Arial"/>
              </a:rPr>
              <a:t>u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t</a:t>
            </a:r>
            <a:r>
              <a:rPr dirty="0" smtClean="0" sz="2000" spc="-3">
                <a:latin typeface="Arial"/>
                <a:cs typeface="Arial"/>
              </a:rPr>
              <a:t>u</a:t>
            </a:r>
            <a:r>
              <a:rPr dirty="0" smtClean="0" sz="2000" spc="-3"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6004" y="3412152"/>
            <a:ext cx="123671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d</a:t>
            </a:r>
            <a:r>
              <a:rPr dirty="0" smtClean="0" sz="2000">
                <a:latin typeface="Arial"/>
                <a:cs typeface="Arial"/>
              </a:rPr>
              <a:t>i</a:t>
            </a:r>
            <a:r>
              <a:rPr dirty="0" smtClean="0" sz="2000">
                <a:latin typeface="Arial"/>
                <a:cs typeface="Arial"/>
              </a:rPr>
              <a:t>g</a:t>
            </a:r>
            <a:r>
              <a:rPr dirty="0" smtClean="0" sz="2000">
                <a:latin typeface="Arial"/>
                <a:cs typeface="Arial"/>
              </a:rPr>
              <a:t>u</a:t>
            </a:r>
            <a:r>
              <a:rPr dirty="0" smtClean="0" sz="2000">
                <a:latin typeface="Arial"/>
                <a:cs typeface="Arial"/>
              </a:rPr>
              <a:t>n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kan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2904" y="3412152"/>
            <a:ext cx="826500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Arial"/>
                <a:cs typeface="Arial"/>
              </a:rPr>
              <a:t>s</a:t>
            </a:r>
            <a:r>
              <a:rPr dirty="0" smtClean="0" sz="2000">
                <a:latin typeface="Arial"/>
                <a:cs typeface="Arial"/>
              </a:rPr>
              <a:t>e</a:t>
            </a:r>
            <a:r>
              <a:rPr dirty="0" smtClean="0" sz="2000">
                <a:latin typeface="Arial"/>
                <a:cs typeface="Arial"/>
              </a:rPr>
              <a:t>c</a:t>
            </a:r>
            <a:r>
              <a:rPr dirty="0" smtClean="0" sz="2000">
                <a:latin typeface="Arial"/>
                <a:cs typeface="Arial"/>
              </a:rPr>
              <a:t>a</a:t>
            </a:r>
            <a:r>
              <a:rPr dirty="0" smtClean="0" sz="2000">
                <a:latin typeface="Arial"/>
                <a:cs typeface="Arial"/>
              </a:rPr>
              <a:t>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5659" y="3412152"/>
            <a:ext cx="175456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Arial"/>
                <a:cs typeface="Arial"/>
              </a:rPr>
              <a:t>b</a:t>
            </a:r>
            <a:r>
              <a:rPr dirty="0" smtClean="0" sz="2000" spc="-2">
                <a:latin typeface="Arial"/>
                <a:cs typeface="Arial"/>
              </a:rPr>
              <a:t>e</a:t>
            </a:r>
            <a:r>
              <a:rPr dirty="0" smtClean="0" sz="2000" spc="-2">
                <a:latin typeface="Arial"/>
                <a:cs typeface="Arial"/>
              </a:rPr>
              <a:t>r</a:t>
            </a:r>
            <a:r>
              <a:rPr dirty="0" smtClean="0" sz="2000" spc="-2">
                <a:latin typeface="Arial"/>
                <a:cs typeface="Arial"/>
              </a:rPr>
              <a:t>sam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-</a:t>
            </a:r>
            <a:r>
              <a:rPr dirty="0" smtClean="0" sz="2000" spc="-2">
                <a:latin typeface="Arial"/>
                <a:cs typeface="Arial"/>
              </a:rPr>
              <a:t>s</a:t>
            </a:r>
            <a:r>
              <a:rPr dirty="0" smtClean="0" sz="2000" spc="-2">
                <a:latin typeface="Arial"/>
                <a:cs typeface="Arial"/>
              </a:rPr>
              <a:t>a</a:t>
            </a:r>
            <a:r>
              <a:rPr dirty="0" smtClean="0" sz="2000" spc="-2">
                <a:latin typeface="Arial"/>
                <a:cs typeface="Arial"/>
              </a:rPr>
              <a:t>m</a:t>
            </a:r>
            <a:r>
              <a:rPr dirty="0" smtClean="0" sz="2000" spc="-2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28433" y="3412152"/>
            <a:ext cx="245509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8">
                <a:latin typeface="Arial"/>
                <a:cs typeface="Arial"/>
              </a:rPr>
              <a:t>o</a:t>
            </a:r>
            <a:r>
              <a:rPr dirty="0" smtClean="0" sz="2000" spc="18">
                <a:latin typeface="Arial"/>
                <a:cs typeface="Arial"/>
              </a:rPr>
              <a:t>l</a:t>
            </a:r>
            <a:r>
              <a:rPr dirty="0" smtClean="0" sz="2000" spc="18">
                <a:latin typeface="Arial"/>
                <a:cs typeface="Arial"/>
              </a:rPr>
              <a:t>e</a:t>
            </a:r>
            <a:r>
              <a:rPr dirty="0" smtClean="0" sz="2000" spc="18">
                <a:latin typeface="Arial"/>
                <a:cs typeface="Arial"/>
              </a:rPr>
              <a:t>h</a:t>
            </a:r>
            <a:r>
              <a:rPr dirty="0" smtClean="0" sz="2000" spc="18">
                <a:latin typeface="Arial"/>
                <a:cs typeface="Arial"/>
              </a:rPr>
              <a:t> </a:t>
            </a:r>
            <a:r>
              <a:rPr dirty="0" smtClean="0" sz="2000" spc="18">
                <a:latin typeface="Arial"/>
                <a:cs typeface="Arial"/>
              </a:rPr>
              <a:t> </a:t>
            </a:r>
            <a:r>
              <a:rPr dirty="0" smtClean="0" sz="2000" spc="18">
                <a:latin typeface="Arial"/>
                <a:cs typeface="Arial"/>
              </a:rPr>
              <a:t>m</a:t>
            </a:r>
            <a:r>
              <a:rPr dirty="0" smtClean="0" sz="2000" spc="18">
                <a:latin typeface="Arial"/>
                <a:cs typeface="Arial"/>
              </a:rPr>
              <a:t>a</a:t>
            </a:r>
            <a:r>
              <a:rPr dirty="0" smtClean="0" sz="2000" spc="18">
                <a:latin typeface="Arial"/>
                <a:cs typeface="Arial"/>
              </a:rPr>
              <a:t>sin</a:t>
            </a:r>
            <a:r>
              <a:rPr dirty="0" smtClean="0" sz="2000" spc="18">
                <a:latin typeface="Arial"/>
                <a:cs typeface="Arial"/>
              </a:rPr>
              <a:t>g</a:t>
            </a:r>
            <a:r>
              <a:rPr dirty="0" smtClean="0" sz="2000" spc="18">
                <a:latin typeface="Arial"/>
                <a:cs typeface="Arial"/>
              </a:rPr>
              <a:t>-</a:t>
            </a:r>
            <a:r>
              <a:rPr dirty="0" smtClean="0" sz="2000" spc="18">
                <a:latin typeface="Arial"/>
                <a:cs typeface="Arial"/>
              </a:rPr>
              <a:t>m</a:t>
            </a:r>
            <a:r>
              <a:rPr dirty="0" smtClean="0" sz="2000" spc="18">
                <a:latin typeface="Arial"/>
                <a:cs typeface="Arial"/>
              </a:rPr>
              <a:t>a</a:t>
            </a:r>
            <a:r>
              <a:rPr dirty="0" smtClean="0" sz="2000" spc="18">
                <a:latin typeface="Arial"/>
                <a:cs typeface="Arial"/>
              </a:rPr>
              <a:t>sing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152" y="3717464"/>
            <a:ext cx="9027096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1">
                <a:latin typeface="Arial"/>
                <a:cs typeface="Arial"/>
              </a:rPr>
              <a:t>k</a:t>
            </a:r>
            <a:r>
              <a:rPr dirty="0" smtClean="0" sz="2000" spc="21">
                <a:latin typeface="Arial"/>
                <a:cs typeface="Arial"/>
              </a:rPr>
              <a:t>o</a:t>
            </a:r>
            <a:r>
              <a:rPr dirty="0" smtClean="0" sz="2000" spc="21">
                <a:latin typeface="Arial"/>
                <a:cs typeface="Arial"/>
              </a:rPr>
              <a:t>m</a:t>
            </a:r>
            <a:r>
              <a:rPr dirty="0" smtClean="0" sz="2000" spc="21">
                <a:latin typeface="Arial"/>
                <a:cs typeface="Arial"/>
              </a:rPr>
              <a:t>u</a:t>
            </a:r>
            <a:r>
              <a:rPr dirty="0" smtClean="0" sz="2000" spc="21">
                <a:latin typeface="Arial"/>
                <a:cs typeface="Arial"/>
              </a:rPr>
              <a:t>n</a:t>
            </a:r>
            <a:r>
              <a:rPr dirty="0" smtClean="0" sz="2000" spc="21">
                <a:latin typeface="Arial"/>
                <a:cs typeface="Arial"/>
              </a:rPr>
              <a:t>ik</a:t>
            </a:r>
            <a:r>
              <a:rPr dirty="0" smtClean="0" sz="2000" spc="21">
                <a:latin typeface="Arial"/>
                <a:cs typeface="Arial"/>
              </a:rPr>
              <a:t>a</a:t>
            </a:r>
            <a:r>
              <a:rPr dirty="0" smtClean="0" sz="2000" spc="21">
                <a:latin typeface="Arial"/>
                <a:cs typeface="Arial"/>
              </a:rPr>
              <a:t>si</a:t>
            </a:r>
            <a:r>
              <a:rPr dirty="0" smtClean="0" sz="2000" spc="21">
                <a:latin typeface="Arial"/>
                <a:cs typeface="Arial"/>
              </a:rPr>
              <a:t> </a:t>
            </a:r>
            <a:r>
              <a:rPr dirty="0" smtClean="0" sz="2000" spc="21">
                <a:latin typeface="Arial"/>
                <a:cs typeface="Arial"/>
              </a:rPr>
              <a:t>y</a:t>
            </a:r>
            <a:r>
              <a:rPr dirty="0" smtClean="0" sz="2000" spc="21">
                <a:latin typeface="Arial"/>
                <a:cs typeface="Arial"/>
              </a:rPr>
              <a:t>a</a:t>
            </a:r>
            <a:r>
              <a:rPr dirty="0" smtClean="0" sz="2000" spc="21">
                <a:latin typeface="Arial"/>
                <a:cs typeface="Arial"/>
              </a:rPr>
              <a:t>n</a:t>
            </a:r>
            <a:r>
              <a:rPr dirty="0" smtClean="0" sz="2000" spc="21">
                <a:latin typeface="Arial"/>
                <a:cs typeface="Arial"/>
              </a:rPr>
              <a:t>g</a:t>
            </a:r>
            <a:r>
              <a:rPr dirty="0" smtClean="0" sz="2000" spc="21">
                <a:latin typeface="Arial"/>
                <a:cs typeface="Arial"/>
              </a:rPr>
              <a:t> </a:t>
            </a:r>
            <a:r>
              <a:rPr dirty="0" smtClean="0" sz="2000" spc="21">
                <a:latin typeface="Arial"/>
                <a:cs typeface="Arial"/>
              </a:rPr>
              <a:t>b</a:t>
            </a:r>
            <a:r>
              <a:rPr dirty="0" smtClean="0" sz="2000" spc="21">
                <a:latin typeface="Arial"/>
                <a:cs typeface="Arial"/>
              </a:rPr>
              <a:t>e</a:t>
            </a:r>
            <a:r>
              <a:rPr dirty="0" smtClean="0" sz="2000" spc="21">
                <a:latin typeface="Arial"/>
                <a:cs typeface="Arial"/>
              </a:rPr>
              <a:t>r</a:t>
            </a:r>
            <a:r>
              <a:rPr dirty="0" smtClean="0" sz="2000" spc="21">
                <a:latin typeface="Arial"/>
                <a:cs typeface="Arial"/>
              </a:rPr>
              <a:t>l</a:t>
            </a:r>
            <a:r>
              <a:rPr dirty="0" smtClean="0" sz="2000" spc="21">
                <a:latin typeface="Arial"/>
                <a:cs typeface="Arial"/>
              </a:rPr>
              <a:t>a</a:t>
            </a:r>
            <a:r>
              <a:rPr dirty="0" smtClean="0" sz="2000" spc="21">
                <a:latin typeface="Arial"/>
                <a:cs typeface="Arial"/>
              </a:rPr>
              <a:t>n</a:t>
            </a:r>
            <a:r>
              <a:rPr dirty="0" smtClean="0" sz="2000" spc="21">
                <a:latin typeface="Arial"/>
                <a:cs typeface="Arial"/>
              </a:rPr>
              <a:t>g</a:t>
            </a:r>
            <a:r>
              <a:rPr dirty="0" smtClean="0" sz="2000" spc="21">
                <a:latin typeface="Arial"/>
                <a:cs typeface="Arial"/>
              </a:rPr>
              <a:t>s</a:t>
            </a:r>
            <a:r>
              <a:rPr dirty="0" smtClean="0" sz="2000" spc="21">
                <a:latin typeface="Arial"/>
                <a:cs typeface="Arial"/>
              </a:rPr>
              <a:t>u</a:t>
            </a:r>
            <a:r>
              <a:rPr dirty="0" smtClean="0" sz="2000" spc="21">
                <a:latin typeface="Arial"/>
                <a:cs typeface="Arial"/>
              </a:rPr>
              <a:t>n</a:t>
            </a:r>
            <a:r>
              <a:rPr dirty="0" smtClean="0" sz="2000" spc="21">
                <a:latin typeface="Arial"/>
                <a:cs typeface="Arial"/>
              </a:rPr>
              <a:t>g</a:t>
            </a:r>
            <a:r>
              <a:rPr dirty="0" smtClean="0" sz="2000" spc="21">
                <a:latin typeface="Arial"/>
                <a:cs typeface="Arial"/>
              </a:rPr>
              <a:t>,</a:t>
            </a:r>
            <a:r>
              <a:rPr dirty="0" smtClean="0" sz="2000" spc="21">
                <a:latin typeface="Arial"/>
                <a:cs typeface="Arial"/>
              </a:rPr>
              <a:t> </a:t>
            </a:r>
            <a:r>
              <a:rPr dirty="0" smtClean="0" sz="2000" spc="21">
                <a:latin typeface="Arial"/>
                <a:cs typeface="Arial"/>
              </a:rPr>
              <a:t>d</a:t>
            </a:r>
            <a:r>
              <a:rPr dirty="0" smtClean="0" sz="2000" spc="21">
                <a:latin typeface="Arial"/>
                <a:cs typeface="Arial"/>
              </a:rPr>
              <a:t>e</a:t>
            </a:r>
            <a:r>
              <a:rPr dirty="0" smtClean="0" sz="2000" spc="21">
                <a:latin typeface="Arial"/>
                <a:cs typeface="Arial"/>
              </a:rPr>
              <a:t>n</a:t>
            </a:r>
            <a:r>
              <a:rPr dirty="0" smtClean="0" sz="2000" spc="21">
                <a:latin typeface="Arial"/>
                <a:cs typeface="Arial"/>
              </a:rPr>
              <a:t>g</a:t>
            </a:r>
            <a:r>
              <a:rPr dirty="0" smtClean="0" sz="2000" spc="21">
                <a:latin typeface="Arial"/>
                <a:cs typeface="Arial"/>
              </a:rPr>
              <a:t>a</a:t>
            </a:r>
            <a:r>
              <a:rPr dirty="0" smtClean="0" sz="2000" spc="21">
                <a:latin typeface="Arial"/>
                <a:cs typeface="Arial"/>
              </a:rPr>
              <a:t>n</a:t>
            </a:r>
            <a:r>
              <a:rPr dirty="0" smtClean="0" sz="2000" spc="21">
                <a:latin typeface="Arial"/>
                <a:cs typeface="Arial"/>
              </a:rPr>
              <a:t> </a:t>
            </a:r>
            <a:r>
              <a:rPr dirty="0" smtClean="0" sz="2000" spc="21">
                <a:latin typeface="Arial"/>
                <a:cs typeface="Arial"/>
              </a:rPr>
              <a:t>s</a:t>
            </a:r>
            <a:r>
              <a:rPr dirty="0" smtClean="0" sz="2000" spc="21">
                <a:latin typeface="Arial"/>
                <a:cs typeface="Arial"/>
              </a:rPr>
              <a:t>u</a:t>
            </a:r>
            <a:r>
              <a:rPr dirty="0" smtClean="0" sz="2000" spc="21">
                <a:latin typeface="Arial"/>
                <a:cs typeface="Arial"/>
              </a:rPr>
              <a:t>a</a:t>
            </a:r>
            <a:r>
              <a:rPr dirty="0" smtClean="0" sz="2000" spc="21">
                <a:latin typeface="Arial"/>
                <a:cs typeface="Arial"/>
              </a:rPr>
              <a:t>tu</a:t>
            </a:r>
            <a:r>
              <a:rPr dirty="0" smtClean="0" sz="2000" spc="21">
                <a:latin typeface="Arial"/>
                <a:cs typeface="Arial"/>
              </a:rPr>
              <a:t> </a:t>
            </a:r>
            <a:r>
              <a:rPr dirty="0" smtClean="0" sz="2000" spc="21">
                <a:latin typeface="Arial"/>
                <a:cs typeface="Arial"/>
              </a:rPr>
              <a:t>p</a:t>
            </a:r>
            <a:r>
              <a:rPr dirty="0" smtClean="0" sz="2000" spc="21">
                <a:latin typeface="Arial"/>
                <a:cs typeface="Arial"/>
              </a:rPr>
              <a:t>r</a:t>
            </a:r>
            <a:r>
              <a:rPr dirty="0" smtClean="0" sz="2000" spc="21">
                <a:latin typeface="Arial"/>
                <a:cs typeface="Arial"/>
              </a:rPr>
              <a:t>o</a:t>
            </a:r>
            <a:r>
              <a:rPr dirty="0" smtClean="0" sz="2000" spc="21">
                <a:latin typeface="Arial"/>
                <a:cs typeface="Arial"/>
              </a:rPr>
              <a:t>t</a:t>
            </a:r>
            <a:r>
              <a:rPr dirty="0" smtClean="0" sz="2000" spc="21">
                <a:latin typeface="Arial"/>
                <a:cs typeface="Arial"/>
              </a:rPr>
              <a:t>o</a:t>
            </a:r>
            <a:r>
              <a:rPr dirty="0" smtClean="0" sz="2000" spc="21">
                <a:latin typeface="Arial"/>
                <a:cs typeface="Arial"/>
              </a:rPr>
              <a:t>k</a:t>
            </a:r>
            <a:r>
              <a:rPr dirty="0" smtClean="0" sz="2000" spc="21">
                <a:latin typeface="Arial"/>
                <a:cs typeface="Arial"/>
              </a:rPr>
              <a:t>o</a:t>
            </a:r>
            <a:r>
              <a:rPr dirty="0" smtClean="0" sz="2000" spc="21">
                <a:latin typeface="Arial"/>
                <a:cs typeface="Arial"/>
              </a:rPr>
              <a:t>l</a:t>
            </a:r>
            <a:r>
              <a:rPr dirty="0" smtClean="0" sz="2000" spc="21">
                <a:latin typeface="Arial"/>
                <a:cs typeface="Arial"/>
              </a:rPr>
              <a:t> </a:t>
            </a:r>
            <a:r>
              <a:rPr dirty="0" smtClean="0" sz="2000" spc="21" i="1">
                <a:latin typeface="Arial"/>
                <a:cs typeface="Arial"/>
              </a:rPr>
              <a:t>M</a:t>
            </a:r>
            <a:r>
              <a:rPr dirty="0" smtClean="0" sz="2000" spc="21" i="1">
                <a:latin typeface="Arial"/>
                <a:cs typeface="Arial"/>
              </a:rPr>
              <a:t>e</a:t>
            </a:r>
            <a:r>
              <a:rPr dirty="0" smtClean="0" sz="2000" spc="21" i="1">
                <a:latin typeface="Arial"/>
                <a:cs typeface="Arial"/>
              </a:rPr>
              <a:t>d</a:t>
            </a:r>
            <a:r>
              <a:rPr dirty="0" smtClean="0" sz="2000" spc="21" i="1">
                <a:latin typeface="Arial"/>
                <a:cs typeface="Arial"/>
              </a:rPr>
              <a:t>i</a:t>
            </a:r>
            <a:r>
              <a:rPr dirty="0" smtClean="0" sz="2000" spc="21" i="1">
                <a:latin typeface="Arial"/>
                <a:cs typeface="Arial"/>
              </a:rPr>
              <a:t>u</a:t>
            </a:r>
            <a:r>
              <a:rPr dirty="0" smtClean="0" sz="2000" spc="21" i="1">
                <a:latin typeface="Arial"/>
                <a:cs typeface="Arial"/>
              </a:rPr>
              <a:t>m</a:t>
            </a:r>
            <a:r>
              <a:rPr dirty="0" smtClean="0" sz="2000" spc="21" i="1">
                <a:latin typeface="Arial"/>
                <a:cs typeface="Arial"/>
              </a:rPr>
              <a:t> </a:t>
            </a:r>
            <a:r>
              <a:rPr dirty="0" smtClean="0" sz="2000" spc="21" i="1">
                <a:latin typeface="Arial"/>
                <a:cs typeface="Arial"/>
              </a:rPr>
              <a:t>Acc</a:t>
            </a:r>
            <a:r>
              <a:rPr dirty="0" smtClean="0" sz="2000" spc="21" i="1">
                <a:latin typeface="Arial"/>
                <a:cs typeface="Arial"/>
              </a:rPr>
              <a:t>e</a:t>
            </a:r>
            <a:r>
              <a:rPr dirty="0" smtClean="0" sz="2000" spc="21" i="1">
                <a:latin typeface="Arial"/>
                <a:cs typeface="Arial"/>
              </a:rPr>
              <a:t>ss</a:t>
            </a:r>
            <a:r>
              <a:rPr dirty="0" smtClean="0" sz="2000" spc="21" i="1">
                <a:latin typeface="Arial"/>
                <a:cs typeface="Arial"/>
              </a:rPr>
              <a:t> </a:t>
            </a:r>
            <a:r>
              <a:rPr dirty="0" smtClean="0" sz="2000" spc="21" i="1">
                <a:latin typeface="Arial"/>
                <a:cs typeface="Arial"/>
              </a:rPr>
              <a:t>Co</a:t>
            </a:r>
            <a:r>
              <a:rPr dirty="0" smtClean="0" sz="2000" spc="21" i="1">
                <a:latin typeface="Arial"/>
                <a:cs typeface="Arial"/>
              </a:rPr>
              <a:t>n</a:t>
            </a:r>
            <a:r>
              <a:rPr dirty="0" smtClean="0" sz="2000" spc="21" i="1">
                <a:latin typeface="Arial"/>
                <a:cs typeface="Arial"/>
              </a:rPr>
              <a:t>tr</a:t>
            </a:r>
            <a:r>
              <a:rPr dirty="0" smtClean="0" sz="2000" spc="21" i="1">
                <a:latin typeface="Arial"/>
                <a:cs typeface="Arial"/>
              </a:rPr>
              <a:t>o</a:t>
            </a:r>
            <a:r>
              <a:rPr dirty="0" smtClean="0" sz="2000" spc="21" i="1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152" y="4022391"/>
            <a:ext cx="2040699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0">
                <a:latin typeface="Arial"/>
                <a:cs typeface="Arial"/>
              </a:rPr>
              <a:t>(</a:t>
            </a:r>
            <a:r>
              <a:rPr dirty="0" smtClean="0" sz="2000" spc="30">
                <a:latin typeface="Arial"/>
                <a:cs typeface="Arial"/>
              </a:rPr>
              <a:t>M</a:t>
            </a:r>
            <a:r>
              <a:rPr dirty="0" smtClean="0" sz="2000" spc="30">
                <a:latin typeface="Arial"/>
                <a:cs typeface="Arial"/>
              </a:rPr>
              <a:t>A</a:t>
            </a:r>
            <a:r>
              <a:rPr dirty="0" smtClean="0" sz="2000" spc="30">
                <a:latin typeface="Arial"/>
                <a:cs typeface="Arial"/>
              </a:rPr>
              <a:t>C</a:t>
            </a:r>
            <a:r>
              <a:rPr dirty="0" smtClean="0" sz="2000" spc="30">
                <a:latin typeface="Arial"/>
                <a:cs typeface="Arial"/>
              </a:rPr>
              <a:t>)</a:t>
            </a:r>
            <a:r>
              <a:rPr dirty="0" smtClean="0" sz="2000" spc="30">
                <a:latin typeface="Arial"/>
                <a:cs typeface="Arial"/>
              </a:rPr>
              <a:t>.</a:t>
            </a:r>
            <a:r>
              <a:rPr dirty="0" smtClean="0" sz="2000" spc="30">
                <a:latin typeface="Arial"/>
                <a:cs typeface="Arial"/>
              </a:rPr>
              <a:t> </a:t>
            </a:r>
            <a:r>
              <a:rPr dirty="0" smtClean="0" sz="2000" spc="30">
                <a:latin typeface="Arial"/>
                <a:cs typeface="Arial"/>
              </a:rPr>
              <a:t>Bi</a:t>
            </a:r>
            <a:r>
              <a:rPr dirty="0" smtClean="0" sz="2000" spc="30">
                <a:latin typeface="Arial"/>
                <a:cs typeface="Arial"/>
              </a:rPr>
              <a:t>a</a:t>
            </a:r>
            <a:r>
              <a:rPr dirty="0" smtClean="0" sz="2000" spc="30">
                <a:latin typeface="Arial"/>
                <a:cs typeface="Arial"/>
              </a:rPr>
              <a:t>s</a:t>
            </a:r>
            <a:r>
              <a:rPr dirty="0" smtClean="0" sz="2000" spc="30">
                <a:latin typeface="Arial"/>
                <a:cs typeface="Arial"/>
              </a:rPr>
              <a:t>a</a:t>
            </a:r>
            <a:r>
              <a:rPr dirty="0" smtClean="0" sz="2000" spc="30">
                <a:latin typeface="Arial"/>
                <a:cs typeface="Arial"/>
              </a:rPr>
              <a:t>n</a:t>
            </a:r>
            <a:r>
              <a:rPr dirty="0" smtClean="0" sz="2000" spc="30">
                <a:latin typeface="Arial"/>
                <a:cs typeface="Arial"/>
              </a:rPr>
              <a:t>y</a:t>
            </a:r>
            <a:r>
              <a:rPr dirty="0" smtClean="0" sz="2000" spc="3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4051" y="4022391"/>
            <a:ext cx="6793102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59">
                <a:latin typeface="Arial"/>
                <a:cs typeface="Arial"/>
              </a:rPr>
              <a:t>c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r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k</a:t>
            </a:r>
            <a:r>
              <a:rPr dirty="0" smtClean="0" sz="2000" spc="59">
                <a:latin typeface="Arial"/>
                <a:cs typeface="Arial"/>
              </a:rPr>
              <a:t>s</a:t>
            </a:r>
            <a:r>
              <a:rPr dirty="0" smtClean="0" sz="2000" spc="59">
                <a:latin typeface="Arial"/>
                <a:cs typeface="Arial"/>
              </a:rPr>
              <a:t>e</a:t>
            </a:r>
            <a:r>
              <a:rPr dirty="0" smtClean="0" sz="2000" spc="59">
                <a:latin typeface="Arial"/>
                <a:cs typeface="Arial"/>
              </a:rPr>
              <a:t>s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b</a:t>
            </a:r>
            <a:r>
              <a:rPr dirty="0" smtClean="0" sz="2000" spc="59">
                <a:latin typeface="Arial"/>
                <a:cs typeface="Arial"/>
              </a:rPr>
              <a:t>e</a:t>
            </a:r>
            <a:r>
              <a:rPr dirty="0" smtClean="0" sz="2000" spc="59">
                <a:latin typeface="Arial"/>
                <a:cs typeface="Arial"/>
              </a:rPr>
              <a:t>rs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ma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s</a:t>
            </a:r>
            <a:r>
              <a:rPr dirty="0" smtClean="0" sz="2000" spc="59">
                <a:latin typeface="Arial"/>
                <a:cs typeface="Arial"/>
              </a:rPr>
              <a:t>e</a:t>
            </a:r>
            <a:r>
              <a:rPr dirty="0" smtClean="0" sz="2000" spc="59">
                <a:latin typeface="Arial"/>
                <a:cs typeface="Arial"/>
              </a:rPr>
              <a:t>p</a:t>
            </a:r>
            <a:r>
              <a:rPr dirty="0" smtClean="0" sz="2000" spc="59">
                <a:latin typeface="Arial"/>
                <a:cs typeface="Arial"/>
              </a:rPr>
              <a:t>e</a:t>
            </a:r>
            <a:r>
              <a:rPr dirty="0" smtClean="0" sz="2000" spc="59">
                <a:latin typeface="Arial"/>
                <a:cs typeface="Arial"/>
              </a:rPr>
              <a:t>rti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ini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k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n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le</a:t>
            </a:r>
            <a:r>
              <a:rPr dirty="0" smtClean="0" sz="2000" spc="59">
                <a:latin typeface="Arial"/>
                <a:cs typeface="Arial"/>
              </a:rPr>
              <a:t>b</a:t>
            </a:r>
            <a:r>
              <a:rPr dirty="0" smtClean="0" sz="2000" spc="59">
                <a:latin typeface="Arial"/>
                <a:cs typeface="Arial"/>
              </a:rPr>
              <a:t>ih</a:t>
            </a:r>
            <a:r>
              <a:rPr dirty="0" smtClean="0" sz="2000" spc="59">
                <a:latin typeface="Arial"/>
                <a:cs typeface="Arial"/>
              </a:rPr>
              <a:t> </a:t>
            </a:r>
            <a:r>
              <a:rPr dirty="0" smtClean="0" sz="2000" spc="59">
                <a:latin typeface="Arial"/>
                <a:cs typeface="Arial"/>
              </a:rPr>
              <a:t>m</a:t>
            </a:r>
            <a:r>
              <a:rPr dirty="0" smtClean="0" sz="2000" spc="59">
                <a:latin typeface="Arial"/>
                <a:cs typeface="Arial"/>
              </a:rPr>
              <a:t>e</a:t>
            </a:r>
            <a:r>
              <a:rPr dirty="0" smtClean="0" sz="2000" spc="59">
                <a:latin typeface="Arial"/>
                <a:cs typeface="Arial"/>
              </a:rPr>
              <a:t>n</a:t>
            </a:r>
            <a:r>
              <a:rPr dirty="0" smtClean="0" sz="2000" spc="59">
                <a:latin typeface="Arial"/>
                <a:cs typeface="Arial"/>
              </a:rPr>
              <a:t>i</a:t>
            </a:r>
            <a:r>
              <a:rPr dirty="0" smtClean="0" sz="2000" spc="59">
                <a:latin typeface="Arial"/>
                <a:cs typeface="Arial"/>
              </a:rPr>
              <a:t>n</a:t>
            </a:r>
            <a:r>
              <a:rPr dirty="0" smtClean="0" sz="2000" spc="59">
                <a:latin typeface="Arial"/>
                <a:cs typeface="Arial"/>
              </a:rPr>
              <a:t>g</a:t>
            </a:r>
            <a:r>
              <a:rPr dirty="0" smtClean="0" sz="2000" spc="59">
                <a:latin typeface="Arial"/>
                <a:cs typeface="Arial"/>
              </a:rPr>
              <a:t>k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t</a:t>
            </a:r>
            <a:r>
              <a:rPr dirty="0" smtClean="0" sz="2000" spc="59">
                <a:latin typeface="Arial"/>
                <a:cs typeface="Arial"/>
              </a:rPr>
              <a:t>k</a:t>
            </a:r>
            <a:r>
              <a:rPr dirty="0" smtClean="0" sz="2000" spc="59">
                <a:latin typeface="Arial"/>
                <a:cs typeface="Arial"/>
              </a:rPr>
              <a:t>a</a:t>
            </a:r>
            <a:r>
              <a:rPr dirty="0" smtClean="0" sz="2000" spc="59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152" y="4326806"/>
            <a:ext cx="9019853" cy="195681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7260" algn="just">
              <a:lnSpc>
                <a:spcPts val="2145"/>
              </a:lnSpc>
            </a:pPr>
            <a:r>
              <a:rPr dirty="0" smtClean="0" sz="2000" spc="50" i="1">
                <a:latin typeface="Arial"/>
                <a:cs typeface="Arial"/>
              </a:rPr>
              <a:t>e</a:t>
            </a:r>
            <a:r>
              <a:rPr dirty="0" smtClean="0" sz="2000" spc="50" i="1">
                <a:latin typeface="Arial"/>
                <a:cs typeface="Arial"/>
              </a:rPr>
              <a:t>fisie</a:t>
            </a:r>
            <a:r>
              <a:rPr dirty="0" smtClean="0" sz="2000" spc="50" i="1">
                <a:latin typeface="Arial"/>
                <a:cs typeface="Arial"/>
              </a:rPr>
              <a:t>n</a:t>
            </a:r>
            <a:r>
              <a:rPr dirty="0" smtClean="0" sz="2000" spc="50" i="1">
                <a:latin typeface="Arial"/>
                <a:cs typeface="Arial"/>
              </a:rPr>
              <a:t>si</a:t>
            </a:r>
            <a:r>
              <a:rPr dirty="0" smtClean="0" sz="2000" spc="50" i="1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d</a:t>
            </a:r>
            <a:r>
              <a:rPr dirty="0" smtClean="0" sz="2000" spc="50">
                <a:latin typeface="Arial"/>
                <a:cs typeface="Arial"/>
              </a:rPr>
              <a:t>a</a:t>
            </a:r>
            <a:r>
              <a:rPr dirty="0" smtClean="0" sz="2000" spc="50">
                <a:latin typeface="Arial"/>
                <a:cs typeface="Arial"/>
              </a:rPr>
              <a:t>n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 i="1">
                <a:latin typeface="Arial"/>
                <a:cs typeface="Arial"/>
              </a:rPr>
              <a:t>u</a:t>
            </a:r>
            <a:r>
              <a:rPr dirty="0" smtClean="0" sz="2000" spc="50" i="1">
                <a:latin typeface="Arial"/>
                <a:cs typeface="Arial"/>
              </a:rPr>
              <a:t>til</a:t>
            </a:r>
            <a:r>
              <a:rPr dirty="0" smtClean="0" sz="2000" spc="50" i="1">
                <a:latin typeface="Arial"/>
                <a:cs typeface="Arial"/>
              </a:rPr>
              <a:t>i</a:t>
            </a:r>
            <a:r>
              <a:rPr dirty="0" smtClean="0" sz="2000" spc="50" i="1">
                <a:latin typeface="Arial"/>
                <a:cs typeface="Arial"/>
              </a:rPr>
              <a:t>t</a:t>
            </a:r>
            <a:r>
              <a:rPr dirty="0" smtClean="0" sz="2000" spc="50" i="1">
                <a:latin typeface="Arial"/>
                <a:cs typeface="Arial"/>
              </a:rPr>
              <a:t>a</a:t>
            </a:r>
            <a:r>
              <a:rPr dirty="0" smtClean="0" sz="2000" spc="50" i="1">
                <a:latin typeface="Arial"/>
                <a:cs typeface="Arial"/>
              </a:rPr>
              <a:t>s</a:t>
            </a:r>
            <a:r>
              <a:rPr dirty="0" smtClean="0" sz="2000" spc="50" i="1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s</a:t>
            </a:r>
            <a:r>
              <a:rPr dirty="0" smtClean="0" sz="2000" spc="50">
                <a:latin typeface="Arial"/>
                <a:cs typeface="Arial"/>
              </a:rPr>
              <a:t>a</a:t>
            </a:r>
            <a:r>
              <a:rPr dirty="0" smtClean="0" sz="2000" spc="50">
                <a:latin typeface="Arial"/>
                <a:cs typeface="Arial"/>
              </a:rPr>
              <a:t>lur</a:t>
            </a:r>
            <a:r>
              <a:rPr dirty="0" smtClean="0" sz="2000" spc="50">
                <a:latin typeface="Arial"/>
                <a:cs typeface="Arial"/>
              </a:rPr>
              <a:t>a</a:t>
            </a:r>
            <a:r>
              <a:rPr dirty="0" smtClean="0" sz="2000" spc="50">
                <a:latin typeface="Arial"/>
                <a:cs typeface="Arial"/>
              </a:rPr>
              <a:t>n</a:t>
            </a:r>
            <a:r>
              <a:rPr dirty="0" smtClean="0" sz="2000" spc="50">
                <a:latin typeface="Arial"/>
                <a:cs typeface="Arial"/>
              </a:rPr>
              <a:t>.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S</a:t>
            </a:r>
            <a:r>
              <a:rPr dirty="0" smtClean="0" sz="2000" spc="50">
                <a:latin typeface="Arial"/>
                <a:cs typeface="Arial"/>
              </a:rPr>
              <a:t>e</a:t>
            </a:r>
            <a:r>
              <a:rPr dirty="0" smtClean="0" sz="2000" spc="50">
                <a:latin typeface="Arial"/>
                <a:cs typeface="Arial"/>
              </a:rPr>
              <a:t>r</a:t>
            </a:r>
            <a:r>
              <a:rPr dirty="0" smtClean="0" sz="2000" spc="50">
                <a:latin typeface="Arial"/>
                <a:cs typeface="Arial"/>
              </a:rPr>
              <a:t>ta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m</a:t>
            </a:r>
            <a:r>
              <a:rPr dirty="0" smtClean="0" sz="2000" spc="50">
                <a:latin typeface="Arial"/>
                <a:cs typeface="Arial"/>
              </a:rPr>
              <a:t>e</a:t>
            </a:r>
            <a:r>
              <a:rPr dirty="0" smtClean="0" sz="2000" spc="50">
                <a:latin typeface="Arial"/>
                <a:cs typeface="Arial"/>
              </a:rPr>
              <a:t>m</a:t>
            </a:r>
            <a:r>
              <a:rPr dirty="0" smtClean="0" sz="2000" spc="50">
                <a:latin typeface="Arial"/>
                <a:cs typeface="Arial"/>
              </a:rPr>
              <a:t>u</a:t>
            </a:r>
            <a:r>
              <a:rPr dirty="0" smtClean="0" sz="2000" spc="50">
                <a:latin typeface="Arial"/>
                <a:cs typeface="Arial"/>
              </a:rPr>
              <a:t>n</a:t>
            </a:r>
            <a:r>
              <a:rPr dirty="0" smtClean="0" sz="2000" spc="50">
                <a:latin typeface="Arial"/>
                <a:cs typeface="Arial"/>
              </a:rPr>
              <a:t>g</a:t>
            </a:r>
            <a:r>
              <a:rPr dirty="0" smtClean="0" sz="2000" spc="50">
                <a:latin typeface="Arial"/>
                <a:cs typeface="Arial"/>
              </a:rPr>
              <a:t>kink</a:t>
            </a:r>
            <a:r>
              <a:rPr dirty="0" smtClean="0" sz="2000" spc="50">
                <a:latin typeface="Arial"/>
                <a:cs typeface="Arial"/>
              </a:rPr>
              <a:t>a</a:t>
            </a:r>
            <a:r>
              <a:rPr dirty="0" smtClean="0" sz="2000" spc="50">
                <a:latin typeface="Arial"/>
                <a:cs typeface="Arial"/>
              </a:rPr>
              <a:t>n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p</a:t>
            </a:r>
            <a:r>
              <a:rPr dirty="0" smtClean="0" sz="2000" spc="50">
                <a:latin typeface="Arial"/>
                <a:cs typeface="Arial"/>
              </a:rPr>
              <a:t>e</a:t>
            </a:r>
            <a:r>
              <a:rPr dirty="0" smtClean="0" sz="2000" spc="50">
                <a:latin typeface="Arial"/>
                <a:cs typeface="Arial"/>
              </a:rPr>
              <a:t>mb</a:t>
            </a:r>
            <a:r>
              <a:rPr dirty="0" smtClean="0" sz="2000" spc="50">
                <a:latin typeface="Arial"/>
                <a:cs typeface="Arial"/>
              </a:rPr>
              <a:t>e</a:t>
            </a:r>
            <a:r>
              <a:rPr dirty="0" smtClean="0" sz="2000" spc="50">
                <a:latin typeface="Arial"/>
                <a:cs typeface="Arial"/>
              </a:rPr>
              <a:t>r</a:t>
            </a:r>
            <a:r>
              <a:rPr dirty="0" smtClean="0" sz="2000" spc="50">
                <a:latin typeface="Arial"/>
                <a:cs typeface="Arial"/>
              </a:rPr>
              <a:t>ian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s</a:t>
            </a:r>
            <a:r>
              <a:rPr dirty="0" smtClean="0" sz="2000" spc="50">
                <a:latin typeface="Arial"/>
                <a:cs typeface="Arial"/>
              </a:rPr>
              <a:t>e</a:t>
            </a:r>
            <a:r>
              <a:rPr dirty="0" smtClean="0" sz="2000" spc="50">
                <a:latin typeface="Arial"/>
                <a:cs typeface="Arial"/>
              </a:rPr>
              <a:t>r</a:t>
            </a:r>
            <a:r>
              <a:rPr dirty="0" smtClean="0" sz="2000" spc="50">
                <a:latin typeface="Arial"/>
                <a:cs typeface="Arial"/>
              </a:rPr>
              <a:t>v</a:t>
            </a:r>
            <a:r>
              <a:rPr dirty="0" smtClean="0" sz="2000" spc="50">
                <a:latin typeface="Arial"/>
                <a:cs typeface="Arial"/>
              </a:rPr>
              <a:t>ice</a:t>
            </a:r>
            <a:r>
              <a:rPr dirty="0" smtClean="0" sz="2000" spc="50">
                <a:latin typeface="Arial"/>
                <a:cs typeface="Arial"/>
              </a:rPr>
              <a:t> </a:t>
            </a:r>
            <a:r>
              <a:rPr dirty="0" smtClean="0" sz="2000" spc="50">
                <a:latin typeface="Arial"/>
                <a:cs typeface="Arial"/>
              </a:rPr>
              <a:t>y</a:t>
            </a:r>
            <a:r>
              <a:rPr dirty="0" smtClean="0" sz="2000" spc="50">
                <a:latin typeface="Arial"/>
                <a:cs typeface="Arial"/>
              </a:rPr>
              <a:t>a</a:t>
            </a:r>
            <a:r>
              <a:rPr dirty="0" smtClean="0" sz="2000" spc="50">
                <a:latin typeface="Arial"/>
                <a:cs typeface="Arial"/>
              </a:rPr>
              <a:t>n</a:t>
            </a:r>
            <a:r>
              <a:rPr dirty="0" smtClean="0" sz="2000" spc="5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ct val="95825"/>
              </a:lnSpc>
            </a:pPr>
            <a:r>
              <a:rPr dirty="0" smtClean="0" sz="2000" spc="24">
                <a:latin typeface="Arial"/>
                <a:cs typeface="Arial"/>
              </a:rPr>
              <a:t>l</a:t>
            </a:r>
            <a:r>
              <a:rPr dirty="0" smtClean="0" sz="2000" spc="24">
                <a:latin typeface="Arial"/>
                <a:cs typeface="Arial"/>
              </a:rPr>
              <a:t>e</a:t>
            </a:r>
            <a:r>
              <a:rPr dirty="0" smtClean="0" sz="2000" spc="24">
                <a:latin typeface="Arial"/>
                <a:cs typeface="Arial"/>
              </a:rPr>
              <a:t>b</a:t>
            </a:r>
            <a:r>
              <a:rPr dirty="0" smtClean="0" sz="2000" spc="24">
                <a:latin typeface="Arial"/>
                <a:cs typeface="Arial"/>
              </a:rPr>
              <a:t>ih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b</a:t>
            </a:r>
            <a:r>
              <a:rPr dirty="0" smtClean="0" sz="2000" spc="24">
                <a:latin typeface="Arial"/>
                <a:cs typeface="Arial"/>
              </a:rPr>
              <a:t>e</a:t>
            </a:r>
            <a:r>
              <a:rPr dirty="0" smtClean="0" sz="2000" spc="24">
                <a:latin typeface="Arial"/>
                <a:cs typeface="Arial"/>
              </a:rPr>
              <a:t>r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g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m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d</a:t>
            </a:r>
            <a:r>
              <a:rPr dirty="0" smtClean="0" sz="2000" spc="24">
                <a:latin typeface="Arial"/>
                <a:cs typeface="Arial"/>
              </a:rPr>
              <a:t>e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g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ra</a:t>
            </a:r>
            <a:r>
              <a:rPr dirty="0" smtClean="0" sz="2000" spc="24">
                <a:latin typeface="Arial"/>
                <a:cs typeface="Arial"/>
              </a:rPr>
              <a:t>t</a:t>
            </a:r>
            <a:r>
              <a:rPr dirty="0" smtClean="0" sz="2000" spc="24">
                <a:latin typeface="Arial"/>
                <a:cs typeface="Arial"/>
              </a:rPr>
              <a:t>e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tr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s</a:t>
            </a:r>
            <a:r>
              <a:rPr dirty="0" smtClean="0" sz="2000" spc="24">
                <a:latin typeface="Arial"/>
                <a:cs typeface="Arial"/>
              </a:rPr>
              <a:t>m</a:t>
            </a:r>
            <a:r>
              <a:rPr dirty="0" smtClean="0" sz="2000" spc="24">
                <a:latin typeface="Arial"/>
                <a:cs typeface="Arial"/>
              </a:rPr>
              <a:t>isi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le</a:t>
            </a:r>
            <a:r>
              <a:rPr dirty="0" smtClean="0" sz="2000" spc="24">
                <a:latin typeface="Arial"/>
                <a:cs typeface="Arial"/>
              </a:rPr>
              <a:t>b</a:t>
            </a:r>
            <a:r>
              <a:rPr dirty="0" smtClean="0" sz="2000" spc="24">
                <a:latin typeface="Arial"/>
                <a:cs typeface="Arial"/>
              </a:rPr>
              <a:t>ih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b</a:t>
            </a:r>
            <a:r>
              <a:rPr dirty="0" smtClean="0" sz="2000" spc="24">
                <a:latin typeface="Arial"/>
                <a:cs typeface="Arial"/>
              </a:rPr>
              <a:t>e</a:t>
            </a:r>
            <a:r>
              <a:rPr dirty="0" smtClean="0" sz="2000" spc="24">
                <a:latin typeface="Arial"/>
                <a:cs typeface="Arial"/>
              </a:rPr>
              <a:t>s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r</a:t>
            </a:r>
            <a:r>
              <a:rPr dirty="0" smtClean="0" sz="2000" spc="24">
                <a:latin typeface="Arial"/>
                <a:cs typeface="Arial"/>
              </a:rPr>
              <a:t>.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r</a:t>
            </a:r>
            <a:r>
              <a:rPr dirty="0" smtClean="0" sz="2000" spc="24">
                <a:latin typeface="Arial"/>
                <a:cs typeface="Arial"/>
              </a:rPr>
              <a:t>ti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y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,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d</a:t>
            </a:r>
            <a:r>
              <a:rPr dirty="0" smtClean="0" sz="2000" spc="24">
                <a:latin typeface="Arial"/>
                <a:cs typeface="Arial"/>
              </a:rPr>
              <a:t>is</a:t>
            </a:r>
            <a:r>
              <a:rPr dirty="0" smtClean="0" sz="2000" spc="24">
                <a:latin typeface="Arial"/>
                <a:cs typeface="Arial"/>
              </a:rPr>
              <a:t>i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i</a:t>
            </a:r>
            <a:r>
              <a:rPr dirty="0" smtClean="0" sz="2000" spc="24">
                <a:latin typeface="Arial"/>
                <a:cs typeface="Arial"/>
              </a:rPr>
              <a:t> </a:t>
            </a:r>
            <a:r>
              <a:rPr dirty="0" smtClean="0" sz="2000" spc="24">
                <a:latin typeface="Arial"/>
                <a:cs typeface="Arial"/>
              </a:rPr>
              <a:t>d</a:t>
            </a:r>
            <a:r>
              <a:rPr dirty="0" smtClean="0" sz="2000" spc="24">
                <a:latin typeface="Arial"/>
                <a:cs typeface="Arial"/>
              </a:rPr>
              <a:t>i</a:t>
            </a:r>
            <a:r>
              <a:rPr dirty="0" smtClean="0" sz="2000" spc="24">
                <a:latin typeface="Arial"/>
                <a:cs typeface="Arial"/>
              </a:rPr>
              <a:t>m</a:t>
            </a:r>
            <a:r>
              <a:rPr dirty="0" smtClean="0" sz="2000" spc="24">
                <a:latin typeface="Arial"/>
                <a:cs typeface="Arial"/>
              </a:rPr>
              <a:t>u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g</a:t>
            </a:r>
            <a:r>
              <a:rPr dirty="0" smtClean="0" sz="2000" spc="24">
                <a:latin typeface="Arial"/>
                <a:cs typeface="Arial"/>
              </a:rPr>
              <a:t>ki</a:t>
            </a:r>
            <a:r>
              <a:rPr dirty="0" smtClean="0" sz="2000" spc="24">
                <a:latin typeface="Arial"/>
                <a:cs typeface="Arial"/>
              </a:rPr>
              <a:t>n</a:t>
            </a:r>
            <a:r>
              <a:rPr dirty="0" smtClean="0" sz="2000" spc="24">
                <a:latin typeface="Arial"/>
                <a:cs typeface="Arial"/>
              </a:rPr>
              <a:t>k</a:t>
            </a:r>
            <a:r>
              <a:rPr dirty="0" smtClean="0" sz="2000" spc="24">
                <a:latin typeface="Arial"/>
                <a:cs typeface="Arial"/>
              </a:rPr>
              <a:t>a</a:t>
            </a:r>
            <a:r>
              <a:rPr dirty="0" smtClean="0" sz="2000" spc="24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2700" marR="824099" algn="just">
              <a:lnSpc>
                <a:spcPct val="95825"/>
              </a:lnSpc>
              <a:spcBef>
                <a:spcPts val="100"/>
              </a:spcBef>
            </a:pPr>
            <a:r>
              <a:rPr dirty="0" smtClean="0" sz="2000" spc="0" i="1">
                <a:latin typeface="Arial"/>
                <a:cs typeface="Arial"/>
              </a:rPr>
              <a:t>b</a:t>
            </a:r>
            <a:r>
              <a:rPr dirty="0" smtClean="0" sz="2000" spc="0" i="1">
                <a:latin typeface="Arial"/>
                <a:cs typeface="Arial"/>
              </a:rPr>
              <a:t>a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d</a:t>
            </a:r>
            <a:r>
              <a:rPr dirty="0" smtClean="0" sz="2000" spc="0" i="1">
                <a:latin typeface="Arial"/>
                <a:cs typeface="Arial"/>
              </a:rPr>
              <a:t>w</a:t>
            </a:r>
            <a:r>
              <a:rPr dirty="0" smtClean="0" sz="2000" spc="0" i="1">
                <a:latin typeface="Arial"/>
                <a:cs typeface="Arial"/>
              </a:rPr>
              <a:t>i</a:t>
            </a:r>
            <a:r>
              <a:rPr dirty="0" smtClean="0" sz="2000" spc="0" i="1">
                <a:latin typeface="Arial"/>
                <a:cs typeface="Arial"/>
              </a:rPr>
              <a:t>d</a:t>
            </a:r>
            <a:r>
              <a:rPr dirty="0" smtClean="0" sz="2000" spc="0" i="1">
                <a:latin typeface="Arial"/>
                <a:cs typeface="Arial"/>
              </a:rPr>
              <a:t>th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(s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rv</a:t>
            </a:r>
            <a:r>
              <a:rPr dirty="0" smtClean="0" sz="2000" spc="0" i="1">
                <a:latin typeface="Arial"/>
                <a:cs typeface="Arial"/>
              </a:rPr>
              <a:t>i</a:t>
            </a:r>
            <a:r>
              <a:rPr dirty="0" smtClean="0" sz="2000" spc="0" i="1">
                <a:latin typeface="Arial"/>
                <a:cs typeface="Arial"/>
              </a:rPr>
              <a:t>c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)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o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 </a:t>
            </a:r>
            <a:r>
              <a:rPr dirty="0" smtClean="0" sz="2000" spc="0" i="1">
                <a:latin typeface="Arial"/>
                <a:cs typeface="Arial"/>
              </a:rPr>
              <a:t>d</a:t>
            </a:r>
            <a:r>
              <a:rPr dirty="0" smtClean="0" sz="2000" spc="0" i="1">
                <a:latin typeface="Arial"/>
                <a:cs typeface="Arial"/>
              </a:rPr>
              <a:t>e</a:t>
            </a:r>
            <a:r>
              <a:rPr dirty="0" smtClean="0" sz="2000" spc="0" i="1">
                <a:latin typeface="Arial"/>
                <a:cs typeface="Arial"/>
              </a:rPr>
              <a:t>m</a:t>
            </a:r>
            <a:r>
              <a:rPr dirty="0" smtClean="0" sz="2000" spc="0" i="1">
                <a:latin typeface="Arial"/>
                <a:cs typeface="Arial"/>
              </a:rPr>
              <a:t>a</a:t>
            </a:r>
            <a:r>
              <a:rPr dirty="0" smtClean="0" sz="2000" spc="0" i="1">
                <a:latin typeface="Arial"/>
                <a:cs typeface="Arial"/>
              </a:rPr>
              <a:t>n</a:t>
            </a:r>
            <a:r>
              <a:rPr dirty="0" smtClean="0" sz="2000" spc="0" i="1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,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tu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ikasi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lam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3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1524" algn="just">
              <a:lnSpc>
                <a:spcPct val="100041"/>
              </a:lnSpc>
              <a:spcBef>
                <a:spcPts val="1302"/>
              </a:spcBef>
            </a:pP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re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masi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g</a:t>
            </a:r>
            <a:r>
              <a:rPr dirty="0" smtClean="0" sz="2000" spc="7">
                <a:latin typeface="Arial"/>
                <a:cs typeface="Arial"/>
              </a:rPr>
              <a:t>-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si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g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ti</a:t>
            </a:r>
            <a:r>
              <a:rPr dirty="0" smtClean="0" sz="2000" spc="7">
                <a:latin typeface="Arial"/>
                <a:cs typeface="Arial"/>
              </a:rPr>
              <a:t>p</a:t>
            </a:r>
            <a:r>
              <a:rPr dirty="0" smtClean="0" sz="2000" spc="7">
                <a:latin typeface="Arial"/>
                <a:cs typeface="Arial"/>
              </a:rPr>
              <a:t>ikal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l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y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e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i</a:t>
            </a:r>
            <a:r>
              <a:rPr dirty="0" smtClean="0" sz="2000" spc="7">
                <a:latin typeface="Arial"/>
                <a:cs typeface="Arial"/>
              </a:rPr>
              <a:t>l</a:t>
            </a:r>
            <a:r>
              <a:rPr dirty="0" smtClean="0" sz="2000" spc="7">
                <a:latin typeface="Arial"/>
                <a:cs typeface="Arial"/>
              </a:rPr>
              <a:t>i</a:t>
            </a: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i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Q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S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kr</a:t>
            </a:r>
            <a:r>
              <a:rPr dirty="0" smtClean="0" sz="2000" spc="7">
                <a:latin typeface="Arial"/>
                <a:cs typeface="Arial"/>
              </a:rPr>
              <a:t>i</a:t>
            </a:r>
            <a:r>
              <a:rPr dirty="0" smtClean="0" sz="2000" spc="7">
                <a:latin typeface="Arial"/>
                <a:cs typeface="Arial"/>
              </a:rPr>
              <a:t>tis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y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g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b</a:t>
            </a:r>
            <a:r>
              <a:rPr dirty="0" smtClean="0" sz="2000" spc="7">
                <a:latin typeface="Arial"/>
                <a:cs typeface="Arial"/>
              </a:rPr>
              <a:t>e</a:t>
            </a:r>
            <a:r>
              <a:rPr dirty="0" smtClean="0" sz="2000" spc="7">
                <a:latin typeface="Arial"/>
                <a:cs typeface="Arial"/>
              </a:rPr>
              <a:t>r</a:t>
            </a:r>
            <a:r>
              <a:rPr dirty="0" smtClean="0" sz="2000" spc="7">
                <a:latin typeface="Arial"/>
                <a:cs typeface="Arial"/>
              </a:rPr>
              <a:t>b</a:t>
            </a:r>
            <a:r>
              <a:rPr dirty="0" smtClean="0" sz="2000" spc="7">
                <a:latin typeface="Arial"/>
                <a:cs typeface="Arial"/>
              </a:rPr>
              <a:t>e</a:t>
            </a:r>
            <a:r>
              <a:rPr dirty="0" smtClean="0" sz="2000" spc="7">
                <a:latin typeface="Arial"/>
                <a:cs typeface="Arial"/>
              </a:rPr>
              <a:t>d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,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d</a:t>
            </a:r>
            <a:r>
              <a:rPr dirty="0" smtClean="0" sz="2000" spc="7">
                <a:latin typeface="Arial"/>
                <a:cs typeface="Arial"/>
              </a:rPr>
              <a:t>i</a:t>
            </a:r>
            <a:r>
              <a:rPr dirty="0" smtClean="0" sz="2000" spc="7">
                <a:latin typeface="Arial"/>
                <a:cs typeface="Arial"/>
              </a:rPr>
              <a:t>p</a:t>
            </a:r>
            <a:r>
              <a:rPr dirty="0" smtClean="0" sz="2000" spc="7">
                <a:latin typeface="Arial"/>
                <a:cs typeface="Arial"/>
              </a:rPr>
              <a:t>e</a:t>
            </a:r>
            <a:r>
              <a:rPr dirty="0" smtClean="0" sz="2000" spc="7">
                <a:latin typeface="Arial"/>
                <a:cs typeface="Arial"/>
              </a:rPr>
              <a:t>r</a:t>
            </a:r>
            <a:r>
              <a:rPr dirty="0" smtClean="0" sz="2000" spc="7">
                <a:latin typeface="Arial"/>
                <a:cs typeface="Arial"/>
              </a:rPr>
              <a:t>l</a:t>
            </a:r>
            <a:r>
              <a:rPr dirty="0" smtClean="0" sz="2000" spc="7">
                <a:latin typeface="Arial"/>
                <a:cs typeface="Arial"/>
              </a:rPr>
              <a:t>u</a:t>
            </a: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s</a:t>
            </a:r>
            <a:r>
              <a:rPr dirty="0" smtClean="0" sz="2000" spc="7">
                <a:latin typeface="Arial"/>
                <a:cs typeface="Arial"/>
              </a:rPr>
              <a:t>u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t</a:t>
            </a:r>
            <a:r>
              <a:rPr dirty="0" smtClean="0" sz="2000" spc="7">
                <a:latin typeface="Arial"/>
                <a:cs typeface="Arial"/>
              </a:rPr>
              <a:t>u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je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e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Q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S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y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g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h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rus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d</a:t>
            </a:r>
            <a:r>
              <a:rPr dirty="0" smtClean="0" sz="2000" spc="7">
                <a:latin typeface="Arial"/>
                <a:cs typeface="Arial"/>
              </a:rPr>
              <a:t>ia</a:t>
            </a: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d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si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d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l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p</a:t>
            </a:r>
            <a:r>
              <a:rPr dirty="0" smtClean="0" sz="2000" spc="7">
                <a:latin typeface="Arial"/>
                <a:cs typeface="Arial"/>
              </a:rPr>
              <a:t>r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t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l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k</a:t>
            </a:r>
            <a:r>
              <a:rPr dirty="0" smtClean="0" sz="2000" spc="7">
                <a:latin typeface="Arial"/>
                <a:cs typeface="Arial"/>
              </a:rPr>
              <a:t>o</a:t>
            </a:r>
            <a:r>
              <a:rPr dirty="0" smtClean="0" sz="2000" spc="7">
                <a:latin typeface="Arial"/>
                <a:cs typeface="Arial"/>
              </a:rPr>
              <a:t>m</a:t>
            </a:r>
            <a:r>
              <a:rPr dirty="0" smtClean="0" sz="2000" spc="7">
                <a:latin typeface="Arial"/>
                <a:cs typeface="Arial"/>
              </a:rPr>
              <a:t>u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ika</a:t>
            </a:r>
            <a:r>
              <a:rPr dirty="0" smtClean="0" sz="2000" spc="7">
                <a:latin typeface="Arial"/>
                <a:cs typeface="Arial"/>
              </a:rPr>
              <a:t>s</a:t>
            </a:r>
            <a:r>
              <a:rPr dirty="0" smtClean="0" sz="2000" spc="7">
                <a:latin typeface="Arial"/>
                <a:cs typeface="Arial"/>
              </a:rPr>
              <a:t>i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y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g</a:t>
            </a:r>
            <a:r>
              <a:rPr dirty="0" smtClean="0" sz="2000" spc="7">
                <a:latin typeface="Arial"/>
                <a:cs typeface="Arial"/>
              </a:rPr>
              <a:t> </a:t>
            </a:r>
            <a:r>
              <a:rPr dirty="0" smtClean="0" sz="2000" spc="7">
                <a:latin typeface="Arial"/>
                <a:cs typeface="Arial"/>
              </a:rPr>
              <a:t>b</a:t>
            </a:r>
            <a:r>
              <a:rPr dirty="0" smtClean="0" sz="2000" spc="7">
                <a:latin typeface="Arial"/>
                <a:cs typeface="Arial"/>
              </a:rPr>
              <a:t>e</a:t>
            </a:r>
            <a:r>
              <a:rPr dirty="0" smtClean="0" sz="2000" spc="7">
                <a:latin typeface="Arial"/>
                <a:cs typeface="Arial"/>
              </a:rPr>
              <a:t>r</a:t>
            </a:r>
            <a:r>
              <a:rPr dirty="0" smtClean="0" sz="2000" spc="7">
                <a:latin typeface="Arial"/>
                <a:cs typeface="Arial"/>
              </a:rPr>
              <a:t>sa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g</a:t>
            </a:r>
            <a:r>
              <a:rPr dirty="0" smtClean="0" sz="2000" spc="7">
                <a:latin typeface="Arial"/>
                <a:cs typeface="Arial"/>
              </a:rPr>
              <a:t>ku</a:t>
            </a:r>
            <a:r>
              <a:rPr dirty="0" smtClean="0" sz="2000" spc="7">
                <a:latin typeface="Arial"/>
                <a:cs typeface="Arial"/>
              </a:rPr>
              <a:t>t</a:t>
            </a:r>
            <a:r>
              <a:rPr dirty="0" smtClean="0" sz="2000" spc="7">
                <a:latin typeface="Arial"/>
                <a:cs typeface="Arial"/>
              </a:rPr>
              <a:t>a</a:t>
            </a:r>
            <a:r>
              <a:rPr dirty="0" smtClean="0" sz="2000" spc="7">
                <a:latin typeface="Arial"/>
                <a:cs typeface="Arial"/>
              </a:rPr>
              <a:t>n</a:t>
            </a:r>
            <a:r>
              <a:rPr dirty="0" smtClean="0" sz="2000" spc="7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79280" y="6472848"/>
            <a:ext cx="31434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81000" y="990600"/>
            <a:ext cx="9067800" cy="525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7359" y="159670"/>
            <a:ext cx="1219606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Mu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ti</a:t>
            </a:r>
            <a:r>
              <a:rPr dirty="0" smtClean="0" sz="2400" spc="-2" b="1">
                <a:latin typeface="Arial"/>
                <a:cs typeface="Arial"/>
              </a:rPr>
              <a:t>p</a:t>
            </a:r>
            <a:r>
              <a:rPr dirty="0" smtClean="0" sz="2400" spc="-2" b="1">
                <a:latin typeface="Arial"/>
                <a:cs typeface="Arial"/>
              </a:rPr>
              <a:t>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1741" y="159670"/>
            <a:ext cx="112664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5" b="1">
                <a:latin typeface="Arial"/>
                <a:cs typeface="Arial"/>
              </a:rPr>
              <a:t>A</a:t>
            </a:r>
            <a:r>
              <a:rPr dirty="0" smtClean="0" sz="2400" spc="-15" b="1">
                <a:latin typeface="Arial"/>
                <a:cs typeface="Arial"/>
              </a:rPr>
              <a:t>c</a:t>
            </a:r>
            <a:r>
              <a:rPr dirty="0" smtClean="0" sz="2400" spc="-15" b="1">
                <a:latin typeface="Arial"/>
                <a:cs typeface="Arial"/>
              </a:rPr>
              <a:t>c</a:t>
            </a:r>
            <a:r>
              <a:rPr dirty="0" smtClean="0" sz="2400" spc="-15" b="1">
                <a:latin typeface="Arial"/>
                <a:cs typeface="Arial"/>
              </a:rPr>
              <a:t>e</a:t>
            </a:r>
            <a:r>
              <a:rPr dirty="0" smtClean="0" sz="2400" spc="-15" b="1">
                <a:latin typeface="Arial"/>
                <a:cs typeface="Arial"/>
              </a:rPr>
              <a:t>s</a:t>
            </a:r>
            <a:r>
              <a:rPr dirty="0" smtClean="0" sz="2400" spc="-15" b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44190" y="159670"/>
            <a:ext cx="115194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y</a:t>
            </a:r>
            <a:r>
              <a:rPr dirty="0" smtClean="0" sz="2400" spc="-4" b="1">
                <a:latin typeface="Arial"/>
                <a:cs typeface="Arial"/>
              </a:rPr>
              <a:t>st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79280" y="6472848"/>
            <a:ext cx="31390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1309751" y="2894711"/>
            <a:ext cx="77978" cy="58165"/>
          </a:xfrm>
          <a:custGeom>
            <a:avLst/>
            <a:gdLst/>
            <a:ahLst/>
            <a:cxnLst/>
            <a:rect l="l" t="t" r="r" b="b"/>
            <a:pathLst>
              <a:path w="77978" h="58165">
                <a:moveTo>
                  <a:pt x="10668" y="57276"/>
                </a:moveTo>
                <a:lnTo>
                  <a:pt x="12573" y="54228"/>
                </a:lnTo>
                <a:lnTo>
                  <a:pt x="32619" y="22234"/>
                </a:lnTo>
                <a:lnTo>
                  <a:pt x="38951" y="12128"/>
                </a:lnTo>
                <a:lnTo>
                  <a:pt x="45319" y="22342"/>
                </a:lnTo>
                <a:lnTo>
                  <a:pt x="65278" y="54355"/>
                </a:lnTo>
                <a:lnTo>
                  <a:pt x="67183" y="57276"/>
                </a:lnTo>
                <a:lnTo>
                  <a:pt x="71120" y="58165"/>
                </a:lnTo>
                <a:lnTo>
                  <a:pt x="74040" y="56387"/>
                </a:lnTo>
                <a:lnTo>
                  <a:pt x="76962" y="54483"/>
                </a:lnTo>
                <a:lnTo>
                  <a:pt x="77978" y="50546"/>
                </a:lnTo>
                <a:lnTo>
                  <a:pt x="76073" y="47625"/>
                </a:lnTo>
                <a:lnTo>
                  <a:pt x="45339" y="0"/>
                </a:lnTo>
                <a:lnTo>
                  <a:pt x="44323" y="3555"/>
                </a:lnTo>
                <a:lnTo>
                  <a:pt x="33528" y="3428"/>
                </a:lnTo>
                <a:lnTo>
                  <a:pt x="32639" y="0"/>
                </a:lnTo>
                <a:lnTo>
                  <a:pt x="1778" y="47498"/>
                </a:lnTo>
                <a:lnTo>
                  <a:pt x="0" y="50546"/>
                </a:lnTo>
                <a:lnTo>
                  <a:pt x="889" y="54483"/>
                </a:lnTo>
                <a:lnTo>
                  <a:pt x="3810" y="56261"/>
                </a:lnTo>
                <a:lnTo>
                  <a:pt x="6731" y="58165"/>
                </a:lnTo>
                <a:lnTo>
                  <a:pt x="10668" y="57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339850" y="2906839"/>
            <a:ext cx="15220" cy="2881820"/>
          </a:xfrm>
          <a:custGeom>
            <a:avLst/>
            <a:gdLst/>
            <a:ahLst/>
            <a:cxnLst/>
            <a:rect l="l" t="t" r="r" b="b"/>
            <a:pathLst>
              <a:path w="15220" h="2881820">
                <a:moveTo>
                  <a:pt x="12700" y="2881820"/>
                </a:moveTo>
                <a:lnTo>
                  <a:pt x="15220" y="10213"/>
                </a:lnTo>
                <a:lnTo>
                  <a:pt x="8852" y="0"/>
                </a:lnTo>
                <a:lnTo>
                  <a:pt x="2520" y="10106"/>
                </a:lnTo>
                <a:lnTo>
                  <a:pt x="0" y="2881820"/>
                </a:lnTo>
                <a:lnTo>
                  <a:pt x="12700" y="2881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311529" y="2882900"/>
            <a:ext cx="74295" cy="59436"/>
          </a:xfrm>
          <a:custGeom>
            <a:avLst/>
            <a:gdLst/>
            <a:ahLst/>
            <a:cxnLst/>
            <a:rect l="l" t="t" r="r" b="b"/>
            <a:pathLst>
              <a:path w="74295" h="59436">
                <a:moveTo>
                  <a:pt x="43561" y="11811"/>
                </a:moveTo>
                <a:lnTo>
                  <a:pt x="74295" y="59436"/>
                </a:lnTo>
                <a:lnTo>
                  <a:pt x="37211" y="0"/>
                </a:lnTo>
                <a:lnTo>
                  <a:pt x="0" y="59309"/>
                </a:lnTo>
                <a:lnTo>
                  <a:pt x="30861" y="11811"/>
                </a:lnTo>
                <a:lnTo>
                  <a:pt x="31750" y="15239"/>
                </a:lnTo>
                <a:lnTo>
                  <a:pt x="42545" y="15366"/>
                </a:lnTo>
                <a:lnTo>
                  <a:pt x="43561" y="118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4903617" y="5783275"/>
            <a:ext cx="8615" cy="10769"/>
          </a:xfrm>
          <a:custGeom>
            <a:avLst/>
            <a:gdLst/>
            <a:ahLst/>
            <a:cxnLst/>
            <a:rect l="l" t="t" r="r" b="b"/>
            <a:pathLst>
              <a:path w="8615" h="10769">
                <a:moveTo>
                  <a:pt x="8615" y="0"/>
                </a:moveTo>
                <a:lnTo>
                  <a:pt x="0" y="5384"/>
                </a:lnTo>
                <a:lnTo>
                  <a:pt x="8615" y="10769"/>
                </a:lnTo>
                <a:lnTo>
                  <a:pt x="86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346200" y="5782310"/>
            <a:ext cx="3581400" cy="43484"/>
          </a:xfrm>
          <a:custGeom>
            <a:avLst/>
            <a:gdLst/>
            <a:ahLst/>
            <a:cxnLst/>
            <a:rect l="l" t="t" r="r" b="b"/>
            <a:pathLst>
              <a:path w="3581400" h="43484">
                <a:moveTo>
                  <a:pt x="3521964" y="43484"/>
                </a:moveTo>
                <a:lnTo>
                  <a:pt x="3581400" y="6349"/>
                </a:lnTo>
                <a:lnTo>
                  <a:pt x="3569462" y="0"/>
                </a:lnTo>
                <a:lnTo>
                  <a:pt x="0" y="0"/>
                </a:lnTo>
                <a:lnTo>
                  <a:pt x="0" y="12699"/>
                </a:lnTo>
                <a:lnTo>
                  <a:pt x="3569462" y="12699"/>
                </a:lnTo>
                <a:lnTo>
                  <a:pt x="3566033" y="965"/>
                </a:lnTo>
                <a:lnTo>
                  <a:pt x="3566033" y="11734"/>
                </a:lnTo>
                <a:lnTo>
                  <a:pt x="3557417" y="6350"/>
                </a:lnTo>
                <a:lnTo>
                  <a:pt x="3566033" y="965"/>
                </a:lnTo>
                <a:lnTo>
                  <a:pt x="3569462" y="12699"/>
                </a:lnTo>
                <a:lnTo>
                  <a:pt x="3521964" y="43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4857623" y="5749671"/>
            <a:ext cx="69976" cy="38988"/>
          </a:xfrm>
          <a:custGeom>
            <a:avLst/>
            <a:gdLst/>
            <a:ahLst/>
            <a:cxnLst/>
            <a:rect l="l" t="t" r="r" b="b"/>
            <a:pathLst>
              <a:path w="69976" h="38988">
                <a:moveTo>
                  <a:pt x="3682" y="901"/>
                </a:moveTo>
                <a:lnTo>
                  <a:pt x="1904" y="3873"/>
                </a:lnTo>
                <a:lnTo>
                  <a:pt x="0" y="6845"/>
                </a:lnTo>
                <a:lnTo>
                  <a:pt x="888" y="10769"/>
                </a:lnTo>
                <a:lnTo>
                  <a:pt x="3810" y="12623"/>
                </a:lnTo>
                <a:lnTo>
                  <a:pt x="35834" y="32639"/>
                </a:lnTo>
                <a:lnTo>
                  <a:pt x="58038" y="32638"/>
                </a:lnTo>
                <a:lnTo>
                  <a:pt x="69976" y="38988"/>
                </a:lnTo>
                <a:lnTo>
                  <a:pt x="10540" y="1854"/>
                </a:lnTo>
                <a:lnTo>
                  <a:pt x="7619" y="0"/>
                </a:lnTo>
                <a:lnTo>
                  <a:pt x="3682" y="9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4857623" y="5795010"/>
            <a:ext cx="58038" cy="32639"/>
          </a:xfrm>
          <a:custGeom>
            <a:avLst/>
            <a:gdLst/>
            <a:ahLst/>
            <a:cxnLst/>
            <a:rect l="l" t="t" r="r" b="b"/>
            <a:pathLst>
              <a:path w="58038" h="32638">
                <a:moveTo>
                  <a:pt x="1904" y="28765"/>
                </a:moveTo>
                <a:lnTo>
                  <a:pt x="3682" y="31737"/>
                </a:lnTo>
                <a:lnTo>
                  <a:pt x="7619" y="32638"/>
                </a:lnTo>
                <a:lnTo>
                  <a:pt x="10540" y="30784"/>
                </a:lnTo>
                <a:lnTo>
                  <a:pt x="58038" y="0"/>
                </a:lnTo>
                <a:lnTo>
                  <a:pt x="35834" y="0"/>
                </a:lnTo>
                <a:lnTo>
                  <a:pt x="3810" y="20015"/>
                </a:lnTo>
                <a:lnTo>
                  <a:pt x="888" y="21869"/>
                </a:lnTo>
                <a:lnTo>
                  <a:pt x="0" y="25793"/>
                </a:lnTo>
                <a:lnTo>
                  <a:pt x="1904" y="28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1346200" y="3225800"/>
            <a:ext cx="2646679" cy="426719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346200" y="3225800"/>
            <a:ext cx="2646679" cy="426719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1346200" y="3652520"/>
            <a:ext cx="2646679" cy="426719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1346200" y="3652520"/>
            <a:ext cx="2646679" cy="426719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1346200" y="4079240"/>
            <a:ext cx="2646679" cy="426719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1346200" y="4079240"/>
            <a:ext cx="2646679" cy="426719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346200" y="4505960"/>
            <a:ext cx="2646679" cy="429259"/>
          </a:xfrm>
          <a:custGeom>
            <a:avLst/>
            <a:gdLst/>
            <a:ahLst/>
            <a:cxnLst/>
            <a:rect l="l" t="t" r="r" b="b"/>
            <a:pathLst>
              <a:path w="2646679" h="429260">
                <a:moveTo>
                  <a:pt x="0" y="429259"/>
                </a:moveTo>
                <a:lnTo>
                  <a:pt x="2646679" y="429259"/>
                </a:lnTo>
                <a:lnTo>
                  <a:pt x="2646679" y="0"/>
                </a:lnTo>
                <a:lnTo>
                  <a:pt x="0" y="0"/>
                </a:lnTo>
                <a:lnTo>
                  <a:pt x="0" y="4292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1346200" y="4505960"/>
            <a:ext cx="2646679" cy="429259"/>
          </a:xfrm>
          <a:custGeom>
            <a:avLst/>
            <a:gdLst/>
            <a:ahLst/>
            <a:cxnLst/>
            <a:rect l="l" t="t" r="r" b="b"/>
            <a:pathLst>
              <a:path w="2646679" h="429260">
                <a:moveTo>
                  <a:pt x="0" y="429259"/>
                </a:moveTo>
                <a:lnTo>
                  <a:pt x="2646679" y="429259"/>
                </a:lnTo>
                <a:lnTo>
                  <a:pt x="2646679" y="0"/>
                </a:lnTo>
                <a:lnTo>
                  <a:pt x="0" y="0"/>
                </a:lnTo>
                <a:lnTo>
                  <a:pt x="0" y="429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346200" y="4935220"/>
            <a:ext cx="2646679" cy="426720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346200" y="4935220"/>
            <a:ext cx="2646679" cy="426720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19"/>
                </a:moveTo>
                <a:lnTo>
                  <a:pt x="2646679" y="426719"/>
                </a:lnTo>
                <a:lnTo>
                  <a:pt x="2646679" y="0"/>
                </a:lnTo>
                <a:lnTo>
                  <a:pt x="0" y="0"/>
                </a:lnTo>
                <a:lnTo>
                  <a:pt x="0" y="426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346200" y="5361940"/>
            <a:ext cx="2646679" cy="426720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20"/>
                </a:moveTo>
                <a:lnTo>
                  <a:pt x="2646679" y="426720"/>
                </a:lnTo>
                <a:lnTo>
                  <a:pt x="2646679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1346200" y="5361940"/>
            <a:ext cx="2646679" cy="426720"/>
          </a:xfrm>
          <a:custGeom>
            <a:avLst/>
            <a:gdLst/>
            <a:ahLst/>
            <a:cxnLst/>
            <a:rect l="l" t="t" r="r" b="b"/>
            <a:pathLst>
              <a:path w="2646679" h="426720">
                <a:moveTo>
                  <a:pt x="0" y="426720"/>
                </a:moveTo>
                <a:lnTo>
                  <a:pt x="2646679" y="426720"/>
                </a:lnTo>
                <a:lnTo>
                  <a:pt x="2646679" y="0"/>
                </a:lnTo>
                <a:lnTo>
                  <a:pt x="0" y="0"/>
                </a:lnTo>
                <a:lnTo>
                  <a:pt x="0" y="426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4074160" y="3225800"/>
            <a:ext cx="426719" cy="0"/>
          </a:xfrm>
          <a:custGeom>
            <a:avLst/>
            <a:gdLst/>
            <a:ahLst/>
            <a:cxnLst/>
            <a:rect l="l" t="t" r="r" b="b"/>
            <a:pathLst>
              <a:path w="426719" h="0">
                <a:moveTo>
                  <a:pt x="0" y="0"/>
                </a:moveTo>
                <a:lnTo>
                  <a:pt x="42671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4291711" y="3225800"/>
            <a:ext cx="80517" cy="2565438"/>
          </a:xfrm>
          <a:custGeom>
            <a:avLst/>
            <a:gdLst/>
            <a:ahLst/>
            <a:cxnLst/>
            <a:rect l="l" t="t" r="r" b="b"/>
            <a:pathLst>
              <a:path w="80517" h="2565438">
                <a:moveTo>
                  <a:pt x="35178" y="2553512"/>
                </a:moveTo>
                <a:lnTo>
                  <a:pt x="35156" y="2531368"/>
                </a:lnTo>
                <a:lnTo>
                  <a:pt x="15112" y="2499321"/>
                </a:lnTo>
                <a:lnTo>
                  <a:pt x="13208" y="2496350"/>
                </a:lnTo>
                <a:lnTo>
                  <a:pt x="9271" y="2495448"/>
                </a:lnTo>
                <a:lnTo>
                  <a:pt x="6350" y="2497315"/>
                </a:lnTo>
                <a:lnTo>
                  <a:pt x="3428" y="2499169"/>
                </a:lnTo>
                <a:lnTo>
                  <a:pt x="2412" y="2503093"/>
                </a:lnTo>
                <a:lnTo>
                  <a:pt x="4317" y="2506065"/>
                </a:lnTo>
                <a:lnTo>
                  <a:pt x="41528" y="2565438"/>
                </a:lnTo>
                <a:lnTo>
                  <a:pt x="35178" y="2553512"/>
                </a:lnTo>
                <a:close/>
              </a:path>
              <a:path w="80517" h="2565438">
                <a:moveTo>
                  <a:pt x="36067" y="2550096"/>
                </a:moveTo>
                <a:lnTo>
                  <a:pt x="47878" y="2553500"/>
                </a:lnTo>
                <a:lnTo>
                  <a:pt x="46862" y="2550083"/>
                </a:lnTo>
                <a:lnTo>
                  <a:pt x="41466" y="2541455"/>
                </a:lnTo>
                <a:lnTo>
                  <a:pt x="36067" y="2550096"/>
                </a:lnTo>
                <a:close/>
              </a:path>
              <a:path w="80517" h="2565438">
                <a:moveTo>
                  <a:pt x="12700" y="66166"/>
                </a:moveTo>
                <a:lnTo>
                  <a:pt x="32661" y="34149"/>
                </a:lnTo>
                <a:lnTo>
                  <a:pt x="33654" y="15366"/>
                </a:lnTo>
                <a:lnTo>
                  <a:pt x="44450" y="15239"/>
                </a:lnTo>
                <a:lnTo>
                  <a:pt x="39026" y="23939"/>
                </a:lnTo>
                <a:lnTo>
                  <a:pt x="35156" y="2531368"/>
                </a:lnTo>
                <a:lnTo>
                  <a:pt x="35178" y="2553512"/>
                </a:lnTo>
                <a:lnTo>
                  <a:pt x="41528" y="2565438"/>
                </a:lnTo>
                <a:lnTo>
                  <a:pt x="78612" y="2505989"/>
                </a:lnTo>
                <a:lnTo>
                  <a:pt x="80517" y="2503017"/>
                </a:lnTo>
                <a:lnTo>
                  <a:pt x="79501" y="2499093"/>
                </a:lnTo>
                <a:lnTo>
                  <a:pt x="76580" y="2497239"/>
                </a:lnTo>
                <a:lnTo>
                  <a:pt x="73660" y="2495384"/>
                </a:lnTo>
                <a:lnTo>
                  <a:pt x="69723" y="2496286"/>
                </a:lnTo>
                <a:lnTo>
                  <a:pt x="67817" y="2499271"/>
                </a:lnTo>
                <a:lnTo>
                  <a:pt x="47878" y="2553500"/>
                </a:lnTo>
                <a:lnTo>
                  <a:pt x="36067" y="2550096"/>
                </a:lnTo>
                <a:lnTo>
                  <a:pt x="41466" y="2541455"/>
                </a:lnTo>
                <a:lnTo>
                  <a:pt x="45361" y="34049"/>
                </a:lnTo>
                <a:lnTo>
                  <a:pt x="65404" y="66039"/>
                </a:lnTo>
                <a:lnTo>
                  <a:pt x="67310" y="69087"/>
                </a:lnTo>
                <a:lnTo>
                  <a:pt x="71247" y="69976"/>
                </a:lnTo>
                <a:lnTo>
                  <a:pt x="74167" y="68072"/>
                </a:lnTo>
                <a:lnTo>
                  <a:pt x="77088" y="66166"/>
                </a:lnTo>
                <a:lnTo>
                  <a:pt x="78104" y="62357"/>
                </a:lnTo>
                <a:lnTo>
                  <a:pt x="76200" y="59309"/>
                </a:lnTo>
                <a:lnTo>
                  <a:pt x="38988" y="0"/>
                </a:lnTo>
                <a:lnTo>
                  <a:pt x="45338" y="11937"/>
                </a:lnTo>
                <a:lnTo>
                  <a:pt x="32638" y="11937"/>
                </a:lnTo>
                <a:lnTo>
                  <a:pt x="12700" y="66166"/>
                </a:lnTo>
                <a:close/>
              </a:path>
              <a:path w="80517" h="2565438">
                <a:moveTo>
                  <a:pt x="39026" y="23939"/>
                </a:moveTo>
                <a:lnTo>
                  <a:pt x="44450" y="15239"/>
                </a:lnTo>
                <a:lnTo>
                  <a:pt x="33654" y="15366"/>
                </a:lnTo>
                <a:lnTo>
                  <a:pt x="32661" y="34149"/>
                </a:lnTo>
                <a:lnTo>
                  <a:pt x="35156" y="2531368"/>
                </a:lnTo>
                <a:lnTo>
                  <a:pt x="39026" y="23939"/>
                </a:lnTo>
                <a:close/>
              </a:path>
              <a:path w="80517" h="2565438">
                <a:moveTo>
                  <a:pt x="32638" y="11937"/>
                </a:moveTo>
                <a:lnTo>
                  <a:pt x="45338" y="11937"/>
                </a:lnTo>
                <a:lnTo>
                  <a:pt x="38988" y="0"/>
                </a:lnTo>
                <a:lnTo>
                  <a:pt x="1904" y="59436"/>
                </a:lnTo>
                <a:lnTo>
                  <a:pt x="0" y="62357"/>
                </a:lnTo>
                <a:lnTo>
                  <a:pt x="1015" y="66294"/>
                </a:lnTo>
                <a:lnTo>
                  <a:pt x="3937" y="68199"/>
                </a:lnTo>
                <a:lnTo>
                  <a:pt x="6858" y="69976"/>
                </a:lnTo>
                <a:lnTo>
                  <a:pt x="10794" y="69087"/>
                </a:lnTo>
                <a:lnTo>
                  <a:pt x="12700" y="66166"/>
                </a:lnTo>
                <a:lnTo>
                  <a:pt x="32638" y="11937"/>
                </a:lnTo>
                <a:close/>
              </a:path>
              <a:path w="80517" h="2565438">
                <a:moveTo>
                  <a:pt x="47856" y="2531225"/>
                </a:moveTo>
                <a:lnTo>
                  <a:pt x="45361" y="34049"/>
                </a:lnTo>
                <a:lnTo>
                  <a:pt x="41466" y="2541455"/>
                </a:lnTo>
                <a:lnTo>
                  <a:pt x="46862" y="2550083"/>
                </a:lnTo>
                <a:lnTo>
                  <a:pt x="47878" y="2553500"/>
                </a:lnTo>
                <a:lnTo>
                  <a:pt x="67817" y="2499271"/>
                </a:lnTo>
                <a:lnTo>
                  <a:pt x="47856" y="2531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7359" y="159670"/>
            <a:ext cx="352877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Mu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ti</a:t>
            </a:r>
            <a:r>
              <a:rPr dirty="0" smtClean="0" sz="2400" spc="-4" b="1">
                <a:latin typeface="Arial"/>
                <a:cs typeface="Arial"/>
              </a:rPr>
              <a:t>p</a:t>
            </a:r>
            <a:r>
              <a:rPr dirty="0" smtClean="0" sz="2400" spc="-4" b="1">
                <a:latin typeface="Arial"/>
                <a:cs typeface="Arial"/>
              </a:rPr>
              <a:t>le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y</a:t>
            </a:r>
            <a:r>
              <a:rPr dirty="0" smtClean="0" sz="2400" spc="-4" b="1">
                <a:latin typeface="Arial"/>
                <a:cs typeface="Arial"/>
              </a:rPr>
              <a:t>st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9457" y="1149830"/>
            <a:ext cx="6422948" cy="11686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96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FDMA</a:t>
            </a:r>
            <a:endParaRPr sz="2400">
              <a:latin typeface="Times New Roman"/>
              <a:cs typeface="Times New Roman"/>
            </a:endParaRPr>
          </a:p>
          <a:p>
            <a:pPr marL="12700" marR="45960">
              <a:lnSpc>
                <a:spcPct val="95825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(</a:t>
            </a:r>
            <a:r>
              <a:rPr dirty="0" smtClean="0" sz="2400" spc="-2" b="1" i="1">
                <a:latin typeface="Times New Roman"/>
                <a:cs typeface="Times New Roman"/>
              </a:rPr>
              <a:t>Frequency</a:t>
            </a:r>
            <a:r>
              <a:rPr dirty="0" smtClean="0" sz="2400" spc="-2" b="1" i="1">
                <a:latin typeface="Times New Roman"/>
                <a:cs typeface="Times New Roman"/>
              </a:rPr>
              <a:t> </a:t>
            </a:r>
            <a:r>
              <a:rPr dirty="0" smtClean="0" sz="2400" spc="-2" b="1" i="1">
                <a:latin typeface="Times New Roman"/>
                <a:cs typeface="Times New Roman"/>
              </a:rPr>
              <a:t>Di</a:t>
            </a:r>
            <a:r>
              <a:rPr dirty="0" smtClean="0" sz="2400" spc="-2" b="1" i="1">
                <a:latin typeface="Times New Roman"/>
                <a:cs typeface="Times New Roman"/>
              </a:rPr>
              <a:t>v</a:t>
            </a:r>
            <a:r>
              <a:rPr dirty="0" smtClean="0" sz="2400" spc="-2" b="1" i="1">
                <a:latin typeface="Times New Roman"/>
                <a:cs typeface="Times New Roman"/>
              </a:rPr>
              <a:t>is</a:t>
            </a:r>
            <a:r>
              <a:rPr dirty="0" smtClean="0" sz="2400" spc="-2" b="1" i="1">
                <a:latin typeface="Times New Roman"/>
                <a:cs typeface="Times New Roman"/>
              </a:rPr>
              <a:t>i</a:t>
            </a:r>
            <a:r>
              <a:rPr dirty="0" smtClean="0" sz="2400" spc="-2" b="1" i="1">
                <a:latin typeface="Times New Roman"/>
                <a:cs typeface="Times New Roman"/>
              </a:rPr>
              <a:t>on</a:t>
            </a:r>
            <a:r>
              <a:rPr dirty="0" smtClean="0" sz="2400" spc="-2" b="1" i="1">
                <a:latin typeface="Times New Roman"/>
                <a:cs typeface="Times New Roman"/>
              </a:rPr>
              <a:t> </a:t>
            </a:r>
            <a:r>
              <a:rPr dirty="0" smtClean="0" sz="2400" spc="-2" b="1" i="1">
                <a:latin typeface="Times New Roman"/>
                <a:cs typeface="Times New Roman"/>
              </a:rPr>
              <a:t>M</a:t>
            </a:r>
            <a:r>
              <a:rPr dirty="0" smtClean="0" sz="2400" spc="-2" b="1" i="1">
                <a:latin typeface="Times New Roman"/>
                <a:cs typeface="Times New Roman"/>
              </a:rPr>
              <a:t>ul</a:t>
            </a:r>
            <a:r>
              <a:rPr dirty="0" smtClean="0" sz="2400" spc="-2" b="1" i="1">
                <a:latin typeface="Times New Roman"/>
                <a:cs typeface="Times New Roman"/>
              </a:rPr>
              <a:t>t</a:t>
            </a:r>
            <a:r>
              <a:rPr dirty="0" smtClean="0" sz="2400" spc="-2" b="1" i="1">
                <a:latin typeface="Times New Roman"/>
                <a:cs typeface="Times New Roman"/>
              </a:rPr>
              <a:t>i</a:t>
            </a:r>
            <a:r>
              <a:rPr dirty="0" smtClean="0" sz="2400" spc="-2" b="1" i="1">
                <a:latin typeface="Times New Roman"/>
                <a:cs typeface="Times New Roman"/>
              </a:rPr>
              <a:t>p</a:t>
            </a:r>
            <a:r>
              <a:rPr dirty="0" smtClean="0" sz="2400" spc="-2" b="1" i="1">
                <a:latin typeface="Times New Roman"/>
                <a:cs typeface="Times New Roman"/>
              </a:rPr>
              <a:t>le</a:t>
            </a:r>
            <a:r>
              <a:rPr dirty="0" smtClean="0" sz="2400" spc="-2" b="1" i="1">
                <a:latin typeface="Times New Roman"/>
                <a:cs typeface="Times New Roman"/>
              </a:rPr>
              <a:t> </a:t>
            </a:r>
            <a:r>
              <a:rPr dirty="0" smtClean="0" sz="2400" spc="-2" b="1" i="1">
                <a:latin typeface="Times New Roman"/>
                <a:cs typeface="Times New Roman"/>
              </a:rPr>
              <a:t>Ac</a:t>
            </a:r>
            <a:r>
              <a:rPr dirty="0" smtClean="0" sz="2400" spc="-2" b="1" i="1">
                <a:latin typeface="Times New Roman"/>
                <a:cs typeface="Times New Roman"/>
              </a:rPr>
              <a:t>c</a:t>
            </a:r>
            <a:r>
              <a:rPr dirty="0" smtClean="0" sz="2400" spc="-2" b="1" i="1">
                <a:latin typeface="Times New Roman"/>
                <a:cs typeface="Times New Roman"/>
              </a:rPr>
              <a:t>ess</a:t>
            </a:r>
            <a:r>
              <a:rPr dirty="0" smtClean="0" sz="2400" spc="-2" b="1" i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920686">
              <a:lnSpc>
                <a:spcPct val="95825"/>
              </a:lnSpc>
              <a:spcBef>
                <a:spcPts val="962"/>
              </a:spcBef>
            </a:pPr>
            <a:r>
              <a:rPr dirty="0" smtClean="0" sz="2400" spc="0">
                <a:latin typeface="Wingdings"/>
                <a:cs typeface="Wingdings"/>
              </a:rPr>
              <a:t>❖</a:t>
            </a:r>
            <a:r>
              <a:rPr dirty="0" smtClean="0" sz="2400" spc="0">
                <a:latin typeface="Times New Roman"/>
                <a:cs typeface="Times New Roman"/>
              </a:rPr>
              <a:t>  </a:t>
            </a:r>
            <a:r>
              <a:rPr dirty="0" smtClean="0" sz="2400" spc="164">
                <a:latin typeface="Times New Roman"/>
                <a:cs typeface="Times New Roman"/>
              </a:rPr>
              <a:t> </a:t>
            </a:r>
            <a:r>
              <a:rPr dirty="0" smtClean="0" sz="2400" spc="-84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user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en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pa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5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bandwid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er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en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0084" y="2436521"/>
            <a:ext cx="1501919" cy="279400"/>
          </a:xfrm>
          <a:prstGeom prst="rect">
            <a:avLst/>
          </a:prstGeom>
        </p:spPr>
        <p:txBody>
          <a:bodyPr wrap="square" lIns="0" tIns="13970" rIns="0" bIns="0" rtlCol="0">
            <a:noAutofit/>
          </a:bodyPr>
          <a:lstStyle/>
          <a:p>
            <a:pPr marL="12700">
              <a:lnSpc>
                <a:spcPts val="2200"/>
              </a:lnSpc>
            </a:pP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l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bi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h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: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87145" y="2479851"/>
            <a:ext cx="141376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90084" y="2802904"/>
            <a:ext cx="345693" cy="64516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553"/>
              </a:spcBef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11165" y="2802810"/>
            <a:ext cx="3848607" cy="64516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00">
              <a:lnSpc>
                <a:spcPts val="2145"/>
              </a:lnSpc>
            </a:pPr>
            <a:r>
              <a:rPr dirty="0" smtClean="0" sz="2000" spc="3">
                <a:latin typeface="Arial"/>
                <a:cs typeface="Arial"/>
              </a:rPr>
              <a:t>S</a:t>
            </a:r>
            <a:r>
              <a:rPr dirty="0" smtClean="0" sz="2000" spc="3">
                <a:latin typeface="Arial"/>
                <a:cs typeface="Arial"/>
              </a:rPr>
              <a:t>e</a:t>
            </a:r>
            <a:r>
              <a:rPr dirty="0" smtClean="0" sz="2000" spc="3">
                <a:latin typeface="Arial"/>
                <a:cs typeface="Arial"/>
              </a:rPr>
              <a:t>d</a:t>
            </a:r>
            <a:r>
              <a:rPr dirty="0" smtClean="0" sz="2000" spc="3">
                <a:latin typeface="Arial"/>
                <a:cs typeface="Arial"/>
              </a:rPr>
              <a:t>e</a:t>
            </a:r>
            <a:r>
              <a:rPr dirty="0" smtClean="0" sz="2000" spc="3">
                <a:latin typeface="Arial"/>
                <a:cs typeface="Arial"/>
              </a:rPr>
              <a:t>rh</a:t>
            </a:r>
            <a:r>
              <a:rPr dirty="0" smtClean="0" sz="2000" spc="3">
                <a:latin typeface="Arial"/>
                <a:cs typeface="Arial"/>
              </a:rPr>
              <a:t>a</a:t>
            </a:r>
            <a:r>
              <a:rPr dirty="0" smtClean="0" sz="2000" spc="3">
                <a:latin typeface="Arial"/>
                <a:cs typeface="Arial"/>
              </a:rPr>
              <a:t>n</a:t>
            </a:r>
            <a:r>
              <a:rPr dirty="0" smtClean="0" sz="2000" spc="3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72"/>
              </a:spcBef>
            </a:pPr>
            <a:r>
              <a:rPr dirty="0" smtClean="0" sz="2000" spc="-3">
                <a:latin typeface="Arial"/>
                <a:cs typeface="Arial"/>
              </a:rPr>
              <a:t>T</a:t>
            </a:r>
            <a:r>
              <a:rPr dirty="0" smtClean="0" sz="2000" spc="-3">
                <a:latin typeface="Arial"/>
                <a:cs typeface="Arial"/>
              </a:rPr>
              <a:t>id</a:t>
            </a:r>
            <a:r>
              <a:rPr dirty="0" smtClean="0" sz="2000" spc="-3">
                <a:latin typeface="Arial"/>
                <a:cs typeface="Arial"/>
              </a:rPr>
              <a:t>a</a:t>
            </a:r>
            <a:r>
              <a:rPr dirty="0" smtClean="0" sz="2000" spc="-3">
                <a:latin typeface="Arial"/>
                <a:cs typeface="Arial"/>
              </a:rPr>
              <a:t>k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m</a:t>
            </a:r>
            <a:r>
              <a:rPr dirty="0" smtClean="0" sz="2000" spc="-3">
                <a:latin typeface="Arial"/>
                <a:cs typeface="Arial"/>
              </a:rPr>
              <a:t>e</a:t>
            </a:r>
            <a:r>
              <a:rPr dirty="0" smtClean="0" sz="2000" spc="-3">
                <a:latin typeface="Arial"/>
                <a:cs typeface="Arial"/>
              </a:rPr>
              <a:t>m</a:t>
            </a:r>
            <a:r>
              <a:rPr dirty="0" smtClean="0" sz="2000" spc="-3">
                <a:latin typeface="Arial"/>
                <a:cs typeface="Arial"/>
              </a:rPr>
              <a:t>e</a:t>
            </a:r>
            <a:r>
              <a:rPr dirty="0" smtClean="0" sz="2000" spc="-3">
                <a:latin typeface="Arial"/>
                <a:cs typeface="Arial"/>
              </a:rPr>
              <a:t>r</a:t>
            </a:r>
            <a:r>
              <a:rPr dirty="0" smtClean="0" sz="2000" spc="-3">
                <a:latin typeface="Arial"/>
                <a:cs typeface="Arial"/>
              </a:rPr>
              <a:t>l</a:t>
            </a:r>
            <a:r>
              <a:rPr dirty="0" smtClean="0" sz="2000" spc="-3">
                <a:latin typeface="Arial"/>
                <a:cs typeface="Arial"/>
              </a:rPr>
              <a:t>u</a:t>
            </a:r>
            <a:r>
              <a:rPr dirty="0" smtClean="0" sz="2000" spc="-3">
                <a:latin typeface="Arial"/>
                <a:cs typeface="Arial"/>
              </a:rPr>
              <a:t>k</a:t>
            </a:r>
            <a:r>
              <a:rPr dirty="0" smtClean="0" sz="2000" spc="-3">
                <a:latin typeface="Arial"/>
                <a:cs typeface="Arial"/>
              </a:rPr>
              <a:t>a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n</a:t>
            </a:r>
            <a:r>
              <a:rPr dirty="0" smtClean="0" sz="2000" spc="-3">
                <a:latin typeface="Arial"/>
                <a:cs typeface="Arial"/>
              </a:rPr>
              <a:t>e</a:t>
            </a:r>
            <a:r>
              <a:rPr dirty="0" smtClean="0" sz="2000" spc="-3">
                <a:latin typeface="Arial"/>
                <a:cs typeface="Arial"/>
              </a:rPr>
              <a:t>t</a:t>
            </a:r>
            <a:r>
              <a:rPr dirty="0" smtClean="0" sz="2000" spc="-3">
                <a:latin typeface="Arial"/>
                <a:cs typeface="Arial"/>
              </a:rPr>
              <a:t>w</a:t>
            </a:r>
            <a:r>
              <a:rPr dirty="0" smtClean="0" sz="2000" spc="-3">
                <a:latin typeface="Arial"/>
                <a:cs typeface="Arial"/>
              </a:rPr>
              <a:t>o</a:t>
            </a:r>
            <a:r>
              <a:rPr dirty="0" smtClean="0" sz="2000" spc="-3">
                <a:latin typeface="Arial"/>
                <a:cs typeface="Arial"/>
              </a:rPr>
              <a:t>rk</a:t>
            </a:r>
            <a:r>
              <a:rPr dirty="0" smtClean="0" sz="2000" spc="-3">
                <a:latin typeface="Arial"/>
                <a:cs typeface="Arial"/>
              </a:rPr>
              <a:t> </a:t>
            </a:r>
            <a:r>
              <a:rPr dirty="0" smtClean="0" sz="2000" spc="-3">
                <a:latin typeface="Arial"/>
                <a:cs typeface="Arial"/>
              </a:rPr>
              <a:t>ti</a:t>
            </a:r>
            <a:r>
              <a:rPr dirty="0" smtClean="0" sz="2000" spc="-3">
                <a:latin typeface="Arial"/>
                <a:cs typeface="Arial"/>
              </a:rPr>
              <a:t>m</a:t>
            </a:r>
            <a:r>
              <a:rPr dirty="0" smtClean="0" sz="2000" spc="-3">
                <a:latin typeface="Arial"/>
                <a:cs typeface="Arial"/>
              </a:rPr>
              <a:t>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8167" y="3243621"/>
            <a:ext cx="331343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2" b="1">
                <a:latin typeface="Times New Roman"/>
                <a:cs typeface="Times New Roman"/>
              </a:rPr>
              <a:t>CH</a:t>
            </a:r>
            <a:r>
              <a:rPr dirty="0" smtClean="0" sz="1000" spc="2" b="1">
                <a:latin typeface="Times New Roman"/>
                <a:cs typeface="Times New Roman"/>
              </a:rPr>
              <a:t> </a:t>
            </a:r>
            <a:r>
              <a:rPr dirty="0" smtClean="0" sz="1000" spc="2" b="1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0084" y="3533921"/>
            <a:ext cx="1779445" cy="279717"/>
          </a:xfrm>
          <a:prstGeom prst="rect">
            <a:avLst/>
          </a:prstGeom>
        </p:spPr>
        <p:txBody>
          <a:bodyPr wrap="square" lIns="0" tIns="14001" rIns="0" bIns="0" rtlCol="0">
            <a:noAutofit/>
          </a:bodyPr>
          <a:lstStyle/>
          <a:p>
            <a:pPr marL="12700">
              <a:lnSpc>
                <a:spcPts val="2205"/>
              </a:lnSpc>
            </a:pP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u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r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ng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50">
                <a:solidFill>
                  <a:srgbClr val="3333CC"/>
                </a:solidFill>
                <a:latin typeface="Lucida Sans Unicode"/>
                <a:cs typeface="Lucida Sans Unicode"/>
              </a:rPr>
              <a:t>: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8167" y="3671990"/>
            <a:ext cx="331471" cy="152717"/>
          </a:xfrm>
          <a:prstGeom prst="rect">
            <a:avLst/>
          </a:prstGeom>
        </p:spPr>
        <p:txBody>
          <a:bodyPr wrap="square" lIns="0" tIns="7143" rIns="0" bIns="0" rtlCol="0">
            <a:noAutofit/>
          </a:bodyPr>
          <a:lstStyle/>
          <a:p>
            <a:pPr marL="12700">
              <a:lnSpc>
                <a:spcPts val="1125"/>
              </a:lnSpc>
            </a:pPr>
            <a:r>
              <a:rPr dirty="0" smtClean="0" sz="1000" spc="1" b="1">
                <a:latin typeface="Times New Roman"/>
                <a:cs typeface="Times New Roman"/>
              </a:rPr>
              <a:t>C</a:t>
            </a:r>
            <a:r>
              <a:rPr dirty="0" smtClean="0" sz="1000" spc="1" b="1">
                <a:latin typeface="Times New Roman"/>
                <a:cs typeface="Times New Roman"/>
              </a:rPr>
              <a:t>H</a:t>
            </a:r>
            <a:r>
              <a:rPr dirty="0" smtClean="0" sz="1000" spc="1" b="1">
                <a:latin typeface="Times New Roman"/>
                <a:cs typeface="Times New Roman"/>
              </a:rPr>
              <a:t> </a:t>
            </a:r>
            <a:r>
              <a:rPr dirty="0" smtClean="0" sz="1000" spc="1" b="1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0084" y="3900438"/>
            <a:ext cx="346094" cy="64522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400">
              <a:lnSpc>
                <a:spcPts val="2140"/>
              </a:lnSpc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553"/>
              </a:spcBef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1165" y="3900344"/>
            <a:ext cx="2339847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>
                <a:latin typeface="Arial"/>
                <a:cs typeface="Arial"/>
              </a:rPr>
              <a:t>Der</a:t>
            </a:r>
            <a:r>
              <a:rPr dirty="0" smtClean="0" sz="2000" spc="1">
                <a:latin typeface="Arial"/>
                <a:cs typeface="Arial"/>
              </a:rPr>
              <a:t>a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 </a:t>
            </a:r>
            <a:r>
              <a:rPr dirty="0" smtClean="0" sz="2000" spc="1">
                <a:latin typeface="Arial"/>
                <a:cs typeface="Arial"/>
              </a:rPr>
              <a:t>in</a:t>
            </a:r>
            <a:r>
              <a:rPr dirty="0" smtClean="0" sz="2000" spc="1">
                <a:latin typeface="Arial"/>
                <a:cs typeface="Arial"/>
              </a:rPr>
              <a:t>t</a:t>
            </a:r>
            <a:r>
              <a:rPr dirty="0" smtClean="0" sz="2000" spc="1">
                <a:latin typeface="Arial"/>
                <a:cs typeface="Arial"/>
              </a:rPr>
              <a:t>e</a:t>
            </a:r>
            <a:r>
              <a:rPr dirty="0" smtClean="0" sz="2000" spc="1">
                <a:latin typeface="Arial"/>
                <a:cs typeface="Arial"/>
              </a:rPr>
              <a:t>r</a:t>
            </a:r>
            <a:r>
              <a:rPr dirty="0" smtClean="0" sz="2000" spc="1">
                <a:latin typeface="Arial"/>
                <a:cs typeface="Arial"/>
              </a:rPr>
              <a:t>m</a:t>
            </a:r>
            <a:r>
              <a:rPr dirty="0" smtClean="0" sz="2000" spc="1">
                <a:latin typeface="Arial"/>
                <a:cs typeface="Arial"/>
              </a:rPr>
              <a:t>o</a:t>
            </a:r>
            <a:r>
              <a:rPr dirty="0" smtClean="0" sz="2000" spc="1">
                <a:latin typeface="Arial"/>
                <a:cs typeface="Arial"/>
              </a:rPr>
              <a:t>d</a:t>
            </a:r>
            <a:r>
              <a:rPr dirty="0" smtClean="0" sz="2000" spc="1">
                <a:latin typeface="Arial"/>
                <a:cs typeface="Arial"/>
              </a:rPr>
              <a:t>u</a:t>
            </a:r>
            <a:r>
              <a:rPr dirty="0" smtClean="0" sz="2000" spc="1">
                <a:latin typeface="Arial"/>
                <a:cs typeface="Arial"/>
              </a:rPr>
              <a:t>lasi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8167" y="4099601"/>
            <a:ext cx="331343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2" b="1">
                <a:latin typeface="Times New Roman"/>
                <a:cs typeface="Times New Roman"/>
              </a:rPr>
              <a:t>CH</a:t>
            </a:r>
            <a:r>
              <a:rPr dirty="0" smtClean="0" sz="1000" spc="2" b="1">
                <a:latin typeface="Times New Roman"/>
                <a:cs typeface="Times New Roman"/>
              </a:rPr>
              <a:t> </a:t>
            </a:r>
            <a:r>
              <a:rPr dirty="0" smtClean="0" sz="1000" spc="2" b="1"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1165" y="4265846"/>
            <a:ext cx="2270006" cy="58483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lok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sian</a:t>
            </a:r>
            <a:endParaRPr sz="2000">
              <a:latin typeface="Arial"/>
              <a:cs typeface="Arial"/>
            </a:endParaRPr>
          </a:p>
          <a:p>
            <a:pPr marL="12700" marR="38147">
              <a:lnSpc>
                <a:spcPct val="95825"/>
              </a:lnSpc>
            </a:pP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tr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ik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4509" y="4265846"/>
            <a:ext cx="673146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ka</a:t>
            </a:r>
            <a:r>
              <a:rPr dirty="0" smtClean="0" sz="2000" spc="2">
                <a:latin typeface="Arial"/>
                <a:cs typeface="Arial"/>
              </a:rPr>
              <a:t>n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62010" y="4265846"/>
            <a:ext cx="800051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ses</a:t>
            </a: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7695" y="4276012"/>
            <a:ext cx="30220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BW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8045" y="5388912"/>
            <a:ext cx="99162" cy="178117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4200" y="6472848"/>
            <a:ext cx="31959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6200" y="3225800"/>
            <a:ext cx="2646679" cy="426719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14119" marR="1213256" algn="ctr">
              <a:lnSpc>
                <a:spcPct val="95825"/>
              </a:lnSpc>
            </a:pPr>
            <a:r>
              <a:rPr dirty="0" smtClean="0" sz="1200" spc="4" b="1">
                <a:latin typeface="Times New Roman"/>
                <a:cs typeface="Times New Roman"/>
              </a:rPr>
              <a:t>F1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6200" y="3652520"/>
            <a:ext cx="2646679" cy="426719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14096" marR="1213268" algn="ctr">
              <a:lnSpc>
                <a:spcPct val="95825"/>
              </a:lnSpc>
            </a:pPr>
            <a:r>
              <a:rPr dirty="0" smtClean="0" sz="1200" spc="4" b="1">
                <a:latin typeface="Times New Roman"/>
                <a:cs typeface="Times New Roman"/>
              </a:rPr>
              <a:t>F2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6200" y="4079240"/>
            <a:ext cx="2646679" cy="426720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1214119" marR="1213256" algn="ctr">
              <a:lnSpc>
                <a:spcPct val="95825"/>
              </a:lnSpc>
            </a:pPr>
            <a:r>
              <a:rPr dirty="0" smtClean="0" sz="1200" spc="4" b="1">
                <a:latin typeface="Times New Roman"/>
                <a:cs typeface="Times New Roman"/>
              </a:rPr>
              <a:t>F3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6200" y="4505960"/>
            <a:ext cx="2646679" cy="429259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marL="1288073" marR="1287359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6200" y="4935220"/>
            <a:ext cx="2646679" cy="426719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88097" marR="1287462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46200" y="5361940"/>
            <a:ext cx="2646679" cy="42672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88073" marR="1287359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888111" y="2945638"/>
            <a:ext cx="77977" cy="58038"/>
          </a:xfrm>
          <a:custGeom>
            <a:avLst/>
            <a:gdLst/>
            <a:ahLst/>
            <a:cxnLst/>
            <a:rect l="l" t="t" r="r" b="b"/>
            <a:pathLst>
              <a:path w="77977" h="58038">
                <a:moveTo>
                  <a:pt x="10769" y="57150"/>
                </a:moveTo>
                <a:lnTo>
                  <a:pt x="12623" y="54228"/>
                </a:lnTo>
                <a:lnTo>
                  <a:pt x="32638" y="22124"/>
                </a:lnTo>
                <a:lnTo>
                  <a:pt x="38988" y="11939"/>
                </a:lnTo>
                <a:lnTo>
                  <a:pt x="45338" y="22124"/>
                </a:lnTo>
                <a:lnTo>
                  <a:pt x="65354" y="54228"/>
                </a:lnTo>
                <a:lnTo>
                  <a:pt x="67208" y="57150"/>
                </a:lnTo>
                <a:lnTo>
                  <a:pt x="71132" y="58038"/>
                </a:lnTo>
                <a:lnTo>
                  <a:pt x="74104" y="56134"/>
                </a:lnTo>
                <a:lnTo>
                  <a:pt x="77076" y="54356"/>
                </a:lnTo>
                <a:lnTo>
                  <a:pt x="77977" y="50419"/>
                </a:lnTo>
                <a:lnTo>
                  <a:pt x="76123" y="47498"/>
                </a:lnTo>
                <a:lnTo>
                  <a:pt x="45338" y="0"/>
                </a:lnTo>
                <a:lnTo>
                  <a:pt x="44373" y="3301"/>
                </a:lnTo>
                <a:lnTo>
                  <a:pt x="33604" y="3301"/>
                </a:lnTo>
                <a:lnTo>
                  <a:pt x="32638" y="0"/>
                </a:lnTo>
                <a:lnTo>
                  <a:pt x="1854" y="47498"/>
                </a:lnTo>
                <a:lnTo>
                  <a:pt x="0" y="50419"/>
                </a:lnTo>
                <a:lnTo>
                  <a:pt x="901" y="54356"/>
                </a:lnTo>
                <a:lnTo>
                  <a:pt x="3873" y="56134"/>
                </a:lnTo>
                <a:lnTo>
                  <a:pt x="6845" y="58038"/>
                </a:lnTo>
                <a:lnTo>
                  <a:pt x="10769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889965" y="2933700"/>
            <a:ext cx="74269" cy="59436"/>
          </a:xfrm>
          <a:custGeom>
            <a:avLst/>
            <a:gdLst/>
            <a:ahLst/>
            <a:cxnLst/>
            <a:rect l="l" t="t" r="r" b="b"/>
            <a:pathLst>
              <a:path w="74269" h="59436">
                <a:moveTo>
                  <a:pt x="43484" y="11937"/>
                </a:moveTo>
                <a:lnTo>
                  <a:pt x="74269" y="59436"/>
                </a:lnTo>
                <a:lnTo>
                  <a:pt x="37134" y="0"/>
                </a:lnTo>
                <a:lnTo>
                  <a:pt x="0" y="59436"/>
                </a:lnTo>
                <a:lnTo>
                  <a:pt x="30784" y="11937"/>
                </a:lnTo>
                <a:lnTo>
                  <a:pt x="31750" y="15239"/>
                </a:lnTo>
                <a:lnTo>
                  <a:pt x="42519" y="15239"/>
                </a:lnTo>
                <a:lnTo>
                  <a:pt x="43484" y="11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920749" y="2957577"/>
            <a:ext cx="12700" cy="2546602"/>
          </a:xfrm>
          <a:custGeom>
            <a:avLst/>
            <a:gdLst/>
            <a:ahLst/>
            <a:cxnLst/>
            <a:rect l="l" t="t" r="r" b="b"/>
            <a:pathLst>
              <a:path w="12700" h="2546602">
                <a:moveTo>
                  <a:pt x="12700" y="2546602"/>
                </a:moveTo>
                <a:lnTo>
                  <a:pt x="12700" y="10185"/>
                </a:lnTo>
                <a:lnTo>
                  <a:pt x="6350" y="0"/>
                </a:lnTo>
                <a:lnTo>
                  <a:pt x="0" y="10185"/>
                </a:lnTo>
                <a:lnTo>
                  <a:pt x="0" y="2546602"/>
                </a:lnTo>
                <a:lnTo>
                  <a:pt x="12700" y="25466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4578624" y="5498846"/>
            <a:ext cx="8615" cy="10667"/>
          </a:xfrm>
          <a:custGeom>
            <a:avLst/>
            <a:gdLst/>
            <a:ahLst/>
            <a:cxnLst/>
            <a:rect l="l" t="t" r="r" b="b"/>
            <a:pathLst>
              <a:path w="8615" h="10667">
                <a:moveTo>
                  <a:pt x="8615" y="0"/>
                </a:moveTo>
                <a:lnTo>
                  <a:pt x="0" y="5349"/>
                </a:lnTo>
                <a:lnTo>
                  <a:pt x="8488" y="10667"/>
                </a:lnTo>
                <a:lnTo>
                  <a:pt x="86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927100" y="5495290"/>
            <a:ext cx="3675379" cy="45973"/>
          </a:xfrm>
          <a:custGeom>
            <a:avLst/>
            <a:gdLst/>
            <a:ahLst/>
            <a:cxnLst/>
            <a:rect l="l" t="t" r="r" b="b"/>
            <a:pathLst>
              <a:path w="3675379" h="45974">
                <a:moveTo>
                  <a:pt x="3615944" y="45974"/>
                </a:moveTo>
                <a:lnTo>
                  <a:pt x="3675379" y="8890"/>
                </a:lnTo>
                <a:lnTo>
                  <a:pt x="3663569" y="2540"/>
                </a:lnTo>
                <a:lnTo>
                  <a:pt x="3641340" y="2524"/>
                </a:lnTo>
                <a:lnTo>
                  <a:pt x="0" y="0"/>
                </a:lnTo>
                <a:lnTo>
                  <a:pt x="0" y="12700"/>
                </a:lnTo>
                <a:lnTo>
                  <a:pt x="3641348" y="15224"/>
                </a:lnTo>
                <a:lnTo>
                  <a:pt x="3663569" y="15240"/>
                </a:lnTo>
                <a:lnTo>
                  <a:pt x="3660140" y="3556"/>
                </a:lnTo>
                <a:lnTo>
                  <a:pt x="3660013" y="14224"/>
                </a:lnTo>
                <a:lnTo>
                  <a:pt x="3651524" y="8905"/>
                </a:lnTo>
                <a:lnTo>
                  <a:pt x="3660140" y="3556"/>
                </a:lnTo>
                <a:lnTo>
                  <a:pt x="3663569" y="15240"/>
                </a:lnTo>
                <a:lnTo>
                  <a:pt x="3615944" y="45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4532503" y="5465191"/>
            <a:ext cx="69976" cy="38989"/>
          </a:xfrm>
          <a:custGeom>
            <a:avLst/>
            <a:gdLst/>
            <a:ahLst/>
            <a:cxnLst/>
            <a:rect l="l" t="t" r="r" b="b"/>
            <a:pathLst>
              <a:path w="69976" h="38988">
                <a:moveTo>
                  <a:pt x="3683" y="889"/>
                </a:moveTo>
                <a:lnTo>
                  <a:pt x="1905" y="3810"/>
                </a:lnTo>
                <a:lnTo>
                  <a:pt x="0" y="6858"/>
                </a:lnTo>
                <a:lnTo>
                  <a:pt x="888" y="10668"/>
                </a:lnTo>
                <a:lnTo>
                  <a:pt x="3937" y="12573"/>
                </a:lnTo>
                <a:lnTo>
                  <a:pt x="35937" y="32623"/>
                </a:lnTo>
                <a:lnTo>
                  <a:pt x="58166" y="32639"/>
                </a:lnTo>
                <a:lnTo>
                  <a:pt x="69976" y="38989"/>
                </a:lnTo>
                <a:lnTo>
                  <a:pt x="10668" y="1778"/>
                </a:lnTo>
                <a:lnTo>
                  <a:pt x="7620" y="0"/>
                </a:lnTo>
                <a:lnTo>
                  <a:pt x="3683" y="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532503" y="5510514"/>
            <a:ext cx="58166" cy="32654"/>
          </a:xfrm>
          <a:custGeom>
            <a:avLst/>
            <a:gdLst/>
            <a:ahLst/>
            <a:cxnLst/>
            <a:rect l="l" t="t" r="r" b="b"/>
            <a:pathLst>
              <a:path w="58166" h="32654">
                <a:moveTo>
                  <a:pt x="1777" y="28717"/>
                </a:moveTo>
                <a:lnTo>
                  <a:pt x="3683" y="31765"/>
                </a:lnTo>
                <a:lnTo>
                  <a:pt x="7620" y="32654"/>
                </a:lnTo>
                <a:lnTo>
                  <a:pt x="10541" y="30749"/>
                </a:lnTo>
                <a:lnTo>
                  <a:pt x="58166" y="15"/>
                </a:lnTo>
                <a:lnTo>
                  <a:pt x="35945" y="0"/>
                </a:lnTo>
                <a:lnTo>
                  <a:pt x="3810" y="19954"/>
                </a:lnTo>
                <a:lnTo>
                  <a:pt x="888" y="21859"/>
                </a:lnTo>
                <a:lnTo>
                  <a:pt x="0" y="25796"/>
                </a:lnTo>
                <a:lnTo>
                  <a:pt x="1777" y="28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927100" y="3329940"/>
            <a:ext cx="436880" cy="2174239"/>
          </a:xfrm>
          <a:custGeom>
            <a:avLst/>
            <a:gdLst/>
            <a:ahLst/>
            <a:cxnLst/>
            <a:rect l="l" t="t" r="r" b="b"/>
            <a:pathLst>
              <a:path w="436880" h="2174239">
                <a:moveTo>
                  <a:pt x="0" y="2174239"/>
                </a:moveTo>
                <a:lnTo>
                  <a:pt x="436880" y="2174239"/>
                </a:lnTo>
                <a:lnTo>
                  <a:pt x="436880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927100" y="3329940"/>
            <a:ext cx="436880" cy="2174239"/>
          </a:xfrm>
          <a:custGeom>
            <a:avLst/>
            <a:gdLst/>
            <a:ahLst/>
            <a:cxnLst/>
            <a:rect l="l" t="t" r="r" b="b"/>
            <a:pathLst>
              <a:path w="436880" h="2174239">
                <a:moveTo>
                  <a:pt x="0" y="2174239"/>
                </a:moveTo>
                <a:lnTo>
                  <a:pt x="436880" y="2174239"/>
                </a:lnTo>
                <a:lnTo>
                  <a:pt x="436880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3726179" y="3329940"/>
            <a:ext cx="436880" cy="0"/>
          </a:xfrm>
          <a:custGeom>
            <a:avLst/>
            <a:gdLst/>
            <a:ahLst/>
            <a:cxnLst/>
            <a:rect l="l" t="t" r="r" b="b"/>
            <a:pathLst>
              <a:path w="436880" h="0">
                <a:moveTo>
                  <a:pt x="0" y="0"/>
                </a:moveTo>
                <a:lnTo>
                  <a:pt x="43688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3948811" y="3329940"/>
            <a:ext cx="77977" cy="2174240"/>
          </a:xfrm>
          <a:custGeom>
            <a:avLst/>
            <a:gdLst/>
            <a:ahLst/>
            <a:cxnLst/>
            <a:rect l="l" t="t" r="r" b="b"/>
            <a:pathLst>
              <a:path w="77977" h="2174240">
                <a:moveTo>
                  <a:pt x="38989" y="2150338"/>
                </a:moveTo>
                <a:lnTo>
                  <a:pt x="32639" y="33934"/>
                </a:lnTo>
                <a:lnTo>
                  <a:pt x="32639" y="2140178"/>
                </a:lnTo>
                <a:lnTo>
                  <a:pt x="33654" y="2158873"/>
                </a:lnTo>
                <a:lnTo>
                  <a:pt x="44323" y="2158873"/>
                </a:lnTo>
                <a:lnTo>
                  <a:pt x="38989" y="2150338"/>
                </a:lnTo>
                <a:close/>
              </a:path>
              <a:path w="77977" h="2174240">
                <a:moveTo>
                  <a:pt x="33654" y="15239"/>
                </a:moveTo>
                <a:lnTo>
                  <a:pt x="38989" y="23774"/>
                </a:lnTo>
                <a:lnTo>
                  <a:pt x="45338" y="33934"/>
                </a:lnTo>
                <a:lnTo>
                  <a:pt x="65404" y="66039"/>
                </a:lnTo>
                <a:lnTo>
                  <a:pt x="67183" y="69087"/>
                </a:lnTo>
                <a:lnTo>
                  <a:pt x="71119" y="69976"/>
                </a:lnTo>
                <a:lnTo>
                  <a:pt x="74040" y="68072"/>
                </a:lnTo>
                <a:lnTo>
                  <a:pt x="77088" y="66294"/>
                </a:lnTo>
                <a:lnTo>
                  <a:pt x="77977" y="62357"/>
                </a:lnTo>
                <a:lnTo>
                  <a:pt x="76073" y="59309"/>
                </a:lnTo>
                <a:lnTo>
                  <a:pt x="45338" y="11937"/>
                </a:lnTo>
                <a:lnTo>
                  <a:pt x="44323" y="15239"/>
                </a:lnTo>
                <a:lnTo>
                  <a:pt x="33654" y="15239"/>
                </a:lnTo>
                <a:close/>
              </a:path>
              <a:path w="77977" h="2174240">
                <a:moveTo>
                  <a:pt x="32638" y="11937"/>
                </a:moveTo>
                <a:lnTo>
                  <a:pt x="38988" y="0"/>
                </a:lnTo>
                <a:lnTo>
                  <a:pt x="1904" y="59309"/>
                </a:lnTo>
                <a:lnTo>
                  <a:pt x="0" y="62357"/>
                </a:lnTo>
                <a:lnTo>
                  <a:pt x="888" y="66294"/>
                </a:lnTo>
                <a:lnTo>
                  <a:pt x="3810" y="68072"/>
                </a:lnTo>
                <a:lnTo>
                  <a:pt x="6858" y="69976"/>
                </a:lnTo>
                <a:lnTo>
                  <a:pt x="10794" y="69087"/>
                </a:lnTo>
                <a:lnTo>
                  <a:pt x="12573" y="66039"/>
                </a:lnTo>
                <a:lnTo>
                  <a:pt x="32639" y="33934"/>
                </a:lnTo>
                <a:lnTo>
                  <a:pt x="32638" y="11937"/>
                </a:lnTo>
                <a:close/>
              </a:path>
              <a:path w="77977" h="2174240">
                <a:moveTo>
                  <a:pt x="32638" y="2162302"/>
                </a:moveTo>
                <a:lnTo>
                  <a:pt x="12573" y="2108073"/>
                </a:lnTo>
                <a:lnTo>
                  <a:pt x="10794" y="2105152"/>
                </a:lnTo>
                <a:lnTo>
                  <a:pt x="6858" y="2104263"/>
                </a:lnTo>
                <a:lnTo>
                  <a:pt x="3937" y="2106168"/>
                </a:lnTo>
                <a:lnTo>
                  <a:pt x="888" y="2107946"/>
                </a:lnTo>
                <a:lnTo>
                  <a:pt x="0" y="2111883"/>
                </a:lnTo>
                <a:lnTo>
                  <a:pt x="1904" y="2114804"/>
                </a:lnTo>
                <a:lnTo>
                  <a:pt x="38988" y="2174240"/>
                </a:lnTo>
                <a:lnTo>
                  <a:pt x="45338" y="2162302"/>
                </a:lnTo>
                <a:lnTo>
                  <a:pt x="32638" y="2162302"/>
                </a:lnTo>
                <a:close/>
              </a:path>
              <a:path w="77977" h="2174240">
                <a:moveTo>
                  <a:pt x="76073" y="59309"/>
                </a:moveTo>
                <a:lnTo>
                  <a:pt x="38988" y="0"/>
                </a:lnTo>
                <a:lnTo>
                  <a:pt x="32638" y="11937"/>
                </a:lnTo>
                <a:lnTo>
                  <a:pt x="32639" y="33934"/>
                </a:lnTo>
                <a:lnTo>
                  <a:pt x="38989" y="2150338"/>
                </a:lnTo>
                <a:lnTo>
                  <a:pt x="44323" y="2158873"/>
                </a:lnTo>
                <a:lnTo>
                  <a:pt x="33654" y="2158873"/>
                </a:lnTo>
                <a:lnTo>
                  <a:pt x="32639" y="2140178"/>
                </a:lnTo>
                <a:lnTo>
                  <a:pt x="12573" y="2108073"/>
                </a:lnTo>
                <a:lnTo>
                  <a:pt x="32638" y="2162302"/>
                </a:lnTo>
                <a:lnTo>
                  <a:pt x="45338" y="2162302"/>
                </a:lnTo>
                <a:lnTo>
                  <a:pt x="38988" y="2174240"/>
                </a:lnTo>
                <a:lnTo>
                  <a:pt x="76073" y="2114804"/>
                </a:lnTo>
                <a:lnTo>
                  <a:pt x="77977" y="2111883"/>
                </a:lnTo>
                <a:lnTo>
                  <a:pt x="77088" y="2107946"/>
                </a:lnTo>
                <a:lnTo>
                  <a:pt x="74167" y="2106168"/>
                </a:lnTo>
                <a:lnTo>
                  <a:pt x="71119" y="2104263"/>
                </a:lnTo>
                <a:lnTo>
                  <a:pt x="67183" y="2105152"/>
                </a:lnTo>
                <a:lnTo>
                  <a:pt x="65404" y="2108073"/>
                </a:lnTo>
                <a:lnTo>
                  <a:pt x="45338" y="2140178"/>
                </a:lnTo>
                <a:lnTo>
                  <a:pt x="45338" y="33934"/>
                </a:lnTo>
                <a:lnTo>
                  <a:pt x="38989" y="23774"/>
                </a:lnTo>
                <a:lnTo>
                  <a:pt x="33654" y="15239"/>
                </a:lnTo>
                <a:lnTo>
                  <a:pt x="44323" y="15239"/>
                </a:lnTo>
                <a:lnTo>
                  <a:pt x="45338" y="11937"/>
                </a:lnTo>
                <a:lnTo>
                  <a:pt x="76073" y="59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363980" y="3329940"/>
            <a:ext cx="439419" cy="2174239"/>
          </a:xfrm>
          <a:custGeom>
            <a:avLst/>
            <a:gdLst/>
            <a:ahLst/>
            <a:cxnLst/>
            <a:rect l="l" t="t" r="r" b="b"/>
            <a:pathLst>
              <a:path w="439419" h="2174239">
                <a:moveTo>
                  <a:pt x="0" y="2174239"/>
                </a:moveTo>
                <a:lnTo>
                  <a:pt x="439419" y="2174239"/>
                </a:lnTo>
                <a:lnTo>
                  <a:pt x="43941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1363980" y="3329940"/>
            <a:ext cx="439419" cy="2174239"/>
          </a:xfrm>
          <a:custGeom>
            <a:avLst/>
            <a:gdLst/>
            <a:ahLst/>
            <a:cxnLst/>
            <a:rect l="l" t="t" r="r" b="b"/>
            <a:pathLst>
              <a:path w="439419" h="2174239">
                <a:moveTo>
                  <a:pt x="0" y="2174239"/>
                </a:moveTo>
                <a:lnTo>
                  <a:pt x="439419" y="2174239"/>
                </a:lnTo>
                <a:lnTo>
                  <a:pt x="43941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800860" y="3329940"/>
            <a:ext cx="439419" cy="2174239"/>
          </a:xfrm>
          <a:custGeom>
            <a:avLst/>
            <a:gdLst/>
            <a:ahLst/>
            <a:cxnLst/>
            <a:rect l="l" t="t" r="r" b="b"/>
            <a:pathLst>
              <a:path w="439419" h="2174239">
                <a:moveTo>
                  <a:pt x="0" y="2174239"/>
                </a:moveTo>
                <a:lnTo>
                  <a:pt x="439419" y="2174239"/>
                </a:lnTo>
                <a:lnTo>
                  <a:pt x="43941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800860" y="3329940"/>
            <a:ext cx="439419" cy="2174239"/>
          </a:xfrm>
          <a:custGeom>
            <a:avLst/>
            <a:gdLst/>
            <a:ahLst/>
            <a:cxnLst/>
            <a:rect l="l" t="t" r="r" b="b"/>
            <a:pathLst>
              <a:path w="439419" h="2174239">
                <a:moveTo>
                  <a:pt x="0" y="2174239"/>
                </a:moveTo>
                <a:lnTo>
                  <a:pt x="439419" y="2174239"/>
                </a:lnTo>
                <a:lnTo>
                  <a:pt x="43941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2237740" y="3329940"/>
            <a:ext cx="441960" cy="2174239"/>
          </a:xfrm>
          <a:custGeom>
            <a:avLst/>
            <a:gdLst/>
            <a:ahLst/>
            <a:cxnLst/>
            <a:rect l="l" t="t" r="r" b="b"/>
            <a:pathLst>
              <a:path w="441960" h="2174239">
                <a:moveTo>
                  <a:pt x="0" y="2174239"/>
                </a:moveTo>
                <a:lnTo>
                  <a:pt x="441960" y="2174239"/>
                </a:lnTo>
                <a:lnTo>
                  <a:pt x="441960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solidFill>
            <a:srgbClr val="FF7B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2237740" y="3329940"/>
            <a:ext cx="441960" cy="2174239"/>
          </a:xfrm>
          <a:custGeom>
            <a:avLst/>
            <a:gdLst/>
            <a:ahLst/>
            <a:cxnLst/>
            <a:rect l="l" t="t" r="r" b="b"/>
            <a:pathLst>
              <a:path w="441960" h="2174239">
                <a:moveTo>
                  <a:pt x="0" y="2174239"/>
                </a:moveTo>
                <a:lnTo>
                  <a:pt x="441960" y="2174239"/>
                </a:lnTo>
                <a:lnTo>
                  <a:pt x="441960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2674619" y="3329940"/>
            <a:ext cx="441959" cy="2174239"/>
          </a:xfrm>
          <a:custGeom>
            <a:avLst/>
            <a:gdLst/>
            <a:ahLst/>
            <a:cxnLst/>
            <a:rect l="l" t="t" r="r" b="b"/>
            <a:pathLst>
              <a:path w="441959" h="2174239">
                <a:moveTo>
                  <a:pt x="0" y="2174239"/>
                </a:moveTo>
                <a:lnTo>
                  <a:pt x="441959" y="2174239"/>
                </a:lnTo>
                <a:lnTo>
                  <a:pt x="44195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2674619" y="3329940"/>
            <a:ext cx="441959" cy="2174239"/>
          </a:xfrm>
          <a:custGeom>
            <a:avLst/>
            <a:gdLst/>
            <a:ahLst/>
            <a:cxnLst/>
            <a:rect l="l" t="t" r="r" b="b"/>
            <a:pathLst>
              <a:path w="441959" h="2174239">
                <a:moveTo>
                  <a:pt x="0" y="2174239"/>
                </a:moveTo>
                <a:lnTo>
                  <a:pt x="441959" y="2174239"/>
                </a:lnTo>
                <a:lnTo>
                  <a:pt x="44195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3114040" y="3329940"/>
            <a:ext cx="436879" cy="2174239"/>
          </a:xfrm>
          <a:custGeom>
            <a:avLst/>
            <a:gdLst/>
            <a:ahLst/>
            <a:cxnLst/>
            <a:rect l="l" t="t" r="r" b="b"/>
            <a:pathLst>
              <a:path w="436879" h="2174239">
                <a:moveTo>
                  <a:pt x="0" y="2174239"/>
                </a:moveTo>
                <a:lnTo>
                  <a:pt x="436879" y="2174239"/>
                </a:lnTo>
                <a:lnTo>
                  <a:pt x="43687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3114040" y="3329940"/>
            <a:ext cx="436879" cy="2174239"/>
          </a:xfrm>
          <a:custGeom>
            <a:avLst/>
            <a:gdLst/>
            <a:ahLst/>
            <a:cxnLst/>
            <a:rect l="l" t="t" r="r" b="b"/>
            <a:pathLst>
              <a:path w="436879" h="2174239">
                <a:moveTo>
                  <a:pt x="0" y="2174239"/>
                </a:moveTo>
                <a:lnTo>
                  <a:pt x="436879" y="2174239"/>
                </a:lnTo>
                <a:lnTo>
                  <a:pt x="436879" y="0"/>
                </a:lnTo>
                <a:lnTo>
                  <a:pt x="0" y="0"/>
                </a:lnTo>
                <a:lnTo>
                  <a:pt x="0" y="2174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7359" y="159670"/>
            <a:ext cx="352877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Mu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ti</a:t>
            </a:r>
            <a:r>
              <a:rPr dirty="0" smtClean="0" sz="2400" spc="-4" b="1">
                <a:latin typeface="Arial"/>
                <a:cs typeface="Arial"/>
              </a:rPr>
              <a:t>p</a:t>
            </a:r>
            <a:r>
              <a:rPr dirty="0" smtClean="0" sz="2400" spc="-4" b="1">
                <a:latin typeface="Arial"/>
                <a:cs typeface="Arial"/>
              </a:rPr>
              <a:t>le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y</a:t>
            </a:r>
            <a:r>
              <a:rPr dirty="0" smtClean="0" sz="2400" spc="-4" b="1">
                <a:latin typeface="Arial"/>
                <a:cs typeface="Arial"/>
              </a:rPr>
              <a:t>st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282" y="1073630"/>
            <a:ext cx="4157268" cy="69595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TDMA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400" spc="-6" b="1" i="1">
                <a:latin typeface="Times New Roman"/>
                <a:cs typeface="Times New Roman"/>
              </a:rPr>
              <a:t>(</a:t>
            </a:r>
            <a:r>
              <a:rPr dirty="0" smtClean="0" sz="2400" spc="-6" b="1" i="1">
                <a:latin typeface="Times New Roman"/>
                <a:cs typeface="Times New Roman"/>
              </a:rPr>
              <a:t>T</a:t>
            </a:r>
            <a:r>
              <a:rPr dirty="0" smtClean="0" sz="2400" spc="-6" b="1" i="1">
                <a:latin typeface="Times New Roman"/>
                <a:cs typeface="Times New Roman"/>
              </a:rPr>
              <a:t>i</a:t>
            </a:r>
            <a:r>
              <a:rPr dirty="0" smtClean="0" sz="2400" spc="-6" b="1" i="1">
                <a:latin typeface="Times New Roman"/>
                <a:cs typeface="Times New Roman"/>
              </a:rPr>
              <a:t>m</a:t>
            </a:r>
            <a:r>
              <a:rPr dirty="0" smtClean="0" sz="2400" spc="-6" b="1" i="1">
                <a:latin typeface="Times New Roman"/>
                <a:cs typeface="Times New Roman"/>
              </a:rPr>
              <a:t>e</a:t>
            </a:r>
            <a:r>
              <a:rPr dirty="0" smtClean="0" sz="2400" spc="-6" b="1" i="1">
                <a:latin typeface="Times New Roman"/>
                <a:cs typeface="Times New Roman"/>
              </a:rPr>
              <a:t> </a:t>
            </a:r>
            <a:r>
              <a:rPr dirty="0" smtClean="0" sz="2400" spc="-6" b="1" i="1">
                <a:latin typeface="Times New Roman"/>
                <a:cs typeface="Times New Roman"/>
              </a:rPr>
              <a:t>Div</a:t>
            </a:r>
            <a:r>
              <a:rPr dirty="0" smtClean="0" sz="2400" spc="-6" b="1" i="1">
                <a:latin typeface="Times New Roman"/>
                <a:cs typeface="Times New Roman"/>
              </a:rPr>
              <a:t>i</a:t>
            </a:r>
            <a:r>
              <a:rPr dirty="0" smtClean="0" sz="2400" spc="-6" b="1" i="1">
                <a:latin typeface="Times New Roman"/>
                <a:cs typeface="Times New Roman"/>
              </a:rPr>
              <a:t>sion</a:t>
            </a:r>
            <a:r>
              <a:rPr dirty="0" smtClean="0" sz="2400" spc="-6" b="1" i="1">
                <a:latin typeface="Times New Roman"/>
                <a:cs typeface="Times New Roman"/>
              </a:rPr>
              <a:t> </a:t>
            </a:r>
            <a:r>
              <a:rPr dirty="0" smtClean="0" sz="2400" spc="-6" b="1" i="1">
                <a:latin typeface="Times New Roman"/>
                <a:cs typeface="Times New Roman"/>
              </a:rPr>
              <a:t>M</a:t>
            </a:r>
            <a:r>
              <a:rPr dirty="0" smtClean="0" sz="2400" spc="-6" b="1" i="1">
                <a:latin typeface="Times New Roman"/>
                <a:cs typeface="Times New Roman"/>
              </a:rPr>
              <a:t>ul</a:t>
            </a:r>
            <a:r>
              <a:rPr dirty="0" smtClean="0" sz="2400" spc="-6" b="1" i="1">
                <a:latin typeface="Times New Roman"/>
                <a:cs typeface="Times New Roman"/>
              </a:rPr>
              <a:t>t</a:t>
            </a:r>
            <a:r>
              <a:rPr dirty="0" smtClean="0" sz="2400" spc="-6" b="1" i="1">
                <a:latin typeface="Times New Roman"/>
                <a:cs typeface="Times New Roman"/>
              </a:rPr>
              <a:t>i</a:t>
            </a:r>
            <a:r>
              <a:rPr dirty="0" smtClean="0" sz="2400" spc="-6" b="1" i="1">
                <a:latin typeface="Times New Roman"/>
                <a:cs typeface="Times New Roman"/>
              </a:rPr>
              <a:t>p</a:t>
            </a:r>
            <a:r>
              <a:rPr dirty="0" smtClean="0" sz="2400" spc="-6" b="1" i="1">
                <a:latin typeface="Times New Roman"/>
                <a:cs typeface="Times New Roman"/>
              </a:rPr>
              <a:t>le</a:t>
            </a:r>
            <a:r>
              <a:rPr dirty="0" smtClean="0" sz="2400" spc="-6" b="1" i="1">
                <a:latin typeface="Times New Roman"/>
                <a:cs typeface="Times New Roman"/>
              </a:rPr>
              <a:t> </a:t>
            </a:r>
            <a:r>
              <a:rPr dirty="0" smtClean="0" sz="2400" spc="-6" b="1" i="1">
                <a:latin typeface="Times New Roman"/>
                <a:cs typeface="Times New Roman"/>
              </a:rPr>
              <a:t>Ac</a:t>
            </a:r>
            <a:r>
              <a:rPr dirty="0" smtClean="0" sz="2400" spc="-6" b="1" i="1">
                <a:latin typeface="Times New Roman"/>
                <a:cs typeface="Times New Roman"/>
              </a:rPr>
              <a:t>c</a:t>
            </a:r>
            <a:r>
              <a:rPr dirty="0" smtClean="0" sz="2400" spc="-6" b="1" i="1">
                <a:latin typeface="Times New Roman"/>
                <a:cs typeface="Times New Roman"/>
              </a:rPr>
              <a:t>ess</a:t>
            </a:r>
            <a:r>
              <a:rPr dirty="0" smtClean="0" sz="2400" spc="-6" b="1" i="1">
                <a:latin typeface="Times New Roman"/>
                <a:cs typeface="Times New Roman"/>
              </a:rPr>
              <a:t> </a:t>
            </a:r>
            <a:r>
              <a:rPr dirty="0" smtClean="0" sz="2400" spc="-6" b="1" i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9921" y="1958103"/>
            <a:ext cx="34269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Wingdings"/>
                <a:cs typeface="Wingdings"/>
              </a:rPr>
              <a:t>❖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20875" y="1959709"/>
            <a:ext cx="496834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i</a:t>
            </a:r>
            <a:r>
              <a:rPr dirty="0" smtClean="0" sz="2400" spc="-3">
                <a:latin typeface="Times New Roman"/>
                <a:cs typeface="Times New Roman"/>
              </a:rPr>
              <a:t>a</a:t>
            </a:r>
            <a:r>
              <a:rPr dirty="0" smtClean="0" sz="2400" spc="-3">
                <a:latin typeface="Times New Roman"/>
                <a:cs typeface="Times New Roman"/>
              </a:rPr>
              <a:t>p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user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m</a:t>
            </a:r>
            <a:r>
              <a:rPr dirty="0" smtClean="0" sz="2400" spc="-3">
                <a:latin typeface="Times New Roman"/>
                <a:cs typeface="Times New Roman"/>
              </a:rPr>
              <a:t>en</a:t>
            </a:r>
            <a:r>
              <a:rPr dirty="0" smtClean="0" sz="2400" spc="-3">
                <a:latin typeface="Times New Roman"/>
                <a:cs typeface="Times New Roman"/>
              </a:rPr>
              <a:t>e</a:t>
            </a:r>
            <a:r>
              <a:rPr dirty="0" smtClean="0" sz="2400" spc="-3">
                <a:latin typeface="Times New Roman"/>
                <a:cs typeface="Times New Roman"/>
              </a:rPr>
              <a:t>m</a:t>
            </a:r>
            <a:r>
              <a:rPr dirty="0" smtClean="0" sz="2400" spc="-3">
                <a:latin typeface="Times New Roman"/>
                <a:cs typeface="Times New Roman"/>
              </a:rPr>
              <a:t>pa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i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slot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waktu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er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en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362" y="2463976"/>
            <a:ext cx="141376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66259" y="2894102"/>
            <a:ext cx="1501919" cy="279400"/>
          </a:xfrm>
          <a:prstGeom prst="rect">
            <a:avLst/>
          </a:prstGeom>
        </p:spPr>
        <p:txBody>
          <a:bodyPr wrap="square" lIns="0" tIns="13970" rIns="0" bIns="0" rtlCol="0">
            <a:noAutofit/>
          </a:bodyPr>
          <a:lstStyle/>
          <a:p>
            <a:pPr marL="12700">
              <a:lnSpc>
                <a:spcPts val="2200"/>
              </a:lnSpc>
            </a:pP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l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bi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h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13">
                <a:solidFill>
                  <a:srgbClr val="3333CC"/>
                </a:solidFill>
                <a:latin typeface="Lucida Sans Unicode"/>
                <a:cs typeface="Lucida Sans Unicode"/>
              </a:rPr>
              <a:t>: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6259" y="3260104"/>
            <a:ext cx="345693" cy="645541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556"/>
              </a:spcBef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6959" y="3260010"/>
            <a:ext cx="3597402" cy="645541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1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isie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s</a:t>
            </a:r>
            <a:r>
              <a:rPr dirty="0" smtClean="0" sz="2000" spc="0">
                <a:latin typeface="Arial"/>
                <a:cs typeface="Arial"/>
              </a:rPr>
              <a:t>p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rum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ih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ti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75"/>
              </a:spcBef>
            </a:pPr>
            <a:r>
              <a:rPr dirty="0" smtClean="0" sz="2000" spc="-1">
                <a:latin typeface="Arial"/>
                <a:cs typeface="Arial"/>
              </a:rPr>
              <a:t>T</a:t>
            </a:r>
            <a:r>
              <a:rPr dirty="0" smtClean="0" sz="2000" spc="-1">
                <a:latin typeface="Arial"/>
                <a:cs typeface="Arial"/>
              </a:rPr>
              <a:t>i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m</a:t>
            </a:r>
            <a:r>
              <a:rPr dirty="0" smtClean="0" sz="2000" spc="-1">
                <a:latin typeface="Arial"/>
                <a:cs typeface="Arial"/>
              </a:rPr>
              <a:t>e</a:t>
            </a:r>
            <a:r>
              <a:rPr dirty="0" smtClean="0" sz="2000" spc="-1">
                <a:latin typeface="Arial"/>
                <a:cs typeface="Arial"/>
              </a:rPr>
              <a:t>r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u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k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n</a:t>
            </a:r>
            <a:r>
              <a:rPr dirty="0" smtClean="0" sz="2000" spc="-1">
                <a:latin typeface="Arial"/>
                <a:cs typeface="Arial"/>
              </a:rPr>
              <a:t>tr</a:t>
            </a:r>
            <a:r>
              <a:rPr dirty="0" smtClean="0" sz="2000" spc="-1">
                <a:latin typeface="Arial"/>
                <a:cs typeface="Arial"/>
              </a:rPr>
              <a:t>o</a:t>
            </a:r>
            <a:r>
              <a:rPr dirty="0" smtClean="0" sz="2000" spc="-1">
                <a:latin typeface="Arial"/>
                <a:cs typeface="Arial"/>
              </a:rPr>
              <a:t>l</a:t>
            </a:r>
            <a:r>
              <a:rPr dirty="0" smtClean="0" sz="2000" spc="-1">
                <a:latin typeface="Arial"/>
                <a:cs typeface="Arial"/>
              </a:rPr>
              <a:t> </a:t>
            </a:r>
            <a:r>
              <a:rPr dirty="0" smtClean="0" sz="2000" spc="-1">
                <a:latin typeface="Arial"/>
                <a:cs typeface="Arial"/>
              </a:rPr>
              <a:t>d</a:t>
            </a:r>
            <a:r>
              <a:rPr dirty="0" smtClean="0" sz="2000" spc="-1">
                <a:latin typeface="Arial"/>
                <a:cs typeface="Arial"/>
              </a:rPr>
              <a:t>a</a:t>
            </a:r>
            <a:r>
              <a:rPr dirty="0" smtClean="0" sz="2000" spc="-1">
                <a:latin typeface="Arial"/>
                <a:cs typeface="Arial"/>
              </a:rPr>
              <a:t>y</a:t>
            </a:r>
            <a:r>
              <a:rPr dirty="0" smtClean="0" sz="2000" spc="-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6259" y="3991763"/>
            <a:ext cx="1778525" cy="279400"/>
          </a:xfrm>
          <a:prstGeom prst="rect">
            <a:avLst/>
          </a:prstGeom>
        </p:spPr>
        <p:txBody>
          <a:bodyPr wrap="square" lIns="0" tIns="13970" rIns="0" bIns="0" rtlCol="0">
            <a:noAutofit/>
          </a:bodyPr>
          <a:lstStyle/>
          <a:p>
            <a:pPr marL="12700">
              <a:lnSpc>
                <a:spcPts val="2200"/>
              </a:lnSpc>
            </a:pP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u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r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g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2">
                <a:solidFill>
                  <a:srgbClr val="3333CC"/>
                </a:solidFill>
                <a:latin typeface="Lucida Sans Unicode"/>
                <a:cs typeface="Lucida Sans Unicode"/>
              </a:rPr>
              <a:t>: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77335" y="4244262"/>
            <a:ext cx="30220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BW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66259" y="4357381"/>
            <a:ext cx="34609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6959" y="4357286"/>
            <a:ext cx="679250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9">
                <a:latin typeface="Arial"/>
                <a:cs typeface="Arial"/>
              </a:rPr>
              <a:t>T</a:t>
            </a:r>
            <a:r>
              <a:rPr dirty="0" smtClean="0" sz="2000" spc="-9">
                <a:latin typeface="Arial"/>
                <a:cs typeface="Arial"/>
              </a:rPr>
              <a:t>id</a:t>
            </a:r>
            <a:r>
              <a:rPr dirty="0" smtClean="0" sz="2000" spc="-9">
                <a:latin typeface="Arial"/>
                <a:cs typeface="Arial"/>
              </a:rPr>
              <a:t>a</a:t>
            </a:r>
            <a:r>
              <a:rPr dirty="0" smtClean="0" sz="2000" spc="-9"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1327" y="4357286"/>
            <a:ext cx="802339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f</a:t>
            </a:r>
            <a:r>
              <a:rPr dirty="0" smtClean="0" sz="2000" spc="4">
                <a:latin typeface="Arial"/>
                <a:cs typeface="Arial"/>
              </a:rPr>
              <a:t>is</a:t>
            </a:r>
            <a:r>
              <a:rPr dirty="0" smtClean="0" sz="2000" spc="4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77259" y="4357286"/>
            <a:ext cx="68891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5">
                <a:latin typeface="Arial"/>
                <a:cs typeface="Arial"/>
              </a:rPr>
              <a:t>u</a:t>
            </a:r>
            <a:r>
              <a:rPr dirty="0" smtClean="0" sz="2000" spc="5">
                <a:latin typeface="Arial"/>
                <a:cs typeface="Arial"/>
              </a:rPr>
              <a:t>n</a:t>
            </a:r>
            <a:r>
              <a:rPr dirty="0" smtClean="0" sz="2000" spc="5">
                <a:latin typeface="Arial"/>
                <a:cs typeface="Arial"/>
              </a:rPr>
              <a:t>t</a:t>
            </a:r>
            <a:r>
              <a:rPr dirty="0" smtClean="0" sz="2000" spc="5">
                <a:latin typeface="Arial"/>
                <a:cs typeface="Arial"/>
              </a:rPr>
              <a:t>u</a:t>
            </a:r>
            <a:r>
              <a:rPr dirty="0" smtClean="0" sz="2000" spc="5"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8748" y="4357286"/>
            <a:ext cx="147602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0">
                <a:latin typeface="Arial"/>
                <a:cs typeface="Arial"/>
              </a:rPr>
              <a:t>tra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ik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8294" y="5232068"/>
            <a:ext cx="9900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7100" y="5622648"/>
            <a:ext cx="190881" cy="152399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-4" b="1">
                <a:latin typeface="Times New Roman"/>
                <a:cs typeface="Times New Roman"/>
              </a:rPr>
              <a:t>T1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5504" y="5622648"/>
            <a:ext cx="190881" cy="152399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-4" b="1">
                <a:latin typeface="Times New Roman"/>
                <a:cs typeface="Times New Roman"/>
              </a:rPr>
              <a:t>T2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2511" y="5622648"/>
            <a:ext cx="190881" cy="152399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-4" b="1">
                <a:latin typeface="Times New Roman"/>
                <a:cs typeface="Times New Roman"/>
              </a:rPr>
              <a:t>T3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84360" y="6472848"/>
            <a:ext cx="30809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100" y="3329940"/>
            <a:ext cx="436880" cy="2174239"/>
          </a:xfrm>
          <a:prstGeom prst="rect">
            <a:avLst/>
          </a:prstGeom>
        </p:spPr>
        <p:txBody>
          <a:bodyPr wrap="square" lIns="0" tIns="15240" rIns="0" bIns="0" rtlCol="0">
            <a:noAutofit/>
          </a:bodyPr>
          <a:lstStyle/>
          <a:p>
            <a:pPr marL="184784" marR="180975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980" y="3329940"/>
            <a:ext cx="438150" cy="2174239"/>
          </a:xfrm>
          <a:prstGeom prst="rect">
            <a:avLst/>
          </a:prstGeom>
        </p:spPr>
        <p:txBody>
          <a:bodyPr wrap="square" lIns="0" tIns="17145" rIns="0" bIns="0" rtlCol="0">
            <a:noAutofit/>
          </a:bodyPr>
          <a:lstStyle/>
          <a:p>
            <a:pPr marL="186372" marR="180657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2130" y="3329940"/>
            <a:ext cx="436880" cy="2174239"/>
          </a:xfrm>
          <a:prstGeom prst="rect">
            <a:avLst/>
          </a:prstGeom>
        </p:spPr>
        <p:txBody>
          <a:bodyPr wrap="square" lIns="0" tIns="17145" rIns="0" bIns="0" rtlCol="0">
            <a:noAutofit/>
          </a:bodyPr>
          <a:lstStyle/>
          <a:p>
            <a:pPr marL="184848" marR="180911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9010" y="3329940"/>
            <a:ext cx="438150" cy="2174239"/>
          </a:xfrm>
          <a:prstGeom prst="rect">
            <a:avLst/>
          </a:prstGeom>
        </p:spPr>
        <p:txBody>
          <a:bodyPr wrap="square" lIns="0" tIns="17145" rIns="0" bIns="0" rtlCol="0">
            <a:noAutofit/>
          </a:bodyPr>
          <a:lstStyle/>
          <a:p>
            <a:pPr marL="184721" marR="182308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160" y="3329940"/>
            <a:ext cx="438149" cy="2174239"/>
          </a:xfrm>
          <a:prstGeom prst="rect">
            <a:avLst/>
          </a:prstGeom>
        </p:spPr>
        <p:txBody>
          <a:bodyPr wrap="square" lIns="0" tIns="17145" rIns="0" bIns="0" rtlCol="0">
            <a:noAutofit/>
          </a:bodyPr>
          <a:lstStyle/>
          <a:p>
            <a:pPr marL="183451" marR="183578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115310" y="3329940"/>
            <a:ext cx="435609" cy="2174239"/>
          </a:xfrm>
          <a:prstGeom prst="rect">
            <a:avLst/>
          </a:prstGeom>
        </p:spPr>
        <p:txBody>
          <a:bodyPr wrap="square" lIns="0" tIns="17145" rIns="0" bIns="0" rtlCol="0">
            <a:noAutofit/>
          </a:bodyPr>
          <a:lstStyle/>
          <a:p>
            <a:pPr marL="183832" marR="180657" algn="ctr">
              <a:lnSpc>
                <a:spcPct val="95825"/>
              </a:lnSpc>
            </a:pPr>
            <a:r>
              <a:rPr dirty="0" smtClean="0" sz="90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5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200467" y="3148838"/>
            <a:ext cx="78041" cy="58038"/>
          </a:xfrm>
          <a:custGeom>
            <a:avLst/>
            <a:gdLst/>
            <a:ahLst/>
            <a:cxnLst/>
            <a:rect l="l" t="t" r="r" b="b"/>
            <a:pathLst>
              <a:path w="78041" h="58038">
                <a:moveTo>
                  <a:pt x="10756" y="57150"/>
                </a:moveTo>
                <a:lnTo>
                  <a:pt x="12623" y="54101"/>
                </a:lnTo>
                <a:lnTo>
                  <a:pt x="32666" y="22164"/>
                </a:lnTo>
                <a:lnTo>
                  <a:pt x="39057" y="11981"/>
                </a:lnTo>
                <a:lnTo>
                  <a:pt x="45366" y="22117"/>
                </a:lnTo>
                <a:lnTo>
                  <a:pt x="65354" y="54228"/>
                </a:lnTo>
                <a:lnTo>
                  <a:pt x="67208" y="57150"/>
                </a:lnTo>
                <a:lnTo>
                  <a:pt x="71183" y="58038"/>
                </a:lnTo>
                <a:lnTo>
                  <a:pt x="74104" y="56261"/>
                </a:lnTo>
                <a:lnTo>
                  <a:pt x="77025" y="54356"/>
                </a:lnTo>
                <a:lnTo>
                  <a:pt x="78041" y="50419"/>
                </a:lnTo>
                <a:lnTo>
                  <a:pt x="76136" y="47498"/>
                </a:lnTo>
                <a:lnTo>
                  <a:pt x="45389" y="0"/>
                </a:lnTo>
                <a:lnTo>
                  <a:pt x="44424" y="3428"/>
                </a:lnTo>
                <a:lnTo>
                  <a:pt x="33654" y="3301"/>
                </a:lnTo>
                <a:lnTo>
                  <a:pt x="32689" y="0"/>
                </a:lnTo>
                <a:lnTo>
                  <a:pt x="1854" y="47371"/>
                </a:lnTo>
                <a:lnTo>
                  <a:pt x="0" y="50419"/>
                </a:lnTo>
                <a:lnTo>
                  <a:pt x="888" y="54228"/>
                </a:lnTo>
                <a:lnTo>
                  <a:pt x="3860" y="56134"/>
                </a:lnTo>
                <a:lnTo>
                  <a:pt x="6832" y="58038"/>
                </a:lnTo>
                <a:lnTo>
                  <a:pt x="10756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230630" y="3160819"/>
            <a:ext cx="15204" cy="2417020"/>
          </a:xfrm>
          <a:custGeom>
            <a:avLst/>
            <a:gdLst/>
            <a:ahLst/>
            <a:cxnLst/>
            <a:rect l="l" t="t" r="r" b="b"/>
            <a:pathLst>
              <a:path w="15204" h="2417020">
                <a:moveTo>
                  <a:pt x="12700" y="2417020"/>
                </a:moveTo>
                <a:lnTo>
                  <a:pt x="15204" y="10136"/>
                </a:lnTo>
                <a:lnTo>
                  <a:pt x="8894" y="0"/>
                </a:lnTo>
                <a:lnTo>
                  <a:pt x="2504" y="10183"/>
                </a:lnTo>
                <a:lnTo>
                  <a:pt x="0" y="2417020"/>
                </a:lnTo>
                <a:lnTo>
                  <a:pt x="12700" y="2417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202321" y="3136900"/>
            <a:ext cx="74282" cy="59436"/>
          </a:xfrm>
          <a:custGeom>
            <a:avLst/>
            <a:gdLst/>
            <a:ahLst/>
            <a:cxnLst/>
            <a:rect l="l" t="t" r="r" b="b"/>
            <a:pathLst>
              <a:path w="74282" h="59436">
                <a:moveTo>
                  <a:pt x="43535" y="11937"/>
                </a:moveTo>
                <a:lnTo>
                  <a:pt x="74282" y="59436"/>
                </a:lnTo>
                <a:lnTo>
                  <a:pt x="37198" y="0"/>
                </a:lnTo>
                <a:lnTo>
                  <a:pt x="0" y="59309"/>
                </a:lnTo>
                <a:lnTo>
                  <a:pt x="30835" y="11937"/>
                </a:lnTo>
                <a:lnTo>
                  <a:pt x="31800" y="15239"/>
                </a:lnTo>
                <a:lnTo>
                  <a:pt x="42570" y="15366"/>
                </a:lnTo>
                <a:lnTo>
                  <a:pt x="43535" y="11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4189603" y="5538851"/>
            <a:ext cx="69976" cy="77978"/>
          </a:xfrm>
          <a:custGeom>
            <a:avLst/>
            <a:gdLst/>
            <a:ahLst/>
            <a:cxnLst/>
            <a:rect l="l" t="t" r="r" b="b"/>
            <a:pathLst>
              <a:path w="69976" h="77977">
                <a:moveTo>
                  <a:pt x="1905" y="74104"/>
                </a:moveTo>
                <a:lnTo>
                  <a:pt x="3683" y="77076"/>
                </a:lnTo>
                <a:lnTo>
                  <a:pt x="7620" y="77978"/>
                </a:lnTo>
                <a:lnTo>
                  <a:pt x="10541" y="76123"/>
                </a:lnTo>
                <a:lnTo>
                  <a:pt x="69976" y="38989"/>
                </a:lnTo>
                <a:lnTo>
                  <a:pt x="10541" y="1905"/>
                </a:lnTo>
                <a:lnTo>
                  <a:pt x="7620" y="0"/>
                </a:lnTo>
                <a:lnTo>
                  <a:pt x="3683" y="889"/>
                </a:lnTo>
                <a:lnTo>
                  <a:pt x="1905" y="3810"/>
                </a:lnTo>
                <a:lnTo>
                  <a:pt x="0" y="6858"/>
                </a:lnTo>
                <a:lnTo>
                  <a:pt x="888" y="10795"/>
                </a:lnTo>
                <a:lnTo>
                  <a:pt x="3810" y="12573"/>
                </a:lnTo>
                <a:lnTo>
                  <a:pt x="35915" y="32638"/>
                </a:lnTo>
                <a:lnTo>
                  <a:pt x="58038" y="32639"/>
                </a:lnTo>
                <a:lnTo>
                  <a:pt x="58038" y="45339"/>
                </a:lnTo>
                <a:lnTo>
                  <a:pt x="35885" y="45339"/>
                </a:lnTo>
                <a:lnTo>
                  <a:pt x="3810" y="65354"/>
                </a:lnTo>
                <a:lnTo>
                  <a:pt x="888" y="67208"/>
                </a:lnTo>
                <a:lnTo>
                  <a:pt x="0" y="71132"/>
                </a:lnTo>
                <a:lnTo>
                  <a:pt x="1905" y="74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236980" y="5571490"/>
            <a:ext cx="3010661" cy="12700"/>
          </a:xfrm>
          <a:custGeom>
            <a:avLst/>
            <a:gdLst/>
            <a:ahLst/>
            <a:cxnLst/>
            <a:rect l="l" t="t" r="r" b="b"/>
            <a:pathLst>
              <a:path w="3010661" h="12700">
                <a:moveTo>
                  <a:pt x="3010661" y="0"/>
                </a:moveTo>
                <a:lnTo>
                  <a:pt x="3007233" y="1016"/>
                </a:lnTo>
                <a:lnTo>
                  <a:pt x="3007233" y="11684"/>
                </a:lnTo>
                <a:lnTo>
                  <a:pt x="2998691" y="6345"/>
                </a:lnTo>
                <a:lnTo>
                  <a:pt x="3007233" y="1016"/>
                </a:lnTo>
                <a:lnTo>
                  <a:pt x="3010661" y="0"/>
                </a:lnTo>
                <a:lnTo>
                  <a:pt x="0" y="0"/>
                </a:lnTo>
                <a:lnTo>
                  <a:pt x="0" y="12700"/>
                </a:lnTo>
                <a:lnTo>
                  <a:pt x="3010661" y="12700"/>
                </a:lnTo>
                <a:lnTo>
                  <a:pt x="30106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4235671" y="5572506"/>
            <a:ext cx="8541" cy="10668"/>
          </a:xfrm>
          <a:custGeom>
            <a:avLst/>
            <a:gdLst/>
            <a:ahLst/>
            <a:cxnLst/>
            <a:rect l="l" t="t" r="r" b="b"/>
            <a:pathLst>
              <a:path w="8541" h="10668">
                <a:moveTo>
                  <a:pt x="8541" y="0"/>
                </a:moveTo>
                <a:lnTo>
                  <a:pt x="0" y="5329"/>
                </a:lnTo>
                <a:lnTo>
                  <a:pt x="8541" y="10668"/>
                </a:lnTo>
                <a:lnTo>
                  <a:pt x="8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1232331" y="2877820"/>
            <a:ext cx="2521788" cy="17485"/>
          </a:xfrm>
          <a:custGeom>
            <a:avLst/>
            <a:gdLst/>
            <a:ahLst/>
            <a:cxnLst/>
            <a:rect l="l" t="t" r="r" b="b"/>
            <a:pathLst>
              <a:path w="2521788" h="17485">
                <a:moveTo>
                  <a:pt x="2515311" y="14858"/>
                </a:moveTo>
                <a:lnTo>
                  <a:pt x="2507437" y="7492"/>
                </a:lnTo>
                <a:lnTo>
                  <a:pt x="2505494" y="17485"/>
                </a:lnTo>
                <a:lnTo>
                  <a:pt x="2515311" y="14858"/>
                </a:lnTo>
                <a:close/>
              </a:path>
              <a:path w="2521788" h="17485">
                <a:moveTo>
                  <a:pt x="2500960" y="73787"/>
                </a:moveTo>
                <a:lnTo>
                  <a:pt x="2504516" y="74421"/>
                </a:lnTo>
                <a:lnTo>
                  <a:pt x="2507818" y="72135"/>
                </a:lnTo>
                <a:lnTo>
                  <a:pt x="2518359" y="12953"/>
                </a:lnTo>
                <a:lnTo>
                  <a:pt x="2509088" y="4317"/>
                </a:lnTo>
                <a:lnTo>
                  <a:pt x="2457399" y="30352"/>
                </a:lnTo>
                <a:lnTo>
                  <a:pt x="2493927" y="20579"/>
                </a:lnTo>
                <a:lnTo>
                  <a:pt x="0" y="2695702"/>
                </a:lnTo>
                <a:lnTo>
                  <a:pt x="9296" y="2704338"/>
                </a:lnTo>
                <a:lnTo>
                  <a:pt x="2503218" y="29194"/>
                </a:lnTo>
                <a:lnTo>
                  <a:pt x="2515311" y="14858"/>
                </a:lnTo>
                <a:lnTo>
                  <a:pt x="2505494" y="17485"/>
                </a:lnTo>
                <a:lnTo>
                  <a:pt x="2507437" y="7492"/>
                </a:lnTo>
                <a:lnTo>
                  <a:pt x="2515311" y="14858"/>
                </a:lnTo>
                <a:lnTo>
                  <a:pt x="2503218" y="29194"/>
                </a:lnTo>
                <a:lnTo>
                  <a:pt x="2496007" y="66293"/>
                </a:lnTo>
                <a:lnTo>
                  <a:pt x="2495372" y="69722"/>
                </a:lnTo>
                <a:lnTo>
                  <a:pt x="2497531" y="73151"/>
                </a:lnTo>
                <a:lnTo>
                  <a:pt x="2500960" y="73787"/>
                </a:lnTo>
                <a:close/>
              </a:path>
              <a:path w="2521788" h="17485">
                <a:moveTo>
                  <a:pt x="2454097" y="31241"/>
                </a:moveTo>
                <a:lnTo>
                  <a:pt x="2457399" y="30352"/>
                </a:lnTo>
                <a:lnTo>
                  <a:pt x="2509088" y="4317"/>
                </a:lnTo>
                <a:lnTo>
                  <a:pt x="2518359" y="12953"/>
                </a:lnTo>
                <a:lnTo>
                  <a:pt x="2507818" y="72135"/>
                </a:lnTo>
                <a:lnTo>
                  <a:pt x="2508453" y="68706"/>
                </a:lnTo>
                <a:lnTo>
                  <a:pt x="2521788" y="0"/>
                </a:lnTo>
                <a:lnTo>
                  <a:pt x="2454097" y="18160"/>
                </a:lnTo>
                <a:lnTo>
                  <a:pt x="2450795" y="19050"/>
                </a:lnTo>
                <a:lnTo>
                  <a:pt x="2448763" y="22478"/>
                </a:lnTo>
                <a:lnTo>
                  <a:pt x="2449652" y="25907"/>
                </a:lnTo>
                <a:lnTo>
                  <a:pt x="2450541" y="29209"/>
                </a:lnTo>
                <a:lnTo>
                  <a:pt x="2454097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236980" y="3921760"/>
            <a:ext cx="1223264" cy="1654937"/>
          </a:xfrm>
          <a:custGeom>
            <a:avLst/>
            <a:gdLst/>
            <a:ahLst/>
            <a:cxnLst/>
            <a:rect l="l" t="t" r="r" b="b"/>
            <a:pathLst>
              <a:path w="1223264" h="1654937">
                <a:moveTo>
                  <a:pt x="0" y="1305814"/>
                </a:moveTo>
                <a:lnTo>
                  <a:pt x="1223264" y="0"/>
                </a:lnTo>
                <a:lnTo>
                  <a:pt x="1223264" y="347852"/>
                </a:lnTo>
                <a:lnTo>
                  <a:pt x="0" y="1654937"/>
                </a:lnTo>
                <a:lnTo>
                  <a:pt x="0" y="1305814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2461260" y="3921810"/>
            <a:ext cx="2084324" cy="349326"/>
          </a:xfrm>
          <a:custGeom>
            <a:avLst/>
            <a:gdLst/>
            <a:ahLst/>
            <a:cxnLst/>
            <a:rect l="l" t="t" r="r" b="b"/>
            <a:pathLst>
              <a:path w="2084324" h="349326">
                <a:moveTo>
                  <a:pt x="0" y="349326"/>
                </a:moveTo>
                <a:lnTo>
                  <a:pt x="2084324" y="349326"/>
                </a:lnTo>
                <a:lnTo>
                  <a:pt x="2084324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1236980" y="3573779"/>
            <a:ext cx="1223264" cy="1654937"/>
          </a:xfrm>
          <a:custGeom>
            <a:avLst/>
            <a:gdLst/>
            <a:ahLst/>
            <a:cxnLst/>
            <a:rect l="l" t="t" r="r" b="b"/>
            <a:pathLst>
              <a:path w="1223264" h="1654937">
                <a:moveTo>
                  <a:pt x="0" y="1305814"/>
                </a:moveTo>
                <a:lnTo>
                  <a:pt x="1223264" y="0"/>
                </a:lnTo>
                <a:lnTo>
                  <a:pt x="1223264" y="347853"/>
                </a:lnTo>
                <a:lnTo>
                  <a:pt x="0" y="1654937"/>
                </a:lnTo>
                <a:lnTo>
                  <a:pt x="0" y="1305814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2461260" y="3573830"/>
            <a:ext cx="2084324" cy="349326"/>
          </a:xfrm>
          <a:custGeom>
            <a:avLst/>
            <a:gdLst/>
            <a:ahLst/>
            <a:cxnLst/>
            <a:rect l="l" t="t" r="r" b="b"/>
            <a:pathLst>
              <a:path w="2084324" h="349326">
                <a:moveTo>
                  <a:pt x="0" y="349326"/>
                </a:moveTo>
                <a:lnTo>
                  <a:pt x="2084324" y="349326"/>
                </a:lnTo>
                <a:lnTo>
                  <a:pt x="2084324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1236980" y="3223260"/>
            <a:ext cx="1223264" cy="1657477"/>
          </a:xfrm>
          <a:custGeom>
            <a:avLst/>
            <a:gdLst/>
            <a:ahLst/>
            <a:cxnLst/>
            <a:rect l="l" t="t" r="r" b="b"/>
            <a:pathLst>
              <a:path w="1223264" h="1657477">
                <a:moveTo>
                  <a:pt x="0" y="1307845"/>
                </a:moveTo>
                <a:lnTo>
                  <a:pt x="1223264" y="0"/>
                </a:lnTo>
                <a:lnTo>
                  <a:pt x="1223264" y="348361"/>
                </a:lnTo>
                <a:lnTo>
                  <a:pt x="0" y="1657477"/>
                </a:lnTo>
                <a:lnTo>
                  <a:pt x="0" y="130784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2461260" y="3223323"/>
            <a:ext cx="2084324" cy="351853"/>
          </a:xfrm>
          <a:custGeom>
            <a:avLst/>
            <a:gdLst/>
            <a:ahLst/>
            <a:cxnLst/>
            <a:rect l="l" t="t" r="r" b="b"/>
            <a:pathLst>
              <a:path w="2084324" h="351853">
                <a:moveTo>
                  <a:pt x="0" y="351853"/>
                </a:moveTo>
                <a:lnTo>
                  <a:pt x="2084324" y="351853"/>
                </a:lnTo>
                <a:lnTo>
                  <a:pt x="2084324" y="0"/>
                </a:lnTo>
                <a:lnTo>
                  <a:pt x="0" y="0"/>
                </a:lnTo>
                <a:lnTo>
                  <a:pt x="0" y="351853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1236980" y="4531410"/>
            <a:ext cx="2084323" cy="349326"/>
          </a:xfrm>
          <a:custGeom>
            <a:avLst/>
            <a:gdLst/>
            <a:ahLst/>
            <a:cxnLst/>
            <a:rect l="l" t="t" r="r" b="b"/>
            <a:pathLst>
              <a:path w="2084323" h="349326">
                <a:moveTo>
                  <a:pt x="0" y="349326"/>
                </a:moveTo>
                <a:lnTo>
                  <a:pt x="2084323" y="349326"/>
                </a:lnTo>
                <a:lnTo>
                  <a:pt x="2084323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236980" y="4531410"/>
            <a:ext cx="2084323" cy="349326"/>
          </a:xfrm>
          <a:custGeom>
            <a:avLst/>
            <a:gdLst/>
            <a:ahLst/>
            <a:cxnLst/>
            <a:rect l="l" t="t" r="r" b="b"/>
            <a:pathLst>
              <a:path w="2084323" h="349326">
                <a:moveTo>
                  <a:pt x="0" y="349326"/>
                </a:moveTo>
                <a:lnTo>
                  <a:pt x="2084323" y="349326"/>
                </a:lnTo>
                <a:lnTo>
                  <a:pt x="2084323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247140" y="3220720"/>
            <a:ext cx="3289300" cy="1313179"/>
          </a:xfrm>
          <a:custGeom>
            <a:avLst/>
            <a:gdLst/>
            <a:ahLst/>
            <a:cxnLst/>
            <a:rect l="l" t="t" r="r" b="b"/>
            <a:pathLst>
              <a:path w="3289300" h="1313179">
                <a:moveTo>
                  <a:pt x="0" y="1313179"/>
                </a:moveTo>
                <a:lnTo>
                  <a:pt x="2062226" y="1313179"/>
                </a:lnTo>
                <a:lnTo>
                  <a:pt x="3289300" y="0"/>
                </a:lnTo>
                <a:lnTo>
                  <a:pt x="1216786" y="0"/>
                </a:lnTo>
                <a:lnTo>
                  <a:pt x="0" y="131317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247140" y="3220720"/>
            <a:ext cx="3289300" cy="1313179"/>
          </a:xfrm>
          <a:custGeom>
            <a:avLst/>
            <a:gdLst/>
            <a:ahLst/>
            <a:cxnLst/>
            <a:rect l="l" t="t" r="r" b="b"/>
            <a:pathLst>
              <a:path w="3289300" h="1313179">
                <a:moveTo>
                  <a:pt x="0" y="1313179"/>
                </a:moveTo>
                <a:lnTo>
                  <a:pt x="1216786" y="0"/>
                </a:lnTo>
                <a:lnTo>
                  <a:pt x="3289300" y="0"/>
                </a:lnTo>
                <a:lnTo>
                  <a:pt x="2062226" y="1313179"/>
                </a:lnTo>
                <a:lnTo>
                  <a:pt x="0" y="13131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1236980" y="4879390"/>
            <a:ext cx="2084323" cy="349326"/>
          </a:xfrm>
          <a:custGeom>
            <a:avLst/>
            <a:gdLst/>
            <a:ahLst/>
            <a:cxnLst/>
            <a:rect l="l" t="t" r="r" b="b"/>
            <a:pathLst>
              <a:path w="2084323" h="349326">
                <a:moveTo>
                  <a:pt x="0" y="349326"/>
                </a:moveTo>
                <a:lnTo>
                  <a:pt x="2084323" y="349326"/>
                </a:lnTo>
                <a:lnTo>
                  <a:pt x="2084323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1236980" y="4879390"/>
            <a:ext cx="2084323" cy="349326"/>
          </a:xfrm>
          <a:custGeom>
            <a:avLst/>
            <a:gdLst/>
            <a:ahLst/>
            <a:cxnLst/>
            <a:rect l="l" t="t" r="r" b="b"/>
            <a:pathLst>
              <a:path w="2084323" h="349326">
                <a:moveTo>
                  <a:pt x="0" y="349326"/>
                </a:moveTo>
                <a:lnTo>
                  <a:pt x="2084323" y="349326"/>
                </a:lnTo>
                <a:lnTo>
                  <a:pt x="2084323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3322320" y="3573779"/>
            <a:ext cx="1223264" cy="1654937"/>
          </a:xfrm>
          <a:custGeom>
            <a:avLst/>
            <a:gdLst/>
            <a:ahLst/>
            <a:cxnLst/>
            <a:rect l="l" t="t" r="r" b="b"/>
            <a:pathLst>
              <a:path w="1223264" h="1654937">
                <a:moveTo>
                  <a:pt x="0" y="1305814"/>
                </a:moveTo>
                <a:lnTo>
                  <a:pt x="0" y="1654937"/>
                </a:lnTo>
                <a:lnTo>
                  <a:pt x="1223264" y="347853"/>
                </a:lnTo>
                <a:lnTo>
                  <a:pt x="1223264" y="0"/>
                </a:lnTo>
                <a:lnTo>
                  <a:pt x="0" y="1305814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3322320" y="3573779"/>
            <a:ext cx="1223264" cy="1654937"/>
          </a:xfrm>
          <a:custGeom>
            <a:avLst/>
            <a:gdLst/>
            <a:ahLst/>
            <a:cxnLst/>
            <a:rect l="l" t="t" r="r" b="b"/>
            <a:pathLst>
              <a:path w="1223264" h="1654937">
                <a:moveTo>
                  <a:pt x="0" y="1305814"/>
                </a:moveTo>
                <a:lnTo>
                  <a:pt x="1223264" y="0"/>
                </a:lnTo>
                <a:lnTo>
                  <a:pt x="1223264" y="347853"/>
                </a:lnTo>
                <a:lnTo>
                  <a:pt x="0" y="1654937"/>
                </a:lnTo>
                <a:lnTo>
                  <a:pt x="0" y="1305814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3322320" y="3223260"/>
            <a:ext cx="1223264" cy="1657477"/>
          </a:xfrm>
          <a:custGeom>
            <a:avLst/>
            <a:gdLst/>
            <a:ahLst/>
            <a:cxnLst/>
            <a:rect l="l" t="t" r="r" b="b"/>
            <a:pathLst>
              <a:path w="1223264" h="1657477">
                <a:moveTo>
                  <a:pt x="0" y="1307845"/>
                </a:moveTo>
                <a:lnTo>
                  <a:pt x="0" y="1657477"/>
                </a:lnTo>
                <a:lnTo>
                  <a:pt x="1223264" y="348361"/>
                </a:lnTo>
                <a:lnTo>
                  <a:pt x="1223264" y="0"/>
                </a:lnTo>
                <a:lnTo>
                  <a:pt x="0" y="1307845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3322320" y="3223260"/>
            <a:ext cx="1223264" cy="1657477"/>
          </a:xfrm>
          <a:custGeom>
            <a:avLst/>
            <a:gdLst/>
            <a:ahLst/>
            <a:cxnLst/>
            <a:rect l="l" t="t" r="r" b="b"/>
            <a:pathLst>
              <a:path w="1223264" h="1657477">
                <a:moveTo>
                  <a:pt x="0" y="1307845"/>
                </a:moveTo>
                <a:lnTo>
                  <a:pt x="1223264" y="0"/>
                </a:lnTo>
                <a:lnTo>
                  <a:pt x="1223264" y="348361"/>
                </a:lnTo>
                <a:lnTo>
                  <a:pt x="0" y="1657477"/>
                </a:lnTo>
                <a:lnTo>
                  <a:pt x="0" y="1307845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236980" y="5227370"/>
            <a:ext cx="2084323" cy="349326"/>
          </a:xfrm>
          <a:custGeom>
            <a:avLst/>
            <a:gdLst/>
            <a:ahLst/>
            <a:cxnLst/>
            <a:rect l="l" t="t" r="r" b="b"/>
            <a:pathLst>
              <a:path w="2084323" h="349326">
                <a:moveTo>
                  <a:pt x="0" y="349326"/>
                </a:moveTo>
                <a:lnTo>
                  <a:pt x="2084323" y="349326"/>
                </a:lnTo>
                <a:lnTo>
                  <a:pt x="2084323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236980" y="5227370"/>
            <a:ext cx="2084323" cy="349326"/>
          </a:xfrm>
          <a:custGeom>
            <a:avLst/>
            <a:gdLst/>
            <a:ahLst/>
            <a:cxnLst/>
            <a:rect l="l" t="t" r="r" b="b"/>
            <a:pathLst>
              <a:path w="2084323" h="349326">
                <a:moveTo>
                  <a:pt x="0" y="349326"/>
                </a:moveTo>
                <a:lnTo>
                  <a:pt x="2084323" y="349326"/>
                </a:lnTo>
                <a:lnTo>
                  <a:pt x="2084323" y="0"/>
                </a:lnTo>
                <a:lnTo>
                  <a:pt x="0" y="0"/>
                </a:lnTo>
                <a:lnTo>
                  <a:pt x="0" y="349326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3322320" y="3921760"/>
            <a:ext cx="1223264" cy="1654937"/>
          </a:xfrm>
          <a:custGeom>
            <a:avLst/>
            <a:gdLst/>
            <a:ahLst/>
            <a:cxnLst/>
            <a:rect l="l" t="t" r="r" b="b"/>
            <a:pathLst>
              <a:path w="1223264" h="1654937">
                <a:moveTo>
                  <a:pt x="0" y="1305814"/>
                </a:moveTo>
                <a:lnTo>
                  <a:pt x="0" y="1654937"/>
                </a:lnTo>
                <a:lnTo>
                  <a:pt x="1223264" y="347852"/>
                </a:lnTo>
                <a:lnTo>
                  <a:pt x="1223264" y="0"/>
                </a:lnTo>
                <a:lnTo>
                  <a:pt x="0" y="1305814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3322320" y="3921760"/>
            <a:ext cx="1223264" cy="1654937"/>
          </a:xfrm>
          <a:custGeom>
            <a:avLst/>
            <a:gdLst/>
            <a:ahLst/>
            <a:cxnLst/>
            <a:rect l="l" t="t" r="r" b="b"/>
            <a:pathLst>
              <a:path w="1223264" h="1654937">
                <a:moveTo>
                  <a:pt x="0" y="1305814"/>
                </a:moveTo>
                <a:lnTo>
                  <a:pt x="1223264" y="0"/>
                </a:lnTo>
                <a:lnTo>
                  <a:pt x="1223264" y="347852"/>
                </a:lnTo>
                <a:lnTo>
                  <a:pt x="0" y="1654937"/>
                </a:lnTo>
                <a:lnTo>
                  <a:pt x="0" y="1305814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7359" y="159670"/>
            <a:ext cx="352877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Mu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ti</a:t>
            </a:r>
            <a:r>
              <a:rPr dirty="0" smtClean="0" sz="2400" spc="-4" b="1">
                <a:latin typeface="Arial"/>
                <a:cs typeface="Arial"/>
              </a:rPr>
              <a:t>p</a:t>
            </a:r>
            <a:r>
              <a:rPr dirty="0" smtClean="0" sz="2400" spc="-4" b="1">
                <a:latin typeface="Arial"/>
                <a:cs typeface="Arial"/>
              </a:rPr>
              <a:t>le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y</a:t>
            </a:r>
            <a:r>
              <a:rPr dirty="0" smtClean="0" sz="2400" spc="-4" b="1">
                <a:latin typeface="Arial"/>
                <a:cs typeface="Arial"/>
              </a:rPr>
              <a:t>st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6457" y="1073630"/>
            <a:ext cx="102057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2" b="1">
                <a:latin typeface="Times New Roman"/>
                <a:cs typeface="Times New Roman"/>
              </a:rPr>
              <a:t>C</a:t>
            </a:r>
            <a:r>
              <a:rPr dirty="0" smtClean="0" sz="2400" spc="2" b="1">
                <a:latin typeface="Times New Roman"/>
                <a:cs typeface="Times New Roman"/>
              </a:rPr>
              <a:t>D</a:t>
            </a:r>
            <a:r>
              <a:rPr dirty="0" smtClean="0" sz="2400" spc="2" b="1">
                <a:latin typeface="Times New Roman"/>
                <a:cs typeface="Times New Roman"/>
              </a:rPr>
              <a:t>MA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6457" y="1439390"/>
            <a:ext cx="1726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 i="1">
                <a:latin typeface="Times New Roman"/>
                <a:cs typeface="Times New Roman"/>
              </a:rPr>
              <a:t>(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4155" y="1439390"/>
            <a:ext cx="406857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 b="1" i="1">
                <a:latin typeface="Times New Roman"/>
                <a:cs typeface="Times New Roman"/>
              </a:rPr>
              <a:t>Code</a:t>
            </a:r>
            <a:r>
              <a:rPr dirty="0" smtClean="0" sz="2400" spc="-3" b="1" i="1">
                <a:latin typeface="Times New Roman"/>
                <a:cs typeface="Times New Roman"/>
              </a:rPr>
              <a:t> </a:t>
            </a:r>
            <a:r>
              <a:rPr dirty="0" smtClean="0" sz="2400" spc="-3" b="1" i="1">
                <a:latin typeface="Times New Roman"/>
                <a:cs typeface="Times New Roman"/>
              </a:rPr>
              <a:t>Di</a:t>
            </a:r>
            <a:r>
              <a:rPr dirty="0" smtClean="0" sz="2400" spc="-3" b="1" i="1">
                <a:latin typeface="Times New Roman"/>
                <a:cs typeface="Times New Roman"/>
              </a:rPr>
              <a:t>v</a:t>
            </a:r>
            <a:r>
              <a:rPr dirty="0" smtClean="0" sz="2400" spc="-3" b="1" i="1">
                <a:latin typeface="Times New Roman"/>
                <a:cs typeface="Times New Roman"/>
              </a:rPr>
              <a:t>is</a:t>
            </a:r>
            <a:r>
              <a:rPr dirty="0" smtClean="0" sz="2400" spc="-3" b="1" i="1">
                <a:latin typeface="Times New Roman"/>
                <a:cs typeface="Times New Roman"/>
              </a:rPr>
              <a:t>i</a:t>
            </a:r>
            <a:r>
              <a:rPr dirty="0" smtClean="0" sz="2400" spc="-3" b="1" i="1">
                <a:latin typeface="Times New Roman"/>
                <a:cs typeface="Times New Roman"/>
              </a:rPr>
              <a:t>on</a:t>
            </a:r>
            <a:r>
              <a:rPr dirty="0" smtClean="0" sz="2400" spc="-3" b="1" i="1">
                <a:latin typeface="Times New Roman"/>
                <a:cs typeface="Times New Roman"/>
              </a:rPr>
              <a:t> </a:t>
            </a:r>
            <a:r>
              <a:rPr dirty="0" smtClean="0" sz="2400" spc="-3" b="1" i="1">
                <a:latin typeface="Times New Roman"/>
                <a:cs typeface="Times New Roman"/>
              </a:rPr>
              <a:t>M</a:t>
            </a:r>
            <a:r>
              <a:rPr dirty="0" smtClean="0" sz="2400" spc="-3" b="1" i="1">
                <a:latin typeface="Times New Roman"/>
                <a:cs typeface="Times New Roman"/>
              </a:rPr>
              <a:t>ul</a:t>
            </a:r>
            <a:r>
              <a:rPr dirty="0" smtClean="0" sz="2400" spc="-3" b="1" i="1">
                <a:latin typeface="Times New Roman"/>
                <a:cs typeface="Times New Roman"/>
              </a:rPr>
              <a:t>t</a:t>
            </a:r>
            <a:r>
              <a:rPr dirty="0" smtClean="0" sz="2400" spc="-3" b="1" i="1">
                <a:latin typeface="Times New Roman"/>
                <a:cs typeface="Times New Roman"/>
              </a:rPr>
              <a:t>i</a:t>
            </a:r>
            <a:r>
              <a:rPr dirty="0" smtClean="0" sz="2400" spc="-3" b="1" i="1">
                <a:latin typeface="Times New Roman"/>
                <a:cs typeface="Times New Roman"/>
              </a:rPr>
              <a:t>p</a:t>
            </a:r>
            <a:r>
              <a:rPr dirty="0" smtClean="0" sz="2400" spc="-3" b="1" i="1">
                <a:latin typeface="Times New Roman"/>
                <a:cs typeface="Times New Roman"/>
              </a:rPr>
              <a:t>le</a:t>
            </a:r>
            <a:r>
              <a:rPr dirty="0" smtClean="0" sz="2400" spc="-3" b="1" i="1">
                <a:latin typeface="Times New Roman"/>
                <a:cs typeface="Times New Roman"/>
              </a:rPr>
              <a:t> </a:t>
            </a:r>
            <a:r>
              <a:rPr dirty="0" smtClean="0" sz="2400" spc="-3" b="1" i="1">
                <a:latin typeface="Times New Roman"/>
                <a:cs typeface="Times New Roman"/>
              </a:rPr>
              <a:t>Ac</a:t>
            </a:r>
            <a:r>
              <a:rPr dirty="0" smtClean="0" sz="2400" spc="-3" b="1" i="1">
                <a:latin typeface="Times New Roman"/>
                <a:cs typeface="Times New Roman"/>
              </a:rPr>
              <a:t>c</a:t>
            </a:r>
            <a:r>
              <a:rPr dirty="0" smtClean="0" sz="2400" spc="-3" b="1" i="1">
                <a:latin typeface="Times New Roman"/>
                <a:cs typeface="Times New Roman"/>
              </a:rPr>
              <a:t>ess</a:t>
            </a:r>
            <a:r>
              <a:rPr dirty="0" smtClean="0" sz="2400" spc="-3" b="1" i="1">
                <a:latin typeface="Times New Roman"/>
                <a:cs typeface="Times New Roman"/>
              </a:rPr>
              <a:t> </a:t>
            </a:r>
            <a:r>
              <a:rPr dirty="0" smtClean="0" sz="2400" spc="-3" b="1" i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65021" y="1910478"/>
            <a:ext cx="34269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Wingdings"/>
                <a:cs typeface="Wingdings"/>
              </a:rPr>
              <a:t>❖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5975" y="1912084"/>
            <a:ext cx="399999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p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user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m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m</a:t>
            </a:r>
            <a:r>
              <a:rPr dirty="0" smtClean="0" sz="2400" spc="-4">
                <a:latin typeface="Times New Roman"/>
                <a:cs typeface="Times New Roman"/>
              </a:rPr>
              <a:t>pu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-4">
                <a:latin typeface="Times New Roman"/>
                <a:cs typeface="Times New Roman"/>
              </a:rPr>
              <a:t>y</a:t>
            </a:r>
            <a:r>
              <a:rPr dirty="0" smtClean="0" sz="2400" spc="-4">
                <a:latin typeface="Times New Roman"/>
                <a:cs typeface="Times New Roman"/>
              </a:rPr>
              <a:t>ai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kode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un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39591" y="2463976"/>
            <a:ext cx="141376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6259" y="2512587"/>
            <a:ext cx="1502239" cy="279717"/>
          </a:xfrm>
          <a:prstGeom prst="rect">
            <a:avLst/>
          </a:prstGeom>
        </p:spPr>
        <p:txBody>
          <a:bodyPr wrap="square" lIns="0" tIns="13970" rIns="0" bIns="0" rtlCol="0">
            <a:noAutofit/>
          </a:bodyPr>
          <a:lstStyle/>
          <a:p>
            <a:pPr marL="12700">
              <a:lnSpc>
                <a:spcPts val="2200"/>
              </a:lnSpc>
            </a:pP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l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b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i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h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sz="2000" spc="-12">
                <a:solidFill>
                  <a:srgbClr val="3333CC"/>
                </a:solidFill>
                <a:latin typeface="Lucida Sans Unicode"/>
                <a:cs typeface="Lucida Sans Unicode"/>
              </a:rPr>
              <a:t>: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0617" y="2638601"/>
            <a:ext cx="380034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spc="-13" b="1">
                <a:latin typeface="Times New Roman"/>
                <a:cs typeface="Times New Roman"/>
              </a:rPr>
              <a:t>C</a:t>
            </a:r>
            <a:r>
              <a:rPr dirty="0" smtClean="0" sz="1200" spc="-13" b="1">
                <a:latin typeface="Times New Roman"/>
                <a:cs typeface="Times New Roman"/>
              </a:rPr>
              <a:t>o</a:t>
            </a:r>
            <a:r>
              <a:rPr dirty="0" smtClean="0" sz="1200" spc="-13" b="1">
                <a:latin typeface="Times New Roman"/>
                <a:cs typeface="Times New Roman"/>
              </a:rPr>
              <a:t>d</a:t>
            </a:r>
            <a:r>
              <a:rPr dirty="0" smtClean="0" sz="1200" spc="-13" b="1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66259" y="2879104"/>
            <a:ext cx="346094" cy="1377061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400">
              <a:lnSpc>
                <a:spcPts val="2140"/>
              </a:lnSpc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  <a:p>
            <a:pPr marL="12700" marR="400">
              <a:lnSpc>
                <a:spcPct val="92488"/>
              </a:lnSpc>
              <a:spcBef>
                <a:spcPts val="553"/>
              </a:spcBef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660"/>
              </a:spcBef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  <a:p>
            <a:pPr marL="12700" marR="400">
              <a:lnSpc>
                <a:spcPct val="92488"/>
              </a:lnSpc>
              <a:spcBef>
                <a:spcPts val="663"/>
              </a:spcBef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86959" y="2879010"/>
            <a:ext cx="3529453" cy="204787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43811">
              <a:lnSpc>
                <a:spcPts val="2145"/>
              </a:lnSpc>
            </a:pP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n</a:t>
            </a:r>
            <a:r>
              <a:rPr dirty="0" smtClean="0" sz="2000" spc="2">
                <a:latin typeface="Arial"/>
                <a:cs typeface="Arial"/>
              </a:rPr>
              <a:t>ti</a:t>
            </a:r>
            <a:r>
              <a:rPr dirty="0" smtClean="0" sz="2000" spc="2">
                <a:latin typeface="Arial"/>
                <a:cs typeface="Arial"/>
              </a:rPr>
              <a:t>m</a:t>
            </a:r>
            <a:r>
              <a:rPr dirty="0" smtClean="0" sz="2000" spc="2">
                <a:latin typeface="Arial"/>
                <a:cs typeface="Arial"/>
              </a:rPr>
              <a:t>u</a:t>
            </a:r>
            <a:r>
              <a:rPr dirty="0" smtClean="0" sz="2000" spc="2">
                <a:latin typeface="Arial"/>
                <a:cs typeface="Arial"/>
              </a:rPr>
              <a:t>lti</a:t>
            </a:r>
            <a:r>
              <a:rPr dirty="0" smtClean="0" sz="2000" spc="2">
                <a:latin typeface="Arial"/>
                <a:cs typeface="Arial"/>
              </a:rPr>
              <a:t>p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th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f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d</a:t>
            </a:r>
            <a:r>
              <a:rPr dirty="0" smtClean="0" sz="2000" spc="2">
                <a:latin typeface="Arial"/>
                <a:cs typeface="Arial"/>
              </a:rPr>
              <a:t>i</a:t>
            </a:r>
            <a:r>
              <a:rPr dirty="0" smtClean="0" sz="2000" spc="2">
                <a:latin typeface="Arial"/>
                <a:cs typeface="Arial"/>
              </a:rPr>
              <a:t>n</a:t>
            </a:r>
            <a:r>
              <a:rPr dirty="0" smtClean="0" sz="2000" spc="2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ct val="95825"/>
              </a:lnSpc>
              <a:spcBef>
                <a:spcPts val="472"/>
              </a:spcBef>
            </a:pP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4">
                <a:latin typeface="Arial"/>
                <a:cs typeface="Arial"/>
              </a:rPr>
              <a:t>tij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n</a:t>
            </a:r>
            <a:r>
              <a:rPr dirty="0" smtClean="0" sz="2000" spc="4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ct val="95825"/>
              </a:lnSpc>
              <a:spcBef>
                <a:spcPts val="580"/>
              </a:spcBef>
            </a:pP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h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sia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ti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83"/>
              </a:spcBef>
            </a:pP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isa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b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j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d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0">
                <a:latin typeface="Arial"/>
                <a:cs typeface="Arial"/>
              </a:rPr>
              <a:t>i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0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0">
                <a:latin typeface="Arial"/>
                <a:cs typeface="Arial"/>
              </a:rPr>
              <a:t>in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f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0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si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t</a:t>
            </a:r>
            <a:r>
              <a:rPr dirty="0" smtClean="0" sz="2000" spc="0">
                <a:latin typeface="Arial"/>
                <a:cs typeface="Arial"/>
              </a:rPr>
              <a:t>in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g</a:t>
            </a:r>
            <a:r>
              <a:rPr dirty="0" smtClean="0" sz="2000" spc="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  <a:p>
            <a:pPr marL="12700" marR="43811">
              <a:lnSpc>
                <a:spcPct val="95825"/>
              </a:lnSpc>
              <a:spcBef>
                <a:spcPts val="582"/>
              </a:spcBef>
            </a:pPr>
            <a:r>
              <a:rPr dirty="0" smtClean="0" sz="2000" spc="2">
                <a:latin typeface="Arial"/>
                <a:cs typeface="Arial"/>
              </a:rPr>
              <a:t>K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p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sit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s</a:t>
            </a:r>
            <a:r>
              <a:rPr dirty="0" smtClean="0" sz="2000" spc="2">
                <a:latin typeface="Arial"/>
                <a:cs typeface="Arial"/>
              </a:rPr>
              <a:t> </a:t>
            </a:r>
            <a:r>
              <a:rPr dirty="0" smtClean="0" sz="2000" spc="2">
                <a:latin typeface="Arial"/>
                <a:cs typeface="Arial"/>
              </a:rPr>
              <a:t>b</a:t>
            </a:r>
            <a:r>
              <a:rPr dirty="0" smtClean="0" sz="2000" spc="2">
                <a:latin typeface="Arial"/>
                <a:cs typeface="Arial"/>
              </a:rPr>
              <a:t>e</a:t>
            </a:r>
            <a:r>
              <a:rPr dirty="0" smtClean="0" sz="2000" spc="2">
                <a:latin typeface="Arial"/>
                <a:cs typeface="Arial"/>
              </a:rPr>
              <a:t>s</a:t>
            </a:r>
            <a:r>
              <a:rPr dirty="0" smtClean="0" sz="2000" spc="2">
                <a:latin typeface="Arial"/>
                <a:cs typeface="Arial"/>
              </a:rPr>
              <a:t>a</a:t>
            </a:r>
            <a:r>
              <a:rPr dirty="0" smtClean="0" sz="2000" spc="2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0717" y="4551846"/>
            <a:ext cx="232418" cy="152717"/>
          </a:xfrm>
          <a:prstGeom prst="rect">
            <a:avLst/>
          </a:prstGeom>
        </p:spPr>
        <p:txBody>
          <a:bodyPr wrap="square" lIns="0" tIns="7143" rIns="0" bIns="0" rtlCol="0">
            <a:noAutofit/>
          </a:bodyPr>
          <a:lstStyle/>
          <a:p>
            <a:pPr marL="12700">
              <a:lnSpc>
                <a:spcPts val="1125"/>
              </a:lnSpc>
            </a:pPr>
            <a:r>
              <a:rPr dirty="0" smtClean="0" sz="1000" spc="1" b="1">
                <a:latin typeface="Times New Roman"/>
                <a:cs typeface="Times New Roman"/>
              </a:rPr>
              <a:t>C</a:t>
            </a:r>
            <a:r>
              <a:rPr dirty="0" smtClean="0" sz="1000" spc="1" b="1">
                <a:latin typeface="Times New Roman"/>
                <a:cs typeface="Times New Roman"/>
              </a:rPr>
              <a:t> </a:t>
            </a:r>
            <a:r>
              <a:rPr dirty="0" smtClean="0" sz="1000" spc="1" b="1"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6259" y="4647579"/>
            <a:ext cx="345693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717" y="4899955"/>
            <a:ext cx="232283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1" b="1">
                <a:latin typeface="Times New Roman"/>
                <a:cs typeface="Times New Roman"/>
              </a:rPr>
              <a:t>C</a:t>
            </a:r>
            <a:r>
              <a:rPr dirty="0" smtClean="0" sz="1000" spc="1" b="1">
                <a:latin typeface="Times New Roman"/>
                <a:cs typeface="Times New Roman"/>
              </a:rPr>
              <a:t> </a:t>
            </a:r>
            <a:r>
              <a:rPr dirty="0" smtClean="0" sz="1000" spc="1" b="1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6259" y="5013097"/>
            <a:ext cx="3434602" cy="645719"/>
          </a:xfrm>
          <a:prstGeom prst="rect">
            <a:avLst/>
          </a:prstGeom>
        </p:spPr>
        <p:txBody>
          <a:bodyPr wrap="square" lIns="0" tIns="16637" rIns="0" bIns="0" rtlCol="0">
            <a:noAutofit/>
          </a:bodyPr>
          <a:lstStyle/>
          <a:p>
            <a:pPr marL="12700" marR="38114">
              <a:lnSpc>
                <a:spcPts val="2620"/>
              </a:lnSpc>
            </a:pP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e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k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u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r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g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a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n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 </a:t>
            </a:r>
            <a:r>
              <a:rPr dirty="0" smtClean="0" baseline="7592" sz="3000" spc="-2">
                <a:solidFill>
                  <a:srgbClr val="3333CC"/>
                </a:solidFill>
                <a:latin typeface="Lucida Sans Unicode"/>
                <a:cs typeface="Lucida Sans Unicode"/>
              </a:rPr>
              <a:t>: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95825"/>
              </a:lnSpc>
            </a:pPr>
            <a:r>
              <a:rPr dirty="0" smtClean="0" sz="2000" spc="0">
                <a:solidFill>
                  <a:srgbClr val="CC0000"/>
                </a:solidFill>
                <a:latin typeface="Wingdings"/>
                <a:cs typeface="Wingdings"/>
              </a:rPr>
              <a:t></a:t>
            </a:r>
            <a:r>
              <a:rPr dirty="0" smtClean="0" sz="2000" spc="0">
                <a:solidFill>
                  <a:srgbClr val="CC0000"/>
                </a:solidFill>
                <a:latin typeface="Times New Roman"/>
                <a:cs typeface="Times New Roman"/>
              </a:rPr>
              <a:t>  </a:t>
            </a:r>
            <a:r>
              <a:rPr dirty="0" smtClean="0" sz="2000" spc="38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M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14">
                <a:latin typeface="Arial"/>
                <a:cs typeface="Arial"/>
              </a:rPr>
              <a:t>m</a:t>
            </a:r>
            <a:r>
              <a:rPr dirty="0" smtClean="0" sz="2000" spc="9">
                <a:latin typeface="Arial"/>
                <a:cs typeface="Arial"/>
              </a:rPr>
              <a:t>e</a:t>
            </a:r>
            <a:r>
              <a:rPr dirty="0" smtClean="0" sz="2000" spc="0">
                <a:latin typeface="Arial"/>
                <a:cs typeface="Arial"/>
              </a:rPr>
              <a:t>r</a:t>
            </a:r>
            <a:r>
              <a:rPr dirty="0" smtClean="0" sz="2000" spc="-9">
                <a:latin typeface="Arial"/>
                <a:cs typeface="Arial"/>
              </a:rPr>
              <a:t>l</a:t>
            </a:r>
            <a:r>
              <a:rPr dirty="0" smtClean="0" sz="2000" spc="9">
                <a:latin typeface="Arial"/>
                <a:cs typeface="Arial"/>
              </a:rPr>
              <a:t>u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0">
                <a:latin typeface="Arial"/>
                <a:cs typeface="Arial"/>
              </a:rPr>
              <a:t>n</a:t>
            </a:r>
            <a:r>
              <a:rPr dirty="0" smtClean="0" sz="2000" spc="-25">
                <a:latin typeface="Arial"/>
                <a:cs typeface="Arial"/>
              </a:rPr>
              <a:t> </a:t>
            </a:r>
            <a:r>
              <a:rPr dirty="0" smtClean="0" sz="2000" spc="0">
                <a:latin typeface="Arial"/>
                <a:cs typeface="Arial"/>
              </a:rPr>
              <a:t>k</a:t>
            </a:r>
            <a:r>
              <a:rPr dirty="0" smtClean="0" sz="2000" spc="9">
                <a:latin typeface="Arial"/>
                <a:cs typeface="Arial"/>
              </a:rPr>
              <a:t>o</a:t>
            </a:r>
            <a:r>
              <a:rPr dirty="0" smtClean="0" sz="2000" spc="9">
                <a:latin typeface="Arial"/>
                <a:cs typeface="Arial"/>
              </a:rPr>
              <a:t>n</a:t>
            </a:r>
            <a:r>
              <a:rPr dirty="0" smtClean="0" sz="2000" spc="0">
                <a:latin typeface="Arial"/>
                <a:cs typeface="Arial"/>
              </a:rPr>
              <a:t>tr</a:t>
            </a:r>
            <a:r>
              <a:rPr dirty="0" smtClean="0" sz="2000" spc="4">
                <a:latin typeface="Arial"/>
                <a:cs typeface="Arial"/>
              </a:rPr>
              <a:t>o</a:t>
            </a:r>
            <a:r>
              <a:rPr dirty="0" smtClean="0" sz="2000" spc="0">
                <a:latin typeface="Arial"/>
                <a:cs typeface="Arial"/>
              </a:rPr>
              <a:t>l</a:t>
            </a:r>
            <a:r>
              <a:rPr dirty="0" smtClean="0" sz="2000" spc="-39">
                <a:latin typeface="Arial"/>
                <a:cs typeface="Arial"/>
              </a:rPr>
              <a:t> </a:t>
            </a:r>
            <a:r>
              <a:rPr dirty="0" smtClean="0" sz="2000" spc="9">
                <a:latin typeface="Arial"/>
                <a:cs typeface="Arial"/>
              </a:rPr>
              <a:t>d</a:t>
            </a:r>
            <a:r>
              <a:rPr dirty="0" smtClean="0" sz="2000" spc="9">
                <a:latin typeface="Arial"/>
                <a:cs typeface="Arial"/>
              </a:rPr>
              <a:t>a</a:t>
            </a:r>
            <a:r>
              <a:rPr dirty="0" smtClean="0" sz="2000" spc="-19">
                <a:latin typeface="Arial"/>
                <a:cs typeface="Arial"/>
              </a:rPr>
              <a:t>y</a:t>
            </a:r>
            <a:r>
              <a:rPr dirty="0" smtClean="0" sz="2000" spc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0717" y="5249332"/>
            <a:ext cx="232283" cy="152399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dirty="0" smtClean="0" sz="1000" spc="1" b="1">
                <a:latin typeface="Times New Roman"/>
                <a:cs typeface="Times New Roman"/>
              </a:rPr>
              <a:t>C</a:t>
            </a:r>
            <a:r>
              <a:rPr dirty="0" smtClean="0" sz="1000" spc="1" b="1">
                <a:latin typeface="Times New Roman"/>
                <a:cs typeface="Times New Roman"/>
              </a:rPr>
              <a:t> </a:t>
            </a:r>
            <a:r>
              <a:rPr dirty="0" smtClean="0" sz="1000" spc="1" b="1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31970" y="5341287"/>
            <a:ext cx="99162" cy="178117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b="1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06943" y="5379322"/>
            <a:ext cx="60248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4">
                <a:latin typeface="Arial"/>
                <a:cs typeface="Arial"/>
              </a:rPr>
              <a:t>i</a:t>
            </a:r>
            <a:r>
              <a:rPr dirty="0" smtClean="0" sz="2000" spc="4">
                <a:latin typeface="Arial"/>
                <a:cs typeface="Arial"/>
              </a:rPr>
              <a:t>d</a:t>
            </a:r>
            <a:r>
              <a:rPr dirty="0" smtClean="0" sz="2000" spc="4">
                <a:latin typeface="Arial"/>
                <a:cs typeface="Arial"/>
              </a:rPr>
              <a:t>e</a:t>
            </a:r>
            <a:r>
              <a:rPr dirty="0" smtClean="0" sz="2000" spc="4">
                <a:latin typeface="Arial"/>
                <a:cs typeface="Arial"/>
              </a:rPr>
              <a:t>a</a:t>
            </a:r>
            <a:r>
              <a:rPr dirty="0" smtClean="0" sz="2000" spc="4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4200" y="6472848"/>
            <a:ext cx="31925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6980" y="4531410"/>
            <a:ext cx="2084323" cy="348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236980" y="4880063"/>
            <a:ext cx="2084323" cy="3479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236980" y="5228043"/>
            <a:ext cx="2084323" cy="348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61260" y="3223323"/>
            <a:ext cx="2084324" cy="3511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461260" y="3574503"/>
            <a:ext cx="2084324" cy="3479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461260" y="3922483"/>
            <a:ext cx="2084324" cy="348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660144" y="2157349"/>
            <a:ext cx="295275" cy="5795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899920" y="3048000"/>
            <a:ext cx="701294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359" y="159670"/>
            <a:ext cx="352877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Mu</a:t>
            </a:r>
            <a:r>
              <a:rPr dirty="0" smtClean="0" sz="2400" spc="-4" b="1">
                <a:latin typeface="Arial"/>
                <a:cs typeface="Arial"/>
              </a:rPr>
              <a:t>l</a:t>
            </a:r>
            <a:r>
              <a:rPr dirty="0" smtClean="0" sz="2400" spc="-4" b="1">
                <a:latin typeface="Arial"/>
                <a:cs typeface="Arial"/>
              </a:rPr>
              <a:t>ti</a:t>
            </a:r>
            <a:r>
              <a:rPr dirty="0" smtClean="0" sz="2400" spc="-4" b="1">
                <a:latin typeface="Arial"/>
                <a:cs typeface="Arial"/>
              </a:rPr>
              <a:t>p</a:t>
            </a:r>
            <a:r>
              <a:rPr dirty="0" smtClean="0" sz="2400" spc="-4" b="1">
                <a:latin typeface="Arial"/>
                <a:cs typeface="Arial"/>
              </a:rPr>
              <a:t>le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A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c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 </a:t>
            </a:r>
            <a:r>
              <a:rPr dirty="0" smtClean="0" sz="2400" spc="-4" b="1">
                <a:latin typeface="Arial"/>
                <a:cs typeface="Arial"/>
              </a:rPr>
              <a:t>S</a:t>
            </a:r>
            <a:r>
              <a:rPr dirty="0" smtClean="0" sz="2400" spc="-4" b="1">
                <a:latin typeface="Arial"/>
                <a:cs typeface="Arial"/>
              </a:rPr>
              <a:t>y</a:t>
            </a:r>
            <a:r>
              <a:rPr dirty="0" smtClean="0" sz="2400" spc="-4" b="1">
                <a:latin typeface="Arial"/>
                <a:cs typeface="Arial"/>
              </a:rPr>
              <a:t>st</a:t>
            </a:r>
            <a:r>
              <a:rPr dirty="0" smtClean="0" sz="2400" spc="-4" b="1">
                <a:latin typeface="Arial"/>
                <a:cs typeface="Arial"/>
              </a:rPr>
              <a:t>e</a:t>
            </a:r>
            <a:r>
              <a:rPr dirty="0" smtClean="0" sz="2400" spc="-4" b="1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632" y="1149830"/>
            <a:ext cx="211907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4" b="1">
                <a:latin typeface="Times New Roman"/>
                <a:cs typeface="Times New Roman"/>
              </a:rPr>
              <a:t>T</a:t>
            </a:r>
            <a:r>
              <a:rPr dirty="0" smtClean="0" sz="2400" spc="-14" b="1">
                <a:latin typeface="Times New Roman"/>
                <a:cs typeface="Times New Roman"/>
              </a:rPr>
              <a:t>eknik</a:t>
            </a:r>
            <a:r>
              <a:rPr dirty="0" smtClean="0" sz="2400" spc="-14" b="1">
                <a:latin typeface="Times New Roman"/>
                <a:cs typeface="Times New Roman"/>
              </a:rPr>
              <a:t> </a:t>
            </a:r>
            <a:r>
              <a:rPr dirty="0" smtClean="0" sz="2400" spc="-14" b="1">
                <a:latin typeface="Times New Roman"/>
                <a:cs typeface="Times New Roman"/>
              </a:rPr>
              <a:t>D</a:t>
            </a:r>
            <a:r>
              <a:rPr dirty="0" smtClean="0" sz="2400" spc="-14" b="1">
                <a:latin typeface="Times New Roman"/>
                <a:cs typeface="Times New Roman"/>
              </a:rPr>
              <a:t>u</a:t>
            </a:r>
            <a:r>
              <a:rPr dirty="0" smtClean="0" sz="2400" spc="-14" b="1">
                <a:latin typeface="Times New Roman"/>
                <a:cs typeface="Times New Roman"/>
              </a:rPr>
              <a:t>p</a:t>
            </a:r>
            <a:r>
              <a:rPr dirty="0" smtClean="0" sz="2400" spc="-14" b="1">
                <a:latin typeface="Times New Roman"/>
                <a:cs typeface="Times New Roman"/>
              </a:rPr>
              <a:t>l</a:t>
            </a:r>
            <a:r>
              <a:rPr dirty="0" smtClean="0" sz="2400" spc="-14" b="1">
                <a:latin typeface="Times New Roman"/>
                <a:cs typeface="Times New Roman"/>
              </a:rPr>
              <a:t>e</a:t>
            </a:r>
            <a:r>
              <a:rPr dirty="0" smtClean="0" sz="2400" spc="-14" b="1">
                <a:latin typeface="Times New Roman"/>
                <a:cs typeface="Times New Roman"/>
              </a:rPr>
              <a:t>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4557" y="1594243"/>
            <a:ext cx="140774" cy="528377"/>
          </a:xfrm>
          <a:prstGeom prst="rect">
            <a:avLst/>
          </a:prstGeom>
        </p:spPr>
        <p:txBody>
          <a:bodyPr wrap="square" lIns="0" tIns="12414" rIns="0" bIns="0" rtlCol="0">
            <a:noAutofit/>
          </a:bodyPr>
          <a:lstStyle/>
          <a:p>
            <a:pPr marL="12700" marR="160">
              <a:lnSpc>
                <a:spcPts val="1955"/>
              </a:lnSpc>
            </a:pPr>
            <a:r>
              <a:rPr dirty="0" smtClean="0" sz="1800" spc="117">
                <a:latin typeface="Arial Narrow"/>
                <a:cs typeface="Arial Narrow"/>
              </a:rPr>
              <a:t>•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95621"/>
              </a:lnSpc>
            </a:pPr>
            <a:r>
              <a:rPr dirty="0" smtClean="0" sz="1800" spc="117">
                <a:latin typeface="Arial Narrow"/>
                <a:cs typeface="Arial Narrow"/>
              </a:rPr>
              <a:t>•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3157" y="1594243"/>
            <a:ext cx="5576663" cy="254000"/>
          </a:xfrm>
          <a:prstGeom prst="rect">
            <a:avLst/>
          </a:prstGeom>
        </p:spPr>
        <p:txBody>
          <a:bodyPr wrap="square" lIns="0" tIns="12414" rIns="0" bIns="0" rtlCol="0">
            <a:noAutofit/>
          </a:bodyPr>
          <a:lstStyle/>
          <a:p>
            <a:pPr marL="12700">
              <a:lnSpc>
                <a:spcPts val="1955"/>
              </a:lnSpc>
            </a:pPr>
            <a:r>
              <a:rPr dirty="0" smtClean="0" sz="1800" spc="229">
                <a:latin typeface="Arial Narrow"/>
                <a:cs typeface="Arial Narrow"/>
              </a:rPr>
              <a:t>U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tuk</a:t>
            </a:r>
            <a:r>
              <a:rPr dirty="0" smtClean="0" sz="1800" spc="229">
                <a:latin typeface="Arial Narrow"/>
                <a:cs typeface="Arial Narrow"/>
              </a:rPr>
              <a:t> </a:t>
            </a:r>
            <a:r>
              <a:rPr dirty="0" smtClean="0" sz="1800" spc="229">
                <a:latin typeface="Arial Narrow"/>
                <a:cs typeface="Arial Narrow"/>
              </a:rPr>
              <a:t>m</a:t>
            </a:r>
            <a:r>
              <a:rPr dirty="0" smtClean="0" sz="1800" spc="229">
                <a:latin typeface="Arial Narrow"/>
                <a:cs typeface="Arial Narrow"/>
              </a:rPr>
              <a:t>e</a:t>
            </a:r>
            <a:r>
              <a:rPr dirty="0" smtClean="0" sz="1800" spc="229">
                <a:latin typeface="Arial Narrow"/>
                <a:cs typeface="Arial Narrow"/>
              </a:rPr>
              <a:t>m</a:t>
            </a:r>
            <a:r>
              <a:rPr dirty="0" smtClean="0" sz="1800" spc="229">
                <a:latin typeface="Arial Narrow"/>
                <a:cs typeface="Arial Narrow"/>
              </a:rPr>
              <a:t>i</a:t>
            </a:r>
            <a:r>
              <a:rPr dirty="0" smtClean="0" sz="1800" spc="229">
                <a:latin typeface="Arial Narrow"/>
                <a:cs typeface="Arial Narrow"/>
              </a:rPr>
              <a:t>sa</a:t>
            </a:r>
            <a:r>
              <a:rPr dirty="0" smtClean="0" sz="1800" spc="229">
                <a:latin typeface="Arial Narrow"/>
                <a:cs typeface="Arial Narrow"/>
              </a:rPr>
              <a:t>h</a:t>
            </a:r>
            <a:r>
              <a:rPr dirty="0" smtClean="0" sz="1800" spc="229">
                <a:latin typeface="Arial Narrow"/>
                <a:cs typeface="Arial Narrow"/>
              </a:rPr>
              <a:t>k</a:t>
            </a:r>
            <a:r>
              <a:rPr dirty="0" smtClean="0" sz="1800" spc="229">
                <a:latin typeface="Arial Narrow"/>
                <a:cs typeface="Arial Narrow"/>
              </a:rPr>
              <a:t>a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 </a:t>
            </a:r>
            <a:r>
              <a:rPr dirty="0" smtClean="0" sz="1800" spc="229">
                <a:latin typeface="Arial Narrow"/>
                <a:cs typeface="Arial Narrow"/>
              </a:rPr>
              <a:t>t</a:t>
            </a:r>
            <a:r>
              <a:rPr dirty="0" smtClean="0" sz="1800" spc="229">
                <a:latin typeface="Arial Narrow"/>
                <a:cs typeface="Arial Narrow"/>
              </a:rPr>
              <a:t>r</a:t>
            </a:r>
            <a:r>
              <a:rPr dirty="0" smtClean="0" sz="1800" spc="229">
                <a:latin typeface="Arial Narrow"/>
                <a:cs typeface="Arial Narrow"/>
              </a:rPr>
              <a:t>a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s</a:t>
            </a:r>
            <a:r>
              <a:rPr dirty="0" smtClean="0" sz="1800" spc="229">
                <a:latin typeface="Arial Narrow"/>
                <a:cs typeface="Arial Narrow"/>
              </a:rPr>
              <a:t>m</a:t>
            </a:r>
            <a:r>
              <a:rPr dirty="0" smtClean="0" sz="1800" spc="229">
                <a:latin typeface="Arial Narrow"/>
                <a:cs typeface="Arial Narrow"/>
              </a:rPr>
              <a:t>i</a:t>
            </a:r>
            <a:r>
              <a:rPr dirty="0" smtClean="0" sz="1800" spc="229">
                <a:latin typeface="Arial Narrow"/>
                <a:cs typeface="Arial Narrow"/>
              </a:rPr>
              <a:t>si</a:t>
            </a:r>
            <a:r>
              <a:rPr dirty="0" smtClean="0" sz="1800" spc="229">
                <a:latin typeface="Arial Narrow"/>
                <a:cs typeface="Arial Narrow"/>
              </a:rPr>
              <a:t> </a:t>
            </a:r>
            <a:r>
              <a:rPr dirty="0" smtClean="0" sz="1800" spc="229">
                <a:latin typeface="Arial Narrow"/>
                <a:cs typeface="Arial Narrow"/>
              </a:rPr>
              <a:t>U</a:t>
            </a:r>
            <a:r>
              <a:rPr dirty="0" smtClean="0" sz="1800" spc="229">
                <a:latin typeface="Arial Narrow"/>
                <a:cs typeface="Arial Narrow"/>
              </a:rPr>
              <a:t>p</a:t>
            </a:r>
            <a:r>
              <a:rPr dirty="0" smtClean="0" sz="1800" spc="229">
                <a:latin typeface="Arial Narrow"/>
                <a:cs typeface="Arial Narrow"/>
              </a:rPr>
              <a:t>l</a:t>
            </a:r>
            <a:r>
              <a:rPr dirty="0" smtClean="0" sz="1800" spc="229">
                <a:latin typeface="Arial Narrow"/>
                <a:cs typeface="Arial Narrow"/>
              </a:rPr>
              <a:t>i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k</a:t>
            </a:r>
            <a:r>
              <a:rPr dirty="0" smtClean="0" sz="1800" spc="229">
                <a:latin typeface="Arial Narrow"/>
                <a:cs typeface="Arial Narrow"/>
              </a:rPr>
              <a:t> </a:t>
            </a:r>
            <a:r>
              <a:rPr dirty="0" smtClean="0" sz="1800" spc="229">
                <a:latin typeface="Arial Narrow"/>
                <a:cs typeface="Arial Narrow"/>
              </a:rPr>
              <a:t>d</a:t>
            </a:r>
            <a:r>
              <a:rPr dirty="0" smtClean="0" sz="1800" spc="229">
                <a:latin typeface="Arial Narrow"/>
                <a:cs typeface="Arial Narrow"/>
              </a:rPr>
              <a:t>a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 </a:t>
            </a:r>
            <a:r>
              <a:rPr dirty="0" smtClean="0" sz="1800" spc="229">
                <a:latin typeface="Arial Narrow"/>
                <a:cs typeface="Arial Narrow"/>
              </a:rPr>
              <a:t>D</a:t>
            </a:r>
            <a:r>
              <a:rPr dirty="0" smtClean="0" sz="1800" spc="229">
                <a:latin typeface="Arial Narrow"/>
                <a:cs typeface="Arial Narrow"/>
              </a:rPr>
              <a:t>o</a:t>
            </a:r>
            <a:r>
              <a:rPr dirty="0" smtClean="0" sz="1800" spc="229">
                <a:latin typeface="Arial Narrow"/>
                <a:cs typeface="Arial Narrow"/>
              </a:rPr>
              <a:t>w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l</a:t>
            </a:r>
            <a:r>
              <a:rPr dirty="0" smtClean="0" sz="1800" spc="229">
                <a:latin typeface="Arial Narrow"/>
                <a:cs typeface="Arial Narrow"/>
              </a:rPr>
              <a:t>i</a:t>
            </a:r>
            <a:r>
              <a:rPr dirty="0" smtClean="0" sz="1800" spc="229">
                <a:latin typeface="Arial Narrow"/>
                <a:cs typeface="Arial Narrow"/>
              </a:rPr>
              <a:t>n</a:t>
            </a:r>
            <a:r>
              <a:rPr dirty="0" smtClean="0" sz="1800" spc="229">
                <a:latin typeface="Arial Narrow"/>
                <a:cs typeface="Arial Narrow"/>
              </a:rPr>
              <a:t>k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3157" y="1868304"/>
            <a:ext cx="5066542" cy="864113"/>
          </a:xfrm>
          <a:prstGeom prst="rect">
            <a:avLst/>
          </a:prstGeom>
        </p:spPr>
        <p:txBody>
          <a:bodyPr wrap="square" lIns="0" tIns="12414" rIns="0" bIns="0" rtlCol="0">
            <a:noAutofit/>
          </a:bodyPr>
          <a:lstStyle/>
          <a:p>
            <a:pPr marL="12700">
              <a:lnSpc>
                <a:spcPts val="1955"/>
              </a:lnSpc>
            </a:pPr>
            <a:r>
              <a:rPr dirty="0" smtClean="0" sz="1800" spc="225">
                <a:latin typeface="Arial Narrow"/>
                <a:cs typeface="Arial Narrow"/>
              </a:rPr>
              <a:t>T</a:t>
            </a:r>
            <a:r>
              <a:rPr dirty="0" smtClean="0" sz="1800" spc="225">
                <a:latin typeface="Arial Narrow"/>
                <a:cs typeface="Arial Narrow"/>
              </a:rPr>
              <a:t>e</a:t>
            </a:r>
            <a:r>
              <a:rPr dirty="0" smtClean="0" sz="1800" spc="225">
                <a:latin typeface="Arial Narrow"/>
                <a:cs typeface="Arial Narrow"/>
              </a:rPr>
              <a:t>k</a:t>
            </a:r>
            <a:r>
              <a:rPr dirty="0" smtClean="0" sz="1800" spc="225">
                <a:latin typeface="Arial Narrow"/>
                <a:cs typeface="Arial Narrow"/>
              </a:rPr>
              <a:t>n</a:t>
            </a:r>
            <a:r>
              <a:rPr dirty="0" smtClean="0" sz="1800" spc="225">
                <a:latin typeface="Arial Narrow"/>
                <a:cs typeface="Arial Narrow"/>
              </a:rPr>
              <a:t>i</a:t>
            </a:r>
            <a:r>
              <a:rPr dirty="0" smtClean="0" sz="1800" spc="225">
                <a:latin typeface="Arial Narrow"/>
                <a:cs typeface="Arial Narrow"/>
              </a:rPr>
              <a:t>k</a:t>
            </a:r>
            <a:r>
              <a:rPr dirty="0" smtClean="0" sz="1800" spc="225">
                <a:latin typeface="Arial Narrow"/>
                <a:cs typeface="Arial Narrow"/>
              </a:rPr>
              <a:t> </a:t>
            </a:r>
            <a:r>
              <a:rPr dirty="0" smtClean="0" sz="1800" spc="225">
                <a:latin typeface="Arial Narrow"/>
                <a:cs typeface="Arial Narrow"/>
              </a:rPr>
              <a:t>d</a:t>
            </a:r>
            <a:r>
              <a:rPr dirty="0" smtClean="0" sz="1800" spc="225">
                <a:latin typeface="Arial Narrow"/>
                <a:cs typeface="Arial Narrow"/>
              </a:rPr>
              <a:t>u</a:t>
            </a:r>
            <a:r>
              <a:rPr dirty="0" smtClean="0" sz="1800" spc="225">
                <a:latin typeface="Arial Narrow"/>
                <a:cs typeface="Arial Narrow"/>
              </a:rPr>
              <a:t>p</a:t>
            </a:r>
            <a:r>
              <a:rPr dirty="0" smtClean="0" sz="1800" spc="225">
                <a:latin typeface="Arial Narrow"/>
                <a:cs typeface="Arial Narrow"/>
              </a:rPr>
              <a:t>l</a:t>
            </a:r>
            <a:r>
              <a:rPr dirty="0" smtClean="0" sz="1800" spc="225">
                <a:latin typeface="Arial Narrow"/>
                <a:cs typeface="Arial Narrow"/>
              </a:rPr>
              <a:t>e</a:t>
            </a:r>
            <a:r>
              <a:rPr dirty="0" smtClean="0" sz="1800" spc="225">
                <a:latin typeface="Arial Narrow"/>
                <a:cs typeface="Arial Narrow"/>
              </a:rPr>
              <a:t>k</a:t>
            </a:r>
            <a:r>
              <a:rPr dirty="0" smtClean="0" sz="1800" spc="225">
                <a:latin typeface="Arial Narrow"/>
                <a:cs typeface="Arial Narrow"/>
              </a:rPr>
              <a:t>s</a:t>
            </a:r>
            <a:r>
              <a:rPr dirty="0" smtClean="0" sz="1800" spc="225">
                <a:latin typeface="Arial Narrow"/>
                <a:cs typeface="Arial Narrow"/>
              </a:rPr>
              <a:t> </a:t>
            </a:r>
            <a:r>
              <a:rPr dirty="0" smtClean="0" sz="1800" spc="225">
                <a:latin typeface="Arial Narrow"/>
                <a:cs typeface="Arial Narrow"/>
              </a:rPr>
              <a:t>y</a:t>
            </a:r>
            <a:r>
              <a:rPr dirty="0" smtClean="0" sz="1800" spc="225">
                <a:latin typeface="Arial Narrow"/>
                <a:cs typeface="Arial Narrow"/>
              </a:rPr>
              <a:t>a</a:t>
            </a:r>
            <a:r>
              <a:rPr dirty="0" smtClean="0" sz="1800" spc="225">
                <a:latin typeface="Arial Narrow"/>
                <a:cs typeface="Arial Narrow"/>
              </a:rPr>
              <a:t>n</a:t>
            </a:r>
            <a:r>
              <a:rPr dirty="0" smtClean="0" sz="1800" spc="225">
                <a:latin typeface="Arial Narrow"/>
                <a:cs typeface="Arial Narrow"/>
              </a:rPr>
              <a:t>g</a:t>
            </a:r>
            <a:r>
              <a:rPr dirty="0" smtClean="0" sz="1800" spc="225">
                <a:latin typeface="Arial Narrow"/>
                <a:cs typeface="Arial Narrow"/>
              </a:rPr>
              <a:t> </a:t>
            </a:r>
            <a:r>
              <a:rPr dirty="0" smtClean="0" sz="1800" spc="225">
                <a:latin typeface="Arial Narrow"/>
                <a:cs typeface="Arial Narrow"/>
              </a:rPr>
              <a:t>u</a:t>
            </a:r>
            <a:r>
              <a:rPr dirty="0" smtClean="0" sz="1800" spc="225">
                <a:latin typeface="Arial Narrow"/>
                <a:cs typeface="Arial Narrow"/>
              </a:rPr>
              <a:t>m</a:t>
            </a:r>
            <a:r>
              <a:rPr dirty="0" smtClean="0" sz="1800" spc="225">
                <a:latin typeface="Arial Narrow"/>
                <a:cs typeface="Arial Narrow"/>
              </a:rPr>
              <a:t>u</a:t>
            </a:r>
            <a:r>
              <a:rPr dirty="0" smtClean="0" sz="1800" spc="225">
                <a:latin typeface="Arial Narrow"/>
                <a:cs typeface="Arial Narrow"/>
              </a:rPr>
              <a:t>m</a:t>
            </a:r>
            <a:r>
              <a:rPr dirty="0" smtClean="0" sz="1800" spc="225">
                <a:latin typeface="Arial Narrow"/>
                <a:cs typeface="Arial Narrow"/>
              </a:rPr>
              <a:t> </a:t>
            </a:r>
            <a:r>
              <a:rPr dirty="0" smtClean="0" sz="1800" spc="225">
                <a:latin typeface="Arial Narrow"/>
                <a:cs typeface="Arial Narrow"/>
              </a:rPr>
              <a:t>d</a:t>
            </a:r>
            <a:r>
              <a:rPr dirty="0" smtClean="0" sz="1800" spc="225">
                <a:latin typeface="Arial Narrow"/>
                <a:cs typeface="Arial Narrow"/>
              </a:rPr>
              <a:t>i</a:t>
            </a:r>
            <a:r>
              <a:rPr dirty="0" smtClean="0" sz="1800" spc="225">
                <a:latin typeface="Arial Narrow"/>
                <a:cs typeface="Arial Narrow"/>
              </a:rPr>
              <a:t>g</a:t>
            </a:r>
            <a:r>
              <a:rPr dirty="0" smtClean="0" sz="1800" spc="225">
                <a:latin typeface="Arial Narrow"/>
                <a:cs typeface="Arial Narrow"/>
              </a:rPr>
              <a:t>u</a:t>
            </a:r>
            <a:r>
              <a:rPr dirty="0" smtClean="0" sz="1800" spc="225">
                <a:latin typeface="Arial Narrow"/>
                <a:cs typeface="Arial Narrow"/>
              </a:rPr>
              <a:t>n</a:t>
            </a:r>
            <a:r>
              <a:rPr dirty="0" smtClean="0" sz="1800" spc="225">
                <a:latin typeface="Arial Narrow"/>
                <a:cs typeface="Arial Narrow"/>
              </a:rPr>
              <a:t>a</a:t>
            </a:r>
            <a:r>
              <a:rPr dirty="0" smtClean="0" sz="1800" spc="225">
                <a:latin typeface="Arial Narrow"/>
                <a:cs typeface="Arial Narrow"/>
              </a:rPr>
              <a:t>k</a:t>
            </a:r>
            <a:r>
              <a:rPr dirty="0" smtClean="0" sz="1800" spc="225">
                <a:latin typeface="Arial Narrow"/>
                <a:cs typeface="Arial Narrow"/>
              </a:rPr>
              <a:t>a</a:t>
            </a:r>
            <a:r>
              <a:rPr dirty="0" smtClean="0" sz="1800" spc="225">
                <a:latin typeface="Arial Narrow"/>
                <a:cs typeface="Arial Narrow"/>
              </a:rPr>
              <a:t>n</a:t>
            </a:r>
            <a:r>
              <a:rPr dirty="0" smtClean="0" sz="1800" spc="225">
                <a:latin typeface="Arial Narrow"/>
                <a:cs typeface="Arial Narrow"/>
              </a:rPr>
              <a:t> </a:t>
            </a:r>
            <a:r>
              <a:rPr dirty="0" smtClean="0" sz="1800" spc="225">
                <a:latin typeface="Arial Narrow"/>
                <a:cs typeface="Arial Narrow"/>
              </a:rPr>
              <a:t>a</a:t>
            </a:r>
            <a:r>
              <a:rPr dirty="0" smtClean="0" sz="1800" spc="225">
                <a:latin typeface="Arial Narrow"/>
                <a:cs typeface="Arial Narrow"/>
              </a:rPr>
              <a:t>d</a:t>
            </a:r>
            <a:r>
              <a:rPr dirty="0" smtClean="0" sz="1800" spc="225">
                <a:latin typeface="Arial Narrow"/>
                <a:cs typeface="Arial Narrow"/>
              </a:rPr>
              <a:t>a</a:t>
            </a:r>
            <a:r>
              <a:rPr dirty="0" smtClean="0" sz="1800" spc="225">
                <a:latin typeface="Arial Narrow"/>
                <a:cs typeface="Arial Narrow"/>
              </a:rPr>
              <a:t>l</a:t>
            </a:r>
            <a:r>
              <a:rPr dirty="0" smtClean="0" sz="1800" spc="225">
                <a:latin typeface="Arial Narrow"/>
                <a:cs typeface="Arial Narrow"/>
              </a:rPr>
              <a:t>a</a:t>
            </a:r>
            <a:r>
              <a:rPr dirty="0" smtClean="0" sz="1800" spc="225">
                <a:latin typeface="Arial Narrow"/>
                <a:cs typeface="Arial Narrow"/>
              </a:rPr>
              <a:t>h</a:t>
            </a:r>
            <a:endParaRPr sz="1800">
              <a:latin typeface="Arial Narrow"/>
              <a:cs typeface="Arial Narrow"/>
            </a:endParaRPr>
          </a:p>
          <a:p>
            <a:pPr marL="984567" marR="165926">
              <a:lnSpc>
                <a:spcPct val="100020"/>
              </a:lnSpc>
              <a:spcBef>
                <a:spcPts val="478"/>
              </a:spcBef>
            </a:pPr>
            <a:r>
              <a:rPr dirty="0" smtClean="0" sz="1800" spc="201">
                <a:latin typeface="Arial Narrow"/>
                <a:cs typeface="Arial Narrow"/>
              </a:rPr>
              <a:t>F</a:t>
            </a:r>
            <a:r>
              <a:rPr dirty="0" smtClean="0" sz="1800" spc="201">
                <a:latin typeface="Arial Narrow"/>
                <a:cs typeface="Arial Narrow"/>
              </a:rPr>
              <a:t>D</a:t>
            </a:r>
            <a:r>
              <a:rPr dirty="0" smtClean="0" sz="1800" spc="201">
                <a:latin typeface="Arial Narrow"/>
                <a:cs typeface="Arial Narrow"/>
              </a:rPr>
              <a:t>D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(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F</a:t>
            </a:r>
            <a:r>
              <a:rPr dirty="0" smtClean="0" sz="1800" spc="201">
                <a:latin typeface="Arial Narrow"/>
                <a:cs typeface="Arial Narrow"/>
              </a:rPr>
              <a:t>r</a:t>
            </a:r>
            <a:r>
              <a:rPr dirty="0" smtClean="0" sz="1800" spc="201">
                <a:latin typeface="Arial Narrow"/>
                <a:cs typeface="Arial Narrow"/>
              </a:rPr>
              <a:t>e</a:t>
            </a:r>
            <a:r>
              <a:rPr dirty="0" smtClean="0" sz="1800" spc="201">
                <a:latin typeface="Arial Narrow"/>
                <a:cs typeface="Arial Narrow"/>
              </a:rPr>
              <a:t>q</a:t>
            </a:r>
            <a:r>
              <a:rPr dirty="0" smtClean="0" sz="1800" spc="201">
                <a:latin typeface="Arial Narrow"/>
                <a:cs typeface="Arial Narrow"/>
              </a:rPr>
              <a:t>u</a:t>
            </a:r>
            <a:r>
              <a:rPr dirty="0" smtClean="0" sz="1800" spc="201">
                <a:latin typeface="Arial Narrow"/>
                <a:cs typeface="Arial Narrow"/>
              </a:rPr>
              <a:t>e</a:t>
            </a:r>
            <a:r>
              <a:rPr dirty="0" smtClean="0" sz="1800" spc="201">
                <a:latin typeface="Arial Narrow"/>
                <a:cs typeface="Arial Narrow"/>
              </a:rPr>
              <a:t>n</a:t>
            </a:r>
            <a:r>
              <a:rPr dirty="0" smtClean="0" sz="1800" spc="201">
                <a:latin typeface="Arial Narrow"/>
                <a:cs typeface="Arial Narrow"/>
              </a:rPr>
              <a:t>c</a:t>
            </a:r>
            <a:r>
              <a:rPr dirty="0" smtClean="0" sz="1800" spc="201">
                <a:latin typeface="Arial Narrow"/>
                <a:cs typeface="Arial Narrow"/>
              </a:rPr>
              <a:t>y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D</a:t>
            </a:r>
            <a:r>
              <a:rPr dirty="0" smtClean="0" sz="1800" spc="201">
                <a:latin typeface="Arial Narrow"/>
                <a:cs typeface="Arial Narrow"/>
              </a:rPr>
              <a:t>i</a:t>
            </a:r>
            <a:r>
              <a:rPr dirty="0" smtClean="0" sz="1800" spc="201">
                <a:latin typeface="Arial Narrow"/>
                <a:cs typeface="Arial Narrow"/>
              </a:rPr>
              <a:t>vis</a:t>
            </a:r>
            <a:r>
              <a:rPr dirty="0" smtClean="0" sz="1800" spc="201">
                <a:latin typeface="Arial Narrow"/>
                <a:cs typeface="Arial Narrow"/>
              </a:rPr>
              <a:t>i</a:t>
            </a:r>
            <a:r>
              <a:rPr dirty="0" smtClean="0" sz="1800" spc="201">
                <a:latin typeface="Arial Narrow"/>
                <a:cs typeface="Arial Narrow"/>
              </a:rPr>
              <a:t>o</a:t>
            </a:r>
            <a:r>
              <a:rPr dirty="0" smtClean="0" sz="1800" spc="201">
                <a:latin typeface="Arial Narrow"/>
                <a:cs typeface="Arial Narrow"/>
              </a:rPr>
              <a:t>n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D</a:t>
            </a:r>
            <a:r>
              <a:rPr dirty="0" smtClean="0" sz="1800" spc="201">
                <a:latin typeface="Arial Narrow"/>
                <a:cs typeface="Arial Narrow"/>
              </a:rPr>
              <a:t>u</a:t>
            </a:r>
            <a:r>
              <a:rPr dirty="0" smtClean="0" sz="1800" spc="201">
                <a:latin typeface="Arial Narrow"/>
                <a:cs typeface="Arial Narrow"/>
              </a:rPr>
              <a:t>p</a:t>
            </a:r>
            <a:r>
              <a:rPr dirty="0" smtClean="0" sz="1800" spc="201">
                <a:latin typeface="Arial Narrow"/>
                <a:cs typeface="Arial Narrow"/>
              </a:rPr>
              <a:t>l</a:t>
            </a:r>
            <a:r>
              <a:rPr dirty="0" smtClean="0" sz="1800" spc="201">
                <a:latin typeface="Arial Narrow"/>
                <a:cs typeface="Arial Narrow"/>
              </a:rPr>
              <a:t>e</a:t>
            </a:r>
            <a:r>
              <a:rPr dirty="0" smtClean="0" sz="1800" spc="201">
                <a:latin typeface="Arial Narrow"/>
                <a:cs typeface="Arial Narrow"/>
              </a:rPr>
              <a:t>k</a:t>
            </a:r>
            <a:r>
              <a:rPr dirty="0" smtClean="0" sz="1800" spc="201">
                <a:latin typeface="Arial Narrow"/>
                <a:cs typeface="Arial Narrow"/>
              </a:rPr>
              <a:t>s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)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TDD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(</a:t>
            </a:r>
            <a:r>
              <a:rPr dirty="0" smtClean="0" sz="1800" spc="201">
                <a:latin typeface="Arial Narrow"/>
                <a:cs typeface="Arial Narrow"/>
              </a:rPr>
              <a:t>T</a:t>
            </a:r>
            <a:r>
              <a:rPr dirty="0" smtClean="0" sz="1800" spc="201">
                <a:latin typeface="Arial Narrow"/>
                <a:cs typeface="Arial Narrow"/>
              </a:rPr>
              <a:t>i</a:t>
            </a:r>
            <a:r>
              <a:rPr dirty="0" smtClean="0" sz="1800" spc="201">
                <a:latin typeface="Arial Narrow"/>
                <a:cs typeface="Arial Narrow"/>
              </a:rPr>
              <a:t>m</a:t>
            </a:r>
            <a:r>
              <a:rPr dirty="0" smtClean="0" sz="1800" spc="201">
                <a:latin typeface="Arial Narrow"/>
                <a:cs typeface="Arial Narrow"/>
              </a:rPr>
              <a:t>e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D</a:t>
            </a:r>
            <a:r>
              <a:rPr dirty="0" smtClean="0" sz="1800" spc="201">
                <a:latin typeface="Arial Narrow"/>
                <a:cs typeface="Arial Narrow"/>
              </a:rPr>
              <a:t>i</a:t>
            </a:r>
            <a:r>
              <a:rPr dirty="0" smtClean="0" sz="1800" spc="201">
                <a:latin typeface="Arial Narrow"/>
                <a:cs typeface="Arial Narrow"/>
              </a:rPr>
              <a:t>vis</a:t>
            </a:r>
            <a:r>
              <a:rPr dirty="0" smtClean="0" sz="1800" spc="201">
                <a:latin typeface="Arial Narrow"/>
                <a:cs typeface="Arial Narrow"/>
              </a:rPr>
              <a:t>i</a:t>
            </a:r>
            <a:r>
              <a:rPr dirty="0" smtClean="0" sz="1800" spc="201">
                <a:latin typeface="Arial Narrow"/>
                <a:cs typeface="Arial Narrow"/>
              </a:rPr>
              <a:t>o</a:t>
            </a:r>
            <a:r>
              <a:rPr dirty="0" smtClean="0" sz="1800" spc="201">
                <a:latin typeface="Arial Narrow"/>
                <a:cs typeface="Arial Narrow"/>
              </a:rPr>
              <a:t>n</a:t>
            </a:r>
            <a:r>
              <a:rPr dirty="0" smtClean="0" sz="1800" spc="201">
                <a:latin typeface="Arial Narrow"/>
                <a:cs typeface="Arial Narrow"/>
              </a:rPr>
              <a:t> </a:t>
            </a:r>
            <a:r>
              <a:rPr dirty="0" smtClean="0" sz="1800" spc="201">
                <a:latin typeface="Arial Narrow"/>
                <a:cs typeface="Arial Narrow"/>
              </a:rPr>
              <a:t>D</a:t>
            </a:r>
            <a:r>
              <a:rPr dirty="0" smtClean="0" sz="1800" spc="201">
                <a:latin typeface="Arial Narrow"/>
                <a:cs typeface="Arial Narrow"/>
              </a:rPr>
              <a:t>u</a:t>
            </a:r>
            <a:r>
              <a:rPr dirty="0" smtClean="0" sz="1800" spc="201">
                <a:latin typeface="Arial Narrow"/>
                <a:cs typeface="Arial Narrow"/>
              </a:rPr>
              <a:t>p</a:t>
            </a:r>
            <a:r>
              <a:rPr dirty="0" smtClean="0" sz="1800" spc="201">
                <a:latin typeface="Arial Narrow"/>
                <a:cs typeface="Arial Narrow"/>
              </a:rPr>
              <a:t>l</a:t>
            </a:r>
            <a:r>
              <a:rPr dirty="0" smtClean="0" sz="1800" spc="201">
                <a:latin typeface="Arial Narrow"/>
                <a:cs typeface="Arial Narrow"/>
              </a:rPr>
              <a:t>e</a:t>
            </a:r>
            <a:r>
              <a:rPr dirty="0" smtClean="0" sz="1800" spc="201">
                <a:latin typeface="Arial Narrow"/>
                <a:cs typeface="Arial Narrow"/>
              </a:rPr>
              <a:t>x)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04204" y="1868304"/>
            <a:ext cx="131386" cy="254317"/>
          </a:xfrm>
          <a:prstGeom prst="rect">
            <a:avLst/>
          </a:prstGeom>
        </p:spPr>
        <p:txBody>
          <a:bodyPr wrap="square" lIns="0" tIns="12414" rIns="0" bIns="0" rtlCol="0">
            <a:noAutofit/>
          </a:bodyPr>
          <a:lstStyle/>
          <a:p>
            <a:pPr marL="12700">
              <a:lnSpc>
                <a:spcPts val="1955"/>
              </a:lnSpc>
            </a:pPr>
            <a:r>
              <a:rPr dirty="0" smtClean="0" sz="1800" spc="150">
                <a:latin typeface="Arial Narrow"/>
                <a:cs typeface="Arial Narrow"/>
              </a:rPr>
              <a:t>: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94520" y="6472848"/>
            <a:ext cx="29782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373100" y="2288950"/>
            <a:ext cx="467375" cy="602083"/>
          </a:xfrm>
          <a:custGeom>
            <a:avLst/>
            <a:gdLst/>
            <a:ahLst/>
            <a:cxnLst/>
            <a:rect l="l" t="t" r="r" b="b"/>
            <a:pathLst>
              <a:path w="467375" h="602083">
                <a:moveTo>
                  <a:pt x="0" y="147257"/>
                </a:moveTo>
                <a:lnTo>
                  <a:pt x="9213" y="267195"/>
                </a:lnTo>
                <a:lnTo>
                  <a:pt x="33754" y="382399"/>
                </a:lnTo>
                <a:lnTo>
                  <a:pt x="60345" y="471460"/>
                </a:lnTo>
                <a:lnTo>
                  <a:pt x="111477" y="564091"/>
                </a:lnTo>
                <a:lnTo>
                  <a:pt x="155457" y="602083"/>
                </a:lnTo>
                <a:lnTo>
                  <a:pt x="215791" y="602083"/>
                </a:lnTo>
                <a:lnTo>
                  <a:pt x="277149" y="575966"/>
                </a:lnTo>
                <a:lnTo>
                  <a:pt x="307840" y="509465"/>
                </a:lnTo>
                <a:lnTo>
                  <a:pt x="324193" y="425138"/>
                </a:lnTo>
                <a:lnTo>
                  <a:pt x="318067" y="320645"/>
                </a:lnTo>
                <a:lnTo>
                  <a:pt x="460212" y="332520"/>
                </a:lnTo>
                <a:lnTo>
                  <a:pt x="467375" y="286198"/>
                </a:lnTo>
                <a:lnTo>
                  <a:pt x="304765" y="267195"/>
                </a:lnTo>
                <a:lnTo>
                  <a:pt x="263860" y="159132"/>
                </a:lnTo>
                <a:lnTo>
                  <a:pt x="243407" y="138953"/>
                </a:lnTo>
                <a:lnTo>
                  <a:pt x="202501" y="77199"/>
                </a:lnTo>
                <a:lnTo>
                  <a:pt x="145231" y="30877"/>
                </a:lnTo>
                <a:lnTo>
                  <a:pt x="94087" y="0"/>
                </a:lnTo>
                <a:lnTo>
                  <a:pt x="53182" y="8317"/>
                </a:lnTo>
                <a:lnTo>
                  <a:pt x="23527" y="42751"/>
                </a:lnTo>
                <a:lnTo>
                  <a:pt x="0" y="147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992659" y="2134578"/>
            <a:ext cx="537937" cy="965467"/>
          </a:xfrm>
          <a:custGeom>
            <a:avLst/>
            <a:gdLst/>
            <a:ahLst/>
            <a:cxnLst/>
            <a:rect l="l" t="t" r="r" b="b"/>
            <a:pathLst>
              <a:path w="537937" h="965467">
                <a:moveTo>
                  <a:pt x="341585" y="22559"/>
                </a:moveTo>
                <a:lnTo>
                  <a:pt x="274088" y="56993"/>
                </a:lnTo>
                <a:lnTo>
                  <a:pt x="219881" y="127065"/>
                </a:lnTo>
                <a:lnTo>
                  <a:pt x="148296" y="247003"/>
                </a:lnTo>
                <a:lnTo>
                  <a:pt x="91020" y="362193"/>
                </a:lnTo>
                <a:lnTo>
                  <a:pt x="29658" y="501134"/>
                </a:lnTo>
                <a:lnTo>
                  <a:pt x="0" y="593765"/>
                </a:lnTo>
                <a:lnTo>
                  <a:pt x="6136" y="663837"/>
                </a:lnTo>
                <a:lnTo>
                  <a:pt x="60338" y="722020"/>
                </a:lnTo>
                <a:lnTo>
                  <a:pt x="142158" y="787332"/>
                </a:lnTo>
                <a:lnTo>
                  <a:pt x="259762" y="845529"/>
                </a:lnTo>
                <a:lnTo>
                  <a:pt x="401918" y="929842"/>
                </a:lnTo>
                <a:lnTo>
                  <a:pt x="463277" y="965467"/>
                </a:lnTo>
                <a:lnTo>
                  <a:pt x="504194" y="953592"/>
                </a:lnTo>
                <a:lnTo>
                  <a:pt x="537937" y="914397"/>
                </a:lnTo>
                <a:lnTo>
                  <a:pt x="533848" y="860961"/>
                </a:lnTo>
                <a:lnTo>
                  <a:pt x="466352" y="833654"/>
                </a:lnTo>
                <a:lnTo>
                  <a:pt x="375327" y="790902"/>
                </a:lnTo>
                <a:lnTo>
                  <a:pt x="313969" y="779027"/>
                </a:lnTo>
                <a:lnTo>
                  <a:pt x="253623" y="756455"/>
                </a:lnTo>
                <a:lnTo>
                  <a:pt x="142158" y="706589"/>
                </a:lnTo>
                <a:lnTo>
                  <a:pt x="87952" y="648392"/>
                </a:lnTo>
                <a:lnTo>
                  <a:pt x="77724" y="602083"/>
                </a:lnTo>
                <a:lnTo>
                  <a:pt x="91020" y="513008"/>
                </a:lnTo>
                <a:lnTo>
                  <a:pt x="121705" y="420391"/>
                </a:lnTo>
                <a:lnTo>
                  <a:pt x="168749" y="315885"/>
                </a:lnTo>
                <a:lnTo>
                  <a:pt x="202491" y="235128"/>
                </a:lnTo>
                <a:lnTo>
                  <a:pt x="259762" y="161499"/>
                </a:lnTo>
                <a:lnTo>
                  <a:pt x="269988" y="188819"/>
                </a:lnTo>
                <a:lnTo>
                  <a:pt x="324195" y="200694"/>
                </a:lnTo>
                <a:lnTo>
                  <a:pt x="375327" y="185249"/>
                </a:lnTo>
                <a:lnTo>
                  <a:pt x="381465" y="149624"/>
                </a:lnTo>
                <a:lnTo>
                  <a:pt x="375327" y="108063"/>
                </a:lnTo>
                <a:lnTo>
                  <a:pt x="354874" y="61754"/>
                </a:lnTo>
                <a:lnTo>
                  <a:pt x="406006" y="46308"/>
                </a:lnTo>
                <a:lnTo>
                  <a:pt x="435672" y="61754"/>
                </a:lnTo>
                <a:lnTo>
                  <a:pt x="466352" y="103315"/>
                </a:lnTo>
                <a:lnTo>
                  <a:pt x="456125" y="149624"/>
                </a:lnTo>
                <a:lnTo>
                  <a:pt x="493968" y="149624"/>
                </a:lnTo>
                <a:lnTo>
                  <a:pt x="504194" y="92617"/>
                </a:lnTo>
                <a:lnTo>
                  <a:pt x="476578" y="37991"/>
                </a:lnTo>
                <a:lnTo>
                  <a:pt x="435672" y="3557"/>
                </a:lnTo>
                <a:lnTo>
                  <a:pt x="381465" y="0"/>
                </a:lnTo>
                <a:lnTo>
                  <a:pt x="313969" y="22559"/>
                </a:lnTo>
                <a:lnTo>
                  <a:pt x="341585" y="22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499917" y="2934975"/>
            <a:ext cx="281238" cy="906093"/>
          </a:xfrm>
          <a:custGeom>
            <a:avLst/>
            <a:gdLst/>
            <a:ahLst/>
            <a:cxnLst/>
            <a:rect l="l" t="t" r="r" b="b"/>
            <a:pathLst>
              <a:path w="281238" h="906093">
                <a:moveTo>
                  <a:pt x="7163" y="547456"/>
                </a:moveTo>
                <a:lnTo>
                  <a:pt x="20452" y="694714"/>
                </a:lnTo>
                <a:lnTo>
                  <a:pt x="37842" y="775470"/>
                </a:lnTo>
                <a:lnTo>
                  <a:pt x="57270" y="856227"/>
                </a:lnTo>
                <a:lnTo>
                  <a:pt x="92049" y="902536"/>
                </a:lnTo>
                <a:lnTo>
                  <a:pt x="159546" y="906093"/>
                </a:lnTo>
                <a:lnTo>
                  <a:pt x="223967" y="894218"/>
                </a:lnTo>
                <a:lnTo>
                  <a:pt x="260785" y="856227"/>
                </a:lnTo>
                <a:lnTo>
                  <a:pt x="281238" y="751721"/>
                </a:lnTo>
                <a:lnTo>
                  <a:pt x="281238" y="581904"/>
                </a:lnTo>
                <a:lnTo>
                  <a:pt x="275111" y="451268"/>
                </a:lnTo>
                <a:lnTo>
                  <a:pt x="260785" y="315885"/>
                </a:lnTo>
                <a:lnTo>
                  <a:pt x="244420" y="200694"/>
                </a:lnTo>
                <a:lnTo>
                  <a:pt x="210678" y="116380"/>
                </a:lnTo>
                <a:lnTo>
                  <a:pt x="162609" y="34447"/>
                </a:lnTo>
                <a:lnTo>
                  <a:pt x="111477" y="0"/>
                </a:lnTo>
                <a:lnTo>
                  <a:pt x="71584" y="0"/>
                </a:lnTo>
                <a:lnTo>
                  <a:pt x="27615" y="23749"/>
                </a:lnTo>
                <a:lnTo>
                  <a:pt x="17389" y="70071"/>
                </a:lnTo>
                <a:lnTo>
                  <a:pt x="17389" y="104506"/>
                </a:lnTo>
                <a:lnTo>
                  <a:pt x="0" y="188819"/>
                </a:lnTo>
                <a:lnTo>
                  <a:pt x="0" y="382386"/>
                </a:lnTo>
                <a:lnTo>
                  <a:pt x="7163" y="547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629797" y="2959915"/>
            <a:ext cx="429532" cy="695904"/>
          </a:xfrm>
          <a:custGeom>
            <a:avLst/>
            <a:gdLst/>
            <a:ahLst/>
            <a:cxnLst/>
            <a:rect l="l" t="t" r="r" b="b"/>
            <a:pathLst>
              <a:path w="429532" h="695904">
                <a:moveTo>
                  <a:pt x="155457" y="475017"/>
                </a:moveTo>
                <a:lnTo>
                  <a:pt x="121703" y="495210"/>
                </a:lnTo>
                <a:lnTo>
                  <a:pt x="111477" y="545089"/>
                </a:lnTo>
                <a:lnTo>
                  <a:pt x="111477" y="591398"/>
                </a:lnTo>
                <a:lnTo>
                  <a:pt x="165684" y="613957"/>
                </a:lnTo>
                <a:lnTo>
                  <a:pt x="233181" y="644835"/>
                </a:lnTo>
                <a:lnTo>
                  <a:pt x="277149" y="695904"/>
                </a:lnTo>
                <a:lnTo>
                  <a:pt x="307840" y="684029"/>
                </a:lnTo>
                <a:lnTo>
                  <a:pt x="337495" y="649582"/>
                </a:lnTo>
                <a:lnTo>
                  <a:pt x="263860" y="603273"/>
                </a:lnTo>
                <a:lnTo>
                  <a:pt x="186137" y="579523"/>
                </a:lnTo>
                <a:lnTo>
                  <a:pt x="131930" y="552203"/>
                </a:lnTo>
                <a:lnTo>
                  <a:pt x="135005" y="521326"/>
                </a:lnTo>
                <a:lnTo>
                  <a:pt x="205565" y="505894"/>
                </a:lnTo>
                <a:lnTo>
                  <a:pt x="246470" y="475017"/>
                </a:lnTo>
                <a:lnTo>
                  <a:pt x="324193" y="425138"/>
                </a:lnTo>
                <a:lnTo>
                  <a:pt x="388627" y="356270"/>
                </a:lnTo>
                <a:lnTo>
                  <a:pt x="429532" y="243446"/>
                </a:lnTo>
                <a:lnTo>
                  <a:pt x="409080" y="205441"/>
                </a:lnTo>
                <a:lnTo>
                  <a:pt x="365111" y="138940"/>
                </a:lnTo>
                <a:lnTo>
                  <a:pt x="297614" y="92631"/>
                </a:lnTo>
                <a:lnTo>
                  <a:pt x="202501" y="30877"/>
                </a:lnTo>
                <a:lnTo>
                  <a:pt x="111477" y="11874"/>
                </a:lnTo>
                <a:lnTo>
                  <a:pt x="23527" y="0"/>
                </a:lnTo>
                <a:lnTo>
                  <a:pt x="0" y="46308"/>
                </a:lnTo>
                <a:lnTo>
                  <a:pt x="23527" y="89060"/>
                </a:lnTo>
                <a:lnTo>
                  <a:pt x="80798" y="89060"/>
                </a:lnTo>
                <a:lnTo>
                  <a:pt x="145231" y="92631"/>
                </a:lnTo>
                <a:lnTo>
                  <a:pt x="243407" y="116380"/>
                </a:lnTo>
                <a:lnTo>
                  <a:pt x="324193" y="181692"/>
                </a:lnTo>
                <a:lnTo>
                  <a:pt x="357947" y="228014"/>
                </a:lnTo>
                <a:lnTo>
                  <a:pt x="368174" y="267195"/>
                </a:lnTo>
                <a:lnTo>
                  <a:pt x="324193" y="347952"/>
                </a:lnTo>
                <a:lnTo>
                  <a:pt x="263860" y="425138"/>
                </a:lnTo>
                <a:lnTo>
                  <a:pt x="155457" y="475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663551" y="3748451"/>
            <a:ext cx="522595" cy="1124597"/>
          </a:xfrm>
          <a:custGeom>
            <a:avLst/>
            <a:gdLst/>
            <a:ahLst/>
            <a:cxnLst/>
            <a:rect l="l" t="t" r="r" b="b"/>
            <a:pathLst>
              <a:path w="522595" h="1124597">
                <a:moveTo>
                  <a:pt x="237269" y="1102033"/>
                </a:moveTo>
                <a:lnTo>
                  <a:pt x="284313" y="1086595"/>
                </a:lnTo>
                <a:lnTo>
                  <a:pt x="298627" y="1090157"/>
                </a:lnTo>
                <a:lnTo>
                  <a:pt x="396803" y="1097282"/>
                </a:lnTo>
                <a:lnTo>
                  <a:pt x="471463" y="1124597"/>
                </a:lnTo>
                <a:lnTo>
                  <a:pt x="498054" y="1109158"/>
                </a:lnTo>
                <a:lnTo>
                  <a:pt x="522595" y="1050969"/>
                </a:lnTo>
                <a:lnTo>
                  <a:pt x="498054" y="1020092"/>
                </a:lnTo>
                <a:lnTo>
                  <a:pt x="386577" y="1016530"/>
                </a:lnTo>
                <a:lnTo>
                  <a:pt x="307829" y="1028406"/>
                </a:lnTo>
                <a:lnTo>
                  <a:pt x="267948" y="1050969"/>
                </a:lnTo>
                <a:lnTo>
                  <a:pt x="274086" y="997534"/>
                </a:lnTo>
                <a:lnTo>
                  <a:pt x="314992" y="915587"/>
                </a:lnTo>
                <a:lnTo>
                  <a:pt x="348734" y="788522"/>
                </a:lnTo>
                <a:lnTo>
                  <a:pt x="376350" y="680459"/>
                </a:lnTo>
                <a:lnTo>
                  <a:pt x="355898" y="556950"/>
                </a:lnTo>
                <a:lnTo>
                  <a:pt x="325218" y="425138"/>
                </a:lnTo>
                <a:lnTo>
                  <a:pt x="263860" y="274309"/>
                </a:lnTo>
                <a:lnTo>
                  <a:pt x="175899" y="135369"/>
                </a:lnTo>
                <a:lnTo>
                  <a:pt x="101250" y="34434"/>
                </a:lnTo>
                <a:lnTo>
                  <a:pt x="60333" y="0"/>
                </a:lnTo>
                <a:lnTo>
                  <a:pt x="13289" y="0"/>
                </a:lnTo>
                <a:lnTo>
                  <a:pt x="0" y="80743"/>
                </a:lnTo>
                <a:lnTo>
                  <a:pt x="33742" y="128242"/>
                </a:lnTo>
                <a:lnTo>
                  <a:pt x="142156" y="239875"/>
                </a:lnTo>
                <a:lnTo>
                  <a:pt x="237269" y="382386"/>
                </a:lnTo>
                <a:lnTo>
                  <a:pt x="298627" y="529644"/>
                </a:lnTo>
                <a:lnTo>
                  <a:pt x="307829" y="625832"/>
                </a:lnTo>
                <a:lnTo>
                  <a:pt x="304765" y="695891"/>
                </a:lnTo>
                <a:lnTo>
                  <a:pt x="278174" y="853833"/>
                </a:lnTo>
                <a:lnTo>
                  <a:pt x="243395" y="982089"/>
                </a:lnTo>
                <a:lnTo>
                  <a:pt x="213741" y="1055719"/>
                </a:lnTo>
                <a:lnTo>
                  <a:pt x="206578" y="1102033"/>
                </a:lnTo>
                <a:lnTo>
                  <a:pt x="237269" y="1102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335258" y="3746070"/>
            <a:ext cx="351809" cy="1145977"/>
          </a:xfrm>
          <a:custGeom>
            <a:avLst/>
            <a:gdLst/>
            <a:ahLst/>
            <a:cxnLst/>
            <a:rect l="l" t="t" r="r" b="b"/>
            <a:pathLst>
              <a:path w="351809" h="1145977">
                <a:moveTo>
                  <a:pt x="0" y="1092538"/>
                </a:moveTo>
                <a:lnTo>
                  <a:pt x="30690" y="1123413"/>
                </a:lnTo>
                <a:lnTo>
                  <a:pt x="101250" y="1145977"/>
                </a:lnTo>
                <a:lnTo>
                  <a:pt x="183073" y="1099662"/>
                </a:lnTo>
                <a:lnTo>
                  <a:pt x="243407" y="1068787"/>
                </a:lnTo>
                <a:lnTo>
                  <a:pt x="321130" y="1056912"/>
                </a:lnTo>
                <a:lnTo>
                  <a:pt x="351809" y="1046223"/>
                </a:lnTo>
                <a:lnTo>
                  <a:pt x="341583" y="1007028"/>
                </a:lnTo>
                <a:lnTo>
                  <a:pt x="253633" y="907283"/>
                </a:lnTo>
                <a:lnTo>
                  <a:pt x="202501" y="802777"/>
                </a:lnTo>
                <a:lnTo>
                  <a:pt x="158521" y="732719"/>
                </a:lnTo>
                <a:lnTo>
                  <a:pt x="152382" y="663837"/>
                </a:lnTo>
                <a:lnTo>
                  <a:pt x="172847" y="548646"/>
                </a:lnTo>
                <a:lnTo>
                  <a:pt x="219891" y="428695"/>
                </a:lnTo>
                <a:lnTo>
                  <a:pt x="271023" y="224443"/>
                </a:lnTo>
                <a:lnTo>
                  <a:pt x="314992" y="104506"/>
                </a:lnTo>
                <a:lnTo>
                  <a:pt x="310904" y="34434"/>
                </a:lnTo>
                <a:lnTo>
                  <a:pt x="271023" y="0"/>
                </a:lnTo>
                <a:lnTo>
                  <a:pt x="243407" y="0"/>
                </a:lnTo>
                <a:lnTo>
                  <a:pt x="199426" y="108063"/>
                </a:lnTo>
                <a:lnTo>
                  <a:pt x="168747" y="266005"/>
                </a:lnTo>
                <a:lnTo>
                  <a:pt x="131930" y="440583"/>
                </a:lnTo>
                <a:lnTo>
                  <a:pt x="98187" y="617514"/>
                </a:lnTo>
                <a:lnTo>
                  <a:pt x="98187" y="682839"/>
                </a:lnTo>
                <a:lnTo>
                  <a:pt x="131930" y="799220"/>
                </a:lnTo>
                <a:lnTo>
                  <a:pt x="178973" y="860961"/>
                </a:lnTo>
                <a:lnTo>
                  <a:pt x="222954" y="938160"/>
                </a:lnTo>
                <a:lnTo>
                  <a:pt x="253633" y="995154"/>
                </a:lnTo>
                <a:lnTo>
                  <a:pt x="240344" y="1022472"/>
                </a:lnTo>
                <a:lnTo>
                  <a:pt x="162609" y="1034348"/>
                </a:lnTo>
                <a:lnTo>
                  <a:pt x="36817" y="1056912"/>
                </a:lnTo>
                <a:lnTo>
                  <a:pt x="0" y="1092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753551" y="1905373"/>
            <a:ext cx="173860" cy="235142"/>
          </a:xfrm>
          <a:custGeom>
            <a:avLst/>
            <a:gdLst/>
            <a:ahLst/>
            <a:cxnLst/>
            <a:rect l="l" t="t" r="r" b="b"/>
            <a:pathLst>
              <a:path w="173860" h="235142">
                <a:moveTo>
                  <a:pt x="26591" y="46322"/>
                </a:moveTo>
                <a:lnTo>
                  <a:pt x="71584" y="34447"/>
                </a:lnTo>
                <a:lnTo>
                  <a:pt x="112490" y="34447"/>
                </a:lnTo>
                <a:lnTo>
                  <a:pt x="139081" y="72438"/>
                </a:lnTo>
                <a:lnTo>
                  <a:pt x="132943" y="115190"/>
                </a:lnTo>
                <a:lnTo>
                  <a:pt x="108402" y="142510"/>
                </a:lnTo>
                <a:lnTo>
                  <a:pt x="47043" y="149638"/>
                </a:lnTo>
                <a:lnTo>
                  <a:pt x="10226" y="176944"/>
                </a:lnTo>
                <a:lnTo>
                  <a:pt x="0" y="223267"/>
                </a:lnTo>
                <a:lnTo>
                  <a:pt x="26591" y="235142"/>
                </a:lnTo>
                <a:lnTo>
                  <a:pt x="36817" y="199517"/>
                </a:lnTo>
                <a:lnTo>
                  <a:pt x="67496" y="176944"/>
                </a:lnTo>
                <a:lnTo>
                  <a:pt x="118628" y="176944"/>
                </a:lnTo>
                <a:lnTo>
                  <a:pt x="153396" y="149638"/>
                </a:lnTo>
                <a:lnTo>
                  <a:pt x="173860" y="103315"/>
                </a:lnTo>
                <a:lnTo>
                  <a:pt x="173860" y="68881"/>
                </a:lnTo>
                <a:lnTo>
                  <a:pt x="153396" y="26129"/>
                </a:lnTo>
                <a:lnTo>
                  <a:pt x="112490" y="3570"/>
                </a:lnTo>
                <a:lnTo>
                  <a:pt x="67496" y="0"/>
                </a:lnTo>
                <a:lnTo>
                  <a:pt x="20452" y="10698"/>
                </a:lnTo>
                <a:lnTo>
                  <a:pt x="10226" y="34447"/>
                </a:lnTo>
                <a:lnTo>
                  <a:pt x="26591" y="46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711620" y="2179697"/>
            <a:ext cx="54195" cy="64134"/>
          </a:xfrm>
          <a:custGeom>
            <a:avLst/>
            <a:gdLst/>
            <a:ahLst/>
            <a:cxnLst/>
            <a:rect l="l" t="t" r="r" b="b"/>
            <a:pathLst>
              <a:path w="54195" h="64134">
                <a:moveTo>
                  <a:pt x="54195" y="3570"/>
                </a:moveTo>
                <a:lnTo>
                  <a:pt x="26591" y="0"/>
                </a:lnTo>
                <a:lnTo>
                  <a:pt x="8176" y="23749"/>
                </a:lnTo>
                <a:lnTo>
                  <a:pt x="0" y="60564"/>
                </a:lnTo>
                <a:lnTo>
                  <a:pt x="26591" y="64134"/>
                </a:lnTo>
                <a:lnTo>
                  <a:pt x="49082" y="47499"/>
                </a:lnTo>
                <a:lnTo>
                  <a:pt x="54195" y="3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2969260" y="3429000"/>
            <a:ext cx="585978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740" y="100329"/>
            <a:ext cx="49357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2" b="1">
                <a:latin typeface="Arial"/>
                <a:cs typeface="Arial"/>
              </a:rPr>
              <a:t>D</a:t>
            </a:r>
            <a:r>
              <a:rPr dirty="0" smtClean="0" sz="3200" spc="2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493" y="100329"/>
            <a:ext cx="1847697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Arial"/>
                <a:cs typeface="Arial"/>
              </a:rPr>
              <a:t>Modulasi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2007" y="1530830"/>
            <a:ext cx="61427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3" b="1">
                <a:latin typeface="Times New Roman"/>
                <a:cs typeface="Times New Roman"/>
              </a:rPr>
              <a:t>A</a:t>
            </a:r>
            <a:r>
              <a:rPr dirty="0" smtClean="0" sz="2400" spc="3" b="1">
                <a:latin typeface="Times New Roman"/>
                <a:cs typeface="Times New Roman"/>
              </a:rPr>
              <a:t>p</a:t>
            </a:r>
            <a:r>
              <a:rPr dirty="0" smtClean="0" sz="2400" spc="3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1361" y="1530830"/>
            <a:ext cx="149788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2" b="1">
                <a:latin typeface="Times New Roman"/>
                <a:cs typeface="Times New Roman"/>
              </a:rPr>
              <a:t>de</a:t>
            </a:r>
            <a:r>
              <a:rPr dirty="0" smtClean="0" sz="2400" spc="2" b="1">
                <a:latin typeface="Times New Roman"/>
                <a:cs typeface="Times New Roman"/>
              </a:rPr>
              <a:t>f</a:t>
            </a:r>
            <a:r>
              <a:rPr dirty="0" smtClean="0" sz="2400" spc="2" b="1">
                <a:latin typeface="Times New Roman"/>
                <a:cs typeface="Times New Roman"/>
              </a:rPr>
              <a:t>in</a:t>
            </a:r>
            <a:r>
              <a:rPr dirty="0" smtClean="0" sz="2400" spc="2" b="1">
                <a:latin typeface="Times New Roman"/>
                <a:cs typeface="Times New Roman"/>
              </a:rPr>
              <a:t>i</a:t>
            </a:r>
            <a:r>
              <a:rPr dirty="0" smtClean="0" sz="2400" spc="2" b="1">
                <a:latin typeface="Times New Roman"/>
                <a:cs typeface="Times New Roman"/>
              </a:rPr>
              <a:t>sin</a:t>
            </a:r>
            <a:r>
              <a:rPr dirty="0" smtClean="0" sz="2400" spc="2" b="1">
                <a:latin typeface="Times New Roman"/>
                <a:cs typeface="Times New Roman"/>
              </a:rPr>
              <a:t>y</a:t>
            </a:r>
            <a:r>
              <a:rPr dirty="0" smtClean="0" sz="2400" spc="2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9148" y="1530830"/>
            <a:ext cx="22351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1754" y="1750452"/>
            <a:ext cx="180025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9336" y="1751792"/>
            <a:ext cx="4368973" cy="119449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1111">
              <a:lnSpc>
                <a:spcPts val="214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Modul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lah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os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untuk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ub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seb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nd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menj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ndp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ier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ku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odulasi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ol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sin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inf</a:t>
            </a:r>
            <a:r>
              <a:rPr dirty="0" smtClean="0" sz="2000" spc="-2">
                <a:latin typeface="Times New Roman"/>
                <a:cs typeface="Times New Roman"/>
              </a:rPr>
              <a:t>o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untuk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1754" y="2360690"/>
            <a:ext cx="17983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9336" y="2971882"/>
            <a:ext cx="662177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0">
                <a:latin typeface="Times New Roman"/>
                <a:cs typeface="Times New Roman"/>
              </a:rPr>
              <a:t>s</a:t>
            </a:r>
            <a:r>
              <a:rPr dirty="0" smtClean="0" sz="2000" spc="-10">
                <a:latin typeface="Times New Roman"/>
                <a:cs typeface="Times New Roman"/>
              </a:rPr>
              <a:t>i</a:t>
            </a:r>
            <a:r>
              <a:rPr dirty="0" smtClean="0" sz="2000" spc="-10">
                <a:latin typeface="Times New Roman"/>
                <a:cs typeface="Times New Roman"/>
              </a:rPr>
              <a:t>n</a:t>
            </a:r>
            <a:r>
              <a:rPr dirty="0" smtClean="0" sz="2000" spc="-10">
                <a:latin typeface="Times New Roman"/>
                <a:cs typeface="Times New Roman"/>
              </a:rPr>
              <a:t>y</a:t>
            </a:r>
            <a:r>
              <a:rPr dirty="0" smtClean="0" sz="2000" spc="-10">
                <a:latin typeface="Times New Roman"/>
                <a:cs typeface="Times New Roman"/>
              </a:rPr>
              <a:t>a</a:t>
            </a:r>
            <a:r>
              <a:rPr dirty="0" smtClean="0" sz="2000" spc="-10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06848" y="2971882"/>
            <a:ext cx="1261364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te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modu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si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66580" y="6472848"/>
            <a:ext cx="32573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654592" y="3154400"/>
            <a:ext cx="407859" cy="525281"/>
          </a:xfrm>
          <a:custGeom>
            <a:avLst/>
            <a:gdLst/>
            <a:ahLst/>
            <a:cxnLst/>
            <a:rect l="l" t="t" r="r" b="b"/>
            <a:pathLst>
              <a:path w="407859" h="525281">
                <a:moveTo>
                  <a:pt x="0" y="128473"/>
                </a:moveTo>
                <a:lnTo>
                  <a:pt x="8039" y="233112"/>
                </a:lnTo>
                <a:lnTo>
                  <a:pt x="29455" y="333621"/>
                </a:lnTo>
                <a:lnTo>
                  <a:pt x="52660" y="411321"/>
                </a:lnTo>
                <a:lnTo>
                  <a:pt x="97281" y="492136"/>
                </a:lnTo>
                <a:lnTo>
                  <a:pt x="135661" y="525281"/>
                </a:lnTo>
                <a:lnTo>
                  <a:pt x="188312" y="525281"/>
                </a:lnTo>
                <a:lnTo>
                  <a:pt x="241857" y="502496"/>
                </a:lnTo>
                <a:lnTo>
                  <a:pt x="268640" y="444478"/>
                </a:lnTo>
                <a:lnTo>
                  <a:pt x="282910" y="370907"/>
                </a:lnTo>
                <a:lnTo>
                  <a:pt x="277564" y="279744"/>
                </a:lnTo>
                <a:lnTo>
                  <a:pt x="401608" y="290104"/>
                </a:lnTo>
                <a:lnTo>
                  <a:pt x="407859" y="249690"/>
                </a:lnTo>
                <a:lnTo>
                  <a:pt x="265956" y="233112"/>
                </a:lnTo>
                <a:lnTo>
                  <a:pt x="230260" y="138833"/>
                </a:lnTo>
                <a:lnTo>
                  <a:pt x="212411" y="121228"/>
                </a:lnTo>
                <a:lnTo>
                  <a:pt x="176714" y="67351"/>
                </a:lnTo>
                <a:lnTo>
                  <a:pt x="126737" y="26938"/>
                </a:lnTo>
                <a:lnTo>
                  <a:pt x="82106" y="0"/>
                </a:lnTo>
                <a:lnTo>
                  <a:pt x="46409" y="7256"/>
                </a:lnTo>
                <a:lnTo>
                  <a:pt x="20531" y="37298"/>
                </a:lnTo>
                <a:lnTo>
                  <a:pt x="0" y="128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322597" y="3019720"/>
            <a:ext cx="469435" cy="842312"/>
          </a:xfrm>
          <a:custGeom>
            <a:avLst/>
            <a:gdLst/>
            <a:ahLst/>
            <a:cxnLst/>
            <a:rect l="l" t="t" r="r" b="b"/>
            <a:pathLst>
              <a:path w="469435" h="842312">
                <a:moveTo>
                  <a:pt x="298087" y="19681"/>
                </a:moveTo>
                <a:lnTo>
                  <a:pt x="239185" y="49723"/>
                </a:lnTo>
                <a:lnTo>
                  <a:pt x="191881" y="110856"/>
                </a:lnTo>
                <a:lnTo>
                  <a:pt x="129412" y="215495"/>
                </a:lnTo>
                <a:lnTo>
                  <a:pt x="79429" y="315992"/>
                </a:lnTo>
                <a:lnTo>
                  <a:pt x="25881" y="437209"/>
                </a:lnTo>
                <a:lnTo>
                  <a:pt x="0" y="518024"/>
                </a:lnTo>
                <a:lnTo>
                  <a:pt x="5354" y="579158"/>
                </a:lnTo>
                <a:lnTo>
                  <a:pt x="52655" y="629920"/>
                </a:lnTo>
                <a:lnTo>
                  <a:pt x="124055" y="686900"/>
                </a:lnTo>
                <a:lnTo>
                  <a:pt x="226683" y="737673"/>
                </a:lnTo>
                <a:lnTo>
                  <a:pt x="350738" y="811232"/>
                </a:lnTo>
                <a:lnTo>
                  <a:pt x="404283" y="842312"/>
                </a:lnTo>
                <a:lnTo>
                  <a:pt x="439989" y="831952"/>
                </a:lnTo>
                <a:lnTo>
                  <a:pt x="469435" y="797757"/>
                </a:lnTo>
                <a:lnTo>
                  <a:pt x="465868" y="751137"/>
                </a:lnTo>
                <a:lnTo>
                  <a:pt x="406966" y="727313"/>
                </a:lnTo>
                <a:lnTo>
                  <a:pt x="327533" y="690015"/>
                </a:lnTo>
                <a:lnTo>
                  <a:pt x="273988" y="679655"/>
                </a:lnTo>
                <a:lnTo>
                  <a:pt x="221327" y="659961"/>
                </a:lnTo>
                <a:lnTo>
                  <a:pt x="124055" y="616456"/>
                </a:lnTo>
                <a:lnTo>
                  <a:pt x="76752" y="565683"/>
                </a:lnTo>
                <a:lnTo>
                  <a:pt x="67827" y="525281"/>
                </a:lnTo>
                <a:lnTo>
                  <a:pt x="79429" y="447569"/>
                </a:lnTo>
                <a:lnTo>
                  <a:pt x="106207" y="366766"/>
                </a:lnTo>
                <a:lnTo>
                  <a:pt x="147260" y="275590"/>
                </a:lnTo>
                <a:lnTo>
                  <a:pt x="176706" y="205135"/>
                </a:lnTo>
                <a:lnTo>
                  <a:pt x="226683" y="140898"/>
                </a:lnTo>
                <a:lnTo>
                  <a:pt x="235607" y="164733"/>
                </a:lnTo>
                <a:lnTo>
                  <a:pt x="282912" y="175093"/>
                </a:lnTo>
                <a:lnTo>
                  <a:pt x="327533" y="161618"/>
                </a:lnTo>
                <a:lnTo>
                  <a:pt x="332889" y="130538"/>
                </a:lnTo>
                <a:lnTo>
                  <a:pt x="327533" y="94278"/>
                </a:lnTo>
                <a:lnTo>
                  <a:pt x="309684" y="53876"/>
                </a:lnTo>
                <a:lnTo>
                  <a:pt x="354305" y="40401"/>
                </a:lnTo>
                <a:lnTo>
                  <a:pt x="380193" y="53876"/>
                </a:lnTo>
                <a:lnTo>
                  <a:pt x="406966" y="90136"/>
                </a:lnTo>
                <a:lnTo>
                  <a:pt x="398042" y="130538"/>
                </a:lnTo>
                <a:lnTo>
                  <a:pt x="431065" y="130538"/>
                </a:lnTo>
                <a:lnTo>
                  <a:pt x="439989" y="80803"/>
                </a:lnTo>
                <a:lnTo>
                  <a:pt x="415890" y="33144"/>
                </a:lnTo>
                <a:lnTo>
                  <a:pt x="380193" y="3103"/>
                </a:lnTo>
                <a:lnTo>
                  <a:pt x="332889" y="0"/>
                </a:lnTo>
                <a:lnTo>
                  <a:pt x="273988" y="19681"/>
                </a:lnTo>
                <a:lnTo>
                  <a:pt x="298087" y="196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765260" y="3718018"/>
            <a:ext cx="245425" cy="790512"/>
          </a:xfrm>
          <a:custGeom>
            <a:avLst/>
            <a:gdLst/>
            <a:ahLst/>
            <a:cxnLst/>
            <a:rect l="l" t="t" r="r" b="b"/>
            <a:pathLst>
              <a:path w="245425" h="790512">
                <a:moveTo>
                  <a:pt x="6251" y="477622"/>
                </a:moveTo>
                <a:lnTo>
                  <a:pt x="17848" y="606096"/>
                </a:lnTo>
                <a:lnTo>
                  <a:pt x="33023" y="676551"/>
                </a:lnTo>
                <a:lnTo>
                  <a:pt x="49977" y="747007"/>
                </a:lnTo>
                <a:lnTo>
                  <a:pt x="80327" y="787408"/>
                </a:lnTo>
                <a:lnTo>
                  <a:pt x="139229" y="790512"/>
                </a:lnTo>
                <a:lnTo>
                  <a:pt x="195447" y="780152"/>
                </a:lnTo>
                <a:lnTo>
                  <a:pt x="227576" y="747007"/>
                </a:lnTo>
                <a:lnTo>
                  <a:pt x="245425" y="655831"/>
                </a:lnTo>
                <a:lnTo>
                  <a:pt x="245425" y="507676"/>
                </a:lnTo>
                <a:lnTo>
                  <a:pt x="240078" y="393704"/>
                </a:lnTo>
                <a:lnTo>
                  <a:pt x="227576" y="275590"/>
                </a:lnTo>
                <a:lnTo>
                  <a:pt x="213296" y="175093"/>
                </a:lnTo>
                <a:lnTo>
                  <a:pt x="183850" y="101535"/>
                </a:lnTo>
                <a:lnTo>
                  <a:pt x="141902" y="30053"/>
                </a:lnTo>
                <a:lnTo>
                  <a:pt x="97281" y="0"/>
                </a:lnTo>
                <a:lnTo>
                  <a:pt x="62469" y="0"/>
                </a:lnTo>
                <a:lnTo>
                  <a:pt x="24099" y="20720"/>
                </a:lnTo>
                <a:lnTo>
                  <a:pt x="15175" y="61133"/>
                </a:lnTo>
                <a:lnTo>
                  <a:pt x="15175" y="91175"/>
                </a:lnTo>
                <a:lnTo>
                  <a:pt x="0" y="164733"/>
                </a:lnTo>
                <a:lnTo>
                  <a:pt x="0" y="333609"/>
                </a:lnTo>
                <a:lnTo>
                  <a:pt x="6251" y="477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878601" y="3739777"/>
            <a:ext cx="374835" cy="607135"/>
          </a:xfrm>
          <a:custGeom>
            <a:avLst/>
            <a:gdLst/>
            <a:ahLst/>
            <a:cxnLst/>
            <a:rect l="l" t="t" r="r" b="b"/>
            <a:pathLst>
              <a:path w="374835" h="607135">
                <a:moveTo>
                  <a:pt x="135661" y="414424"/>
                </a:moveTo>
                <a:lnTo>
                  <a:pt x="106205" y="432041"/>
                </a:lnTo>
                <a:lnTo>
                  <a:pt x="97281" y="475558"/>
                </a:lnTo>
                <a:lnTo>
                  <a:pt x="97281" y="515959"/>
                </a:lnTo>
                <a:lnTo>
                  <a:pt x="144585" y="535641"/>
                </a:lnTo>
                <a:lnTo>
                  <a:pt x="203487" y="562579"/>
                </a:lnTo>
                <a:lnTo>
                  <a:pt x="241857" y="607135"/>
                </a:lnTo>
                <a:lnTo>
                  <a:pt x="268640" y="596775"/>
                </a:lnTo>
                <a:lnTo>
                  <a:pt x="294518" y="566721"/>
                </a:lnTo>
                <a:lnTo>
                  <a:pt x="230260" y="526319"/>
                </a:lnTo>
                <a:lnTo>
                  <a:pt x="162434" y="505599"/>
                </a:lnTo>
                <a:lnTo>
                  <a:pt x="115130" y="481764"/>
                </a:lnTo>
                <a:lnTo>
                  <a:pt x="117813" y="454826"/>
                </a:lnTo>
                <a:lnTo>
                  <a:pt x="179388" y="441362"/>
                </a:lnTo>
                <a:lnTo>
                  <a:pt x="215084" y="414424"/>
                </a:lnTo>
                <a:lnTo>
                  <a:pt x="282910" y="370907"/>
                </a:lnTo>
                <a:lnTo>
                  <a:pt x="339139" y="310824"/>
                </a:lnTo>
                <a:lnTo>
                  <a:pt x="374835" y="212392"/>
                </a:lnTo>
                <a:lnTo>
                  <a:pt x="356987" y="179235"/>
                </a:lnTo>
                <a:lnTo>
                  <a:pt x="318617" y="121217"/>
                </a:lnTo>
                <a:lnTo>
                  <a:pt x="259715" y="80815"/>
                </a:lnTo>
                <a:lnTo>
                  <a:pt x="176714" y="26938"/>
                </a:lnTo>
                <a:lnTo>
                  <a:pt x="97281" y="10360"/>
                </a:lnTo>
                <a:lnTo>
                  <a:pt x="20531" y="0"/>
                </a:lnTo>
                <a:lnTo>
                  <a:pt x="0" y="40401"/>
                </a:lnTo>
                <a:lnTo>
                  <a:pt x="20531" y="77700"/>
                </a:lnTo>
                <a:lnTo>
                  <a:pt x="70509" y="77700"/>
                </a:lnTo>
                <a:lnTo>
                  <a:pt x="126737" y="80815"/>
                </a:lnTo>
                <a:lnTo>
                  <a:pt x="212411" y="101535"/>
                </a:lnTo>
                <a:lnTo>
                  <a:pt x="282910" y="158515"/>
                </a:lnTo>
                <a:lnTo>
                  <a:pt x="312366" y="198928"/>
                </a:lnTo>
                <a:lnTo>
                  <a:pt x="321290" y="233112"/>
                </a:lnTo>
                <a:lnTo>
                  <a:pt x="282910" y="303567"/>
                </a:lnTo>
                <a:lnTo>
                  <a:pt x="230260" y="370907"/>
                </a:lnTo>
                <a:lnTo>
                  <a:pt x="135661" y="4144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908057" y="4427727"/>
            <a:ext cx="456047" cy="981143"/>
          </a:xfrm>
          <a:custGeom>
            <a:avLst/>
            <a:gdLst/>
            <a:ahLst/>
            <a:cxnLst/>
            <a:rect l="l" t="t" r="r" b="b"/>
            <a:pathLst>
              <a:path w="456047" h="981143">
                <a:moveTo>
                  <a:pt x="207055" y="961458"/>
                </a:moveTo>
                <a:lnTo>
                  <a:pt x="248108" y="947989"/>
                </a:lnTo>
                <a:lnTo>
                  <a:pt x="260600" y="951097"/>
                </a:lnTo>
                <a:lnTo>
                  <a:pt x="346274" y="957313"/>
                </a:lnTo>
                <a:lnTo>
                  <a:pt x="411427" y="981143"/>
                </a:lnTo>
                <a:lnTo>
                  <a:pt x="434631" y="967674"/>
                </a:lnTo>
                <a:lnTo>
                  <a:pt x="456047" y="916908"/>
                </a:lnTo>
                <a:lnTo>
                  <a:pt x="434631" y="889969"/>
                </a:lnTo>
                <a:lnTo>
                  <a:pt x="337350" y="886861"/>
                </a:lnTo>
                <a:lnTo>
                  <a:pt x="268630" y="897222"/>
                </a:lnTo>
                <a:lnTo>
                  <a:pt x="233827" y="916908"/>
                </a:lnTo>
                <a:lnTo>
                  <a:pt x="239184" y="870289"/>
                </a:lnTo>
                <a:lnTo>
                  <a:pt x="274880" y="798795"/>
                </a:lnTo>
                <a:lnTo>
                  <a:pt x="304326" y="687938"/>
                </a:lnTo>
                <a:lnTo>
                  <a:pt x="328426" y="593659"/>
                </a:lnTo>
                <a:lnTo>
                  <a:pt x="310577" y="485906"/>
                </a:lnTo>
                <a:lnTo>
                  <a:pt x="283805" y="370907"/>
                </a:lnTo>
                <a:lnTo>
                  <a:pt x="230260" y="239318"/>
                </a:lnTo>
                <a:lnTo>
                  <a:pt x="153499" y="118101"/>
                </a:lnTo>
                <a:lnTo>
                  <a:pt x="88357" y="30041"/>
                </a:lnTo>
                <a:lnTo>
                  <a:pt x="52650" y="0"/>
                </a:lnTo>
                <a:lnTo>
                  <a:pt x="11597" y="0"/>
                </a:lnTo>
                <a:lnTo>
                  <a:pt x="0" y="70443"/>
                </a:lnTo>
                <a:lnTo>
                  <a:pt x="29445" y="111883"/>
                </a:lnTo>
                <a:lnTo>
                  <a:pt x="124054" y="209277"/>
                </a:lnTo>
                <a:lnTo>
                  <a:pt x="207055" y="333609"/>
                </a:lnTo>
                <a:lnTo>
                  <a:pt x="260600" y="462082"/>
                </a:lnTo>
                <a:lnTo>
                  <a:pt x="268629" y="546001"/>
                </a:lnTo>
                <a:lnTo>
                  <a:pt x="265956" y="607123"/>
                </a:lnTo>
                <a:lnTo>
                  <a:pt x="242751" y="744918"/>
                </a:lnTo>
                <a:lnTo>
                  <a:pt x="212401" y="856813"/>
                </a:lnTo>
                <a:lnTo>
                  <a:pt x="186523" y="921052"/>
                </a:lnTo>
                <a:lnTo>
                  <a:pt x="180272" y="961458"/>
                </a:lnTo>
                <a:lnTo>
                  <a:pt x="207055" y="9614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621569" y="4425650"/>
            <a:ext cx="307010" cy="999796"/>
          </a:xfrm>
          <a:custGeom>
            <a:avLst/>
            <a:gdLst/>
            <a:ahLst/>
            <a:cxnLst/>
            <a:rect l="l" t="t" r="r" b="b"/>
            <a:pathLst>
              <a:path w="307010" h="999796">
                <a:moveTo>
                  <a:pt x="0" y="953173"/>
                </a:moveTo>
                <a:lnTo>
                  <a:pt x="26782" y="980111"/>
                </a:lnTo>
                <a:lnTo>
                  <a:pt x="88357" y="999796"/>
                </a:lnTo>
                <a:lnTo>
                  <a:pt x="159761" y="959389"/>
                </a:lnTo>
                <a:lnTo>
                  <a:pt x="212411" y="932452"/>
                </a:lnTo>
                <a:lnTo>
                  <a:pt x="280237" y="922092"/>
                </a:lnTo>
                <a:lnTo>
                  <a:pt x="307010" y="912767"/>
                </a:lnTo>
                <a:lnTo>
                  <a:pt x="298085" y="878572"/>
                </a:lnTo>
                <a:lnTo>
                  <a:pt x="221335" y="791550"/>
                </a:lnTo>
                <a:lnTo>
                  <a:pt x="176714" y="700375"/>
                </a:lnTo>
                <a:lnTo>
                  <a:pt x="138334" y="639253"/>
                </a:lnTo>
                <a:lnTo>
                  <a:pt x="132978" y="579158"/>
                </a:lnTo>
                <a:lnTo>
                  <a:pt x="150836" y="478661"/>
                </a:lnTo>
                <a:lnTo>
                  <a:pt x="191890" y="374010"/>
                </a:lnTo>
                <a:lnTo>
                  <a:pt x="236511" y="195813"/>
                </a:lnTo>
                <a:lnTo>
                  <a:pt x="274880" y="91175"/>
                </a:lnTo>
                <a:lnTo>
                  <a:pt x="271313" y="30041"/>
                </a:lnTo>
                <a:lnTo>
                  <a:pt x="236511" y="0"/>
                </a:lnTo>
                <a:lnTo>
                  <a:pt x="212411" y="0"/>
                </a:lnTo>
                <a:lnTo>
                  <a:pt x="174031" y="94278"/>
                </a:lnTo>
                <a:lnTo>
                  <a:pt x="147259" y="232073"/>
                </a:lnTo>
                <a:lnTo>
                  <a:pt x="115130" y="384382"/>
                </a:lnTo>
                <a:lnTo>
                  <a:pt x="85684" y="538744"/>
                </a:lnTo>
                <a:lnTo>
                  <a:pt x="85684" y="595736"/>
                </a:lnTo>
                <a:lnTo>
                  <a:pt x="115130" y="697271"/>
                </a:lnTo>
                <a:lnTo>
                  <a:pt x="156183" y="751137"/>
                </a:lnTo>
                <a:lnTo>
                  <a:pt x="194563" y="818488"/>
                </a:lnTo>
                <a:lnTo>
                  <a:pt x="221335" y="868212"/>
                </a:lnTo>
                <a:lnTo>
                  <a:pt x="209738" y="892046"/>
                </a:lnTo>
                <a:lnTo>
                  <a:pt x="141902" y="902407"/>
                </a:lnTo>
                <a:lnTo>
                  <a:pt x="32129" y="922092"/>
                </a:lnTo>
                <a:lnTo>
                  <a:pt x="0" y="953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986596" y="2819752"/>
            <a:ext cx="151721" cy="205147"/>
          </a:xfrm>
          <a:custGeom>
            <a:avLst/>
            <a:gdLst/>
            <a:ahLst/>
            <a:cxnLst/>
            <a:rect l="l" t="t" r="r" b="b"/>
            <a:pathLst>
              <a:path w="151721" h="205147">
                <a:moveTo>
                  <a:pt x="23204" y="40413"/>
                </a:moveTo>
                <a:lnTo>
                  <a:pt x="62469" y="30053"/>
                </a:lnTo>
                <a:lnTo>
                  <a:pt x="98165" y="30053"/>
                </a:lnTo>
                <a:lnTo>
                  <a:pt x="121370" y="63198"/>
                </a:lnTo>
                <a:lnTo>
                  <a:pt x="116014" y="100496"/>
                </a:lnTo>
                <a:lnTo>
                  <a:pt x="94598" y="124332"/>
                </a:lnTo>
                <a:lnTo>
                  <a:pt x="41053" y="130550"/>
                </a:lnTo>
                <a:lnTo>
                  <a:pt x="8924" y="154373"/>
                </a:lnTo>
                <a:lnTo>
                  <a:pt x="0" y="194787"/>
                </a:lnTo>
                <a:lnTo>
                  <a:pt x="23204" y="205147"/>
                </a:lnTo>
                <a:lnTo>
                  <a:pt x="32129" y="174067"/>
                </a:lnTo>
                <a:lnTo>
                  <a:pt x="58901" y="154373"/>
                </a:lnTo>
                <a:lnTo>
                  <a:pt x="103522" y="154373"/>
                </a:lnTo>
                <a:lnTo>
                  <a:pt x="133862" y="130550"/>
                </a:lnTo>
                <a:lnTo>
                  <a:pt x="151721" y="90136"/>
                </a:lnTo>
                <a:lnTo>
                  <a:pt x="151721" y="60095"/>
                </a:lnTo>
                <a:lnTo>
                  <a:pt x="133862" y="22796"/>
                </a:lnTo>
                <a:lnTo>
                  <a:pt x="98165" y="3115"/>
                </a:lnTo>
                <a:lnTo>
                  <a:pt x="58901" y="0"/>
                </a:lnTo>
                <a:lnTo>
                  <a:pt x="17848" y="9333"/>
                </a:lnTo>
                <a:lnTo>
                  <a:pt x="8924" y="30053"/>
                </a:lnTo>
                <a:lnTo>
                  <a:pt x="23204" y="40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950005" y="3059083"/>
            <a:ext cx="47294" cy="55953"/>
          </a:xfrm>
          <a:custGeom>
            <a:avLst/>
            <a:gdLst/>
            <a:ahLst/>
            <a:cxnLst/>
            <a:rect l="l" t="t" r="r" b="b"/>
            <a:pathLst>
              <a:path w="47294" h="55953">
                <a:moveTo>
                  <a:pt x="47294" y="3115"/>
                </a:moveTo>
                <a:lnTo>
                  <a:pt x="23204" y="0"/>
                </a:lnTo>
                <a:lnTo>
                  <a:pt x="7135" y="20720"/>
                </a:lnTo>
                <a:lnTo>
                  <a:pt x="0" y="52838"/>
                </a:lnTo>
                <a:lnTo>
                  <a:pt x="23204" y="55953"/>
                </a:lnTo>
                <a:lnTo>
                  <a:pt x="42831" y="41440"/>
                </a:lnTo>
                <a:lnTo>
                  <a:pt x="47294" y="3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359" y="159670"/>
            <a:ext cx="13899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Mo</a:t>
            </a:r>
            <a:r>
              <a:rPr dirty="0" smtClean="0" sz="2400" spc="-1" b="1">
                <a:latin typeface="Arial"/>
                <a:cs typeface="Arial"/>
              </a:rPr>
              <a:t>d</a:t>
            </a:r>
            <a:r>
              <a:rPr dirty="0" smtClean="0" sz="2400" spc="-1" b="1">
                <a:latin typeface="Arial"/>
                <a:cs typeface="Arial"/>
              </a:rPr>
              <a:t>u</a:t>
            </a:r>
            <a:r>
              <a:rPr dirty="0" smtClean="0" sz="2400" spc="-1" b="1">
                <a:latin typeface="Arial"/>
                <a:cs typeface="Arial"/>
              </a:rPr>
              <a:t>l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007" y="1492730"/>
            <a:ext cx="2354760" cy="99085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52573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enapa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tidak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600"/>
              </a:lnSpc>
              <a:spcBef>
                <a:spcPts val="2"/>
              </a:spcBef>
            </a:pPr>
            <a:r>
              <a:rPr dirty="0" smtClean="0" sz="2400" spc="2" b="1">
                <a:latin typeface="Times New Roman"/>
                <a:cs typeface="Times New Roman"/>
              </a:rPr>
              <a:t>m</a:t>
            </a:r>
            <a:r>
              <a:rPr dirty="0" smtClean="0" sz="2400" spc="2" b="1">
                <a:latin typeface="Times New Roman"/>
                <a:cs typeface="Times New Roman"/>
              </a:rPr>
              <a:t>ent</a:t>
            </a:r>
            <a:r>
              <a:rPr dirty="0" smtClean="0" sz="2400" spc="2" b="1">
                <a:latin typeface="Times New Roman"/>
                <a:cs typeface="Times New Roman"/>
              </a:rPr>
              <a:t>r</a:t>
            </a:r>
            <a:r>
              <a:rPr dirty="0" smtClean="0" sz="2400" spc="2" b="1">
                <a:latin typeface="Times New Roman"/>
                <a:cs typeface="Times New Roman"/>
              </a:rPr>
              <a:t>an</a:t>
            </a:r>
            <a:r>
              <a:rPr dirty="0" smtClean="0" sz="2400" spc="2" b="1">
                <a:latin typeface="Times New Roman"/>
                <a:cs typeface="Times New Roman"/>
              </a:rPr>
              <a:t>s</a:t>
            </a:r>
            <a:r>
              <a:rPr dirty="0" smtClean="0" sz="2400" spc="2" b="1">
                <a:latin typeface="Times New Roman"/>
                <a:cs typeface="Times New Roman"/>
              </a:rPr>
              <a:t>m</a:t>
            </a:r>
            <a:r>
              <a:rPr dirty="0" smtClean="0" sz="2400" spc="2" b="1">
                <a:latin typeface="Times New Roman"/>
                <a:cs typeface="Times New Roman"/>
              </a:rPr>
              <a:t>i</a:t>
            </a:r>
            <a:r>
              <a:rPr dirty="0" smtClean="0" sz="2400" spc="2" b="1">
                <a:latin typeface="Times New Roman"/>
                <a:cs typeface="Times New Roman"/>
              </a:rPr>
              <a:t>sikan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ts val="2600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ba</a:t>
            </a:r>
            <a:r>
              <a:rPr dirty="0" smtClean="0" sz="2400" spc="1" b="1">
                <a:latin typeface="Times New Roman"/>
                <a:cs typeface="Times New Roman"/>
              </a:rPr>
              <a:t>s</a:t>
            </a:r>
            <a:r>
              <a:rPr dirty="0" smtClean="0" sz="2400" spc="1" b="1">
                <a:latin typeface="Times New Roman"/>
                <a:cs typeface="Times New Roman"/>
              </a:rPr>
              <a:t>eband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8055" y="1822674"/>
            <a:ext cx="836707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3" b="1">
                <a:latin typeface="Times New Roman"/>
                <a:cs typeface="Times New Roman"/>
              </a:rPr>
              <a:t>sin</a:t>
            </a:r>
            <a:r>
              <a:rPr dirty="0" smtClean="0" sz="2400" spc="3" b="1">
                <a:latin typeface="Times New Roman"/>
                <a:cs typeface="Times New Roman"/>
              </a:rPr>
              <a:t>y</a:t>
            </a:r>
            <a:r>
              <a:rPr dirty="0" smtClean="0" sz="2400" spc="3" b="1">
                <a:latin typeface="Times New Roman"/>
                <a:cs typeface="Times New Roman"/>
              </a:rPr>
              <a:t>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7210" y="2464322"/>
            <a:ext cx="210911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Wingdings"/>
                <a:cs typeface="Wingdings"/>
              </a:rPr>
              <a:t>▪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4410" y="2465929"/>
            <a:ext cx="4315352" cy="3623565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Sin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al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b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seb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nd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d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c</a:t>
            </a:r>
            <a:r>
              <a:rPr dirty="0" smtClean="0" sz="2400" spc="-1">
                <a:latin typeface="Times New Roman"/>
                <a:cs typeface="Times New Roman"/>
              </a:rPr>
              <a:t>o</a:t>
            </a:r>
            <a:r>
              <a:rPr dirty="0" smtClean="0" sz="2400" spc="-1">
                <a:latin typeface="Times New Roman"/>
                <a:cs typeface="Times New Roman"/>
              </a:rPr>
              <a:t>c</a:t>
            </a:r>
            <a:r>
              <a:rPr dirty="0" smtClean="0" sz="2400" spc="-1">
                <a:latin typeface="Times New Roman"/>
                <a:cs typeface="Times New Roman"/>
              </a:rPr>
              <a:t>ok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un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uk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</a:pPr>
            <a:r>
              <a:rPr dirty="0" smtClean="0" sz="2400" spc="-1">
                <a:latin typeface="Times New Roman"/>
                <a:cs typeface="Times New Roman"/>
              </a:rPr>
              <a:t>propag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si</a:t>
            </a:r>
            <a:endParaRPr sz="2400">
              <a:latin typeface="Times New Roman"/>
              <a:cs typeface="Times New Roman"/>
            </a:endParaRPr>
          </a:p>
          <a:p>
            <a:pPr marL="12700" marR="460195">
              <a:lnSpc>
                <a:spcPct val="100041"/>
              </a:lnSpc>
              <a:spcBef>
                <a:spcPts val="120"/>
              </a:spcBef>
            </a:pPr>
            <a:r>
              <a:rPr dirty="0" smtClean="0" sz="2400">
                <a:latin typeface="Times New Roman"/>
                <a:cs typeface="Times New Roman"/>
              </a:rPr>
              <a:t>Di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ensi</a:t>
            </a:r>
            <a:r>
              <a:rPr dirty="0" smtClean="0" sz="2400" spc="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ena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en</a:t>
            </a:r>
            <a:r>
              <a:rPr dirty="0" smtClean="0" sz="2400" spc="4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adi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ak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pr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untuk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-9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p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sik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n,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</a:t>
            </a:r>
            <a:r>
              <a:rPr dirty="0" smtClean="0" sz="2400" spc="-25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ak</a:t>
            </a:r>
            <a:r>
              <a:rPr dirty="0" smtClean="0" sz="2400" spc="-9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1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rend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1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freku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nsi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59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ang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-9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gun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29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29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</a:t>
            </a:r>
            <a:r>
              <a:rPr dirty="0" smtClean="0" sz="2400" spc="-29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pan</a:t>
            </a:r>
            <a:r>
              <a:rPr dirty="0" smtClean="0" sz="2400" spc="4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ang</a:t>
            </a:r>
            <a:r>
              <a:rPr dirty="0" smtClean="0" sz="2400" spc="-25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ena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-59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ang</a:t>
            </a:r>
            <a:r>
              <a:rPr dirty="0" smtClean="0" sz="2400" spc="54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harus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-9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gun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n.</a:t>
            </a:r>
            <a:endParaRPr sz="2400">
              <a:latin typeface="Times New Roman"/>
              <a:cs typeface="Times New Roman"/>
            </a:endParaRPr>
          </a:p>
          <a:p>
            <a:pPr marL="12700" marR="287983">
              <a:lnSpc>
                <a:spcPct val="100041"/>
              </a:lnSpc>
              <a:spcBef>
                <a:spcPts val="5"/>
              </a:spcBef>
            </a:pPr>
            <a:r>
              <a:rPr dirty="0" smtClean="0" sz="2400" spc="-1">
                <a:latin typeface="Times New Roman"/>
                <a:cs typeface="Times New Roman"/>
              </a:rPr>
              <a:t>Untuk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bag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/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peng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u</a:t>
            </a:r>
            <a:r>
              <a:rPr dirty="0" smtClean="0" sz="2400" spc="-1">
                <a:latin typeface="Times New Roman"/>
                <a:cs typeface="Times New Roman"/>
              </a:rPr>
              <a:t>ran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ak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kan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freku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nsi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rad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7210" y="3196353"/>
            <a:ext cx="2107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Wingdings"/>
                <a:cs typeface="Wingdings"/>
              </a:rPr>
              <a:t>▪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7210" y="5391929"/>
            <a:ext cx="2107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Wingdings"/>
                <a:cs typeface="Wingdings"/>
              </a:rPr>
              <a:t>▪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2957970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91967" y="6472848"/>
            <a:ext cx="195722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1" b="1">
                <a:latin typeface="Georgia"/>
                <a:cs typeface="Georgia"/>
              </a:rPr>
              <a:t>C</a:t>
            </a:r>
            <a:r>
              <a:rPr dirty="0" smtClean="0" sz="1800" spc="-1" b="1">
                <a:latin typeface="Georgia"/>
                <a:cs typeface="Georgia"/>
              </a:rPr>
              <a:t>o</a:t>
            </a:r>
            <a:r>
              <a:rPr dirty="0" smtClean="0" sz="1800" spc="-1" b="1">
                <a:latin typeface="Georgia"/>
                <a:cs typeface="Georgia"/>
              </a:rPr>
              <a:t>m</a:t>
            </a:r>
            <a:r>
              <a:rPr dirty="0" smtClean="0" sz="1800" spc="-1" b="1">
                <a:latin typeface="Georgia"/>
                <a:cs typeface="Georgia"/>
              </a:rPr>
              <a:t>m</a:t>
            </a:r>
            <a:r>
              <a:rPr dirty="0" smtClean="0" sz="1800" spc="-1" b="1">
                <a:latin typeface="Georgia"/>
                <a:cs typeface="Georgia"/>
              </a:rPr>
              <a:t>uni</a:t>
            </a:r>
            <a:r>
              <a:rPr dirty="0" smtClean="0" sz="1800" spc="-1" b="1">
                <a:latin typeface="Georgia"/>
                <a:cs typeface="Georgia"/>
              </a:rPr>
              <a:t>c</a:t>
            </a:r>
            <a:r>
              <a:rPr dirty="0" smtClean="0" sz="1800" spc="-1" b="1">
                <a:latin typeface="Georgia"/>
                <a:cs typeface="Georgia"/>
              </a:rPr>
              <a:t>a</a:t>
            </a:r>
            <a:r>
              <a:rPr dirty="0" smtClean="0" sz="1800" spc="-1" b="1">
                <a:latin typeface="Georgia"/>
                <a:cs typeface="Georgia"/>
              </a:rPr>
              <a:t>t</a:t>
            </a:r>
            <a:r>
              <a:rPr dirty="0" smtClean="0" sz="1800" spc="-1" b="1">
                <a:latin typeface="Georgia"/>
                <a:cs typeface="Georgia"/>
              </a:rPr>
              <a:t>i</a:t>
            </a:r>
            <a:r>
              <a:rPr dirty="0" smtClean="0" sz="1800" spc="-1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74200" y="6472848"/>
            <a:ext cx="31925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19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538200" y="2669950"/>
            <a:ext cx="467375" cy="602083"/>
          </a:xfrm>
          <a:custGeom>
            <a:avLst/>
            <a:gdLst/>
            <a:ahLst/>
            <a:cxnLst/>
            <a:rect l="l" t="t" r="r" b="b"/>
            <a:pathLst>
              <a:path w="467375" h="602083">
                <a:moveTo>
                  <a:pt x="0" y="147257"/>
                </a:moveTo>
                <a:lnTo>
                  <a:pt x="9213" y="267195"/>
                </a:lnTo>
                <a:lnTo>
                  <a:pt x="33754" y="382399"/>
                </a:lnTo>
                <a:lnTo>
                  <a:pt x="60345" y="471460"/>
                </a:lnTo>
                <a:lnTo>
                  <a:pt x="111477" y="564091"/>
                </a:lnTo>
                <a:lnTo>
                  <a:pt x="155457" y="602083"/>
                </a:lnTo>
                <a:lnTo>
                  <a:pt x="215791" y="602083"/>
                </a:lnTo>
                <a:lnTo>
                  <a:pt x="277149" y="575966"/>
                </a:lnTo>
                <a:lnTo>
                  <a:pt x="307840" y="509465"/>
                </a:lnTo>
                <a:lnTo>
                  <a:pt x="324193" y="425138"/>
                </a:lnTo>
                <a:lnTo>
                  <a:pt x="318067" y="320645"/>
                </a:lnTo>
                <a:lnTo>
                  <a:pt x="460212" y="332520"/>
                </a:lnTo>
                <a:lnTo>
                  <a:pt x="467375" y="286198"/>
                </a:lnTo>
                <a:lnTo>
                  <a:pt x="304765" y="267195"/>
                </a:lnTo>
                <a:lnTo>
                  <a:pt x="263860" y="159132"/>
                </a:lnTo>
                <a:lnTo>
                  <a:pt x="243407" y="138953"/>
                </a:lnTo>
                <a:lnTo>
                  <a:pt x="202501" y="77199"/>
                </a:lnTo>
                <a:lnTo>
                  <a:pt x="145231" y="30877"/>
                </a:lnTo>
                <a:lnTo>
                  <a:pt x="94087" y="0"/>
                </a:lnTo>
                <a:lnTo>
                  <a:pt x="53182" y="8317"/>
                </a:lnTo>
                <a:lnTo>
                  <a:pt x="23527" y="42751"/>
                </a:lnTo>
                <a:lnTo>
                  <a:pt x="0" y="147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157759" y="2515578"/>
            <a:ext cx="537937" cy="965467"/>
          </a:xfrm>
          <a:custGeom>
            <a:avLst/>
            <a:gdLst/>
            <a:ahLst/>
            <a:cxnLst/>
            <a:rect l="l" t="t" r="r" b="b"/>
            <a:pathLst>
              <a:path w="537937" h="965467">
                <a:moveTo>
                  <a:pt x="341585" y="22559"/>
                </a:moveTo>
                <a:lnTo>
                  <a:pt x="274088" y="56993"/>
                </a:lnTo>
                <a:lnTo>
                  <a:pt x="219881" y="127065"/>
                </a:lnTo>
                <a:lnTo>
                  <a:pt x="148296" y="247003"/>
                </a:lnTo>
                <a:lnTo>
                  <a:pt x="91020" y="362193"/>
                </a:lnTo>
                <a:lnTo>
                  <a:pt x="29658" y="501134"/>
                </a:lnTo>
                <a:lnTo>
                  <a:pt x="0" y="593765"/>
                </a:lnTo>
                <a:lnTo>
                  <a:pt x="6136" y="663837"/>
                </a:lnTo>
                <a:lnTo>
                  <a:pt x="60338" y="722020"/>
                </a:lnTo>
                <a:lnTo>
                  <a:pt x="142158" y="787332"/>
                </a:lnTo>
                <a:lnTo>
                  <a:pt x="259762" y="845529"/>
                </a:lnTo>
                <a:lnTo>
                  <a:pt x="401918" y="929842"/>
                </a:lnTo>
                <a:lnTo>
                  <a:pt x="463277" y="965467"/>
                </a:lnTo>
                <a:lnTo>
                  <a:pt x="504194" y="953592"/>
                </a:lnTo>
                <a:lnTo>
                  <a:pt x="537937" y="914397"/>
                </a:lnTo>
                <a:lnTo>
                  <a:pt x="533848" y="860961"/>
                </a:lnTo>
                <a:lnTo>
                  <a:pt x="466352" y="833654"/>
                </a:lnTo>
                <a:lnTo>
                  <a:pt x="375327" y="790902"/>
                </a:lnTo>
                <a:lnTo>
                  <a:pt x="313969" y="779027"/>
                </a:lnTo>
                <a:lnTo>
                  <a:pt x="253623" y="756455"/>
                </a:lnTo>
                <a:lnTo>
                  <a:pt x="142158" y="706589"/>
                </a:lnTo>
                <a:lnTo>
                  <a:pt x="87952" y="648392"/>
                </a:lnTo>
                <a:lnTo>
                  <a:pt x="77724" y="602083"/>
                </a:lnTo>
                <a:lnTo>
                  <a:pt x="91020" y="513008"/>
                </a:lnTo>
                <a:lnTo>
                  <a:pt x="121705" y="420391"/>
                </a:lnTo>
                <a:lnTo>
                  <a:pt x="168749" y="315885"/>
                </a:lnTo>
                <a:lnTo>
                  <a:pt x="202491" y="235128"/>
                </a:lnTo>
                <a:lnTo>
                  <a:pt x="259762" y="161499"/>
                </a:lnTo>
                <a:lnTo>
                  <a:pt x="269988" y="188819"/>
                </a:lnTo>
                <a:lnTo>
                  <a:pt x="324195" y="200694"/>
                </a:lnTo>
                <a:lnTo>
                  <a:pt x="375327" y="185249"/>
                </a:lnTo>
                <a:lnTo>
                  <a:pt x="381465" y="149624"/>
                </a:lnTo>
                <a:lnTo>
                  <a:pt x="375327" y="108063"/>
                </a:lnTo>
                <a:lnTo>
                  <a:pt x="354874" y="61754"/>
                </a:lnTo>
                <a:lnTo>
                  <a:pt x="406006" y="46308"/>
                </a:lnTo>
                <a:lnTo>
                  <a:pt x="435672" y="61754"/>
                </a:lnTo>
                <a:lnTo>
                  <a:pt x="466352" y="103315"/>
                </a:lnTo>
                <a:lnTo>
                  <a:pt x="456125" y="149624"/>
                </a:lnTo>
                <a:lnTo>
                  <a:pt x="493968" y="149624"/>
                </a:lnTo>
                <a:lnTo>
                  <a:pt x="504194" y="92617"/>
                </a:lnTo>
                <a:lnTo>
                  <a:pt x="476578" y="37991"/>
                </a:lnTo>
                <a:lnTo>
                  <a:pt x="435672" y="3557"/>
                </a:lnTo>
                <a:lnTo>
                  <a:pt x="381465" y="0"/>
                </a:lnTo>
                <a:lnTo>
                  <a:pt x="313969" y="22559"/>
                </a:lnTo>
                <a:lnTo>
                  <a:pt x="341585" y="22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665017" y="3315975"/>
            <a:ext cx="281238" cy="906093"/>
          </a:xfrm>
          <a:custGeom>
            <a:avLst/>
            <a:gdLst/>
            <a:ahLst/>
            <a:cxnLst/>
            <a:rect l="l" t="t" r="r" b="b"/>
            <a:pathLst>
              <a:path w="281238" h="906093">
                <a:moveTo>
                  <a:pt x="7163" y="547456"/>
                </a:moveTo>
                <a:lnTo>
                  <a:pt x="20452" y="694714"/>
                </a:lnTo>
                <a:lnTo>
                  <a:pt x="37842" y="775470"/>
                </a:lnTo>
                <a:lnTo>
                  <a:pt x="57270" y="856227"/>
                </a:lnTo>
                <a:lnTo>
                  <a:pt x="92049" y="902536"/>
                </a:lnTo>
                <a:lnTo>
                  <a:pt x="159546" y="906093"/>
                </a:lnTo>
                <a:lnTo>
                  <a:pt x="223967" y="894218"/>
                </a:lnTo>
                <a:lnTo>
                  <a:pt x="260785" y="856227"/>
                </a:lnTo>
                <a:lnTo>
                  <a:pt x="281238" y="751721"/>
                </a:lnTo>
                <a:lnTo>
                  <a:pt x="281238" y="581904"/>
                </a:lnTo>
                <a:lnTo>
                  <a:pt x="275111" y="451268"/>
                </a:lnTo>
                <a:lnTo>
                  <a:pt x="260785" y="315885"/>
                </a:lnTo>
                <a:lnTo>
                  <a:pt x="244420" y="200694"/>
                </a:lnTo>
                <a:lnTo>
                  <a:pt x="210678" y="116380"/>
                </a:lnTo>
                <a:lnTo>
                  <a:pt x="162609" y="34447"/>
                </a:lnTo>
                <a:lnTo>
                  <a:pt x="111477" y="0"/>
                </a:lnTo>
                <a:lnTo>
                  <a:pt x="71584" y="0"/>
                </a:lnTo>
                <a:lnTo>
                  <a:pt x="27615" y="23749"/>
                </a:lnTo>
                <a:lnTo>
                  <a:pt x="17389" y="70071"/>
                </a:lnTo>
                <a:lnTo>
                  <a:pt x="17389" y="104506"/>
                </a:lnTo>
                <a:lnTo>
                  <a:pt x="0" y="188819"/>
                </a:lnTo>
                <a:lnTo>
                  <a:pt x="0" y="382386"/>
                </a:lnTo>
                <a:lnTo>
                  <a:pt x="7163" y="547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794897" y="3340915"/>
            <a:ext cx="429532" cy="695904"/>
          </a:xfrm>
          <a:custGeom>
            <a:avLst/>
            <a:gdLst/>
            <a:ahLst/>
            <a:cxnLst/>
            <a:rect l="l" t="t" r="r" b="b"/>
            <a:pathLst>
              <a:path w="429532" h="695904">
                <a:moveTo>
                  <a:pt x="155457" y="475017"/>
                </a:moveTo>
                <a:lnTo>
                  <a:pt x="121703" y="495210"/>
                </a:lnTo>
                <a:lnTo>
                  <a:pt x="111477" y="545089"/>
                </a:lnTo>
                <a:lnTo>
                  <a:pt x="111477" y="591398"/>
                </a:lnTo>
                <a:lnTo>
                  <a:pt x="165684" y="613957"/>
                </a:lnTo>
                <a:lnTo>
                  <a:pt x="233181" y="644835"/>
                </a:lnTo>
                <a:lnTo>
                  <a:pt x="277149" y="695904"/>
                </a:lnTo>
                <a:lnTo>
                  <a:pt x="307840" y="684029"/>
                </a:lnTo>
                <a:lnTo>
                  <a:pt x="337495" y="649582"/>
                </a:lnTo>
                <a:lnTo>
                  <a:pt x="263860" y="603273"/>
                </a:lnTo>
                <a:lnTo>
                  <a:pt x="186137" y="579523"/>
                </a:lnTo>
                <a:lnTo>
                  <a:pt x="131930" y="552203"/>
                </a:lnTo>
                <a:lnTo>
                  <a:pt x="135005" y="521326"/>
                </a:lnTo>
                <a:lnTo>
                  <a:pt x="205565" y="505894"/>
                </a:lnTo>
                <a:lnTo>
                  <a:pt x="246470" y="475017"/>
                </a:lnTo>
                <a:lnTo>
                  <a:pt x="324193" y="425138"/>
                </a:lnTo>
                <a:lnTo>
                  <a:pt x="388627" y="356270"/>
                </a:lnTo>
                <a:lnTo>
                  <a:pt x="429532" y="243446"/>
                </a:lnTo>
                <a:lnTo>
                  <a:pt x="409080" y="205441"/>
                </a:lnTo>
                <a:lnTo>
                  <a:pt x="365111" y="138940"/>
                </a:lnTo>
                <a:lnTo>
                  <a:pt x="297614" y="92631"/>
                </a:lnTo>
                <a:lnTo>
                  <a:pt x="202501" y="30877"/>
                </a:lnTo>
                <a:lnTo>
                  <a:pt x="111477" y="11874"/>
                </a:lnTo>
                <a:lnTo>
                  <a:pt x="23527" y="0"/>
                </a:lnTo>
                <a:lnTo>
                  <a:pt x="0" y="46308"/>
                </a:lnTo>
                <a:lnTo>
                  <a:pt x="23527" y="89060"/>
                </a:lnTo>
                <a:lnTo>
                  <a:pt x="80798" y="89060"/>
                </a:lnTo>
                <a:lnTo>
                  <a:pt x="145231" y="92631"/>
                </a:lnTo>
                <a:lnTo>
                  <a:pt x="243407" y="116380"/>
                </a:lnTo>
                <a:lnTo>
                  <a:pt x="324193" y="181692"/>
                </a:lnTo>
                <a:lnTo>
                  <a:pt x="357947" y="228014"/>
                </a:lnTo>
                <a:lnTo>
                  <a:pt x="368174" y="267195"/>
                </a:lnTo>
                <a:lnTo>
                  <a:pt x="324193" y="347952"/>
                </a:lnTo>
                <a:lnTo>
                  <a:pt x="263860" y="425138"/>
                </a:lnTo>
                <a:lnTo>
                  <a:pt x="155457" y="475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1828651" y="4129451"/>
            <a:ext cx="522595" cy="1124597"/>
          </a:xfrm>
          <a:custGeom>
            <a:avLst/>
            <a:gdLst/>
            <a:ahLst/>
            <a:cxnLst/>
            <a:rect l="l" t="t" r="r" b="b"/>
            <a:pathLst>
              <a:path w="522595" h="1124597">
                <a:moveTo>
                  <a:pt x="237269" y="1102033"/>
                </a:moveTo>
                <a:lnTo>
                  <a:pt x="284313" y="1086595"/>
                </a:lnTo>
                <a:lnTo>
                  <a:pt x="298627" y="1090157"/>
                </a:lnTo>
                <a:lnTo>
                  <a:pt x="396803" y="1097282"/>
                </a:lnTo>
                <a:lnTo>
                  <a:pt x="471463" y="1124597"/>
                </a:lnTo>
                <a:lnTo>
                  <a:pt x="498054" y="1109158"/>
                </a:lnTo>
                <a:lnTo>
                  <a:pt x="522595" y="1050969"/>
                </a:lnTo>
                <a:lnTo>
                  <a:pt x="498054" y="1020092"/>
                </a:lnTo>
                <a:lnTo>
                  <a:pt x="386577" y="1016530"/>
                </a:lnTo>
                <a:lnTo>
                  <a:pt x="307829" y="1028406"/>
                </a:lnTo>
                <a:lnTo>
                  <a:pt x="267948" y="1050969"/>
                </a:lnTo>
                <a:lnTo>
                  <a:pt x="274086" y="997534"/>
                </a:lnTo>
                <a:lnTo>
                  <a:pt x="314992" y="915587"/>
                </a:lnTo>
                <a:lnTo>
                  <a:pt x="348734" y="788522"/>
                </a:lnTo>
                <a:lnTo>
                  <a:pt x="376350" y="680459"/>
                </a:lnTo>
                <a:lnTo>
                  <a:pt x="355898" y="556950"/>
                </a:lnTo>
                <a:lnTo>
                  <a:pt x="325218" y="425138"/>
                </a:lnTo>
                <a:lnTo>
                  <a:pt x="263860" y="274309"/>
                </a:lnTo>
                <a:lnTo>
                  <a:pt x="175899" y="135369"/>
                </a:lnTo>
                <a:lnTo>
                  <a:pt x="101250" y="34434"/>
                </a:lnTo>
                <a:lnTo>
                  <a:pt x="60333" y="0"/>
                </a:lnTo>
                <a:lnTo>
                  <a:pt x="13289" y="0"/>
                </a:lnTo>
                <a:lnTo>
                  <a:pt x="0" y="80743"/>
                </a:lnTo>
                <a:lnTo>
                  <a:pt x="33742" y="128242"/>
                </a:lnTo>
                <a:lnTo>
                  <a:pt x="142156" y="239875"/>
                </a:lnTo>
                <a:lnTo>
                  <a:pt x="237269" y="382386"/>
                </a:lnTo>
                <a:lnTo>
                  <a:pt x="298627" y="529644"/>
                </a:lnTo>
                <a:lnTo>
                  <a:pt x="307829" y="625832"/>
                </a:lnTo>
                <a:lnTo>
                  <a:pt x="304765" y="695891"/>
                </a:lnTo>
                <a:lnTo>
                  <a:pt x="278174" y="853833"/>
                </a:lnTo>
                <a:lnTo>
                  <a:pt x="243395" y="982089"/>
                </a:lnTo>
                <a:lnTo>
                  <a:pt x="213741" y="1055719"/>
                </a:lnTo>
                <a:lnTo>
                  <a:pt x="206578" y="1102033"/>
                </a:lnTo>
                <a:lnTo>
                  <a:pt x="237269" y="1102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500358" y="4127070"/>
            <a:ext cx="351809" cy="1145977"/>
          </a:xfrm>
          <a:custGeom>
            <a:avLst/>
            <a:gdLst/>
            <a:ahLst/>
            <a:cxnLst/>
            <a:rect l="l" t="t" r="r" b="b"/>
            <a:pathLst>
              <a:path w="351809" h="1145977">
                <a:moveTo>
                  <a:pt x="0" y="1092538"/>
                </a:moveTo>
                <a:lnTo>
                  <a:pt x="30690" y="1123413"/>
                </a:lnTo>
                <a:lnTo>
                  <a:pt x="101250" y="1145977"/>
                </a:lnTo>
                <a:lnTo>
                  <a:pt x="183073" y="1099662"/>
                </a:lnTo>
                <a:lnTo>
                  <a:pt x="243407" y="1068787"/>
                </a:lnTo>
                <a:lnTo>
                  <a:pt x="321130" y="1056912"/>
                </a:lnTo>
                <a:lnTo>
                  <a:pt x="351809" y="1046223"/>
                </a:lnTo>
                <a:lnTo>
                  <a:pt x="341583" y="1007028"/>
                </a:lnTo>
                <a:lnTo>
                  <a:pt x="253633" y="907283"/>
                </a:lnTo>
                <a:lnTo>
                  <a:pt x="202501" y="802777"/>
                </a:lnTo>
                <a:lnTo>
                  <a:pt x="158521" y="732719"/>
                </a:lnTo>
                <a:lnTo>
                  <a:pt x="152382" y="663837"/>
                </a:lnTo>
                <a:lnTo>
                  <a:pt x="172847" y="548646"/>
                </a:lnTo>
                <a:lnTo>
                  <a:pt x="219891" y="428695"/>
                </a:lnTo>
                <a:lnTo>
                  <a:pt x="271023" y="224443"/>
                </a:lnTo>
                <a:lnTo>
                  <a:pt x="314992" y="104506"/>
                </a:lnTo>
                <a:lnTo>
                  <a:pt x="310904" y="34434"/>
                </a:lnTo>
                <a:lnTo>
                  <a:pt x="271023" y="0"/>
                </a:lnTo>
                <a:lnTo>
                  <a:pt x="243407" y="0"/>
                </a:lnTo>
                <a:lnTo>
                  <a:pt x="199426" y="108063"/>
                </a:lnTo>
                <a:lnTo>
                  <a:pt x="168747" y="266005"/>
                </a:lnTo>
                <a:lnTo>
                  <a:pt x="131930" y="440583"/>
                </a:lnTo>
                <a:lnTo>
                  <a:pt x="98187" y="617514"/>
                </a:lnTo>
                <a:lnTo>
                  <a:pt x="98187" y="682839"/>
                </a:lnTo>
                <a:lnTo>
                  <a:pt x="131930" y="799220"/>
                </a:lnTo>
                <a:lnTo>
                  <a:pt x="178973" y="860961"/>
                </a:lnTo>
                <a:lnTo>
                  <a:pt x="222954" y="938160"/>
                </a:lnTo>
                <a:lnTo>
                  <a:pt x="253633" y="995154"/>
                </a:lnTo>
                <a:lnTo>
                  <a:pt x="240344" y="1022472"/>
                </a:lnTo>
                <a:lnTo>
                  <a:pt x="162609" y="1034348"/>
                </a:lnTo>
                <a:lnTo>
                  <a:pt x="36817" y="1056912"/>
                </a:lnTo>
                <a:lnTo>
                  <a:pt x="0" y="1092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918651" y="2286373"/>
            <a:ext cx="173860" cy="235142"/>
          </a:xfrm>
          <a:custGeom>
            <a:avLst/>
            <a:gdLst/>
            <a:ahLst/>
            <a:cxnLst/>
            <a:rect l="l" t="t" r="r" b="b"/>
            <a:pathLst>
              <a:path w="173860" h="235142">
                <a:moveTo>
                  <a:pt x="26591" y="46322"/>
                </a:moveTo>
                <a:lnTo>
                  <a:pt x="71584" y="34447"/>
                </a:lnTo>
                <a:lnTo>
                  <a:pt x="112490" y="34447"/>
                </a:lnTo>
                <a:lnTo>
                  <a:pt x="139081" y="72438"/>
                </a:lnTo>
                <a:lnTo>
                  <a:pt x="132943" y="115190"/>
                </a:lnTo>
                <a:lnTo>
                  <a:pt x="108402" y="142510"/>
                </a:lnTo>
                <a:lnTo>
                  <a:pt x="47043" y="149638"/>
                </a:lnTo>
                <a:lnTo>
                  <a:pt x="10226" y="176944"/>
                </a:lnTo>
                <a:lnTo>
                  <a:pt x="0" y="223267"/>
                </a:lnTo>
                <a:lnTo>
                  <a:pt x="26591" y="235142"/>
                </a:lnTo>
                <a:lnTo>
                  <a:pt x="36817" y="199517"/>
                </a:lnTo>
                <a:lnTo>
                  <a:pt x="67496" y="176944"/>
                </a:lnTo>
                <a:lnTo>
                  <a:pt x="118628" y="176944"/>
                </a:lnTo>
                <a:lnTo>
                  <a:pt x="153396" y="149638"/>
                </a:lnTo>
                <a:lnTo>
                  <a:pt x="173860" y="103315"/>
                </a:lnTo>
                <a:lnTo>
                  <a:pt x="173860" y="68881"/>
                </a:lnTo>
                <a:lnTo>
                  <a:pt x="153396" y="26129"/>
                </a:lnTo>
                <a:lnTo>
                  <a:pt x="112490" y="3570"/>
                </a:lnTo>
                <a:lnTo>
                  <a:pt x="67496" y="0"/>
                </a:lnTo>
                <a:lnTo>
                  <a:pt x="20452" y="10698"/>
                </a:lnTo>
                <a:lnTo>
                  <a:pt x="10226" y="34447"/>
                </a:lnTo>
                <a:lnTo>
                  <a:pt x="26591" y="46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876720" y="2560697"/>
            <a:ext cx="54195" cy="64134"/>
          </a:xfrm>
          <a:custGeom>
            <a:avLst/>
            <a:gdLst/>
            <a:ahLst/>
            <a:cxnLst/>
            <a:rect l="l" t="t" r="r" b="b"/>
            <a:pathLst>
              <a:path w="54195" h="64134">
                <a:moveTo>
                  <a:pt x="54195" y="3570"/>
                </a:moveTo>
                <a:lnTo>
                  <a:pt x="26591" y="0"/>
                </a:lnTo>
                <a:lnTo>
                  <a:pt x="8176" y="23749"/>
                </a:lnTo>
                <a:lnTo>
                  <a:pt x="0" y="60564"/>
                </a:lnTo>
                <a:lnTo>
                  <a:pt x="26591" y="64134"/>
                </a:lnTo>
                <a:lnTo>
                  <a:pt x="49082" y="47499"/>
                </a:lnTo>
                <a:lnTo>
                  <a:pt x="54195" y="3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2888234" y="1296670"/>
            <a:ext cx="752856" cy="471296"/>
          </a:xfrm>
          <a:custGeom>
            <a:avLst/>
            <a:gdLst/>
            <a:ahLst/>
            <a:cxnLst/>
            <a:rect l="l" t="t" r="r" b="b"/>
            <a:pathLst>
              <a:path w="752856" h="471296">
                <a:moveTo>
                  <a:pt x="0" y="443102"/>
                </a:moveTo>
                <a:lnTo>
                  <a:pt x="17272" y="471296"/>
                </a:lnTo>
                <a:lnTo>
                  <a:pt x="677090" y="65905"/>
                </a:lnTo>
                <a:lnTo>
                  <a:pt x="691133" y="57276"/>
                </a:lnTo>
                <a:lnTo>
                  <a:pt x="694436" y="94106"/>
                </a:lnTo>
                <a:lnTo>
                  <a:pt x="752856" y="0"/>
                </a:lnTo>
                <a:lnTo>
                  <a:pt x="673862" y="29082"/>
                </a:lnTo>
                <a:lnTo>
                  <a:pt x="659769" y="37741"/>
                </a:lnTo>
                <a:lnTo>
                  <a:pt x="0" y="443102"/>
                </a:lnTo>
                <a:close/>
              </a:path>
              <a:path w="752856" h="471296">
                <a:moveTo>
                  <a:pt x="673862" y="29082"/>
                </a:moveTo>
                <a:lnTo>
                  <a:pt x="752856" y="0"/>
                </a:lnTo>
                <a:lnTo>
                  <a:pt x="642493" y="9651"/>
                </a:lnTo>
                <a:lnTo>
                  <a:pt x="659769" y="37741"/>
                </a:lnTo>
                <a:lnTo>
                  <a:pt x="673862" y="29082"/>
                </a:lnTo>
                <a:close/>
              </a:path>
              <a:path w="752856" h="471296">
                <a:moveTo>
                  <a:pt x="694436" y="94106"/>
                </a:moveTo>
                <a:lnTo>
                  <a:pt x="691133" y="57276"/>
                </a:lnTo>
                <a:lnTo>
                  <a:pt x="677090" y="65905"/>
                </a:lnTo>
                <a:lnTo>
                  <a:pt x="694436" y="94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2885694" y="1741677"/>
            <a:ext cx="671576" cy="621792"/>
          </a:xfrm>
          <a:custGeom>
            <a:avLst/>
            <a:gdLst/>
            <a:ahLst/>
            <a:cxnLst/>
            <a:rect l="l" t="t" r="r" b="b"/>
            <a:pathLst>
              <a:path w="671576" h="621792">
                <a:moveTo>
                  <a:pt x="599694" y="577976"/>
                </a:moveTo>
                <a:lnTo>
                  <a:pt x="587542" y="566760"/>
                </a:lnTo>
                <a:lnTo>
                  <a:pt x="565150" y="591058"/>
                </a:lnTo>
                <a:lnTo>
                  <a:pt x="671576" y="621792"/>
                </a:lnTo>
                <a:lnTo>
                  <a:pt x="599694" y="577976"/>
                </a:lnTo>
                <a:close/>
              </a:path>
              <a:path w="671576" h="621792">
                <a:moveTo>
                  <a:pt x="632332" y="518160"/>
                </a:moveTo>
                <a:lnTo>
                  <a:pt x="609955" y="542441"/>
                </a:lnTo>
                <a:lnTo>
                  <a:pt x="622172" y="553720"/>
                </a:lnTo>
                <a:lnTo>
                  <a:pt x="632332" y="518160"/>
                </a:lnTo>
                <a:close/>
              </a:path>
              <a:path w="671576" h="621792">
                <a:moveTo>
                  <a:pt x="22351" y="0"/>
                </a:moveTo>
                <a:lnTo>
                  <a:pt x="0" y="24384"/>
                </a:lnTo>
                <a:lnTo>
                  <a:pt x="587542" y="566760"/>
                </a:lnTo>
                <a:lnTo>
                  <a:pt x="599694" y="577976"/>
                </a:lnTo>
                <a:lnTo>
                  <a:pt x="671576" y="621792"/>
                </a:lnTo>
                <a:lnTo>
                  <a:pt x="632332" y="518160"/>
                </a:lnTo>
                <a:lnTo>
                  <a:pt x="622172" y="553720"/>
                </a:lnTo>
                <a:lnTo>
                  <a:pt x="609955" y="542441"/>
                </a:lnTo>
                <a:lnTo>
                  <a:pt x="22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6362700" y="1295400"/>
            <a:ext cx="330200" cy="1143000"/>
          </a:xfrm>
          <a:custGeom>
            <a:avLst/>
            <a:gdLst/>
            <a:ahLst/>
            <a:cxnLst/>
            <a:rect l="l" t="t" r="r" b="b"/>
            <a:pathLst>
              <a:path w="330200" h="1143000">
                <a:moveTo>
                  <a:pt x="0" y="0"/>
                </a:moveTo>
                <a:lnTo>
                  <a:pt x="17980" y="558"/>
                </a:lnTo>
                <a:lnTo>
                  <a:pt x="35399" y="2195"/>
                </a:lnTo>
                <a:lnTo>
                  <a:pt x="52158" y="4853"/>
                </a:lnTo>
                <a:lnTo>
                  <a:pt x="68155" y="8472"/>
                </a:lnTo>
                <a:lnTo>
                  <a:pt x="97462" y="18366"/>
                </a:lnTo>
                <a:lnTo>
                  <a:pt x="122515" y="31410"/>
                </a:lnTo>
                <a:lnTo>
                  <a:pt x="142512" y="47140"/>
                </a:lnTo>
                <a:lnTo>
                  <a:pt x="156647" y="65091"/>
                </a:lnTo>
                <a:lnTo>
                  <a:pt x="164116" y="84796"/>
                </a:lnTo>
                <a:lnTo>
                  <a:pt x="165100" y="95250"/>
                </a:lnTo>
                <a:lnTo>
                  <a:pt x="165100" y="476250"/>
                </a:lnTo>
                <a:lnTo>
                  <a:pt x="166067" y="486618"/>
                </a:lnTo>
                <a:lnTo>
                  <a:pt x="168903" y="496664"/>
                </a:lnTo>
                <a:lnTo>
                  <a:pt x="173507" y="506330"/>
                </a:lnTo>
                <a:lnTo>
                  <a:pt x="179778" y="515557"/>
                </a:lnTo>
                <a:lnTo>
                  <a:pt x="187616" y="524288"/>
                </a:lnTo>
                <a:lnTo>
                  <a:pt x="196920" y="532465"/>
                </a:lnTo>
                <a:lnTo>
                  <a:pt x="207589" y="540029"/>
                </a:lnTo>
                <a:lnTo>
                  <a:pt x="219524" y="546921"/>
                </a:lnTo>
                <a:lnTo>
                  <a:pt x="232624" y="553085"/>
                </a:lnTo>
                <a:lnTo>
                  <a:pt x="246787" y="558462"/>
                </a:lnTo>
                <a:lnTo>
                  <a:pt x="261914" y="562993"/>
                </a:lnTo>
                <a:lnTo>
                  <a:pt x="277904" y="566620"/>
                </a:lnTo>
                <a:lnTo>
                  <a:pt x="294657" y="569286"/>
                </a:lnTo>
                <a:lnTo>
                  <a:pt x="312072" y="570932"/>
                </a:lnTo>
                <a:lnTo>
                  <a:pt x="330048" y="571499"/>
                </a:lnTo>
                <a:lnTo>
                  <a:pt x="330200" y="571500"/>
                </a:lnTo>
                <a:lnTo>
                  <a:pt x="312219" y="572058"/>
                </a:lnTo>
                <a:lnTo>
                  <a:pt x="294800" y="573695"/>
                </a:lnTo>
                <a:lnTo>
                  <a:pt x="278041" y="576353"/>
                </a:lnTo>
                <a:lnTo>
                  <a:pt x="262044" y="579972"/>
                </a:lnTo>
                <a:lnTo>
                  <a:pt x="232737" y="589866"/>
                </a:lnTo>
                <a:lnTo>
                  <a:pt x="207684" y="602910"/>
                </a:lnTo>
                <a:lnTo>
                  <a:pt x="187687" y="618640"/>
                </a:lnTo>
                <a:lnTo>
                  <a:pt x="173552" y="636591"/>
                </a:lnTo>
                <a:lnTo>
                  <a:pt x="166083" y="656296"/>
                </a:lnTo>
                <a:lnTo>
                  <a:pt x="165100" y="666750"/>
                </a:lnTo>
                <a:lnTo>
                  <a:pt x="165100" y="1047750"/>
                </a:lnTo>
                <a:lnTo>
                  <a:pt x="164132" y="1058118"/>
                </a:lnTo>
                <a:lnTo>
                  <a:pt x="161296" y="1068164"/>
                </a:lnTo>
                <a:lnTo>
                  <a:pt x="156692" y="1077830"/>
                </a:lnTo>
                <a:lnTo>
                  <a:pt x="150421" y="1087057"/>
                </a:lnTo>
                <a:lnTo>
                  <a:pt x="142583" y="1095788"/>
                </a:lnTo>
                <a:lnTo>
                  <a:pt x="133279" y="1103965"/>
                </a:lnTo>
                <a:lnTo>
                  <a:pt x="122610" y="1111529"/>
                </a:lnTo>
                <a:lnTo>
                  <a:pt x="110675" y="1118421"/>
                </a:lnTo>
                <a:lnTo>
                  <a:pt x="97575" y="1124585"/>
                </a:lnTo>
                <a:lnTo>
                  <a:pt x="83412" y="1129962"/>
                </a:lnTo>
                <a:lnTo>
                  <a:pt x="68285" y="1134493"/>
                </a:lnTo>
                <a:lnTo>
                  <a:pt x="52295" y="1138120"/>
                </a:lnTo>
                <a:lnTo>
                  <a:pt x="35542" y="1140786"/>
                </a:lnTo>
                <a:lnTo>
                  <a:pt x="18127" y="1142432"/>
                </a:lnTo>
                <a:lnTo>
                  <a:pt x="151" y="1142999"/>
                </a:lnTo>
                <a:lnTo>
                  <a:pt x="0" y="114300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2887980" y="4191000"/>
            <a:ext cx="6271260" cy="1539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7359" y="159670"/>
            <a:ext cx="13899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Mo</a:t>
            </a:r>
            <a:r>
              <a:rPr dirty="0" smtClean="0" sz="2400" spc="-1" b="1">
                <a:latin typeface="Arial"/>
                <a:cs typeface="Arial"/>
              </a:rPr>
              <a:t>d</a:t>
            </a:r>
            <a:r>
              <a:rPr dirty="0" smtClean="0" sz="2400" spc="-1" b="1">
                <a:latin typeface="Arial"/>
                <a:cs typeface="Arial"/>
              </a:rPr>
              <a:t>u</a:t>
            </a:r>
            <a:r>
              <a:rPr dirty="0" smtClean="0" sz="2400" spc="-1" b="1">
                <a:latin typeface="Arial"/>
                <a:cs typeface="Arial"/>
              </a:rPr>
              <a:t>l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00729" y="1226030"/>
            <a:ext cx="1222654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Modulasi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8463" y="1226030"/>
            <a:ext cx="88066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>
                <a:latin typeface="Times New Roman"/>
                <a:cs typeface="Times New Roman"/>
              </a:rPr>
              <a:t>a</a:t>
            </a:r>
            <a:r>
              <a:rPr dirty="0" smtClean="0" sz="2400" spc="-3">
                <a:latin typeface="Times New Roman"/>
                <a:cs typeface="Times New Roman"/>
              </a:rPr>
              <a:t>na</a:t>
            </a:r>
            <a:r>
              <a:rPr dirty="0" smtClean="0" sz="2400" spc="-3">
                <a:latin typeface="Times New Roman"/>
                <a:cs typeface="Times New Roman"/>
              </a:rPr>
              <a:t>l</a:t>
            </a:r>
            <a:r>
              <a:rPr dirty="0" smtClean="0" sz="2400" spc="-3">
                <a:latin typeface="Times New Roman"/>
                <a:cs typeface="Times New Roman"/>
              </a:rPr>
              <a:t>og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73545" y="1454630"/>
            <a:ext cx="2972206" cy="69602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Pe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bag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berd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sarkan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dirty="0" smtClean="0" sz="2400" spc="-9">
                <a:latin typeface="Times New Roman"/>
                <a:cs typeface="Times New Roman"/>
              </a:rPr>
              <a:t>su</a:t>
            </a:r>
            <a:r>
              <a:rPr dirty="0" smtClean="0" sz="2400" spc="-9">
                <a:latin typeface="Times New Roman"/>
                <a:cs typeface="Times New Roman"/>
              </a:rPr>
              <a:t>m</a:t>
            </a:r>
            <a:r>
              <a:rPr dirty="0" smtClean="0" sz="2400" spc="-9">
                <a:latin typeface="Times New Roman"/>
                <a:cs typeface="Times New Roman"/>
              </a:rPr>
              <a:t>b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-9">
                <a:latin typeface="Times New Roman"/>
                <a:cs typeface="Times New Roman"/>
              </a:rPr>
              <a:t>rn</a:t>
            </a:r>
            <a:r>
              <a:rPr dirty="0" smtClean="0" sz="2400" spc="-9">
                <a:latin typeface="Times New Roman"/>
                <a:cs typeface="Times New Roman"/>
              </a:rPr>
              <a:t>y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007" y="1530830"/>
            <a:ext cx="61427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3" b="1">
                <a:latin typeface="Times New Roman"/>
                <a:cs typeface="Times New Roman"/>
              </a:rPr>
              <a:t>A</a:t>
            </a:r>
            <a:r>
              <a:rPr dirty="0" smtClean="0" sz="2400" spc="3" b="1">
                <a:latin typeface="Times New Roman"/>
                <a:cs typeface="Times New Roman"/>
              </a:rPr>
              <a:t>p</a:t>
            </a:r>
            <a:r>
              <a:rPr dirty="0" smtClean="0" sz="2400" spc="3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1361" y="1530830"/>
            <a:ext cx="115803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3" b="1">
                <a:latin typeface="Times New Roman"/>
                <a:cs typeface="Times New Roman"/>
              </a:rPr>
              <a:t>jenisn</a:t>
            </a:r>
            <a:r>
              <a:rPr dirty="0" smtClean="0" sz="2400" spc="3" b="1">
                <a:latin typeface="Times New Roman"/>
                <a:cs typeface="Times New Roman"/>
              </a:rPr>
              <a:t>y</a:t>
            </a:r>
            <a:r>
              <a:rPr dirty="0" smtClean="0" sz="2400" spc="3" b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8239" y="1530830"/>
            <a:ext cx="22351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0729" y="2140684"/>
            <a:ext cx="1222654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Modulasi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8463" y="2140684"/>
            <a:ext cx="84592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d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g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879" y="2741433"/>
            <a:ext cx="5844519" cy="586049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marL="12700">
              <a:lnSpc>
                <a:spcPts val="2155"/>
              </a:lnSpc>
            </a:pPr>
            <a:r>
              <a:rPr dirty="0" smtClean="0" sz="2000" spc="0">
                <a:latin typeface="Wingdings"/>
                <a:cs typeface="Wingdings"/>
              </a:rPr>
              <a:t>▪</a:t>
            </a:r>
            <a:r>
              <a:rPr dirty="0" smtClean="0" sz="2000" spc="0">
                <a:latin typeface="Times New Roman"/>
                <a:cs typeface="Times New Roman"/>
              </a:rPr>
              <a:t>   </a:t>
            </a:r>
            <a:r>
              <a:rPr dirty="0" smtClean="0" sz="2000" spc="244">
                <a:latin typeface="Times New Roman"/>
                <a:cs typeface="Times New Roman"/>
              </a:rPr>
              <a:t> </a:t>
            </a:r>
            <a:r>
              <a:rPr dirty="0" smtClean="0" sz="2000" spc="19">
                <a:latin typeface="Times New Roman"/>
                <a:cs typeface="Times New Roman"/>
              </a:rPr>
              <a:t>J</a:t>
            </a:r>
            <a:r>
              <a:rPr dirty="0" smtClean="0" sz="2000" spc="0">
                <a:latin typeface="Times New Roman"/>
                <a:cs typeface="Times New Roman"/>
              </a:rPr>
              <a:t>ika</a:t>
            </a:r>
            <a:r>
              <a:rPr dirty="0" smtClean="0" sz="2000" spc="-25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sumb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25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lah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log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ka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modul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sin</a:t>
            </a:r>
            <a:r>
              <a:rPr dirty="0" smtClean="0" sz="2000" spc="-59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29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lah</a:t>
            </a:r>
            <a:endParaRPr sz="2000">
              <a:latin typeface="Times New Roman"/>
              <a:cs typeface="Times New Roman"/>
            </a:endParaRPr>
          </a:p>
          <a:p>
            <a:pPr marL="414146" marR="38348">
              <a:lnSpc>
                <a:spcPct val="9582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modu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log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2879" y="3351544"/>
            <a:ext cx="2386557" cy="585792"/>
          </a:xfrm>
          <a:prstGeom prst="rect">
            <a:avLst/>
          </a:prstGeom>
        </p:spPr>
        <p:txBody>
          <a:bodyPr wrap="square" lIns="0" tIns="13684" rIns="0" bIns="0" rtlCol="0">
            <a:noAutofit/>
          </a:bodyPr>
          <a:lstStyle/>
          <a:p>
            <a:pPr algn="ctr">
              <a:lnSpc>
                <a:spcPts val="2155"/>
              </a:lnSpc>
            </a:pPr>
            <a:r>
              <a:rPr dirty="0" smtClean="0" sz="2000" spc="0">
                <a:latin typeface="Wingdings"/>
                <a:cs typeface="Wingdings"/>
              </a:rPr>
              <a:t>▪</a:t>
            </a:r>
            <a:r>
              <a:rPr dirty="0" smtClean="0" sz="2000" spc="0">
                <a:latin typeface="Times New Roman"/>
                <a:cs typeface="Times New Roman"/>
              </a:rPr>
              <a:t>   </a:t>
            </a:r>
            <a:r>
              <a:rPr dirty="0" smtClean="0" sz="2000" spc="244">
                <a:latin typeface="Times New Roman"/>
                <a:cs typeface="Times New Roman"/>
              </a:rPr>
              <a:t> </a:t>
            </a:r>
            <a:r>
              <a:rPr dirty="0" smtClean="0" sz="2000" spc="19">
                <a:latin typeface="Times New Roman"/>
                <a:cs typeface="Times New Roman"/>
              </a:rPr>
              <a:t>J</a:t>
            </a:r>
            <a:r>
              <a:rPr dirty="0" smtClean="0" sz="2000" spc="0">
                <a:latin typeface="Times New Roman"/>
                <a:cs typeface="Times New Roman"/>
              </a:rPr>
              <a:t>ika</a:t>
            </a:r>
            <a:r>
              <a:rPr dirty="0" smtClean="0" sz="2000" spc="-2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su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b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25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lah</a:t>
            </a:r>
            <a:endParaRPr sz="2000">
              <a:latin typeface="Times New Roman"/>
              <a:cs typeface="Times New Roman"/>
            </a:endParaRPr>
          </a:p>
          <a:p>
            <a:pPr marL="382396" marR="301090" algn="ctr">
              <a:lnSpc>
                <a:spcPct val="9582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modu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0164" y="3352882"/>
            <a:ext cx="3468877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maka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modu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6472848"/>
            <a:ext cx="2957970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91967" y="6472848"/>
            <a:ext cx="195722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1" b="1">
                <a:latin typeface="Georgia"/>
                <a:cs typeface="Georgia"/>
              </a:rPr>
              <a:t>C</a:t>
            </a:r>
            <a:r>
              <a:rPr dirty="0" smtClean="0" sz="1800" spc="-1" b="1">
                <a:latin typeface="Georgia"/>
                <a:cs typeface="Georgia"/>
              </a:rPr>
              <a:t>o</a:t>
            </a:r>
            <a:r>
              <a:rPr dirty="0" smtClean="0" sz="1800" spc="-1" b="1">
                <a:latin typeface="Georgia"/>
                <a:cs typeface="Georgia"/>
              </a:rPr>
              <a:t>m</a:t>
            </a:r>
            <a:r>
              <a:rPr dirty="0" smtClean="0" sz="1800" spc="-1" b="1">
                <a:latin typeface="Georgia"/>
                <a:cs typeface="Georgia"/>
              </a:rPr>
              <a:t>m</a:t>
            </a:r>
            <a:r>
              <a:rPr dirty="0" smtClean="0" sz="1800" spc="-1" b="1">
                <a:latin typeface="Georgia"/>
                <a:cs typeface="Georgia"/>
              </a:rPr>
              <a:t>uni</a:t>
            </a:r>
            <a:r>
              <a:rPr dirty="0" smtClean="0" sz="1800" spc="-1" b="1">
                <a:latin typeface="Georgia"/>
                <a:cs typeface="Georgia"/>
              </a:rPr>
              <a:t>c</a:t>
            </a:r>
            <a:r>
              <a:rPr dirty="0" smtClean="0" sz="1800" spc="-1" b="1">
                <a:latin typeface="Georgia"/>
                <a:cs typeface="Georgia"/>
              </a:rPr>
              <a:t>a</a:t>
            </a:r>
            <a:r>
              <a:rPr dirty="0" smtClean="0" sz="1800" spc="-1" b="1">
                <a:latin typeface="Georgia"/>
                <a:cs typeface="Georgia"/>
              </a:rPr>
              <a:t>t</a:t>
            </a:r>
            <a:r>
              <a:rPr dirty="0" smtClean="0" sz="1800" spc="-1" b="1">
                <a:latin typeface="Georgia"/>
                <a:cs typeface="Georgia"/>
              </a:rPr>
              <a:t>i</a:t>
            </a:r>
            <a:r>
              <a:rPr dirty="0" smtClean="0" sz="1800" spc="-1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1020" y="6472848"/>
            <a:ext cx="361460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208000" y="3758582"/>
            <a:ext cx="467375" cy="540634"/>
          </a:xfrm>
          <a:custGeom>
            <a:avLst/>
            <a:gdLst/>
            <a:ahLst/>
            <a:cxnLst/>
            <a:rect l="l" t="t" r="r" b="b"/>
            <a:pathLst>
              <a:path w="467375" h="540634">
                <a:moveTo>
                  <a:pt x="0" y="132228"/>
                </a:moveTo>
                <a:lnTo>
                  <a:pt x="9213" y="239925"/>
                </a:lnTo>
                <a:lnTo>
                  <a:pt x="33754" y="343372"/>
                </a:lnTo>
                <a:lnTo>
                  <a:pt x="60345" y="423343"/>
                </a:lnTo>
                <a:lnTo>
                  <a:pt x="111477" y="506520"/>
                </a:lnTo>
                <a:lnTo>
                  <a:pt x="155457" y="540634"/>
                </a:lnTo>
                <a:lnTo>
                  <a:pt x="215791" y="540634"/>
                </a:lnTo>
                <a:lnTo>
                  <a:pt x="277149" y="517183"/>
                </a:lnTo>
                <a:lnTo>
                  <a:pt x="307840" y="457469"/>
                </a:lnTo>
                <a:lnTo>
                  <a:pt x="324193" y="381748"/>
                </a:lnTo>
                <a:lnTo>
                  <a:pt x="318067" y="287920"/>
                </a:lnTo>
                <a:lnTo>
                  <a:pt x="460212" y="298583"/>
                </a:lnTo>
                <a:lnTo>
                  <a:pt x="467375" y="256988"/>
                </a:lnTo>
                <a:lnTo>
                  <a:pt x="304765" y="239925"/>
                </a:lnTo>
                <a:lnTo>
                  <a:pt x="263860" y="142891"/>
                </a:lnTo>
                <a:lnTo>
                  <a:pt x="243407" y="124772"/>
                </a:lnTo>
                <a:lnTo>
                  <a:pt x="202501" y="69320"/>
                </a:lnTo>
                <a:lnTo>
                  <a:pt x="145231" y="27725"/>
                </a:lnTo>
                <a:lnTo>
                  <a:pt x="94087" y="0"/>
                </a:lnTo>
                <a:lnTo>
                  <a:pt x="53182" y="7468"/>
                </a:lnTo>
                <a:lnTo>
                  <a:pt x="23527" y="38388"/>
                </a:lnTo>
                <a:lnTo>
                  <a:pt x="0" y="1322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827559" y="3619965"/>
            <a:ext cx="537937" cy="866931"/>
          </a:xfrm>
          <a:custGeom>
            <a:avLst/>
            <a:gdLst/>
            <a:ahLst/>
            <a:cxnLst/>
            <a:rect l="l" t="t" r="r" b="b"/>
            <a:pathLst>
              <a:path w="537937" h="866931">
                <a:moveTo>
                  <a:pt x="341585" y="20256"/>
                </a:moveTo>
                <a:lnTo>
                  <a:pt x="274088" y="51176"/>
                </a:lnTo>
                <a:lnTo>
                  <a:pt x="219881" y="114097"/>
                </a:lnTo>
                <a:lnTo>
                  <a:pt x="148296" y="221794"/>
                </a:lnTo>
                <a:lnTo>
                  <a:pt x="91020" y="325228"/>
                </a:lnTo>
                <a:lnTo>
                  <a:pt x="29658" y="449988"/>
                </a:lnTo>
                <a:lnTo>
                  <a:pt x="0" y="533165"/>
                </a:lnTo>
                <a:lnTo>
                  <a:pt x="6136" y="596085"/>
                </a:lnTo>
                <a:lnTo>
                  <a:pt x="60338" y="648331"/>
                </a:lnTo>
                <a:lnTo>
                  <a:pt x="142158" y="706976"/>
                </a:lnTo>
                <a:lnTo>
                  <a:pt x="259762" y="759234"/>
                </a:lnTo>
                <a:lnTo>
                  <a:pt x="401918" y="834942"/>
                </a:lnTo>
                <a:lnTo>
                  <a:pt x="463277" y="866931"/>
                </a:lnTo>
                <a:lnTo>
                  <a:pt x="504194" y="856268"/>
                </a:lnTo>
                <a:lnTo>
                  <a:pt x="537937" y="821074"/>
                </a:lnTo>
                <a:lnTo>
                  <a:pt x="533848" y="773091"/>
                </a:lnTo>
                <a:lnTo>
                  <a:pt x="466352" y="748571"/>
                </a:lnTo>
                <a:lnTo>
                  <a:pt x="375327" y="710183"/>
                </a:lnTo>
                <a:lnTo>
                  <a:pt x="313969" y="699520"/>
                </a:lnTo>
                <a:lnTo>
                  <a:pt x="253623" y="679251"/>
                </a:lnTo>
                <a:lnTo>
                  <a:pt x="142158" y="634474"/>
                </a:lnTo>
                <a:lnTo>
                  <a:pt x="87952" y="582217"/>
                </a:lnTo>
                <a:lnTo>
                  <a:pt x="77724" y="540634"/>
                </a:lnTo>
                <a:lnTo>
                  <a:pt x="91020" y="460651"/>
                </a:lnTo>
                <a:lnTo>
                  <a:pt x="121705" y="377485"/>
                </a:lnTo>
                <a:lnTo>
                  <a:pt x="168749" y="283645"/>
                </a:lnTo>
                <a:lnTo>
                  <a:pt x="202491" y="211131"/>
                </a:lnTo>
                <a:lnTo>
                  <a:pt x="259762" y="145016"/>
                </a:lnTo>
                <a:lnTo>
                  <a:pt x="269988" y="169548"/>
                </a:lnTo>
                <a:lnTo>
                  <a:pt x="324195" y="180211"/>
                </a:lnTo>
                <a:lnTo>
                  <a:pt x="375327" y="166342"/>
                </a:lnTo>
                <a:lnTo>
                  <a:pt x="381465" y="134354"/>
                </a:lnTo>
                <a:lnTo>
                  <a:pt x="375327" y="97034"/>
                </a:lnTo>
                <a:lnTo>
                  <a:pt x="354874" y="55451"/>
                </a:lnTo>
                <a:lnTo>
                  <a:pt x="406006" y="41582"/>
                </a:lnTo>
                <a:lnTo>
                  <a:pt x="435672" y="55451"/>
                </a:lnTo>
                <a:lnTo>
                  <a:pt x="466352" y="92771"/>
                </a:lnTo>
                <a:lnTo>
                  <a:pt x="456125" y="134354"/>
                </a:lnTo>
                <a:lnTo>
                  <a:pt x="493968" y="134354"/>
                </a:lnTo>
                <a:lnTo>
                  <a:pt x="504194" y="83165"/>
                </a:lnTo>
                <a:lnTo>
                  <a:pt x="476578" y="34113"/>
                </a:lnTo>
                <a:lnTo>
                  <a:pt x="435672" y="3193"/>
                </a:lnTo>
                <a:lnTo>
                  <a:pt x="381465" y="0"/>
                </a:lnTo>
                <a:lnTo>
                  <a:pt x="313969" y="20256"/>
                </a:lnTo>
                <a:lnTo>
                  <a:pt x="341585" y="20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334817" y="4338673"/>
            <a:ext cx="281238" cy="813617"/>
          </a:xfrm>
          <a:custGeom>
            <a:avLst/>
            <a:gdLst/>
            <a:ahLst/>
            <a:cxnLst/>
            <a:rect l="l" t="t" r="r" b="b"/>
            <a:pathLst>
              <a:path w="281238" h="813617">
                <a:moveTo>
                  <a:pt x="7163" y="491582"/>
                </a:moveTo>
                <a:lnTo>
                  <a:pt x="20452" y="623811"/>
                </a:lnTo>
                <a:lnTo>
                  <a:pt x="37842" y="696326"/>
                </a:lnTo>
                <a:lnTo>
                  <a:pt x="57270" y="768840"/>
                </a:lnTo>
                <a:lnTo>
                  <a:pt x="92049" y="810423"/>
                </a:lnTo>
                <a:lnTo>
                  <a:pt x="159546" y="813617"/>
                </a:lnTo>
                <a:lnTo>
                  <a:pt x="223967" y="802954"/>
                </a:lnTo>
                <a:lnTo>
                  <a:pt x="260785" y="768840"/>
                </a:lnTo>
                <a:lnTo>
                  <a:pt x="281238" y="675000"/>
                </a:lnTo>
                <a:lnTo>
                  <a:pt x="281238" y="522514"/>
                </a:lnTo>
                <a:lnTo>
                  <a:pt x="275111" y="405211"/>
                </a:lnTo>
                <a:lnTo>
                  <a:pt x="260785" y="283645"/>
                </a:lnTo>
                <a:lnTo>
                  <a:pt x="244420" y="180211"/>
                </a:lnTo>
                <a:lnTo>
                  <a:pt x="210678" y="104502"/>
                </a:lnTo>
                <a:lnTo>
                  <a:pt x="162609" y="30931"/>
                </a:lnTo>
                <a:lnTo>
                  <a:pt x="111477" y="0"/>
                </a:lnTo>
                <a:lnTo>
                  <a:pt x="71584" y="0"/>
                </a:lnTo>
                <a:lnTo>
                  <a:pt x="27615" y="21325"/>
                </a:lnTo>
                <a:lnTo>
                  <a:pt x="17389" y="62920"/>
                </a:lnTo>
                <a:lnTo>
                  <a:pt x="17389" y="93840"/>
                </a:lnTo>
                <a:lnTo>
                  <a:pt x="0" y="169548"/>
                </a:lnTo>
                <a:lnTo>
                  <a:pt x="0" y="343359"/>
                </a:lnTo>
                <a:lnTo>
                  <a:pt x="7163" y="4915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464697" y="4361068"/>
            <a:ext cx="429532" cy="624880"/>
          </a:xfrm>
          <a:custGeom>
            <a:avLst/>
            <a:gdLst/>
            <a:ahLst/>
            <a:cxnLst/>
            <a:rect l="l" t="t" r="r" b="b"/>
            <a:pathLst>
              <a:path w="429532" h="624880">
                <a:moveTo>
                  <a:pt x="155457" y="426537"/>
                </a:moveTo>
                <a:lnTo>
                  <a:pt x="121703" y="444668"/>
                </a:lnTo>
                <a:lnTo>
                  <a:pt x="111477" y="489457"/>
                </a:lnTo>
                <a:lnTo>
                  <a:pt x="111477" y="531040"/>
                </a:lnTo>
                <a:lnTo>
                  <a:pt x="165684" y="551297"/>
                </a:lnTo>
                <a:lnTo>
                  <a:pt x="233181" y="579023"/>
                </a:lnTo>
                <a:lnTo>
                  <a:pt x="277149" y="624880"/>
                </a:lnTo>
                <a:lnTo>
                  <a:pt x="307840" y="614217"/>
                </a:lnTo>
                <a:lnTo>
                  <a:pt x="337495" y="583285"/>
                </a:lnTo>
                <a:lnTo>
                  <a:pt x="263860" y="541703"/>
                </a:lnTo>
                <a:lnTo>
                  <a:pt x="186137" y="520377"/>
                </a:lnTo>
                <a:lnTo>
                  <a:pt x="131930" y="495845"/>
                </a:lnTo>
                <a:lnTo>
                  <a:pt x="135005" y="468119"/>
                </a:lnTo>
                <a:lnTo>
                  <a:pt x="205565" y="454263"/>
                </a:lnTo>
                <a:lnTo>
                  <a:pt x="246470" y="426537"/>
                </a:lnTo>
                <a:lnTo>
                  <a:pt x="324193" y="381748"/>
                </a:lnTo>
                <a:lnTo>
                  <a:pt x="388627" y="319909"/>
                </a:lnTo>
                <a:lnTo>
                  <a:pt x="429532" y="218600"/>
                </a:lnTo>
                <a:lnTo>
                  <a:pt x="409080" y="184474"/>
                </a:lnTo>
                <a:lnTo>
                  <a:pt x="365111" y="124759"/>
                </a:lnTo>
                <a:lnTo>
                  <a:pt x="297614" y="83177"/>
                </a:lnTo>
                <a:lnTo>
                  <a:pt x="202501" y="27725"/>
                </a:lnTo>
                <a:lnTo>
                  <a:pt x="111477" y="10662"/>
                </a:lnTo>
                <a:lnTo>
                  <a:pt x="23527" y="0"/>
                </a:lnTo>
                <a:lnTo>
                  <a:pt x="0" y="41582"/>
                </a:lnTo>
                <a:lnTo>
                  <a:pt x="23527" y="79971"/>
                </a:lnTo>
                <a:lnTo>
                  <a:pt x="80798" y="79971"/>
                </a:lnTo>
                <a:lnTo>
                  <a:pt x="145231" y="83177"/>
                </a:lnTo>
                <a:lnTo>
                  <a:pt x="243407" y="104502"/>
                </a:lnTo>
                <a:lnTo>
                  <a:pt x="324193" y="163148"/>
                </a:lnTo>
                <a:lnTo>
                  <a:pt x="357947" y="204743"/>
                </a:lnTo>
                <a:lnTo>
                  <a:pt x="368174" y="239925"/>
                </a:lnTo>
                <a:lnTo>
                  <a:pt x="324193" y="312440"/>
                </a:lnTo>
                <a:lnTo>
                  <a:pt x="263860" y="381748"/>
                </a:lnTo>
                <a:lnTo>
                  <a:pt x="155457" y="4265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498451" y="5069126"/>
            <a:ext cx="522595" cy="1009820"/>
          </a:xfrm>
          <a:custGeom>
            <a:avLst/>
            <a:gdLst/>
            <a:ahLst/>
            <a:cxnLst/>
            <a:rect l="l" t="t" r="r" b="b"/>
            <a:pathLst>
              <a:path w="522595" h="1009820">
                <a:moveTo>
                  <a:pt x="237269" y="989560"/>
                </a:moveTo>
                <a:lnTo>
                  <a:pt x="284313" y="975697"/>
                </a:lnTo>
                <a:lnTo>
                  <a:pt x="298627" y="978895"/>
                </a:lnTo>
                <a:lnTo>
                  <a:pt x="396803" y="985293"/>
                </a:lnTo>
                <a:lnTo>
                  <a:pt x="471463" y="1009820"/>
                </a:lnTo>
                <a:lnTo>
                  <a:pt x="498054" y="995957"/>
                </a:lnTo>
                <a:lnTo>
                  <a:pt x="522595" y="943707"/>
                </a:lnTo>
                <a:lnTo>
                  <a:pt x="498054" y="915981"/>
                </a:lnTo>
                <a:lnTo>
                  <a:pt x="386577" y="912782"/>
                </a:lnTo>
                <a:lnTo>
                  <a:pt x="307829" y="923446"/>
                </a:lnTo>
                <a:lnTo>
                  <a:pt x="267948" y="943707"/>
                </a:lnTo>
                <a:lnTo>
                  <a:pt x="274086" y="895725"/>
                </a:lnTo>
                <a:lnTo>
                  <a:pt x="314992" y="822142"/>
                </a:lnTo>
                <a:lnTo>
                  <a:pt x="348734" y="708045"/>
                </a:lnTo>
                <a:lnTo>
                  <a:pt x="376350" y="611011"/>
                </a:lnTo>
                <a:lnTo>
                  <a:pt x="355898" y="500108"/>
                </a:lnTo>
                <a:lnTo>
                  <a:pt x="325218" y="381748"/>
                </a:lnTo>
                <a:lnTo>
                  <a:pt x="263860" y="246313"/>
                </a:lnTo>
                <a:lnTo>
                  <a:pt x="175899" y="121553"/>
                </a:lnTo>
                <a:lnTo>
                  <a:pt x="101250" y="30919"/>
                </a:lnTo>
                <a:lnTo>
                  <a:pt x="60333" y="0"/>
                </a:lnTo>
                <a:lnTo>
                  <a:pt x="13289" y="0"/>
                </a:lnTo>
                <a:lnTo>
                  <a:pt x="0" y="72502"/>
                </a:lnTo>
                <a:lnTo>
                  <a:pt x="33742" y="115153"/>
                </a:lnTo>
                <a:lnTo>
                  <a:pt x="142156" y="215393"/>
                </a:lnTo>
                <a:lnTo>
                  <a:pt x="237269" y="343359"/>
                </a:lnTo>
                <a:lnTo>
                  <a:pt x="298627" y="475588"/>
                </a:lnTo>
                <a:lnTo>
                  <a:pt x="307829" y="561960"/>
                </a:lnTo>
                <a:lnTo>
                  <a:pt x="304765" y="624868"/>
                </a:lnTo>
                <a:lnTo>
                  <a:pt x="278174" y="766691"/>
                </a:lnTo>
                <a:lnTo>
                  <a:pt x="243395" y="881856"/>
                </a:lnTo>
                <a:lnTo>
                  <a:pt x="213741" y="947972"/>
                </a:lnTo>
                <a:lnTo>
                  <a:pt x="206578" y="989560"/>
                </a:lnTo>
                <a:lnTo>
                  <a:pt x="237269" y="989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170158" y="5066988"/>
            <a:ext cx="351809" cy="1029018"/>
          </a:xfrm>
          <a:custGeom>
            <a:avLst/>
            <a:gdLst/>
            <a:ahLst/>
            <a:cxnLst/>
            <a:rect l="l" t="t" r="r" b="b"/>
            <a:pathLst>
              <a:path w="351809" h="1029018">
                <a:moveTo>
                  <a:pt x="0" y="981033"/>
                </a:moveTo>
                <a:lnTo>
                  <a:pt x="30690" y="1008757"/>
                </a:lnTo>
                <a:lnTo>
                  <a:pt x="101250" y="1029018"/>
                </a:lnTo>
                <a:lnTo>
                  <a:pt x="183073" y="987431"/>
                </a:lnTo>
                <a:lnTo>
                  <a:pt x="243407" y="959706"/>
                </a:lnTo>
                <a:lnTo>
                  <a:pt x="321130" y="949043"/>
                </a:lnTo>
                <a:lnTo>
                  <a:pt x="351809" y="939445"/>
                </a:lnTo>
                <a:lnTo>
                  <a:pt x="341583" y="904251"/>
                </a:lnTo>
                <a:lnTo>
                  <a:pt x="253633" y="814686"/>
                </a:lnTo>
                <a:lnTo>
                  <a:pt x="202501" y="720845"/>
                </a:lnTo>
                <a:lnTo>
                  <a:pt x="158521" y="657937"/>
                </a:lnTo>
                <a:lnTo>
                  <a:pt x="152382" y="596085"/>
                </a:lnTo>
                <a:lnTo>
                  <a:pt x="172847" y="492651"/>
                </a:lnTo>
                <a:lnTo>
                  <a:pt x="219891" y="384942"/>
                </a:lnTo>
                <a:lnTo>
                  <a:pt x="271023" y="201537"/>
                </a:lnTo>
                <a:lnTo>
                  <a:pt x="314992" y="93840"/>
                </a:lnTo>
                <a:lnTo>
                  <a:pt x="310904" y="30919"/>
                </a:lnTo>
                <a:lnTo>
                  <a:pt x="271023" y="0"/>
                </a:lnTo>
                <a:lnTo>
                  <a:pt x="243407" y="0"/>
                </a:lnTo>
                <a:lnTo>
                  <a:pt x="199426" y="97034"/>
                </a:lnTo>
                <a:lnTo>
                  <a:pt x="168747" y="238857"/>
                </a:lnTo>
                <a:lnTo>
                  <a:pt x="131930" y="395617"/>
                </a:lnTo>
                <a:lnTo>
                  <a:pt x="98187" y="554491"/>
                </a:lnTo>
                <a:lnTo>
                  <a:pt x="98187" y="613148"/>
                </a:lnTo>
                <a:lnTo>
                  <a:pt x="131930" y="717651"/>
                </a:lnTo>
                <a:lnTo>
                  <a:pt x="178973" y="773091"/>
                </a:lnTo>
                <a:lnTo>
                  <a:pt x="222954" y="842411"/>
                </a:lnTo>
                <a:lnTo>
                  <a:pt x="253633" y="893588"/>
                </a:lnTo>
                <a:lnTo>
                  <a:pt x="240344" y="918119"/>
                </a:lnTo>
                <a:lnTo>
                  <a:pt x="162609" y="928783"/>
                </a:lnTo>
                <a:lnTo>
                  <a:pt x="36817" y="949043"/>
                </a:lnTo>
                <a:lnTo>
                  <a:pt x="0" y="981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588451" y="3414153"/>
            <a:ext cx="173860" cy="211143"/>
          </a:xfrm>
          <a:custGeom>
            <a:avLst/>
            <a:gdLst/>
            <a:ahLst/>
            <a:cxnLst/>
            <a:rect l="l" t="t" r="r" b="b"/>
            <a:pathLst>
              <a:path w="173860" h="211143">
                <a:moveTo>
                  <a:pt x="26591" y="41594"/>
                </a:moveTo>
                <a:lnTo>
                  <a:pt x="71584" y="30931"/>
                </a:lnTo>
                <a:lnTo>
                  <a:pt x="112490" y="30931"/>
                </a:lnTo>
                <a:lnTo>
                  <a:pt x="139081" y="65045"/>
                </a:lnTo>
                <a:lnTo>
                  <a:pt x="132943" y="103434"/>
                </a:lnTo>
                <a:lnTo>
                  <a:pt x="108402" y="127966"/>
                </a:lnTo>
                <a:lnTo>
                  <a:pt x="47043" y="134366"/>
                </a:lnTo>
                <a:lnTo>
                  <a:pt x="10226" y="158885"/>
                </a:lnTo>
                <a:lnTo>
                  <a:pt x="0" y="200480"/>
                </a:lnTo>
                <a:lnTo>
                  <a:pt x="26591" y="211143"/>
                </a:lnTo>
                <a:lnTo>
                  <a:pt x="36817" y="179154"/>
                </a:lnTo>
                <a:lnTo>
                  <a:pt x="67496" y="158885"/>
                </a:lnTo>
                <a:lnTo>
                  <a:pt x="118628" y="158885"/>
                </a:lnTo>
                <a:lnTo>
                  <a:pt x="153396" y="134366"/>
                </a:lnTo>
                <a:lnTo>
                  <a:pt x="173860" y="92771"/>
                </a:lnTo>
                <a:lnTo>
                  <a:pt x="173860" y="61851"/>
                </a:lnTo>
                <a:lnTo>
                  <a:pt x="153396" y="23463"/>
                </a:lnTo>
                <a:lnTo>
                  <a:pt x="112490" y="3206"/>
                </a:lnTo>
                <a:lnTo>
                  <a:pt x="67496" y="0"/>
                </a:lnTo>
                <a:lnTo>
                  <a:pt x="20452" y="9606"/>
                </a:lnTo>
                <a:lnTo>
                  <a:pt x="10226" y="30931"/>
                </a:lnTo>
                <a:lnTo>
                  <a:pt x="26591" y="41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546520" y="3660479"/>
            <a:ext cx="54195" cy="57588"/>
          </a:xfrm>
          <a:custGeom>
            <a:avLst/>
            <a:gdLst/>
            <a:ahLst/>
            <a:cxnLst/>
            <a:rect l="l" t="t" r="r" b="b"/>
            <a:pathLst>
              <a:path w="54195" h="57588">
                <a:moveTo>
                  <a:pt x="54195" y="3206"/>
                </a:moveTo>
                <a:lnTo>
                  <a:pt x="26591" y="0"/>
                </a:lnTo>
                <a:lnTo>
                  <a:pt x="8176" y="21325"/>
                </a:lnTo>
                <a:lnTo>
                  <a:pt x="0" y="54382"/>
                </a:lnTo>
                <a:lnTo>
                  <a:pt x="26591" y="57588"/>
                </a:lnTo>
                <a:lnTo>
                  <a:pt x="49082" y="42651"/>
                </a:lnTo>
                <a:lnTo>
                  <a:pt x="54195" y="3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2887980" y="2270760"/>
            <a:ext cx="411480" cy="2895600"/>
          </a:xfrm>
          <a:custGeom>
            <a:avLst/>
            <a:gdLst/>
            <a:ahLst/>
            <a:cxnLst/>
            <a:rect l="l" t="t" r="r" b="b"/>
            <a:pathLst>
              <a:path w="411480" h="2895600">
                <a:moveTo>
                  <a:pt x="411480" y="2895600"/>
                </a:moveTo>
                <a:lnTo>
                  <a:pt x="362025" y="2888609"/>
                </a:lnTo>
                <a:lnTo>
                  <a:pt x="316913" y="2868750"/>
                </a:lnTo>
                <a:lnTo>
                  <a:pt x="277571" y="2837697"/>
                </a:lnTo>
                <a:lnTo>
                  <a:pt x="245424" y="2797119"/>
                </a:lnTo>
                <a:lnTo>
                  <a:pt x="221902" y="2748688"/>
                </a:lnTo>
                <a:lnTo>
                  <a:pt x="208431" y="2694077"/>
                </a:lnTo>
                <a:lnTo>
                  <a:pt x="205739" y="2655062"/>
                </a:lnTo>
                <a:lnTo>
                  <a:pt x="205739" y="723138"/>
                </a:lnTo>
                <a:lnTo>
                  <a:pt x="205058" y="703410"/>
                </a:lnTo>
                <a:lnTo>
                  <a:pt x="203048" y="684122"/>
                </a:lnTo>
                <a:lnTo>
                  <a:pt x="199762" y="665335"/>
                </a:lnTo>
                <a:lnTo>
                  <a:pt x="195254" y="647110"/>
                </a:lnTo>
                <a:lnTo>
                  <a:pt x="189577" y="629511"/>
                </a:lnTo>
                <a:lnTo>
                  <a:pt x="182782" y="612598"/>
                </a:lnTo>
                <a:lnTo>
                  <a:pt x="174924" y="596434"/>
                </a:lnTo>
                <a:lnTo>
                  <a:pt x="166055" y="581080"/>
                </a:lnTo>
                <a:lnTo>
                  <a:pt x="156227" y="566599"/>
                </a:lnTo>
                <a:lnTo>
                  <a:pt x="145494" y="553053"/>
                </a:lnTo>
                <a:lnTo>
                  <a:pt x="133908" y="540502"/>
                </a:lnTo>
                <a:lnTo>
                  <a:pt x="121523" y="529010"/>
                </a:lnTo>
                <a:lnTo>
                  <a:pt x="108391" y="518638"/>
                </a:lnTo>
                <a:lnTo>
                  <a:pt x="94566" y="509449"/>
                </a:lnTo>
                <a:lnTo>
                  <a:pt x="80099" y="501503"/>
                </a:lnTo>
                <a:lnTo>
                  <a:pt x="65044" y="494863"/>
                </a:lnTo>
                <a:lnTo>
                  <a:pt x="49454" y="489590"/>
                </a:lnTo>
                <a:lnTo>
                  <a:pt x="33381" y="485748"/>
                </a:lnTo>
                <a:lnTo>
                  <a:pt x="16879" y="483397"/>
                </a:lnTo>
                <a:lnTo>
                  <a:pt x="0" y="482600"/>
                </a:lnTo>
                <a:lnTo>
                  <a:pt x="16879" y="481802"/>
                </a:lnTo>
                <a:lnTo>
                  <a:pt x="33381" y="479451"/>
                </a:lnTo>
                <a:lnTo>
                  <a:pt x="49454" y="475609"/>
                </a:lnTo>
                <a:lnTo>
                  <a:pt x="65044" y="470336"/>
                </a:lnTo>
                <a:lnTo>
                  <a:pt x="80099" y="463696"/>
                </a:lnTo>
                <a:lnTo>
                  <a:pt x="94566" y="455750"/>
                </a:lnTo>
                <a:lnTo>
                  <a:pt x="108391" y="446561"/>
                </a:lnTo>
                <a:lnTo>
                  <a:pt x="121523" y="436189"/>
                </a:lnTo>
                <a:lnTo>
                  <a:pt x="133908" y="424697"/>
                </a:lnTo>
                <a:lnTo>
                  <a:pt x="145494" y="412146"/>
                </a:lnTo>
                <a:lnTo>
                  <a:pt x="156227" y="398600"/>
                </a:lnTo>
                <a:lnTo>
                  <a:pt x="166055" y="384119"/>
                </a:lnTo>
                <a:lnTo>
                  <a:pt x="174924" y="368765"/>
                </a:lnTo>
                <a:lnTo>
                  <a:pt x="182782" y="352601"/>
                </a:lnTo>
                <a:lnTo>
                  <a:pt x="189577" y="335688"/>
                </a:lnTo>
                <a:lnTo>
                  <a:pt x="195254" y="318089"/>
                </a:lnTo>
                <a:lnTo>
                  <a:pt x="199762" y="299864"/>
                </a:lnTo>
                <a:lnTo>
                  <a:pt x="203048" y="281077"/>
                </a:lnTo>
                <a:lnTo>
                  <a:pt x="205058" y="261789"/>
                </a:lnTo>
                <a:lnTo>
                  <a:pt x="205739" y="242062"/>
                </a:lnTo>
                <a:lnTo>
                  <a:pt x="205739" y="240537"/>
                </a:lnTo>
                <a:lnTo>
                  <a:pt x="206421" y="220810"/>
                </a:lnTo>
                <a:lnTo>
                  <a:pt x="208431" y="201522"/>
                </a:lnTo>
                <a:lnTo>
                  <a:pt x="211717" y="182735"/>
                </a:lnTo>
                <a:lnTo>
                  <a:pt x="216225" y="164510"/>
                </a:lnTo>
                <a:lnTo>
                  <a:pt x="221902" y="146911"/>
                </a:lnTo>
                <a:lnTo>
                  <a:pt x="228697" y="129998"/>
                </a:lnTo>
                <a:lnTo>
                  <a:pt x="236555" y="113834"/>
                </a:lnTo>
                <a:lnTo>
                  <a:pt x="245424" y="98480"/>
                </a:lnTo>
                <a:lnTo>
                  <a:pt x="255252" y="83999"/>
                </a:lnTo>
                <a:lnTo>
                  <a:pt x="265985" y="70453"/>
                </a:lnTo>
                <a:lnTo>
                  <a:pt x="277571" y="57902"/>
                </a:lnTo>
                <a:lnTo>
                  <a:pt x="289956" y="46410"/>
                </a:lnTo>
                <a:lnTo>
                  <a:pt x="303088" y="36038"/>
                </a:lnTo>
                <a:lnTo>
                  <a:pt x="316913" y="26849"/>
                </a:lnTo>
                <a:lnTo>
                  <a:pt x="331380" y="18903"/>
                </a:lnTo>
                <a:lnTo>
                  <a:pt x="346435" y="12263"/>
                </a:lnTo>
                <a:lnTo>
                  <a:pt x="362025" y="6990"/>
                </a:lnTo>
                <a:lnTo>
                  <a:pt x="378098" y="3148"/>
                </a:lnTo>
                <a:lnTo>
                  <a:pt x="394600" y="797"/>
                </a:lnTo>
                <a:lnTo>
                  <a:pt x="41148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359" y="159670"/>
            <a:ext cx="13899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Mo</a:t>
            </a:r>
            <a:r>
              <a:rPr dirty="0" smtClean="0" sz="2400" spc="-1" b="1">
                <a:latin typeface="Arial"/>
                <a:cs typeface="Arial"/>
              </a:rPr>
              <a:t>d</a:t>
            </a:r>
            <a:r>
              <a:rPr dirty="0" smtClean="0" sz="2400" spc="-1" b="1">
                <a:latin typeface="Arial"/>
                <a:cs typeface="Arial"/>
              </a:rPr>
              <a:t>u</a:t>
            </a:r>
            <a:r>
              <a:rPr dirty="0" smtClean="0" sz="2400" spc="-1" b="1">
                <a:latin typeface="Arial"/>
                <a:cs typeface="Arial"/>
              </a:rPr>
              <a:t>l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907" y="904845"/>
            <a:ext cx="8522077" cy="1034588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44450" marR="43811">
              <a:lnSpc>
                <a:spcPts val="255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M</a:t>
            </a:r>
            <a:r>
              <a:rPr dirty="0" smtClean="0" sz="2400" spc="-1" b="1">
                <a:latin typeface="Times New Roman"/>
                <a:cs typeface="Times New Roman"/>
              </a:rPr>
              <a:t>odulasi</a:t>
            </a:r>
            <a:r>
              <a:rPr dirty="0" smtClean="0" sz="2400" spc="-1" b="1">
                <a:latin typeface="Times New Roman"/>
                <a:cs typeface="Times New Roman"/>
              </a:rPr>
              <a:t> </a:t>
            </a:r>
            <a:r>
              <a:rPr dirty="0" smtClean="0" sz="2400" spc="-1" b="1">
                <a:latin typeface="Times New Roman"/>
                <a:cs typeface="Times New Roman"/>
              </a:rPr>
              <a:t>D</a:t>
            </a:r>
            <a:r>
              <a:rPr dirty="0" smtClean="0" sz="2400" spc="-1" b="1">
                <a:latin typeface="Times New Roman"/>
                <a:cs typeface="Times New Roman"/>
              </a:rPr>
              <a:t>i</a:t>
            </a:r>
            <a:r>
              <a:rPr dirty="0" smtClean="0" sz="2400" spc="-1" b="1">
                <a:latin typeface="Times New Roman"/>
                <a:cs typeface="Times New Roman"/>
              </a:rPr>
              <a:t>g</a:t>
            </a:r>
            <a:r>
              <a:rPr dirty="0" smtClean="0" sz="2400" spc="-1" b="1">
                <a:latin typeface="Times New Roman"/>
                <a:cs typeface="Times New Roman"/>
              </a:rPr>
              <a:t>i</a:t>
            </a:r>
            <a:r>
              <a:rPr dirty="0" smtClean="0" sz="2400" spc="-1" b="1">
                <a:latin typeface="Times New Roman"/>
                <a:cs typeface="Times New Roman"/>
              </a:rPr>
              <a:t>tal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708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Modu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didap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tkan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men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met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ier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(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mp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ud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f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,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f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ku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nsi)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,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imana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ub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h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ter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u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ntung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ta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5204" y="2193753"/>
            <a:ext cx="3334257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ASK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(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A</a:t>
            </a:r>
            <a:r>
              <a:rPr dirty="0" smtClean="0" sz="2000" spc="-1" b="1" i="1">
                <a:latin typeface="Times New Roman"/>
                <a:cs typeface="Times New Roman"/>
              </a:rPr>
              <a:t>m</a:t>
            </a:r>
            <a:r>
              <a:rPr dirty="0" smtClean="0" sz="2000" spc="-1" b="1" i="1">
                <a:latin typeface="Times New Roman"/>
                <a:cs typeface="Times New Roman"/>
              </a:rPr>
              <a:t>pl</a:t>
            </a:r>
            <a:r>
              <a:rPr dirty="0" smtClean="0" sz="2000" spc="-1" b="1" i="1">
                <a:latin typeface="Times New Roman"/>
                <a:cs typeface="Times New Roman"/>
              </a:rPr>
              <a:t>i</a:t>
            </a:r>
            <a:r>
              <a:rPr dirty="0" smtClean="0" sz="2000" spc="-1" b="1" i="1">
                <a:latin typeface="Times New Roman"/>
                <a:cs typeface="Times New Roman"/>
              </a:rPr>
              <a:t>t</a:t>
            </a:r>
            <a:r>
              <a:rPr dirty="0" smtClean="0" sz="2000" spc="-1" b="1" i="1">
                <a:latin typeface="Times New Roman"/>
                <a:cs typeface="Times New Roman"/>
              </a:rPr>
              <a:t>u</a:t>
            </a:r>
            <a:r>
              <a:rPr dirty="0" smtClean="0" sz="2000" spc="-1" b="1" i="1">
                <a:latin typeface="Times New Roman"/>
                <a:cs typeface="Times New Roman"/>
              </a:rPr>
              <a:t>de</a:t>
            </a:r>
            <a:r>
              <a:rPr dirty="0" smtClean="0" sz="2000" spc="-1" b="1" i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S</a:t>
            </a:r>
            <a:r>
              <a:rPr dirty="0" smtClean="0" sz="2000" spc="-1" b="1" i="1">
                <a:latin typeface="Times New Roman"/>
                <a:cs typeface="Times New Roman"/>
              </a:rPr>
              <a:t>h</a:t>
            </a:r>
            <a:r>
              <a:rPr dirty="0" smtClean="0" sz="2000" spc="-1" b="1" i="1">
                <a:latin typeface="Times New Roman"/>
                <a:cs typeface="Times New Roman"/>
              </a:rPr>
              <a:t>ift</a:t>
            </a:r>
            <a:r>
              <a:rPr dirty="0" smtClean="0" sz="2000" spc="-1" b="1" i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Ke</a:t>
            </a:r>
            <a:r>
              <a:rPr dirty="0" smtClean="0" sz="2000" spc="-1" b="1" i="1">
                <a:latin typeface="Times New Roman"/>
                <a:cs typeface="Times New Roman"/>
              </a:rPr>
              <a:t>y</a:t>
            </a:r>
            <a:r>
              <a:rPr dirty="0" smtClean="0" sz="2000" spc="-1" b="1" i="1">
                <a:latin typeface="Times New Roman"/>
                <a:cs typeface="Times New Roman"/>
              </a:rPr>
              <a:t>i</a:t>
            </a:r>
            <a:r>
              <a:rPr dirty="0" smtClean="0" sz="2000" spc="-1" b="1" i="1">
                <a:latin typeface="Times New Roman"/>
                <a:cs typeface="Times New Roman"/>
              </a:rPr>
              <a:t>n</a:t>
            </a:r>
            <a:r>
              <a:rPr dirty="0" smtClean="0" sz="2000" spc="-1" b="1" i="1">
                <a:latin typeface="Times New Roman"/>
                <a:cs typeface="Times New Roman"/>
              </a:rPr>
              <a:t>g</a:t>
            </a:r>
            <a:r>
              <a:rPr dirty="0" smtClean="0" sz="2000" spc="-1" b="1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8940" y="2505553"/>
            <a:ext cx="2093486" cy="696596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2" b="1">
                <a:latin typeface="Times New Roman"/>
                <a:cs typeface="Times New Roman"/>
              </a:rPr>
              <a:t>3</a:t>
            </a:r>
            <a:r>
              <a:rPr dirty="0" smtClean="0" sz="2400" spc="2" b="1">
                <a:latin typeface="Times New Roman"/>
                <a:cs typeface="Times New Roman"/>
              </a:rPr>
              <a:t> </a:t>
            </a:r>
            <a:r>
              <a:rPr dirty="0" smtClean="0" sz="2400" spc="2" b="1">
                <a:latin typeface="Times New Roman"/>
                <a:cs typeface="Times New Roman"/>
              </a:rPr>
              <a:t>klas</a:t>
            </a:r>
            <a:r>
              <a:rPr dirty="0" smtClean="0" sz="2400" spc="2" b="1">
                <a:latin typeface="Times New Roman"/>
                <a:cs typeface="Times New Roman"/>
              </a:rPr>
              <a:t> </a:t>
            </a:r>
            <a:r>
              <a:rPr dirty="0" smtClean="0" sz="2400" spc="2" b="1">
                <a:latin typeface="Times New Roman"/>
                <a:cs typeface="Times New Roman"/>
              </a:rPr>
              <a:t>m</a:t>
            </a:r>
            <a:r>
              <a:rPr dirty="0" smtClean="0" sz="2400" spc="2" b="1">
                <a:latin typeface="Times New Roman"/>
                <a:cs typeface="Times New Roman"/>
              </a:rPr>
              <a:t>odulasi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dig</a:t>
            </a:r>
            <a:r>
              <a:rPr dirty="0" smtClean="0" sz="2400" spc="-1" b="1">
                <a:latin typeface="Times New Roman"/>
                <a:cs typeface="Times New Roman"/>
              </a:rPr>
              <a:t>i</a:t>
            </a:r>
            <a:r>
              <a:rPr dirty="0" smtClean="0" sz="2400" spc="-1" b="1">
                <a:latin typeface="Times New Roman"/>
                <a:cs typeface="Times New Roman"/>
              </a:rPr>
              <a:t>tal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0529" y="2649358"/>
            <a:ext cx="180025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1976" y="2650698"/>
            <a:ext cx="5723960" cy="1499363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43811">
              <a:lnSpc>
                <a:spcPts val="214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tan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bit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inf</a:t>
            </a:r>
            <a:r>
              <a:rPr dirty="0" smtClean="0" sz="2000" spc="-3">
                <a:latin typeface="Times New Roman"/>
                <a:cs typeface="Times New Roman"/>
              </a:rPr>
              <a:t>o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nt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ol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h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v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mp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ude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ier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rb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da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idak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umum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un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da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wir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less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0"/>
              </a:spcBef>
            </a:pPr>
            <a:r>
              <a:rPr dirty="0" smtClean="0" sz="2000" spc="7">
                <a:latin typeface="Times New Roman"/>
                <a:cs typeface="Times New Roman"/>
              </a:rPr>
              <a:t>S</a:t>
            </a:r>
            <a:r>
              <a:rPr dirty="0" smtClean="0" sz="2000" spc="7">
                <a:latin typeface="Times New Roman"/>
                <a:cs typeface="Times New Roman"/>
              </a:rPr>
              <a:t>e</a:t>
            </a:r>
            <a:r>
              <a:rPr dirty="0" smtClean="0" sz="2000" spc="7">
                <a:latin typeface="Times New Roman"/>
                <a:cs typeface="Times New Roman"/>
              </a:rPr>
              <a:t>c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r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umum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di</a:t>
            </a:r>
            <a:r>
              <a:rPr dirty="0" smtClean="0" sz="2000" spc="7">
                <a:latin typeface="Times New Roman"/>
                <a:cs typeface="Times New Roman"/>
              </a:rPr>
              <a:t>g</a:t>
            </a:r>
            <a:r>
              <a:rPr dirty="0" smtClean="0" sz="2000" spc="7">
                <a:latin typeface="Times New Roman"/>
                <a:cs typeface="Times New Roman"/>
              </a:rPr>
              <a:t>un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k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n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sis</a:t>
            </a:r>
            <a:r>
              <a:rPr dirty="0" smtClean="0" sz="2000" spc="7">
                <a:latin typeface="Times New Roman"/>
                <a:cs typeface="Times New Roman"/>
              </a:rPr>
              <a:t>t</a:t>
            </a:r>
            <a:r>
              <a:rPr dirty="0" smtClean="0" sz="2000" spc="7">
                <a:latin typeface="Times New Roman"/>
                <a:cs typeface="Times New Roman"/>
              </a:rPr>
              <a:t>e</a:t>
            </a:r>
            <a:r>
              <a:rPr dirty="0" smtClean="0" sz="2000" spc="7">
                <a:latin typeface="Times New Roman"/>
                <a:cs typeface="Times New Roman"/>
              </a:rPr>
              <a:t>m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komunik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si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y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ng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t</a:t>
            </a:r>
            <a:r>
              <a:rPr dirty="0" smtClean="0" sz="2000" spc="7">
                <a:latin typeface="Times New Roman"/>
                <a:cs typeface="Times New Roman"/>
              </a:rPr>
              <a:t>i</a:t>
            </a:r>
            <a:r>
              <a:rPr dirty="0" smtClean="0" sz="2000" spc="7">
                <a:latin typeface="Times New Roman"/>
                <a:cs typeface="Times New Roman"/>
              </a:rPr>
              <a:t>d</a:t>
            </a:r>
            <a:r>
              <a:rPr dirty="0" smtClean="0" sz="2000" spc="7">
                <a:latin typeface="Times New Roman"/>
                <a:cs typeface="Times New Roman"/>
              </a:rPr>
              <a:t>a</a:t>
            </a:r>
            <a:r>
              <a:rPr dirty="0" smtClean="0" sz="2000" spc="7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ntan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rh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lev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mp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ude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0529" y="3259469"/>
            <a:ext cx="180025" cy="58426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193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73"/>
              </a:spcBef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2429" y="4251406"/>
            <a:ext cx="3467350" cy="127069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43811">
              <a:lnSpc>
                <a:spcPts val="2145"/>
              </a:lnSpc>
            </a:pPr>
            <a:r>
              <a:rPr dirty="0" smtClean="0" sz="2000" spc="-1" b="1" i="1">
                <a:latin typeface="Times New Roman"/>
                <a:cs typeface="Times New Roman"/>
              </a:rPr>
              <a:t>F</a:t>
            </a:r>
            <a:r>
              <a:rPr dirty="0" smtClean="0" sz="2000" spc="-1" b="1" i="1">
                <a:latin typeface="Times New Roman"/>
                <a:cs typeface="Times New Roman"/>
              </a:rPr>
              <a:t>S</a:t>
            </a:r>
            <a:r>
              <a:rPr dirty="0" smtClean="0" sz="2000" spc="-1" b="1" i="1">
                <a:latin typeface="Times New Roman"/>
                <a:cs typeface="Times New Roman"/>
              </a:rPr>
              <a:t>K</a:t>
            </a:r>
            <a:r>
              <a:rPr dirty="0" smtClean="0" sz="2000" spc="-1" b="1" i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(</a:t>
            </a:r>
            <a:r>
              <a:rPr dirty="0" smtClean="0" sz="2000" spc="-1" b="1" i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Frequ</a:t>
            </a:r>
            <a:r>
              <a:rPr dirty="0" smtClean="0" sz="2000" spc="-1" b="1" i="1">
                <a:latin typeface="Times New Roman"/>
                <a:cs typeface="Times New Roman"/>
              </a:rPr>
              <a:t>e</a:t>
            </a:r>
            <a:r>
              <a:rPr dirty="0" smtClean="0" sz="2000" spc="-1" b="1" i="1">
                <a:latin typeface="Times New Roman"/>
                <a:cs typeface="Times New Roman"/>
              </a:rPr>
              <a:t>n</a:t>
            </a:r>
            <a:r>
              <a:rPr dirty="0" smtClean="0" sz="2000" spc="-1" b="1" i="1">
                <a:latin typeface="Times New Roman"/>
                <a:cs typeface="Times New Roman"/>
              </a:rPr>
              <a:t>c</a:t>
            </a:r>
            <a:r>
              <a:rPr dirty="0" smtClean="0" sz="2000" spc="-1" b="1" i="1">
                <a:latin typeface="Times New Roman"/>
                <a:cs typeface="Times New Roman"/>
              </a:rPr>
              <a:t>y</a:t>
            </a:r>
            <a:r>
              <a:rPr dirty="0" smtClean="0" sz="2000" spc="-1" b="1" i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S</a:t>
            </a:r>
            <a:r>
              <a:rPr dirty="0" smtClean="0" sz="2000" spc="-1" b="1" i="1">
                <a:latin typeface="Times New Roman"/>
                <a:cs typeface="Times New Roman"/>
              </a:rPr>
              <a:t>h</a:t>
            </a:r>
            <a:r>
              <a:rPr dirty="0" smtClean="0" sz="2000" spc="-1" b="1" i="1">
                <a:latin typeface="Times New Roman"/>
                <a:cs typeface="Times New Roman"/>
              </a:rPr>
              <a:t>ift</a:t>
            </a:r>
            <a:r>
              <a:rPr dirty="0" smtClean="0" sz="2000" spc="-1" b="1" i="1">
                <a:latin typeface="Times New Roman"/>
                <a:cs typeface="Times New Roman"/>
              </a:rPr>
              <a:t> </a:t>
            </a:r>
            <a:r>
              <a:rPr dirty="0" smtClean="0" sz="2000" spc="-1" b="1" i="1">
                <a:latin typeface="Times New Roman"/>
                <a:cs typeface="Times New Roman"/>
              </a:rPr>
              <a:t>Ke</a:t>
            </a:r>
            <a:r>
              <a:rPr dirty="0" smtClean="0" sz="2000" spc="-1" b="1" i="1">
                <a:latin typeface="Times New Roman"/>
                <a:cs typeface="Times New Roman"/>
              </a:rPr>
              <a:t>y</a:t>
            </a:r>
            <a:r>
              <a:rPr dirty="0" smtClean="0" sz="2000" spc="-1" b="1" i="1">
                <a:latin typeface="Times New Roman"/>
                <a:cs typeface="Times New Roman"/>
              </a:rPr>
              <a:t>i</a:t>
            </a:r>
            <a:r>
              <a:rPr dirty="0" smtClean="0" sz="2000" spc="-1" b="1" i="1">
                <a:latin typeface="Times New Roman"/>
                <a:cs typeface="Times New Roman"/>
              </a:rPr>
              <a:t>n</a:t>
            </a:r>
            <a:r>
              <a:rPr dirty="0" smtClean="0" sz="2000" spc="-1" b="1" i="1">
                <a:latin typeface="Times New Roman"/>
                <a:cs typeface="Times New Roman"/>
              </a:rPr>
              <a:t>g)</a:t>
            </a:r>
            <a:endParaRPr sz="2000">
              <a:latin typeface="Times New Roman"/>
              <a:cs typeface="Times New Roman"/>
            </a:endParaRPr>
          </a:p>
          <a:p>
            <a:pPr marL="88900">
              <a:lnSpc>
                <a:spcPct val="95825"/>
              </a:lnSpc>
            </a:pPr>
            <a:r>
              <a:rPr dirty="0" smtClean="0" sz="2000" spc="0">
                <a:latin typeface="Wingdings"/>
                <a:cs typeface="Wingdings"/>
              </a:rPr>
              <a:t>▪</a:t>
            </a:r>
            <a:r>
              <a:rPr dirty="0" smtClean="0" sz="2000" spc="0">
                <a:latin typeface="Times New Roman"/>
                <a:cs typeface="Times New Roman"/>
              </a:rPr>
              <a:t>   </a:t>
            </a:r>
            <a:r>
              <a:rPr dirty="0" smtClean="0" sz="2000" spc="24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te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5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di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b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lak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ng</a:t>
            </a:r>
            <a:endParaRPr sz="2000">
              <a:latin typeface="Times New Roman"/>
              <a:cs typeface="Times New Roman"/>
            </a:endParaRPr>
          </a:p>
          <a:p>
            <a:pPr marL="42925" marR="43811">
              <a:lnSpc>
                <a:spcPct val="95825"/>
              </a:lnSpc>
              <a:spcBef>
                <a:spcPts val="700"/>
              </a:spcBef>
            </a:pPr>
            <a:r>
              <a:rPr dirty="0" smtClean="0" sz="2000" spc="0" b="1" i="1">
                <a:latin typeface="Times New Roman"/>
                <a:cs typeface="Times New Roman"/>
              </a:rPr>
              <a:t>P</a:t>
            </a:r>
            <a:r>
              <a:rPr dirty="0" smtClean="0" sz="2000" spc="0" b="1" i="1">
                <a:latin typeface="Times New Roman"/>
                <a:cs typeface="Times New Roman"/>
              </a:rPr>
              <a:t>S</a:t>
            </a:r>
            <a:r>
              <a:rPr dirty="0" smtClean="0" sz="2000" spc="0" b="1" i="1">
                <a:latin typeface="Times New Roman"/>
                <a:cs typeface="Times New Roman"/>
              </a:rPr>
              <a:t>K</a:t>
            </a:r>
            <a:r>
              <a:rPr dirty="0" smtClean="0" sz="2000" spc="0" b="1" i="1">
                <a:latin typeface="Times New Roman"/>
                <a:cs typeface="Times New Roman"/>
              </a:rPr>
              <a:t> </a:t>
            </a:r>
            <a:r>
              <a:rPr dirty="0" smtClean="0" sz="2000" spc="0" b="1" i="1">
                <a:latin typeface="Times New Roman"/>
                <a:cs typeface="Times New Roman"/>
              </a:rPr>
              <a:t>(</a:t>
            </a:r>
            <a:r>
              <a:rPr dirty="0" smtClean="0" sz="2000" spc="0" b="1" i="1">
                <a:latin typeface="Times New Roman"/>
                <a:cs typeface="Times New Roman"/>
              </a:rPr>
              <a:t> </a:t>
            </a:r>
            <a:r>
              <a:rPr dirty="0" smtClean="0" sz="2000" spc="0" b="1" i="1">
                <a:latin typeface="Times New Roman"/>
                <a:cs typeface="Times New Roman"/>
              </a:rPr>
              <a:t>P</a:t>
            </a:r>
            <a:r>
              <a:rPr dirty="0" smtClean="0" sz="2000" spc="0" b="1" i="1">
                <a:latin typeface="Times New Roman"/>
                <a:cs typeface="Times New Roman"/>
              </a:rPr>
              <a:t>h</a:t>
            </a:r>
            <a:r>
              <a:rPr dirty="0" smtClean="0" sz="2000" spc="0" b="1" i="1">
                <a:latin typeface="Times New Roman"/>
                <a:cs typeface="Times New Roman"/>
              </a:rPr>
              <a:t>ase</a:t>
            </a:r>
            <a:r>
              <a:rPr dirty="0" smtClean="0" sz="2000" spc="0" b="1" i="1">
                <a:latin typeface="Times New Roman"/>
                <a:cs typeface="Times New Roman"/>
              </a:rPr>
              <a:t> </a:t>
            </a:r>
            <a:r>
              <a:rPr dirty="0" smtClean="0" sz="2000" spc="0" b="1" i="1">
                <a:latin typeface="Times New Roman"/>
                <a:cs typeface="Times New Roman"/>
              </a:rPr>
              <a:t>S</a:t>
            </a:r>
            <a:r>
              <a:rPr dirty="0" smtClean="0" sz="2000" spc="0" b="1" i="1">
                <a:latin typeface="Times New Roman"/>
                <a:cs typeface="Times New Roman"/>
              </a:rPr>
              <a:t>h</a:t>
            </a:r>
            <a:r>
              <a:rPr dirty="0" smtClean="0" sz="2000" spc="0" b="1" i="1">
                <a:latin typeface="Times New Roman"/>
                <a:cs typeface="Times New Roman"/>
              </a:rPr>
              <a:t>ift</a:t>
            </a:r>
            <a:r>
              <a:rPr dirty="0" smtClean="0" sz="2000" spc="0" b="1" i="1">
                <a:latin typeface="Times New Roman"/>
                <a:cs typeface="Times New Roman"/>
              </a:rPr>
              <a:t> </a:t>
            </a:r>
            <a:r>
              <a:rPr dirty="0" smtClean="0" sz="2000" spc="0" b="1" i="1">
                <a:latin typeface="Times New Roman"/>
                <a:cs typeface="Times New Roman"/>
              </a:rPr>
              <a:t>Ke</a:t>
            </a:r>
            <a:r>
              <a:rPr dirty="0" smtClean="0" sz="2000" spc="0" b="1" i="1">
                <a:latin typeface="Times New Roman"/>
                <a:cs typeface="Times New Roman"/>
              </a:rPr>
              <a:t>y</a:t>
            </a:r>
            <a:r>
              <a:rPr dirty="0" smtClean="0" sz="2000" spc="0" b="1" i="1">
                <a:latin typeface="Times New Roman"/>
                <a:cs typeface="Times New Roman"/>
              </a:rPr>
              <a:t>i</a:t>
            </a:r>
            <a:r>
              <a:rPr dirty="0" smtClean="0" sz="2000" spc="0" b="1" i="1">
                <a:latin typeface="Times New Roman"/>
                <a:cs typeface="Times New Roman"/>
              </a:rPr>
              <a:t>n</a:t>
            </a:r>
            <a:r>
              <a:rPr dirty="0" smtClean="0" sz="2000" spc="0" b="1" i="1">
                <a:latin typeface="Times New Roman"/>
                <a:cs typeface="Times New Roman"/>
              </a:rPr>
              <a:t>g)</a:t>
            </a:r>
            <a:endParaRPr sz="2000">
              <a:latin typeface="Times New Roman"/>
              <a:cs typeface="Times New Roman"/>
            </a:endParaRPr>
          </a:p>
          <a:p>
            <a:pPr marL="508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0">
                <a:latin typeface="Wingdings"/>
                <a:cs typeface="Wingdings"/>
              </a:rPr>
              <a:t>▪</a:t>
            </a:r>
            <a:r>
              <a:rPr dirty="0" smtClean="0" sz="2000" spc="0">
                <a:latin typeface="Times New Roman"/>
                <a:cs typeface="Times New Roman"/>
              </a:rPr>
              <a:t>   </a:t>
            </a:r>
            <a:r>
              <a:rPr dirty="0" smtClean="0" sz="2000" spc="24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-14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te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5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dib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la</a:t>
            </a:r>
            <a:r>
              <a:rPr dirty="0" smtClean="0" sz="2000" spc="-9">
                <a:latin typeface="Times New Roman"/>
                <a:cs typeface="Times New Roman"/>
              </a:rPr>
              <a:t>k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79280" y="6472848"/>
            <a:ext cx="3131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21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762000" y="1143000"/>
            <a:ext cx="8153400" cy="3997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59" y="159670"/>
            <a:ext cx="13899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Mo</a:t>
            </a:r>
            <a:r>
              <a:rPr dirty="0" smtClean="0" sz="2400" spc="-1" b="1">
                <a:latin typeface="Arial"/>
                <a:cs typeface="Arial"/>
              </a:rPr>
              <a:t>d</a:t>
            </a:r>
            <a:r>
              <a:rPr dirty="0" smtClean="0" sz="2400" spc="-1" b="1">
                <a:latin typeface="Arial"/>
                <a:cs typeface="Arial"/>
              </a:rPr>
              <a:t>u</a:t>
            </a:r>
            <a:r>
              <a:rPr dirty="0" smtClean="0" sz="2400" spc="-1" b="1">
                <a:latin typeface="Arial"/>
                <a:cs typeface="Arial"/>
              </a:rPr>
              <a:t>l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8800" y="6472848"/>
            <a:ext cx="34438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990600"/>
            <a:ext cx="8001000" cy="4307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40" y="159670"/>
            <a:ext cx="37592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59" y="159670"/>
            <a:ext cx="13899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Mo</a:t>
            </a:r>
            <a:r>
              <a:rPr dirty="0" smtClean="0" sz="2400" spc="-1" b="1">
                <a:latin typeface="Arial"/>
                <a:cs typeface="Arial"/>
              </a:rPr>
              <a:t>d</a:t>
            </a:r>
            <a:r>
              <a:rPr dirty="0" smtClean="0" sz="2400" spc="-1" b="1">
                <a:latin typeface="Arial"/>
                <a:cs typeface="Arial"/>
              </a:rPr>
              <a:t>u</a:t>
            </a:r>
            <a:r>
              <a:rPr dirty="0" smtClean="0" sz="2400" spc="-1" b="1">
                <a:latin typeface="Arial"/>
                <a:cs typeface="Arial"/>
              </a:rPr>
              <a:t>l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s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8800" y="6472848"/>
            <a:ext cx="34393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143000" y="5105400"/>
            <a:ext cx="1600200" cy="650240"/>
          </a:xfrm>
          <a:custGeom>
            <a:avLst/>
            <a:gdLst/>
            <a:ahLst/>
            <a:cxnLst/>
            <a:rect l="l" t="t" r="r" b="b"/>
            <a:pathLst>
              <a:path w="1600200" h="650239">
                <a:moveTo>
                  <a:pt x="0" y="650240"/>
                </a:moveTo>
                <a:lnTo>
                  <a:pt x="1600200" y="650240"/>
                </a:lnTo>
                <a:lnTo>
                  <a:pt x="1600200" y="0"/>
                </a:lnTo>
                <a:lnTo>
                  <a:pt x="0" y="0"/>
                </a:lnTo>
                <a:lnTo>
                  <a:pt x="0" y="6502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3276600" y="4876800"/>
            <a:ext cx="1600200" cy="375919"/>
          </a:xfrm>
          <a:custGeom>
            <a:avLst/>
            <a:gdLst/>
            <a:ahLst/>
            <a:cxnLst/>
            <a:rect l="l" t="t" r="r" b="b"/>
            <a:pathLst>
              <a:path w="1600200" h="375920">
                <a:moveTo>
                  <a:pt x="0" y="375919"/>
                </a:moveTo>
                <a:lnTo>
                  <a:pt x="1600200" y="375919"/>
                </a:lnTo>
                <a:lnTo>
                  <a:pt x="1600200" y="0"/>
                </a:lnTo>
                <a:lnTo>
                  <a:pt x="0" y="0"/>
                </a:lnTo>
                <a:lnTo>
                  <a:pt x="0" y="3759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5562600" y="4648200"/>
            <a:ext cx="1600200" cy="375919"/>
          </a:xfrm>
          <a:custGeom>
            <a:avLst/>
            <a:gdLst/>
            <a:ahLst/>
            <a:cxnLst/>
            <a:rect l="l" t="t" r="r" b="b"/>
            <a:pathLst>
              <a:path w="1600200" h="375920">
                <a:moveTo>
                  <a:pt x="0" y="375919"/>
                </a:moveTo>
                <a:lnTo>
                  <a:pt x="1600200" y="375919"/>
                </a:lnTo>
                <a:lnTo>
                  <a:pt x="1600200" y="0"/>
                </a:lnTo>
                <a:lnTo>
                  <a:pt x="0" y="0"/>
                </a:lnTo>
                <a:lnTo>
                  <a:pt x="0" y="3759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8740" y="77342"/>
            <a:ext cx="470408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Arial"/>
                <a:cs typeface="Arial"/>
              </a:rPr>
              <a:t>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767" y="77342"/>
            <a:ext cx="7480808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1" b="1">
                <a:latin typeface="Arial"/>
                <a:cs typeface="Arial"/>
              </a:rPr>
              <a:t>Introduction</a:t>
            </a:r>
            <a:r>
              <a:rPr dirty="0" smtClean="0" sz="3200" spc="-1" b="1">
                <a:latin typeface="Arial"/>
                <a:cs typeface="Arial"/>
              </a:rPr>
              <a:t> </a:t>
            </a:r>
            <a:r>
              <a:rPr dirty="0" smtClean="0" sz="3200" spc="-1" b="1">
                <a:latin typeface="Arial"/>
                <a:cs typeface="Arial"/>
              </a:rPr>
              <a:t>to</a:t>
            </a:r>
            <a:r>
              <a:rPr dirty="0" smtClean="0" sz="3200" spc="-1" b="1">
                <a:latin typeface="Arial"/>
                <a:cs typeface="Arial"/>
              </a:rPr>
              <a:t> </a:t>
            </a:r>
            <a:r>
              <a:rPr dirty="0" smtClean="0" sz="3200" spc="-1" b="1">
                <a:latin typeface="Arial"/>
                <a:cs typeface="Arial"/>
              </a:rPr>
              <a:t>D</a:t>
            </a:r>
            <a:r>
              <a:rPr dirty="0" smtClean="0" sz="3200" spc="-1" b="1">
                <a:latin typeface="Arial"/>
                <a:cs typeface="Arial"/>
              </a:rPr>
              <a:t>ig</a:t>
            </a:r>
            <a:r>
              <a:rPr dirty="0" smtClean="0" sz="3200" spc="-1" b="1">
                <a:latin typeface="Arial"/>
                <a:cs typeface="Arial"/>
              </a:rPr>
              <a:t>i</a:t>
            </a:r>
            <a:r>
              <a:rPr dirty="0" smtClean="0" sz="3200" spc="-1" b="1">
                <a:latin typeface="Arial"/>
                <a:cs typeface="Arial"/>
              </a:rPr>
              <a:t>tal</a:t>
            </a:r>
            <a:r>
              <a:rPr dirty="0" smtClean="0" sz="3200" spc="-1" b="1">
                <a:latin typeface="Arial"/>
                <a:cs typeface="Arial"/>
              </a:rPr>
              <a:t> </a:t>
            </a:r>
            <a:r>
              <a:rPr dirty="0" smtClean="0" sz="3200" spc="-1" b="1">
                <a:latin typeface="Arial"/>
                <a:cs typeface="Arial"/>
              </a:rPr>
              <a:t>C</a:t>
            </a:r>
            <a:r>
              <a:rPr dirty="0" smtClean="0" sz="3200" spc="-1" b="1">
                <a:latin typeface="Arial"/>
                <a:cs typeface="Arial"/>
              </a:rPr>
              <a:t>ommunicat</a:t>
            </a:r>
            <a:r>
              <a:rPr dirty="0" smtClean="0" sz="3200" spc="-1" b="1">
                <a:latin typeface="Arial"/>
                <a:cs typeface="Arial"/>
              </a:rPr>
              <a:t>i</a:t>
            </a:r>
            <a:r>
              <a:rPr dirty="0" smtClean="0" sz="3200" spc="-1" b="1">
                <a:latin typeface="Arial"/>
                <a:cs typeface="Arial"/>
              </a:rPr>
              <a:t>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920720"/>
            <a:ext cx="233819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Latar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Be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a</a:t>
            </a:r>
            <a:r>
              <a:rPr dirty="0" smtClean="0" sz="2400" spc="-2" b="1">
                <a:latin typeface="Times New Roman"/>
                <a:cs typeface="Times New Roman"/>
              </a:rPr>
              <a:t>k</a:t>
            </a:r>
            <a:r>
              <a:rPr dirty="0" smtClean="0" sz="2400" spc="-2" b="1">
                <a:latin typeface="Times New Roman"/>
                <a:cs typeface="Times New Roman"/>
              </a:rPr>
              <a:t>a</a:t>
            </a:r>
            <a:r>
              <a:rPr dirty="0" smtClean="0" sz="2400" spc="-2" b="1">
                <a:latin typeface="Times New Roman"/>
                <a:cs typeface="Times New Roman"/>
              </a:rPr>
              <a:t>n</a:t>
            </a:r>
            <a:r>
              <a:rPr dirty="0" smtClean="0" sz="2400" spc="-2" b="1">
                <a:latin typeface="Times New Roman"/>
                <a:cs typeface="Times New Roman"/>
              </a:rPr>
              <a:t>g...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632" y="1416767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2652" y="1416767"/>
            <a:ext cx="8224773" cy="1255014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sar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komun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mak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dikemb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oleh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ude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h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nnon,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ts val="2160"/>
              </a:lnSpc>
              <a:spcBef>
                <a:spcPts val="1"/>
              </a:spcBef>
            </a:pPr>
            <a:r>
              <a:rPr dirty="0" smtClean="0" sz="2000" spc="-8">
                <a:latin typeface="Times New Roman"/>
                <a:cs typeface="Times New Roman"/>
              </a:rPr>
              <a:t>dis</a:t>
            </a:r>
            <a:r>
              <a:rPr dirty="0" smtClean="0" sz="2000" spc="-8">
                <a:latin typeface="Times New Roman"/>
                <a:cs typeface="Times New Roman"/>
              </a:rPr>
              <a:t>e</a:t>
            </a:r>
            <a:r>
              <a:rPr dirty="0" smtClean="0" sz="2000" spc="-8">
                <a:latin typeface="Times New Roman"/>
                <a:cs typeface="Times New Roman"/>
              </a:rPr>
              <a:t>but</a:t>
            </a:r>
            <a:r>
              <a:rPr dirty="0" smtClean="0" sz="2000" spc="-8">
                <a:latin typeface="Times New Roman"/>
                <a:cs typeface="Times New Roman"/>
              </a:rPr>
              <a:t> </a:t>
            </a:r>
            <a:r>
              <a:rPr dirty="0" smtClean="0" sz="2000" spc="-8">
                <a:latin typeface="Times New Roman"/>
                <a:cs typeface="Times New Roman"/>
              </a:rPr>
              <a:t>s</a:t>
            </a:r>
            <a:r>
              <a:rPr dirty="0" smtClean="0" sz="2000" spc="-8">
                <a:latin typeface="Times New Roman"/>
                <a:cs typeface="Times New Roman"/>
              </a:rPr>
              <a:t>e</a:t>
            </a:r>
            <a:r>
              <a:rPr dirty="0" smtClean="0" sz="2000" spc="-8">
                <a:latin typeface="Times New Roman"/>
                <a:cs typeface="Times New Roman"/>
              </a:rPr>
              <a:t>b</a:t>
            </a:r>
            <a:r>
              <a:rPr dirty="0" smtClean="0" sz="2000" spc="-8">
                <a:latin typeface="Times New Roman"/>
                <a:cs typeface="Times New Roman"/>
              </a:rPr>
              <a:t>a</a:t>
            </a:r>
            <a:r>
              <a:rPr dirty="0" smtClean="0" sz="2000" spc="-8">
                <a:latin typeface="Times New Roman"/>
                <a:cs typeface="Times New Roman"/>
              </a:rPr>
              <a:t>g</a:t>
            </a:r>
            <a:r>
              <a:rPr dirty="0" smtClean="0" sz="2000" spc="-8">
                <a:latin typeface="Times New Roman"/>
                <a:cs typeface="Times New Roman"/>
              </a:rPr>
              <a:t>a</a:t>
            </a:r>
            <a:r>
              <a:rPr dirty="0" smtClean="0" sz="2000" spc="-8">
                <a:latin typeface="Times New Roman"/>
                <a:cs typeface="Times New Roman"/>
              </a:rPr>
              <a:t>i</a:t>
            </a:r>
            <a:r>
              <a:rPr dirty="0" smtClean="0" sz="2000" spc="-8">
                <a:latin typeface="Times New Roman"/>
                <a:cs typeface="Times New Roman"/>
              </a:rPr>
              <a:t> </a:t>
            </a:r>
            <a:r>
              <a:rPr dirty="0" smtClean="0" sz="2000" spc="-8" b="1">
                <a:latin typeface="Times New Roman"/>
                <a:cs typeface="Times New Roman"/>
              </a:rPr>
              <a:t>T</a:t>
            </a:r>
            <a:r>
              <a:rPr dirty="0" smtClean="0" sz="2000" spc="-8" b="1">
                <a:latin typeface="Times New Roman"/>
                <a:cs typeface="Times New Roman"/>
              </a:rPr>
              <a:t>e</a:t>
            </a:r>
            <a:r>
              <a:rPr dirty="0" smtClean="0" sz="2000" spc="-8" b="1">
                <a:latin typeface="Times New Roman"/>
                <a:cs typeface="Times New Roman"/>
              </a:rPr>
              <a:t>o</a:t>
            </a:r>
            <a:r>
              <a:rPr dirty="0" smtClean="0" sz="2000" spc="-8" b="1">
                <a:latin typeface="Times New Roman"/>
                <a:cs typeface="Times New Roman"/>
              </a:rPr>
              <a:t>r</a:t>
            </a:r>
            <a:r>
              <a:rPr dirty="0" smtClean="0" sz="2000" spc="-8" b="1">
                <a:latin typeface="Times New Roman"/>
                <a:cs typeface="Times New Roman"/>
              </a:rPr>
              <a:t>i</a:t>
            </a:r>
            <a:r>
              <a:rPr dirty="0" smtClean="0" sz="2000" spc="-8" b="1">
                <a:latin typeface="Times New Roman"/>
                <a:cs typeface="Times New Roman"/>
              </a:rPr>
              <a:t> </a:t>
            </a:r>
            <a:r>
              <a:rPr dirty="0" smtClean="0" sz="2000" spc="-8" b="1">
                <a:latin typeface="Times New Roman"/>
                <a:cs typeface="Times New Roman"/>
              </a:rPr>
              <a:t>I</a:t>
            </a:r>
            <a:r>
              <a:rPr dirty="0" smtClean="0" sz="2000" spc="-8" b="1">
                <a:latin typeface="Times New Roman"/>
                <a:cs typeface="Times New Roman"/>
              </a:rPr>
              <a:t>n</a:t>
            </a:r>
            <a:r>
              <a:rPr dirty="0" smtClean="0" sz="2000" spc="-8" b="1">
                <a:latin typeface="Times New Roman"/>
                <a:cs typeface="Times New Roman"/>
              </a:rPr>
              <a:t>f</a:t>
            </a:r>
            <a:r>
              <a:rPr dirty="0" smtClean="0" sz="2000" spc="-8" b="1">
                <a:latin typeface="Times New Roman"/>
                <a:cs typeface="Times New Roman"/>
              </a:rPr>
              <a:t>o</a:t>
            </a:r>
            <a:r>
              <a:rPr dirty="0" smtClean="0" sz="2000" spc="-8" b="1">
                <a:latin typeface="Times New Roman"/>
                <a:cs typeface="Times New Roman"/>
              </a:rPr>
              <a:t>r</a:t>
            </a:r>
            <a:r>
              <a:rPr dirty="0" smtClean="0" sz="2000" spc="-8" b="1">
                <a:latin typeface="Times New Roman"/>
                <a:cs typeface="Times New Roman"/>
              </a:rPr>
              <a:t>m</a:t>
            </a:r>
            <a:r>
              <a:rPr dirty="0" smtClean="0" sz="2000" spc="-8" b="1">
                <a:latin typeface="Times New Roman"/>
                <a:cs typeface="Times New Roman"/>
              </a:rPr>
              <a:t>asi</a:t>
            </a:r>
            <a:endParaRPr sz="2000">
              <a:latin typeface="Times New Roman"/>
              <a:cs typeface="Times New Roman"/>
            </a:endParaRPr>
          </a:p>
          <a:p>
            <a:pPr marL="12700" marR="85474">
              <a:lnSpc>
                <a:spcPts val="2160"/>
              </a:lnSpc>
              <a:spcBef>
                <a:spcPts val="1201"/>
              </a:spcBef>
            </a:pPr>
            <a:r>
              <a:rPr dirty="0" smtClean="0" sz="2000" spc="1">
                <a:latin typeface="Times New Roman"/>
                <a:cs typeface="Times New Roman"/>
              </a:rPr>
              <a:t>P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da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p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rt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g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h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tahun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7</a:t>
            </a:r>
            <a:r>
              <a:rPr dirty="0" smtClean="0" sz="2000" spc="1">
                <a:latin typeface="Times New Roman"/>
                <a:cs typeface="Times New Roman"/>
              </a:rPr>
              <a:t>0</a:t>
            </a:r>
            <a:r>
              <a:rPr dirty="0" smtClean="0" sz="2000" spc="1">
                <a:latin typeface="Times New Roman"/>
                <a:cs typeface="Times New Roman"/>
              </a:rPr>
              <a:t>-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n,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teo</a:t>
            </a:r>
            <a:r>
              <a:rPr dirty="0" smtClean="0" sz="2000" spc="1">
                <a:latin typeface="Times New Roman"/>
                <a:cs typeface="Times New Roman"/>
              </a:rPr>
              <a:t>r</a:t>
            </a:r>
            <a:r>
              <a:rPr dirty="0" smtClean="0" sz="2000" spc="1">
                <a:latin typeface="Times New Roman"/>
                <a:cs typeface="Times New Roman"/>
              </a:rPr>
              <a:t>i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info</a:t>
            </a:r>
            <a:r>
              <a:rPr dirty="0" smtClean="0" sz="2000" spc="1">
                <a:latin typeface="Times New Roman"/>
                <a:cs typeface="Times New Roman"/>
              </a:rPr>
              <a:t>r</a:t>
            </a:r>
            <a:r>
              <a:rPr dirty="0" smtClean="0" sz="2000" spc="1">
                <a:latin typeface="Times New Roman"/>
                <a:cs typeface="Times New Roman"/>
              </a:rPr>
              <a:t>masi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ini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sud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h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mu</a:t>
            </a:r>
            <a:r>
              <a:rPr dirty="0" smtClean="0" sz="2000" spc="1">
                <a:latin typeface="Times New Roman"/>
                <a:cs typeface="Times New Roman"/>
              </a:rPr>
              <a:t>l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i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luas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di</a:t>
            </a:r>
            <a:r>
              <a:rPr dirty="0" smtClean="0" sz="2000" spc="1">
                <a:latin typeface="Times New Roman"/>
                <a:cs typeface="Times New Roman"/>
              </a:rPr>
              <a:t>i</a:t>
            </a:r>
            <a:r>
              <a:rPr dirty="0" smtClean="0" sz="2000" spc="1">
                <a:latin typeface="Times New Roman"/>
                <a:cs typeface="Times New Roman"/>
              </a:rPr>
              <a:t>mp</a:t>
            </a:r>
            <a:r>
              <a:rPr dirty="0" smtClean="0" sz="2000" spc="1">
                <a:latin typeface="Times New Roman"/>
                <a:cs typeface="Times New Roman"/>
              </a:rPr>
              <a:t>l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ment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s</a:t>
            </a:r>
            <a:r>
              <a:rPr dirty="0" smtClean="0" sz="2000" spc="1">
                <a:latin typeface="Times New Roman"/>
                <a:cs typeface="Times New Roman"/>
              </a:rPr>
              <a:t>i</a:t>
            </a:r>
            <a:r>
              <a:rPr dirty="0" smtClean="0" sz="2000" spc="1">
                <a:latin typeface="Times New Roman"/>
                <a:cs typeface="Times New Roman"/>
              </a:rPr>
              <a:t>k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k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r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na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2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las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: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(1)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sud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h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b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y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k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n</a:t>
            </a:r>
            <a:r>
              <a:rPr dirty="0" smtClean="0" sz="2000" spc="1">
                <a:latin typeface="Times New Roman"/>
                <a:cs typeface="Times New Roman"/>
              </a:rPr>
              <a:t>g</a:t>
            </a:r>
            <a:r>
              <a:rPr dirty="0" smtClean="0" sz="2000" spc="1">
                <a:latin typeface="Times New Roman"/>
                <a:cs typeface="Times New Roman"/>
              </a:rPr>
              <a:t>ine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r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y</a:t>
            </a:r>
            <a:r>
              <a:rPr dirty="0" smtClean="0" sz="2000" spc="1">
                <a:latin typeface="Times New Roman"/>
                <a:cs typeface="Times New Roman"/>
              </a:rPr>
              <a:t>a</a:t>
            </a:r>
            <a:r>
              <a:rPr dirty="0" smtClean="0" sz="2000" spc="1">
                <a:latin typeface="Times New Roman"/>
                <a:cs typeface="Times New Roman"/>
              </a:rPr>
              <a:t>ng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men</a:t>
            </a:r>
            <a:r>
              <a:rPr dirty="0" smtClean="0" sz="2000" spc="1">
                <a:latin typeface="Times New Roman"/>
                <a:cs typeface="Times New Roman"/>
              </a:rPr>
              <a:t>g</a:t>
            </a:r>
            <a:r>
              <a:rPr dirty="0" smtClean="0" sz="2000" spc="1">
                <a:latin typeface="Times New Roman"/>
                <a:cs typeface="Times New Roman"/>
              </a:rPr>
              <a:t>e</a:t>
            </a:r>
            <a:r>
              <a:rPr dirty="0" smtClean="0" sz="2000" spc="1">
                <a:latin typeface="Times New Roman"/>
                <a:cs typeface="Times New Roman"/>
              </a:rPr>
              <a:t>rti</a:t>
            </a:r>
            <a:r>
              <a:rPr dirty="0" smtClean="0" sz="2000" spc="1">
                <a:latin typeface="Times New Roman"/>
                <a:cs typeface="Times New Roman"/>
              </a:rPr>
              <a:t> </a:t>
            </a:r>
            <a:r>
              <a:rPr dirty="0" smtClean="0" sz="2000" spc="1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632" y="2118061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2666573"/>
            <a:ext cx="7811825" cy="110015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379412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(</a:t>
            </a:r>
            <a:r>
              <a:rPr dirty="0" smtClean="0" sz="2000" spc="-2">
                <a:latin typeface="Times New Roman"/>
                <a:cs typeface="Times New Roman"/>
              </a:rPr>
              <a:t>2)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mu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tan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ku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tan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mr</a:t>
            </a:r>
            <a:r>
              <a:rPr dirty="0" smtClean="0" sz="2000" spc="-2">
                <a:latin typeface="Times New Roman"/>
                <a:cs typeface="Times New Roman"/>
              </a:rPr>
              <a:t>o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w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379412" marR="38147">
              <a:lnSpc>
                <a:spcPts val="2160"/>
              </a:lnSpc>
              <a:spcBef>
                <a:spcPts val="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memun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kinkan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imp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ment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orit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lebih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komp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ks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ct val="95825"/>
              </a:lnSpc>
              <a:spcBef>
                <a:spcPts val="1438"/>
              </a:spcBef>
            </a:pPr>
            <a:r>
              <a:rPr dirty="0" smtClean="0" sz="2400" spc="-12" b="1">
                <a:latin typeface="Times New Roman"/>
                <a:cs typeface="Times New Roman"/>
              </a:rPr>
              <a:t>I</a:t>
            </a:r>
            <a:r>
              <a:rPr dirty="0" smtClean="0" sz="2400" spc="-12" b="1">
                <a:latin typeface="Times New Roman"/>
                <a:cs typeface="Times New Roman"/>
              </a:rPr>
              <a:t>l</a:t>
            </a:r>
            <a:r>
              <a:rPr dirty="0" smtClean="0" sz="2400" spc="-12" b="1">
                <a:latin typeface="Times New Roman"/>
                <a:cs typeface="Times New Roman"/>
              </a:rPr>
              <a:t>m</a:t>
            </a:r>
            <a:r>
              <a:rPr dirty="0" smtClean="0" sz="2400" spc="-12" b="1">
                <a:latin typeface="Times New Roman"/>
                <a:cs typeface="Times New Roman"/>
              </a:rPr>
              <a:t>u</a:t>
            </a:r>
            <a:r>
              <a:rPr dirty="0" smtClean="0" sz="2400" spc="-12" b="1">
                <a:latin typeface="Times New Roman"/>
                <a:cs typeface="Times New Roman"/>
              </a:rPr>
              <a:t>-Il</a:t>
            </a:r>
            <a:r>
              <a:rPr dirty="0" smtClean="0" sz="2400" spc="-12" b="1">
                <a:latin typeface="Times New Roman"/>
                <a:cs typeface="Times New Roman"/>
              </a:rPr>
              <a:t>m</a:t>
            </a:r>
            <a:r>
              <a:rPr dirty="0" smtClean="0" sz="2400" spc="-12" b="1">
                <a:latin typeface="Times New Roman"/>
                <a:cs typeface="Times New Roman"/>
              </a:rPr>
              <a:t>u</a:t>
            </a:r>
            <a:r>
              <a:rPr dirty="0" smtClean="0" sz="2400" spc="-12" b="1">
                <a:latin typeface="Times New Roman"/>
                <a:cs typeface="Times New Roman"/>
              </a:rPr>
              <a:t> </a:t>
            </a:r>
            <a:r>
              <a:rPr dirty="0" smtClean="0" sz="2400" spc="-12" b="1">
                <a:latin typeface="Times New Roman"/>
                <a:cs typeface="Times New Roman"/>
              </a:rPr>
              <a:t>Da</a:t>
            </a:r>
            <a:r>
              <a:rPr dirty="0" smtClean="0" sz="2400" spc="-12" b="1">
                <a:latin typeface="Times New Roman"/>
                <a:cs typeface="Times New Roman"/>
              </a:rPr>
              <a:t>s</a:t>
            </a:r>
            <a:r>
              <a:rPr dirty="0" smtClean="0" sz="2400" spc="-12" b="1">
                <a:latin typeface="Times New Roman"/>
                <a:cs typeface="Times New Roman"/>
              </a:rPr>
              <a:t>a</a:t>
            </a:r>
            <a:r>
              <a:rPr dirty="0" smtClean="0" sz="2400" spc="-12" b="1">
                <a:latin typeface="Times New Roman"/>
                <a:cs typeface="Times New Roman"/>
              </a:rPr>
              <a:t>r</a:t>
            </a:r>
            <a:r>
              <a:rPr dirty="0" smtClean="0" sz="2400" spc="-12" b="1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1357" y="2666573"/>
            <a:ext cx="710277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di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3856183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277" y="3856183"/>
            <a:ext cx="7521447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Dis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mp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men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rti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tent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teo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nfo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masi,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laj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komun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3277" y="4130376"/>
            <a:ext cx="1330960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mem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rluk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4237" y="4130376"/>
            <a:ext cx="1288287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mah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2525" y="4130376"/>
            <a:ext cx="1596898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6">
                <a:latin typeface="Times New Roman"/>
                <a:cs typeface="Times New Roman"/>
              </a:rPr>
              <a:t>t</a:t>
            </a:r>
            <a:r>
              <a:rPr dirty="0" smtClean="0" sz="2000" spc="-6">
                <a:latin typeface="Times New Roman"/>
                <a:cs typeface="Times New Roman"/>
              </a:rPr>
              <a:t>e</a:t>
            </a:r>
            <a:r>
              <a:rPr dirty="0" smtClean="0" sz="2000" spc="-6">
                <a:latin typeface="Times New Roman"/>
                <a:cs typeface="Times New Roman"/>
              </a:rPr>
              <a:t>ntang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b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n</a:t>
            </a:r>
            <a:r>
              <a:rPr dirty="0" smtClean="0" sz="2000" spc="-6">
                <a:latin typeface="Times New Roman"/>
                <a:cs typeface="Times New Roman"/>
              </a:rPr>
              <a:t>y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9329" y="4130376"/>
            <a:ext cx="782320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0">
                <a:latin typeface="Times New Roman"/>
                <a:cs typeface="Times New Roman"/>
              </a:rPr>
              <a:t>kons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1649" y="4130376"/>
            <a:ext cx="548639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7">
                <a:latin typeface="Times New Roman"/>
                <a:cs typeface="Times New Roman"/>
              </a:rPr>
              <a:t>y</a:t>
            </a:r>
            <a:r>
              <a:rPr dirty="0" smtClean="0" sz="2000" spc="-17">
                <a:latin typeface="Times New Roman"/>
                <a:cs typeface="Times New Roman"/>
              </a:rPr>
              <a:t>a</a:t>
            </a:r>
            <a:r>
              <a:rPr dirty="0" smtClean="0" sz="2000" spc="-17">
                <a:latin typeface="Times New Roman"/>
                <a:cs typeface="Times New Roman"/>
              </a:rPr>
              <a:t>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7655" y="4130376"/>
            <a:ext cx="963167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‘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bs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43720" y="6472848"/>
            <a:ext cx="34962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5105400"/>
            <a:ext cx="1600200" cy="650240"/>
          </a:xfrm>
          <a:prstGeom prst="rect">
            <a:avLst/>
          </a:prstGeom>
        </p:spPr>
        <p:txBody>
          <a:bodyPr wrap="square" lIns="0" tIns="55244" rIns="0" bIns="0" rtlCol="0">
            <a:noAutofit/>
          </a:bodyPr>
          <a:lstStyle/>
          <a:p>
            <a:pPr marL="174213" marR="171700" algn="ctr">
              <a:lnSpc>
                <a:spcPct val="95825"/>
              </a:lnSpc>
            </a:pPr>
            <a:r>
              <a:rPr dirty="0" smtClean="0" sz="1800" spc="-3" b="1">
                <a:latin typeface="Times New Roman"/>
                <a:cs typeface="Times New Roman"/>
              </a:rPr>
              <a:t>P</a:t>
            </a:r>
            <a:r>
              <a:rPr dirty="0" smtClean="0" sz="1800" spc="-3" b="1">
                <a:latin typeface="Times New Roman"/>
                <a:cs typeface="Times New Roman"/>
              </a:rPr>
              <a:t>r</a:t>
            </a:r>
            <a:r>
              <a:rPr dirty="0" smtClean="0" sz="1800" spc="-3" b="1">
                <a:latin typeface="Times New Roman"/>
                <a:cs typeface="Times New Roman"/>
              </a:rPr>
              <a:t>oba</a:t>
            </a:r>
            <a:r>
              <a:rPr dirty="0" smtClean="0" sz="1800" spc="-3" b="1">
                <a:latin typeface="Times New Roman"/>
                <a:cs typeface="Times New Roman"/>
              </a:rPr>
              <a:t>b</a:t>
            </a:r>
            <a:r>
              <a:rPr dirty="0" smtClean="0" sz="1800" spc="-3" b="1">
                <a:latin typeface="Times New Roman"/>
                <a:cs typeface="Times New Roman"/>
              </a:rPr>
              <a:t>ilitas</a:t>
            </a:r>
            <a:endParaRPr sz="1800">
              <a:latin typeface="Times New Roman"/>
              <a:cs typeface="Times New Roman"/>
            </a:endParaRPr>
          </a:p>
          <a:p>
            <a:pPr marL="105790" marR="98780" algn="ctr">
              <a:lnSpc>
                <a:spcPct val="95825"/>
              </a:lnSpc>
              <a:spcBef>
                <a:spcPts val="90"/>
              </a:spcBef>
            </a:pPr>
            <a:r>
              <a:rPr dirty="0" smtClean="0" sz="1800" spc="-2" b="1">
                <a:latin typeface="Times New Roman"/>
                <a:cs typeface="Times New Roman"/>
              </a:rPr>
              <a:t>dan</a:t>
            </a:r>
            <a:r>
              <a:rPr dirty="0" smtClean="0" sz="1800" spc="-2" b="1">
                <a:latin typeface="Times New Roman"/>
                <a:cs typeface="Times New Roman"/>
              </a:rPr>
              <a:t> </a:t>
            </a:r>
            <a:r>
              <a:rPr dirty="0" smtClean="0" sz="1800" spc="-2" b="1">
                <a:latin typeface="Times New Roman"/>
                <a:cs typeface="Times New Roman"/>
              </a:rPr>
              <a:t>Sto</a:t>
            </a:r>
            <a:r>
              <a:rPr dirty="0" smtClean="0" sz="1800" spc="-2" b="1">
                <a:latin typeface="Times New Roman"/>
                <a:cs typeface="Times New Roman"/>
              </a:rPr>
              <a:t>k</a:t>
            </a:r>
            <a:r>
              <a:rPr dirty="0" smtClean="0" sz="1800" spc="-2" b="1">
                <a:latin typeface="Times New Roman"/>
                <a:cs typeface="Times New Roman"/>
              </a:rPr>
              <a:t>astik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76600" y="4876800"/>
            <a:ext cx="1600200" cy="375919"/>
          </a:xfrm>
          <a:prstGeom prst="rect">
            <a:avLst/>
          </a:prstGeom>
        </p:spPr>
        <p:txBody>
          <a:bodyPr wrap="square" lIns="0" tIns="55244" rIns="0" bIns="0" rtlCol="0">
            <a:noAutofit/>
          </a:bodyPr>
          <a:lstStyle/>
          <a:p>
            <a:pPr marL="118490">
              <a:lnSpc>
                <a:spcPct val="95825"/>
              </a:lnSpc>
            </a:pPr>
            <a:r>
              <a:rPr dirty="0" smtClean="0" sz="1800" spc="0" b="1">
                <a:latin typeface="Times New Roman"/>
                <a:cs typeface="Times New Roman"/>
              </a:rPr>
              <a:t>Sistem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Linear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562600" y="4648200"/>
            <a:ext cx="1600200" cy="375919"/>
          </a:xfrm>
          <a:prstGeom prst="rect">
            <a:avLst/>
          </a:prstGeom>
        </p:spPr>
        <p:txBody>
          <a:bodyPr wrap="square" lIns="0" tIns="55244" rIns="0" bIns="0" rtlCol="0">
            <a:noAutofit/>
          </a:bodyPr>
          <a:lstStyle/>
          <a:p>
            <a:pPr marL="556514" marR="552170" algn="ctr">
              <a:lnSpc>
                <a:spcPct val="95825"/>
              </a:lnSpc>
            </a:pPr>
            <a:r>
              <a:rPr dirty="0" smtClean="0" sz="1800" b="1">
                <a:latin typeface="Times New Roman"/>
                <a:cs typeface="Times New Roman"/>
              </a:rPr>
              <a:t>PSD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8441690" y="2020570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19050" y="19050"/>
                </a:moveTo>
                <a:lnTo>
                  <a:pt x="0" y="19049"/>
                </a:lnTo>
                <a:lnTo>
                  <a:pt x="0" y="57150"/>
                </a:lnTo>
                <a:lnTo>
                  <a:pt x="11430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8441690" y="1963420"/>
            <a:ext cx="19050" cy="38100"/>
          </a:xfrm>
          <a:custGeom>
            <a:avLst/>
            <a:gdLst/>
            <a:ahLst/>
            <a:cxnLst/>
            <a:rect l="l" t="t" r="r" b="b"/>
            <a:pathLst>
              <a:path w="19050" h="38100">
                <a:moveTo>
                  <a:pt x="19050" y="38100"/>
                </a:moveTo>
                <a:lnTo>
                  <a:pt x="0" y="0"/>
                </a:lnTo>
                <a:lnTo>
                  <a:pt x="0" y="38099"/>
                </a:lnTo>
                <a:lnTo>
                  <a:pt x="19050" y="381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774189" y="1963420"/>
            <a:ext cx="6781800" cy="76200"/>
          </a:xfrm>
          <a:custGeom>
            <a:avLst/>
            <a:gdLst/>
            <a:ahLst/>
            <a:cxnLst/>
            <a:rect l="l" t="t" r="r" b="b"/>
            <a:pathLst>
              <a:path w="6781800" h="76200">
                <a:moveTo>
                  <a:pt x="0" y="38100"/>
                </a:moveTo>
                <a:lnTo>
                  <a:pt x="0" y="76200"/>
                </a:lnTo>
                <a:lnTo>
                  <a:pt x="6686550" y="76200"/>
                </a:lnTo>
                <a:lnTo>
                  <a:pt x="6781800" y="57150"/>
                </a:lnTo>
                <a:lnTo>
                  <a:pt x="6667500" y="0"/>
                </a:lnTo>
                <a:lnTo>
                  <a:pt x="66865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774189" y="202057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ln w="38100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935990" y="1868170"/>
            <a:ext cx="1219199" cy="762000"/>
          </a:xfrm>
          <a:custGeom>
            <a:avLst/>
            <a:gdLst/>
            <a:ahLst/>
            <a:cxnLst/>
            <a:rect l="l" t="t" r="r" b="b"/>
            <a:pathLst>
              <a:path w="1219199" h="762000">
                <a:moveTo>
                  <a:pt x="0" y="381000"/>
                </a:moveTo>
                <a:lnTo>
                  <a:pt x="7978" y="319195"/>
                </a:lnTo>
                <a:lnTo>
                  <a:pt x="31077" y="260567"/>
                </a:lnTo>
                <a:lnTo>
                  <a:pt x="68041" y="205900"/>
                </a:lnTo>
                <a:lnTo>
                  <a:pt x="117616" y="155978"/>
                </a:lnTo>
                <a:lnTo>
                  <a:pt x="178546" y="111585"/>
                </a:lnTo>
                <a:lnTo>
                  <a:pt x="212877" y="91707"/>
                </a:lnTo>
                <a:lnTo>
                  <a:pt x="249576" y="73505"/>
                </a:lnTo>
                <a:lnTo>
                  <a:pt x="288486" y="57078"/>
                </a:lnTo>
                <a:lnTo>
                  <a:pt x="329451" y="42523"/>
                </a:lnTo>
                <a:lnTo>
                  <a:pt x="372314" y="29938"/>
                </a:lnTo>
                <a:lnTo>
                  <a:pt x="416917" y="19421"/>
                </a:lnTo>
                <a:lnTo>
                  <a:pt x="463104" y="11071"/>
                </a:lnTo>
                <a:lnTo>
                  <a:pt x="510718" y="4986"/>
                </a:lnTo>
                <a:lnTo>
                  <a:pt x="559602" y="1262"/>
                </a:lnTo>
                <a:lnTo>
                  <a:pt x="609600" y="0"/>
                </a:lnTo>
                <a:lnTo>
                  <a:pt x="659597" y="1262"/>
                </a:lnTo>
                <a:lnTo>
                  <a:pt x="708481" y="4986"/>
                </a:lnTo>
                <a:lnTo>
                  <a:pt x="756095" y="11071"/>
                </a:lnTo>
                <a:lnTo>
                  <a:pt x="802282" y="19421"/>
                </a:lnTo>
                <a:lnTo>
                  <a:pt x="846885" y="29938"/>
                </a:lnTo>
                <a:lnTo>
                  <a:pt x="889748" y="42523"/>
                </a:lnTo>
                <a:lnTo>
                  <a:pt x="930713" y="57078"/>
                </a:lnTo>
                <a:lnTo>
                  <a:pt x="969623" y="73505"/>
                </a:lnTo>
                <a:lnTo>
                  <a:pt x="1006322" y="91707"/>
                </a:lnTo>
                <a:lnTo>
                  <a:pt x="1040653" y="111585"/>
                </a:lnTo>
                <a:lnTo>
                  <a:pt x="1072459" y="133041"/>
                </a:lnTo>
                <a:lnTo>
                  <a:pt x="1127868" y="180297"/>
                </a:lnTo>
                <a:lnTo>
                  <a:pt x="1171295" y="232689"/>
                </a:lnTo>
                <a:lnTo>
                  <a:pt x="1201483" y="289435"/>
                </a:lnTo>
                <a:lnTo>
                  <a:pt x="1217179" y="349749"/>
                </a:lnTo>
                <a:lnTo>
                  <a:pt x="1219199" y="381000"/>
                </a:lnTo>
                <a:lnTo>
                  <a:pt x="1217179" y="412250"/>
                </a:lnTo>
                <a:lnTo>
                  <a:pt x="1201483" y="472564"/>
                </a:lnTo>
                <a:lnTo>
                  <a:pt x="1171295" y="529310"/>
                </a:lnTo>
                <a:lnTo>
                  <a:pt x="1127868" y="581702"/>
                </a:lnTo>
                <a:lnTo>
                  <a:pt x="1072459" y="628958"/>
                </a:lnTo>
                <a:lnTo>
                  <a:pt x="1040653" y="650414"/>
                </a:lnTo>
                <a:lnTo>
                  <a:pt x="1006322" y="670292"/>
                </a:lnTo>
                <a:lnTo>
                  <a:pt x="969623" y="688494"/>
                </a:lnTo>
                <a:lnTo>
                  <a:pt x="930713" y="704921"/>
                </a:lnTo>
                <a:lnTo>
                  <a:pt x="889748" y="719476"/>
                </a:lnTo>
                <a:lnTo>
                  <a:pt x="846885" y="732061"/>
                </a:lnTo>
                <a:lnTo>
                  <a:pt x="802282" y="742578"/>
                </a:lnTo>
                <a:lnTo>
                  <a:pt x="756095" y="750928"/>
                </a:lnTo>
                <a:lnTo>
                  <a:pt x="708481" y="757013"/>
                </a:lnTo>
                <a:lnTo>
                  <a:pt x="659597" y="760737"/>
                </a:lnTo>
                <a:lnTo>
                  <a:pt x="609600" y="762000"/>
                </a:lnTo>
                <a:lnTo>
                  <a:pt x="559602" y="760737"/>
                </a:lnTo>
                <a:lnTo>
                  <a:pt x="510718" y="757013"/>
                </a:lnTo>
                <a:lnTo>
                  <a:pt x="463104" y="750928"/>
                </a:lnTo>
                <a:lnTo>
                  <a:pt x="416917" y="742578"/>
                </a:lnTo>
                <a:lnTo>
                  <a:pt x="372314" y="732061"/>
                </a:lnTo>
                <a:lnTo>
                  <a:pt x="329451" y="719476"/>
                </a:lnTo>
                <a:lnTo>
                  <a:pt x="288486" y="704921"/>
                </a:lnTo>
                <a:lnTo>
                  <a:pt x="249576" y="688494"/>
                </a:lnTo>
                <a:lnTo>
                  <a:pt x="212877" y="670292"/>
                </a:lnTo>
                <a:lnTo>
                  <a:pt x="178546" y="650414"/>
                </a:lnTo>
                <a:lnTo>
                  <a:pt x="146740" y="628958"/>
                </a:lnTo>
                <a:lnTo>
                  <a:pt x="91331" y="581702"/>
                </a:lnTo>
                <a:lnTo>
                  <a:pt x="47904" y="529310"/>
                </a:lnTo>
                <a:lnTo>
                  <a:pt x="17716" y="472564"/>
                </a:lnTo>
                <a:lnTo>
                  <a:pt x="2020" y="412250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2630169" y="3049270"/>
            <a:ext cx="2209800" cy="1295399"/>
          </a:xfrm>
          <a:custGeom>
            <a:avLst/>
            <a:gdLst/>
            <a:ahLst/>
            <a:cxnLst/>
            <a:rect l="l" t="t" r="r" b="b"/>
            <a:pathLst>
              <a:path w="2209800" h="1295400">
                <a:moveTo>
                  <a:pt x="0" y="1295399"/>
                </a:moveTo>
                <a:lnTo>
                  <a:pt x="2209800" y="1295399"/>
                </a:lnTo>
                <a:lnTo>
                  <a:pt x="2209800" y="0"/>
                </a:lnTo>
                <a:lnTo>
                  <a:pt x="0" y="0"/>
                </a:lnTo>
                <a:lnTo>
                  <a:pt x="0" y="1295399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526540" y="2650109"/>
            <a:ext cx="1085849" cy="1097279"/>
          </a:xfrm>
          <a:custGeom>
            <a:avLst/>
            <a:gdLst/>
            <a:ahLst/>
            <a:cxnLst/>
            <a:rect l="l" t="t" r="r" b="b"/>
            <a:pathLst>
              <a:path w="1085849" h="1097279">
                <a:moveTo>
                  <a:pt x="38100" y="0"/>
                </a:moveTo>
                <a:lnTo>
                  <a:pt x="0" y="635"/>
                </a:lnTo>
                <a:lnTo>
                  <a:pt x="381" y="25780"/>
                </a:lnTo>
                <a:lnTo>
                  <a:pt x="1650" y="50800"/>
                </a:lnTo>
                <a:lnTo>
                  <a:pt x="6350" y="101091"/>
                </a:lnTo>
                <a:lnTo>
                  <a:pt x="13969" y="150875"/>
                </a:lnTo>
                <a:lnTo>
                  <a:pt x="24637" y="200532"/>
                </a:lnTo>
                <a:lnTo>
                  <a:pt x="37972" y="249554"/>
                </a:lnTo>
                <a:lnTo>
                  <a:pt x="53975" y="298195"/>
                </a:lnTo>
                <a:lnTo>
                  <a:pt x="72516" y="346201"/>
                </a:lnTo>
                <a:lnTo>
                  <a:pt x="93725" y="393445"/>
                </a:lnTo>
                <a:lnTo>
                  <a:pt x="117221" y="440181"/>
                </a:lnTo>
                <a:lnTo>
                  <a:pt x="143002" y="485648"/>
                </a:lnTo>
                <a:lnTo>
                  <a:pt x="170815" y="530098"/>
                </a:lnTo>
                <a:lnTo>
                  <a:pt x="200786" y="573531"/>
                </a:lnTo>
                <a:lnTo>
                  <a:pt x="232664" y="615823"/>
                </a:lnTo>
                <a:lnTo>
                  <a:pt x="266572" y="656843"/>
                </a:lnTo>
                <a:lnTo>
                  <a:pt x="302133" y="696467"/>
                </a:lnTo>
                <a:lnTo>
                  <a:pt x="339343" y="734567"/>
                </a:lnTo>
                <a:lnTo>
                  <a:pt x="378333" y="771143"/>
                </a:lnTo>
                <a:lnTo>
                  <a:pt x="418591" y="806068"/>
                </a:lnTo>
                <a:lnTo>
                  <a:pt x="460247" y="839342"/>
                </a:lnTo>
                <a:lnTo>
                  <a:pt x="503301" y="870712"/>
                </a:lnTo>
                <a:lnTo>
                  <a:pt x="547623" y="900049"/>
                </a:lnTo>
                <a:lnTo>
                  <a:pt x="592962" y="927353"/>
                </a:lnTo>
                <a:lnTo>
                  <a:pt x="639191" y="952500"/>
                </a:lnTo>
                <a:lnTo>
                  <a:pt x="686561" y="975613"/>
                </a:lnTo>
                <a:lnTo>
                  <a:pt x="734567" y="996188"/>
                </a:lnTo>
                <a:lnTo>
                  <a:pt x="783335" y="1014476"/>
                </a:lnTo>
                <a:lnTo>
                  <a:pt x="832739" y="1030096"/>
                </a:lnTo>
                <a:lnTo>
                  <a:pt x="882777" y="1043177"/>
                </a:lnTo>
                <a:lnTo>
                  <a:pt x="933322" y="1053591"/>
                </a:lnTo>
                <a:lnTo>
                  <a:pt x="970521" y="1058832"/>
                </a:lnTo>
                <a:lnTo>
                  <a:pt x="989076" y="1060577"/>
                </a:lnTo>
                <a:lnTo>
                  <a:pt x="1085849" y="1048130"/>
                </a:lnTo>
                <a:lnTo>
                  <a:pt x="975741" y="983233"/>
                </a:lnTo>
                <a:lnTo>
                  <a:pt x="992632" y="1022603"/>
                </a:lnTo>
                <a:lnTo>
                  <a:pt x="973149" y="1020772"/>
                </a:lnTo>
                <a:lnTo>
                  <a:pt x="939418" y="1015999"/>
                </a:lnTo>
                <a:lnTo>
                  <a:pt x="891032" y="1006093"/>
                </a:lnTo>
                <a:lnTo>
                  <a:pt x="842898" y="993393"/>
                </a:lnTo>
                <a:lnTo>
                  <a:pt x="795401" y="978280"/>
                </a:lnTo>
                <a:lnTo>
                  <a:pt x="748410" y="960627"/>
                </a:lnTo>
                <a:lnTo>
                  <a:pt x="701929" y="940688"/>
                </a:lnTo>
                <a:lnTo>
                  <a:pt x="656335" y="918463"/>
                </a:lnTo>
                <a:lnTo>
                  <a:pt x="611251" y="893952"/>
                </a:lnTo>
                <a:lnTo>
                  <a:pt x="567309" y="867410"/>
                </a:lnTo>
                <a:lnTo>
                  <a:pt x="524510" y="838962"/>
                </a:lnTo>
                <a:lnTo>
                  <a:pt x="482727" y="808481"/>
                </a:lnTo>
                <a:lnTo>
                  <a:pt x="442341" y="776351"/>
                </a:lnTo>
                <a:lnTo>
                  <a:pt x="403224" y="742441"/>
                </a:lnTo>
                <a:lnTo>
                  <a:pt x="365505" y="706881"/>
                </a:lnTo>
                <a:lnTo>
                  <a:pt x="329437" y="669798"/>
                </a:lnTo>
                <a:lnTo>
                  <a:pt x="294893" y="631443"/>
                </a:lnTo>
                <a:lnTo>
                  <a:pt x="262128" y="591565"/>
                </a:lnTo>
                <a:lnTo>
                  <a:pt x="231140" y="550671"/>
                </a:lnTo>
                <a:lnTo>
                  <a:pt x="202184" y="508507"/>
                </a:lnTo>
                <a:lnTo>
                  <a:pt x="175259" y="465454"/>
                </a:lnTo>
                <a:lnTo>
                  <a:pt x="150367" y="421386"/>
                </a:lnTo>
                <a:lnTo>
                  <a:pt x="127889" y="376808"/>
                </a:lnTo>
                <a:lnTo>
                  <a:pt x="107568" y="331088"/>
                </a:lnTo>
                <a:lnTo>
                  <a:pt x="89662" y="284988"/>
                </a:lnTo>
                <a:lnTo>
                  <a:pt x="74294" y="238125"/>
                </a:lnTo>
                <a:lnTo>
                  <a:pt x="61594" y="191007"/>
                </a:lnTo>
                <a:lnTo>
                  <a:pt x="51434" y="143510"/>
                </a:lnTo>
                <a:lnTo>
                  <a:pt x="44068" y="95757"/>
                </a:lnTo>
                <a:lnTo>
                  <a:pt x="39623" y="47878"/>
                </a:lnTo>
                <a:lnTo>
                  <a:pt x="38481" y="24002"/>
                </a:lnTo>
                <a:lnTo>
                  <a:pt x="38100" y="0"/>
                </a:lnTo>
                <a:close/>
              </a:path>
              <a:path w="1085849" h="1097279">
                <a:moveTo>
                  <a:pt x="989076" y="1060577"/>
                </a:moveTo>
                <a:lnTo>
                  <a:pt x="970521" y="1058832"/>
                </a:lnTo>
                <a:lnTo>
                  <a:pt x="967866" y="1097279"/>
                </a:lnTo>
                <a:lnTo>
                  <a:pt x="1085849" y="1048130"/>
                </a:lnTo>
                <a:lnTo>
                  <a:pt x="989076" y="1060577"/>
                </a:lnTo>
                <a:close/>
              </a:path>
              <a:path w="1085849" h="1097279">
                <a:moveTo>
                  <a:pt x="992632" y="1022603"/>
                </a:moveTo>
                <a:lnTo>
                  <a:pt x="975741" y="983233"/>
                </a:lnTo>
                <a:lnTo>
                  <a:pt x="973149" y="1020772"/>
                </a:lnTo>
                <a:lnTo>
                  <a:pt x="992632" y="102260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859016" y="2574290"/>
            <a:ext cx="1797684" cy="1143000"/>
          </a:xfrm>
          <a:custGeom>
            <a:avLst/>
            <a:gdLst/>
            <a:ahLst/>
            <a:cxnLst/>
            <a:rect l="l" t="t" r="r" b="b"/>
            <a:pathLst>
              <a:path w="1797684" h="1143000">
                <a:moveTo>
                  <a:pt x="0" y="1104900"/>
                </a:moveTo>
                <a:lnTo>
                  <a:pt x="634" y="1143000"/>
                </a:lnTo>
                <a:lnTo>
                  <a:pt x="82803" y="1141349"/>
                </a:lnTo>
                <a:lnTo>
                  <a:pt x="165607" y="1136523"/>
                </a:lnTo>
                <a:lnTo>
                  <a:pt x="247903" y="1128522"/>
                </a:lnTo>
                <a:lnTo>
                  <a:pt x="329691" y="1117600"/>
                </a:lnTo>
                <a:lnTo>
                  <a:pt x="410972" y="1103757"/>
                </a:lnTo>
                <a:lnTo>
                  <a:pt x="491235" y="1087120"/>
                </a:lnTo>
                <a:lnTo>
                  <a:pt x="570737" y="1067689"/>
                </a:lnTo>
                <a:lnTo>
                  <a:pt x="648969" y="1045718"/>
                </a:lnTo>
                <a:lnTo>
                  <a:pt x="725931" y="1021207"/>
                </a:lnTo>
                <a:lnTo>
                  <a:pt x="801497" y="994537"/>
                </a:lnTo>
                <a:lnTo>
                  <a:pt x="875410" y="965326"/>
                </a:lnTo>
                <a:lnTo>
                  <a:pt x="947547" y="933958"/>
                </a:lnTo>
                <a:lnTo>
                  <a:pt x="1017777" y="900557"/>
                </a:lnTo>
                <a:lnTo>
                  <a:pt x="1085850" y="865251"/>
                </a:lnTo>
                <a:lnTo>
                  <a:pt x="1151762" y="828039"/>
                </a:lnTo>
                <a:lnTo>
                  <a:pt x="1215262" y="789051"/>
                </a:lnTo>
                <a:lnTo>
                  <a:pt x="1276095" y="748284"/>
                </a:lnTo>
                <a:lnTo>
                  <a:pt x="1334388" y="705993"/>
                </a:lnTo>
                <a:lnTo>
                  <a:pt x="1389633" y="662177"/>
                </a:lnTo>
                <a:lnTo>
                  <a:pt x="1441957" y="616965"/>
                </a:lnTo>
                <a:lnTo>
                  <a:pt x="1490979" y="570611"/>
                </a:lnTo>
                <a:lnTo>
                  <a:pt x="1536700" y="522859"/>
                </a:lnTo>
                <a:lnTo>
                  <a:pt x="1578863" y="474218"/>
                </a:lnTo>
                <a:lnTo>
                  <a:pt x="1617344" y="424434"/>
                </a:lnTo>
                <a:lnTo>
                  <a:pt x="1652015" y="373634"/>
                </a:lnTo>
                <a:lnTo>
                  <a:pt x="1682623" y="322199"/>
                </a:lnTo>
                <a:lnTo>
                  <a:pt x="1709038" y="269875"/>
                </a:lnTo>
                <a:lnTo>
                  <a:pt x="1731136" y="217043"/>
                </a:lnTo>
                <a:lnTo>
                  <a:pt x="1748662" y="163575"/>
                </a:lnTo>
                <a:lnTo>
                  <a:pt x="1758116" y="115560"/>
                </a:lnTo>
                <a:lnTo>
                  <a:pt x="1797684" y="119761"/>
                </a:lnTo>
                <a:lnTo>
                  <a:pt x="1761489" y="98425"/>
                </a:lnTo>
                <a:lnTo>
                  <a:pt x="1724152" y="91059"/>
                </a:lnTo>
                <a:lnTo>
                  <a:pt x="1684019" y="107696"/>
                </a:lnTo>
                <a:lnTo>
                  <a:pt x="1720210" y="111537"/>
                </a:lnTo>
                <a:lnTo>
                  <a:pt x="1712467" y="151764"/>
                </a:lnTo>
                <a:lnTo>
                  <a:pt x="1695957" y="202311"/>
                </a:lnTo>
                <a:lnTo>
                  <a:pt x="1675002" y="252730"/>
                </a:lnTo>
                <a:lnTo>
                  <a:pt x="1649856" y="302768"/>
                </a:lnTo>
                <a:lnTo>
                  <a:pt x="1620647" y="352171"/>
                </a:lnTo>
                <a:lnTo>
                  <a:pt x="1587245" y="401065"/>
                </a:lnTo>
                <a:lnTo>
                  <a:pt x="1550034" y="449199"/>
                </a:lnTo>
                <a:lnTo>
                  <a:pt x="1509140" y="496570"/>
                </a:lnTo>
                <a:lnTo>
                  <a:pt x="1464690" y="542925"/>
                </a:lnTo>
                <a:lnTo>
                  <a:pt x="1416938" y="588137"/>
                </a:lnTo>
                <a:lnTo>
                  <a:pt x="1366011" y="632333"/>
                </a:lnTo>
                <a:lnTo>
                  <a:pt x="1311909" y="675132"/>
                </a:lnTo>
                <a:lnTo>
                  <a:pt x="1254886" y="716534"/>
                </a:lnTo>
                <a:lnTo>
                  <a:pt x="1195197" y="756538"/>
                </a:lnTo>
                <a:lnTo>
                  <a:pt x="1132966" y="794893"/>
                </a:lnTo>
                <a:lnTo>
                  <a:pt x="1068324" y="831469"/>
                </a:lnTo>
                <a:lnTo>
                  <a:pt x="1001394" y="866139"/>
                </a:lnTo>
                <a:lnTo>
                  <a:pt x="932433" y="899033"/>
                </a:lnTo>
                <a:lnTo>
                  <a:pt x="861440" y="929894"/>
                </a:lnTo>
                <a:lnTo>
                  <a:pt x="788669" y="958596"/>
                </a:lnTo>
                <a:lnTo>
                  <a:pt x="714501" y="985012"/>
                </a:lnTo>
                <a:lnTo>
                  <a:pt x="638682" y="1009014"/>
                </a:lnTo>
                <a:lnTo>
                  <a:pt x="561720" y="1030732"/>
                </a:lnTo>
                <a:lnTo>
                  <a:pt x="483615" y="1049782"/>
                </a:lnTo>
                <a:lnTo>
                  <a:pt x="404494" y="1066165"/>
                </a:lnTo>
                <a:lnTo>
                  <a:pt x="324738" y="1079881"/>
                </a:lnTo>
                <a:lnTo>
                  <a:pt x="244220" y="1090676"/>
                </a:lnTo>
                <a:lnTo>
                  <a:pt x="163322" y="1098550"/>
                </a:lnTo>
                <a:lnTo>
                  <a:pt x="82041" y="1103376"/>
                </a:lnTo>
                <a:lnTo>
                  <a:pt x="0" y="1104900"/>
                </a:lnTo>
                <a:close/>
              </a:path>
              <a:path w="1797684" h="1143000">
                <a:moveTo>
                  <a:pt x="1752853" y="0"/>
                </a:moveTo>
                <a:lnTo>
                  <a:pt x="1684019" y="107696"/>
                </a:lnTo>
                <a:lnTo>
                  <a:pt x="1724152" y="91059"/>
                </a:lnTo>
                <a:lnTo>
                  <a:pt x="1761489" y="98425"/>
                </a:lnTo>
                <a:lnTo>
                  <a:pt x="1797684" y="119761"/>
                </a:lnTo>
                <a:lnTo>
                  <a:pt x="1752853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5698490" y="3260090"/>
            <a:ext cx="1143000" cy="876300"/>
          </a:xfrm>
          <a:custGeom>
            <a:avLst/>
            <a:gdLst/>
            <a:ahLst/>
            <a:cxnLst/>
            <a:rect l="l" t="t" r="r" b="b"/>
            <a:pathLst>
              <a:path w="1143000" h="876300">
                <a:moveTo>
                  <a:pt x="0" y="876300"/>
                </a:moveTo>
                <a:lnTo>
                  <a:pt x="1143000" y="876300"/>
                </a:lnTo>
                <a:lnTo>
                  <a:pt x="1143000" y="0"/>
                </a:lnTo>
                <a:lnTo>
                  <a:pt x="0" y="0"/>
                </a:lnTo>
                <a:lnTo>
                  <a:pt x="0" y="876300"/>
                </a:lnTo>
                <a:close/>
              </a:path>
            </a:pathLst>
          </a:custGeom>
          <a:ln w="38099">
            <a:solidFill>
              <a:srgbClr val="FF33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4860290" y="3639820"/>
            <a:ext cx="819150" cy="114300"/>
          </a:xfrm>
          <a:custGeom>
            <a:avLst/>
            <a:gdLst/>
            <a:ahLst/>
            <a:cxnLst/>
            <a:rect l="l" t="t" r="r" b="b"/>
            <a:pathLst>
              <a:path w="819150" h="114300">
                <a:moveTo>
                  <a:pt x="723900" y="76199"/>
                </a:moveTo>
                <a:lnTo>
                  <a:pt x="704850" y="76199"/>
                </a:lnTo>
                <a:lnTo>
                  <a:pt x="704850" y="114299"/>
                </a:lnTo>
                <a:lnTo>
                  <a:pt x="819150" y="57149"/>
                </a:lnTo>
                <a:lnTo>
                  <a:pt x="723900" y="76199"/>
                </a:lnTo>
                <a:close/>
              </a:path>
              <a:path w="819150" h="114300">
                <a:moveTo>
                  <a:pt x="723900" y="38099"/>
                </a:moveTo>
                <a:lnTo>
                  <a:pt x="704850" y="0"/>
                </a:lnTo>
                <a:lnTo>
                  <a:pt x="704849" y="38100"/>
                </a:lnTo>
                <a:lnTo>
                  <a:pt x="723900" y="38099"/>
                </a:lnTo>
                <a:close/>
              </a:path>
              <a:path w="819150" h="114300">
                <a:moveTo>
                  <a:pt x="0" y="38099"/>
                </a:moveTo>
                <a:lnTo>
                  <a:pt x="0" y="76199"/>
                </a:lnTo>
                <a:lnTo>
                  <a:pt x="723900" y="76199"/>
                </a:lnTo>
                <a:lnTo>
                  <a:pt x="819150" y="57149"/>
                </a:lnTo>
                <a:lnTo>
                  <a:pt x="704850" y="0"/>
                </a:lnTo>
                <a:lnTo>
                  <a:pt x="723900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8268970" y="194437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304800"/>
                </a:moveTo>
                <a:lnTo>
                  <a:pt x="1136" y="279809"/>
                </a:lnTo>
                <a:lnTo>
                  <a:pt x="4488" y="255374"/>
                </a:lnTo>
                <a:lnTo>
                  <a:pt x="9966" y="231572"/>
                </a:lnTo>
                <a:lnTo>
                  <a:pt x="17483" y="208483"/>
                </a:lnTo>
                <a:lnTo>
                  <a:pt x="26949" y="186183"/>
                </a:lnTo>
                <a:lnTo>
                  <a:pt x="38277" y="164753"/>
                </a:lnTo>
                <a:lnTo>
                  <a:pt x="51379" y="144271"/>
                </a:lnTo>
                <a:lnTo>
                  <a:pt x="66165" y="124815"/>
                </a:lnTo>
                <a:lnTo>
                  <a:pt x="82549" y="106464"/>
                </a:lnTo>
                <a:lnTo>
                  <a:pt x="100441" y="89296"/>
                </a:lnTo>
                <a:lnTo>
                  <a:pt x="119753" y="73391"/>
                </a:lnTo>
                <a:lnTo>
                  <a:pt x="140396" y="58826"/>
                </a:lnTo>
                <a:lnTo>
                  <a:pt x="162284" y="45680"/>
                </a:lnTo>
                <a:lnTo>
                  <a:pt x="185327" y="34032"/>
                </a:lnTo>
                <a:lnTo>
                  <a:pt x="209436" y="23961"/>
                </a:lnTo>
                <a:lnTo>
                  <a:pt x="234525" y="15544"/>
                </a:lnTo>
                <a:lnTo>
                  <a:pt x="260504" y="8861"/>
                </a:lnTo>
                <a:lnTo>
                  <a:pt x="287285" y="3990"/>
                </a:lnTo>
                <a:lnTo>
                  <a:pt x="314779" y="1010"/>
                </a:lnTo>
                <a:lnTo>
                  <a:pt x="342900" y="0"/>
                </a:lnTo>
                <a:lnTo>
                  <a:pt x="371020" y="1010"/>
                </a:lnTo>
                <a:lnTo>
                  <a:pt x="398514" y="3990"/>
                </a:lnTo>
                <a:lnTo>
                  <a:pt x="425295" y="8861"/>
                </a:lnTo>
                <a:lnTo>
                  <a:pt x="451274" y="15544"/>
                </a:lnTo>
                <a:lnTo>
                  <a:pt x="476363" y="23961"/>
                </a:lnTo>
                <a:lnTo>
                  <a:pt x="500472" y="34032"/>
                </a:lnTo>
                <a:lnTo>
                  <a:pt x="523515" y="45680"/>
                </a:lnTo>
                <a:lnTo>
                  <a:pt x="545403" y="58826"/>
                </a:lnTo>
                <a:lnTo>
                  <a:pt x="566046" y="73391"/>
                </a:lnTo>
                <a:lnTo>
                  <a:pt x="585358" y="89296"/>
                </a:lnTo>
                <a:lnTo>
                  <a:pt x="603250" y="106464"/>
                </a:lnTo>
                <a:lnTo>
                  <a:pt x="619634" y="124815"/>
                </a:lnTo>
                <a:lnTo>
                  <a:pt x="634420" y="144271"/>
                </a:lnTo>
                <a:lnTo>
                  <a:pt x="647522" y="164753"/>
                </a:lnTo>
                <a:lnTo>
                  <a:pt x="658850" y="186183"/>
                </a:lnTo>
                <a:lnTo>
                  <a:pt x="668316" y="208483"/>
                </a:lnTo>
                <a:lnTo>
                  <a:pt x="675833" y="231572"/>
                </a:lnTo>
                <a:lnTo>
                  <a:pt x="681311" y="255374"/>
                </a:lnTo>
                <a:lnTo>
                  <a:pt x="684663" y="279809"/>
                </a:lnTo>
                <a:lnTo>
                  <a:pt x="685800" y="304800"/>
                </a:lnTo>
                <a:lnTo>
                  <a:pt x="684663" y="329790"/>
                </a:lnTo>
                <a:lnTo>
                  <a:pt x="681311" y="354225"/>
                </a:lnTo>
                <a:lnTo>
                  <a:pt x="675833" y="378027"/>
                </a:lnTo>
                <a:lnTo>
                  <a:pt x="668316" y="401116"/>
                </a:lnTo>
                <a:lnTo>
                  <a:pt x="658850" y="423416"/>
                </a:lnTo>
                <a:lnTo>
                  <a:pt x="647522" y="444846"/>
                </a:lnTo>
                <a:lnTo>
                  <a:pt x="634420" y="465328"/>
                </a:lnTo>
                <a:lnTo>
                  <a:pt x="619634" y="484784"/>
                </a:lnTo>
                <a:lnTo>
                  <a:pt x="603250" y="503135"/>
                </a:lnTo>
                <a:lnTo>
                  <a:pt x="585358" y="520303"/>
                </a:lnTo>
                <a:lnTo>
                  <a:pt x="566046" y="536208"/>
                </a:lnTo>
                <a:lnTo>
                  <a:pt x="545403" y="550773"/>
                </a:lnTo>
                <a:lnTo>
                  <a:pt x="523515" y="563919"/>
                </a:lnTo>
                <a:lnTo>
                  <a:pt x="500472" y="575567"/>
                </a:lnTo>
                <a:lnTo>
                  <a:pt x="476363" y="585638"/>
                </a:lnTo>
                <a:lnTo>
                  <a:pt x="451274" y="594055"/>
                </a:lnTo>
                <a:lnTo>
                  <a:pt x="425295" y="600738"/>
                </a:lnTo>
                <a:lnTo>
                  <a:pt x="398514" y="605609"/>
                </a:lnTo>
                <a:lnTo>
                  <a:pt x="371020" y="608589"/>
                </a:lnTo>
                <a:lnTo>
                  <a:pt x="342900" y="609600"/>
                </a:lnTo>
                <a:lnTo>
                  <a:pt x="314779" y="608589"/>
                </a:lnTo>
                <a:lnTo>
                  <a:pt x="287285" y="605609"/>
                </a:lnTo>
                <a:lnTo>
                  <a:pt x="260504" y="600738"/>
                </a:lnTo>
                <a:lnTo>
                  <a:pt x="234525" y="594055"/>
                </a:lnTo>
                <a:lnTo>
                  <a:pt x="209436" y="585638"/>
                </a:lnTo>
                <a:lnTo>
                  <a:pt x="185327" y="575567"/>
                </a:lnTo>
                <a:lnTo>
                  <a:pt x="162284" y="563919"/>
                </a:lnTo>
                <a:lnTo>
                  <a:pt x="140396" y="550773"/>
                </a:lnTo>
                <a:lnTo>
                  <a:pt x="119753" y="536208"/>
                </a:lnTo>
                <a:lnTo>
                  <a:pt x="100441" y="520303"/>
                </a:lnTo>
                <a:lnTo>
                  <a:pt x="82549" y="503135"/>
                </a:lnTo>
                <a:lnTo>
                  <a:pt x="66165" y="484784"/>
                </a:lnTo>
                <a:lnTo>
                  <a:pt x="51379" y="465328"/>
                </a:lnTo>
                <a:lnTo>
                  <a:pt x="38277" y="444846"/>
                </a:lnTo>
                <a:lnTo>
                  <a:pt x="26949" y="423416"/>
                </a:lnTo>
                <a:lnTo>
                  <a:pt x="17483" y="401116"/>
                </a:lnTo>
                <a:lnTo>
                  <a:pt x="9966" y="378027"/>
                </a:lnTo>
                <a:lnTo>
                  <a:pt x="4488" y="354225"/>
                </a:lnTo>
                <a:lnTo>
                  <a:pt x="1136" y="329790"/>
                </a:lnTo>
                <a:lnTo>
                  <a:pt x="0" y="304800"/>
                </a:lnTo>
                <a:close/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40" y="85498"/>
            <a:ext cx="35950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762" y="85498"/>
            <a:ext cx="5619729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r>
              <a:rPr dirty="0" smtClean="0" sz="2400" spc="-1" b="1">
                <a:latin typeface="Arial"/>
                <a:cs typeface="Arial"/>
              </a:rPr>
              <a:t>tro</a:t>
            </a:r>
            <a:r>
              <a:rPr dirty="0" smtClean="0" sz="2400" spc="-1" b="1">
                <a:latin typeface="Arial"/>
                <a:cs typeface="Arial"/>
              </a:rPr>
              <a:t>d</a:t>
            </a:r>
            <a:r>
              <a:rPr dirty="0" smtClean="0" sz="2400" spc="-1" b="1">
                <a:latin typeface="Arial"/>
                <a:cs typeface="Arial"/>
              </a:rPr>
              <a:t>u</a:t>
            </a:r>
            <a:r>
              <a:rPr dirty="0" smtClean="0" sz="2400" spc="-1" b="1">
                <a:latin typeface="Arial"/>
                <a:cs typeface="Arial"/>
              </a:rPr>
              <a:t>cti</a:t>
            </a:r>
            <a:r>
              <a:rPr dirty="0" smtClean="0" sz="2400" spc="-1" b="1">
                <a:latin typeface="Arial"/>
                <a:cs typeface="Arial"/>
              </a:rPr>
              <a:t>o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to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Di</a:t>
            </a:r>
            <a:r>
              <a:rPr dirty="0" smtClean="0" sz="2400" spc="-1" b="1">
                <a:latin typeface="Arial"/>
                <a:cs typeface="Arial"/>
              </a:rPr>
              <a:t>g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tal</a:t>
            </a:r>
            <a:r>
              <a:rPr dirty="0" smtClean="0" sz="2400" spc="-1" b="1">
                <a:latin typeface="Arial"/>
                <a:cs typeface="Arial"/>
              </a:rPr>
              <a:t> </a:t>
            </a:r>
            <a:r>
              <a:rPr dirty="0" smtClean="0" sz="2400" spc="-1" b="1">
                <a:latin typeface="Arial"/>
                <a:cs typeface="Arial"/>
              </a:rPr>
              <a:t>Commu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c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t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o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6022" y="2159058"/>
            <a:ext cx="79527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S</a:t>
            </a:r>
            <a:r>
              <a:rPr dirty="0" smtClean="0" sz="1400" spc="4" b="1">
                <a:latin typeface="Times New Roman"/>
                <a:cs typeface="Times New Roman"/>
              </a:rPr>
              <a:t>O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6940" y="2159058"/>
            <a:ext cx="795274" cy="41668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S</a:t>
            </a:r>
            <a:r>
              <a:rPr dirty="0" smtClean="0" sz="1400" spc="4" b="1">
                <a:latin typeface="Times New Roman"/>
                <a:cs typeface="Times New Roman"/>
              </a:rPr>
              <a:t>O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20320" marR="3225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C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D</a:t>
            </a:r>
            <a:r>
              <a:rPr dirty="0" smtClean="0" sz="1400" spc="2" b="1">
                <a:latin typeface="Times New Roman"/>
                <a:cs typeface="Times New Roman"/>
              </a:rPr>
              <a:t>I</a:t>
            </a:r>
            <a:r>
              <a:rPr dirty="0" smtClean="0" sz="1400" spc="2" b="1">
                <a:latin typeface="Times New Roman"/>
                <a:cs typeface="Times New Roman"/>
              </a:rPr>
              <a:t>N</a:t>
            </a:r>
            <a:r>
              <a:rPr dirty="0" smtClean="0" sz="1400" spc="2" b="1"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0461" y="2159058"/>
            <a:ext cx="931291" cy="41668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algn="ctr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H</a:t>
            </a:r>
            <a:r>
              <a:rPr dirty="0" smtClean="0" sz="1400" spc="4" b="1">
                <a:latin typeface="Times New Roman"/>
                <a:cs typeface="Times New Roman"/>
              </a:rPr>
              <a:t>A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  <a:p>
            <a:pPr marL="67944" marR="78917" algn="ctr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C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D</a:t>
            </a:r>
            <a:r>
              <a:rPr dirty="0" smtClean="0" sz="1400" spc="2" b="1">
                <a:latin typeface="Times New Roman"/>
                <a:cs typeface="Times New Roman"/>
              </a:rPr>
              <a:t>I</a:t>
            </a:r>
            <a:r>
              <a:rPr dirty="0" smtClean="0" sz="1400" spc="2" b="1">
                <a:latin typeface="Times New Roman"/>
                <a:cs typeface="Times New Roman"/>
              </a:rPr>
              <a:t>N</a:t>
            </a:r>
            <a:r>
              <a:rPr dirty="0" smtClean="0" sz="1400" spc="2" b="1"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5615" y="2159058"/>
            <a:ext cx="26113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Tx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0915" y="2159058"/>
            <a:ext cx="944626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H</a:t>
            </a:r>
            <a:r>
              <a:rPr dirty="0" smtClean="0" sz="1400" spc="4" b="1">
                <a:latin typeface="Times New Roman"/>
                <a:cs typeface="Times New Roman"/>
              </a:rPr>
              <a:t>A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81116" y="2159058"/>
            <a:ext cx="271678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9" b="1">
                <a:latin typeface="Times New Roman"/>
                <a:cs typeface="Times New Roman"/>
              </a:rPr>
              <a:t>Rx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5296" y="2159058"/>
            <a:ext cx="931290" cy="41668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algn="ctr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H</a:t>
            </a:r>
            <a:r>
              <a:rPr dirty="0" smtClean="0" sz="1400" spc="4" b="1">
                <a:latin typeface="Times New Roman"/>
                <a:cs typeface="Times New Roman"/>
              </a:rPr>
              <a:t>A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  <a:p>
            <a:pPr marL="80645" marR="96088" algn="ctr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DE</a:t>
            </a:r>
            <a:r>
              <a:rPr dirty="0" smtClean="0" sz="1400" spc="2" b="1">
                <a:latin typeface="Times New Roman"/>
                <a:cs typeface="Times New Roman"/>
              </a:rPr>
              <a:t>-</a:t>
            </a:r>
            <a:r>
              <a:rPr dirty="0" smtClean="0" sz="1400" spc="2" b="1">
                <a:latin typeface="Times New Roman"/>
                <a:cs typeface="Times New Roman"/>
              </a:rPr>
              <a:t>C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46009" y="2159058"/>
            <a:ext cx="795273" cy="41668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S</a:t>
            </a:r>
            <a:r>
              <a:rPr dirty="0" smtClean="0" sz="1400" spc="4" b="1">
                <a:latin typeface="Times New Roman"/>
                <a:cs typeface="Times New Roman"/>
              </a:rPr>
              <a:t>O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33020" marR="26670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D</a:t>
            </a:r>
            <a:r>
              <a:rPr dirty="0" smtClean="0" sz="1400" spc="2" b="1">
                <a:latin typeface="Times New Roman"/>
                <a:cs typeface="Times New Roman"/>
              </a:rPr>
              <a:t>E</a:t>
            </a:r>
            <a:r>
              <a:rPr dirty="0" smtClean="0" sz="1400" spc="2" b="1">
                <a:latin typeface="Times New Roman"/>
                <a:cs typeface="Times New Roman"/>
              </a:rPr>
              <a:t>-</a:t>
            </a:r>
            <a:r>
              <a:rPr dirty="0" smtClean="0" sz="1400" spc="2" b="1">
                <a:latin typeface="Times New Roman"/>
                <a:cs typeface="Times New Roman"/>
              </a:rPr>
              <a:t>C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1431" y="2159058"/>
            <a:ext cx="48732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1" b="1">
                <a:latin typeface="Times New Roman"/>
                <a:cs typeface="Times New Roman"/>
              </a:rPr>
              <a:t>SI</a:t>
            </a:r>
            <a:r>
              <a:rPr dirty="0" smtClean="0" sz="1400" spc="1" b="1">
                <a:latin typeface="Times New Roman"/>
                <a:cs typeface="Times New Roman"/>
              </a:rPr>
              <a:t>N</a:t>
            </a:r>
            <a:r>
              <a:rPr dirty="0" smtClean="0" sz="1400" spc="1" b="1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7316" y="3639267"/>
            <a:ext cx="668528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lay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53880" y="6472848"/>
            <a:ext cx="33813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98490" y="3260090"/>
            <a:ext cx="1143000" cy="876300"/>
          </a:xfrm>
          <a:prstGeom prst="rect">
            <a:avLst/>
          </a:prstGeom>
        </p:spPr>
        <p:txBody>
          <a:bodyPr wrap="square" lIns="0" tIns="53975" rIns="0" bIns="0" rtlCol="0">
            <a:noAutofit/>
          </a:bodyPr>
          <a:lstStyle/>
          <a:p>
            <a:pPr marL="192786">
              <a:lnSpc>
                <a:spcPct val="95825"/>
              </a:lnSpc>
            </a:pPr>
            <a:r>
              <a:rPr dirty="0" smtClean="0" sz="2000" spc="0">
                <a:latin typeface="Times New Roman"/>
                <a:cs typeface="Times New Roman"/>
              </a:rPr>
              <a:t>Qu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ty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630170" y="3049270"/>
            <a:ext cx="2209800" cy="1295399"/>
          </a:xfrm>
          <a:prstGeom prst="rect">
            <a:avLst/>
          </a:prstGeom>
        </p:spPr>
        <p:txBody>
          <a:bodyPr wrap="square" lIns="0" tIns="55244" rIns="0" bIns="0" rtlCol="0">
            <a:noAutofit/>
          </a:bodyPr>
          <a:lstStyle/>
          <a:p>
            <a:pPr marL="91440">
              <a:lnSpc>
                <a:spcPct val="95825"/>
              </a:lnSpc>
            </a:pPr>
            <a:r>
              <a:rPr dirty="0" smtClean="0" sz="1500" spc="7">
                <a:solidFill>
                  <a:srgbClr val="808080"/>
                </a:solidFill>
                <a:latin typeface="Times New Roman"/>
                <a:cs typeface="Times New Roman"/>
              </a:rPr>
              <a:t>-</a:t>
            </a:r>
            <a:r>
              <a:rPr dirty="0" smtClean="0" sz="1500" spc="7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Human</a:t>
            </a:r>
            <a:r>
              <a:rPr dirty="0" smtClean="0" sz="2000" spc="7">
                <a:latin typeface="Times New Roman"/>
                <a:cs typeface="Times New Roman"/>
              </a:rPr>
              <a:t> </a:t>
            </a:r>
            <a:r>
              <a:rPr dirty="0" smtClean="0" sz="2000" spc="7">
                <a:latin typeface="Times New Roman"/>
                <a:cs typeface="Times New Roman"/>
              </a:rPr>
              <a:t>Spe</a:t>
            </a:r>
            <a:r>
              <a:rPr dirty="0" smtClean="0" sz="2000" spc="7">
                <a:latin typeface="Times New Roman"/>
                <a:cs typeface="Times New Roman"/>
              </a:rPr>
              <a:t>e</a:t>
            </a:r>
            <a:r>
              <a:rPr dirty="0" smtClean="0" sz="2000" spc="7">
                <a:latin typeface="Times New Roman"/>
                <a:cs typeface="Times New Roman"/>
              </a:rPr>
              <a:t>c</a:t>
            </a:r>
            <a:r>
              <a:rPr dirty="0" smtClean="0" sz="2000" spc="7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  <a:spcBef>
                <a:spcPts val="580"/>
              </a:spcBef>
            </a:pPr>
            <a:r>
              <a:rPr dirty="0" smtClean="0" sz="1500" spc="6">
                <a:solidFill>
                  <a:srgbClr val="808080"/>
                </a:solidFill>
                <a:latin typeface="Times New Roman"/>
                <a:cs typeface="Times New Roman"/>
              </a:rPr>
              <a:t>-</a:t>
            </a:r>
            <a:r>
              <a:rPr dirty="0" smtClean="0" sz="1500" spc="6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dirty="0" smtClean="0" sz="2000" spc="6">
                <a:latin typeface="Times New Roman"/>
                <a:cs typeface="Times New Roman"/>
              </a:rPr>
              <a:t>Hi</a:t>
            </a:r>
            <a:r>
              <a:rPr dirty="0" smtClean="0" sz="2000" spc="6">
                <a:latin typeface="Times New Roman"/>
                <a:cs typeface="Times New Roman"/>
              </a:rPr>
              <a:t>F</a:t>
            </a:r>
            <a:r>
              <a:rPr dirty="0" smtClean="0" sz="2000" spc="6">
                <a:latin typeface="Times New Roman"/>
                <a:cs typeface="Times New Roman"/>
              </a:rPr>
              <a:t>i</a:t>
            </a:r>
            <a:r>
              <a:rPr dirty="0" smtClean="0" sz="2000" spc="6">
                <a:latin typeface="Times New Roman"/>
                <a:cs typeface="Times New Roman"/>
              </a:rPr>
              <a:t> </a:t>
            </a:r>
            <a:r>
              <a:rPr dirty="0" smtClean="0" sz="2000" spc="6">
                <a:latin typeface="Times New Roman"/>
                <a:cs typeface="Times New Roman"/>
              </a:rPr>
              <a:t>/</a:t>
            </a:r>
            <a:r>
              <a:rPr dirty="0" smtClean="0" sz="2000" spc="6">
                <a:latin typeface="Times New Roman"/>
                <a:cs typeface="Times New Roman"/>
              </a:rPr>
              <a:t> </a:t>
            </a:r>
            <a:r>
              <a:rPr dirty="0" smtClean="0" sz="2000" spc="6">
                <a:latin typeface="Times New Roman"/>
                <a:cs typeface="Times New Roman"/>
              </a:rPr>
              <a:t>TV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  <a:spcBef>
                <a:spcPts val="583"/>
              </a:spcBef>
            </a:pPr>
            <a:r>
              <a:rPr dirty="0" smtClean="0" sz="1500" spc="19">
                <a:solidFill>
                  <a:srgbClr val="808080"/>
                </a:solidFill>
                <a:latin typeface="Times New Roman"/>
                <a:cs typeface="Times New Roman"/>
              </a:rPr>
              <a:t>-</a:t>
            </a:r>
            <a:r>
              <a:rPr dirty="0" smtClean="0" sz="1500" spc="19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dirty="0" smtClean="0" sz="2000" spc="19">
                <a:latin typeface="Times New Roman"/>
                <a:cs typeface="Times New Roman"/>
              </a:rPr>
              <a:t>D</a:t>
            </a:r>
            <a:r>
              <a:rPr dirty="0" smtClean="0" sz="2000" spc="19">
                <a:latin typeface="Times New Roman"/>
                <a:cs typeface="Times New Roman"/>
              </a:rPr>
              <a:t>a</a:t>
            </a:r>
            <a:r>
              <a:rPr dirty="0" smtClean="0" sz="2000" spc="19">
                <a:latin typeface="Times New Roman"/>
                <a:cs typeface="Times New Roman"/>
              </a:rPr>
              <a:t>ta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4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2667000" y="3571240"/>
            <a:ext cx="1905000" cy="406400"/>
          </a:xfrm>
          <a:custGeom>
            <a:avLst/>
            <a:gdLst/>
            <a:ahLst/>
            <a:cxnLst/>
            <a:rect l="l" t="t" r="r" b="b"/>
            <a:pathLst>
              <a:path w="1905000" h="406400">
                <a:moveTo>
                  <a:pt x="0" y="406400"/>
                </a:moveTo>
                <a:lnTo>
                  <a:pt x="1905000" y="406400"/>
                </a:lnTo>
                <a:lnTo>
                  <a:pt x="1905000" y="0"/>
                </a:lnTo>
                <a:lnTo>
                  <a:pt x="0" y="0"/>
                </a:lnTo>
                <a:lnTo>
                  <a:pt x="0" y="4064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1600200" y="3571240"/>
            <a:ext cx="1066800" cy="391160"/>
          </a:xfrm>
          <a:custGeom>
            <a:avLst/>
            <a:gdLst/>
            <a:ahLst/>
            <a:cxnLst/>
            <a:rect l="l" t="t" r="r" b="b"/>
            <a:pathLst>
              <a:path w="1066800" h="391160">
                <a:moveTo>
                  <a:pt x="799719" y="293370"/>
                </a:moveTo>
                <a:lnTo>
                  <a:pt x="799719" y="391160"/>
                </a:lnTo>
                <a:lnTo>
                  <a:pt x="1066800" y="195580"/>
                </a:lnTo>
                <a:lnTo>
                  <a:pt x="799719" y="0"/>
                </a:lnTo>
                <a:lnTo>
                  <a:pt x="799719" y="97790"/>
                </a:lnTo>
                <a:lnTo>
                  <a:pt x="0" y="97790"/>
                </a:lnTo>
                <a:lnTo>
                  <a:pt x="0" y="293370"/>
                </a:lnTo>
                <a:lnTo>
                  <a:pt x="799719" y="29337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1600200" y="3571240"/>
            <a:ext cx="1066800" cy="391160"/>
          </a:xfrm>
          <a:custGeom>
            <a:avLst/>
            <a:gdLst/>
            <a:ahLst/>
            <a:cxnLst/>
            <a:rect l="l" t="t" r="r" b="b"/>
            <a:pathLst>
              <a:path w="1066800" h="391160">
                <a:moveTo>
                  <a:pt x="0" y="97790"/>
                </a:moveTo>
                <a:lnTo>
                  <a:pt x="799719" y="97790"/>
                </a:lnTo>
                <a:lnTo>
                  <a:pt x="799719" y="0"/>
                </a:lnTo>
                <a:lnTo>
                  <a:pt x="1066800" y="195580"/>
                </a:lnTo>
                <a:lnTo>
                  <a:pt x="799719" y="391160"/>
                </a:lnTo>
                <a:lnTo>
                  <a:pt x="799719" y="293370"/>
                </a:lnTo>
                <a:lnTo>
                  <a:pt x="0" y="293370"/>
                </a:lnTo>
                <a:lnTo>
                  <a:pt x="0" y="9779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7543800" y="4419600"/>
            <a:ext cx="1295400" cy="406400"/>
          </a:xfrm>
          <a:custGeom>
            <a:avLst/>
            <a:gdLst/>
            <a:ahLst/>
            <a:cxnLst/>
            <a:rect l="l" t="t" r="r" b="b"/>
            <a:pathLst>
              <a:path w="1295400" h="406400">
                <a:moveTo>
                  <a:pt x="0" y="406400"/>
                </a:moveTo>
                <a:lnTo>
                  <a:pt x="1295400" y="406400"/>
                </a:lnTo>
                <a:lnTo>
                  <a:pt x="1295400" y="0"/>
                </a:lnTo>
                <a:lnTo>
                  <a:pt x="0" y="0"/>
                </a:lnTo>
                <a:lnTo>
                  <a:pt x="0" y="4064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5715000" y="3375660"/>
            <a:ext cx="1447800" cy="739139"/>
          </a:xfrm>
          <a:custGeom>
            <a:avLst/>
            <a:gdLst/>
            <a:ahLst/>
            <a:cxnLst/>
            <a:rect l="l" t="t" r="r" b="b"/>
            <a:pathLst>
              <a:path w="1447800" h="739139">
                <a:moveTo>
                  <a:pt x="0" y="739139"/>
                </a:moveTo>
                <a:lnTo>
                  <a:pt x="1447800" y="739139"/>
                </a:lnTo>
                <a:lnTo>
                  <a:pt x="1447800" y="0"/>
                </a:lnTo>
                <a:lnTo>
                  <a:pt x="0" y="0"/>
                </a:lnTo>
                <a:lnTo>
                  <a:pt x="0" y="739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4648200" y="3581400"/>
            <a:ext cx="1066800" cy="467360"/>
          </a:xfrm>
          <a:custGeom>
            <a:avLst/>
            <a:gdLst/>
            <a:ahLst/>
            <a:cxnLst/>
            <a:rect l="l" t="t" r="r" b="b"/>
            <a:pathLst>
              <a:path w="1066800" h="467360">
                <a:moveTo>
                  <a:pt x="799719" y="350519"/>
                </a:moveTo>
                <a:lnTo>
                  <a:pt x="799719" y="467360"/>
                </a:lnTo>
                <a:lnTo>
                  <a:pt x="1066800" y="233680"/>
                </a:lnTo>
                <a:lnTo>
                  <a:pt x="799719" y="0"/>
                </a:lnTo>
                <a:lnTo>
                  <a:pt x="799719" y="116839"/>
                </a:lnTo>
                <a:lnTo>
                  <a:pt x="0" y="116839"/>
                </a:lnTo>
                <a:lnTo>
                  <a:pt x="0" y="350519"/>
                </a:lnTo>
                <a:lnTo>
                  <a:pt x="799719" y="350519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4648200" y="3581400"/>
            <a:ext cx="1066800" cy="467360"/>
          </a:xfrm>
          <a:custGeom>
            <a:avLst/>
            <a:gdLst/>
            <a:ahLst/>
            <a:cxnLst/>
            <a:rect l="l" t="t" r="r" b="b"/>
            <a:pathLst>
              <a:path w="1066800" h="467360">
                <a:moveTo>
                  <a:pt x="0" y="116839"/>
                </a:moveTo>
                <a:lnTo>
                  <a:pt x="799719" y="116839"/>
                </a:lnTo>
                <a:lnTo>
                  <a:pt x="799719" y="0"/>
                </a:lnTo>
                <a:lnTo>
                  <a:pt x="1066800" y="233680"/>
                </a:lnTo>
                <a:lnTo>
                  <a:pt x="799719" y="467360"/>
                </a:lnTo>
                <a:lnTo>
                  <a:pt x="799719" y="350519"/>
                </a:lnTo>
                <a:lnTo>
                  <a:pt x="0" y="350519"/>
                </a:lnTo>
                <a:lnTo>
                  <a:pt x="0" y="116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5638800" y="5613400"/>
            <a:ext cx="1295400" cy="711200"/>
          </a:xfrm>
          <a:custGeom>
            <a:avLst/>
            <a:gdLst/>
            <a:ahLst/>
            <a:cxnLst/>
            <a:rect l="l" t="t" r="r" b="b"/>
            <a:pathLst>
              <a:path w="1295400" h="711200">
                <a:moveTo>
                  <a:pt x="0" y="711200"/>
                </a:moveTo>
                <a:lnTo>
                  <a:pt x="1295400" y="711200"/>
                </a:lnTo>
                <a:lnTo>
                  <a:pt x="12954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514600" y="5791200"/>
            <a:ext cx="1905000" cy="406400"/>
          </a:xfrm>
          <a:custGeom>
            <a:avLst/>
            <a:gdLst/>
            <a:ahLst/>
            <a:cxnLst/>
            <a:rect l="l" t="t" r="r" b="b"/>
            <a:pathLst>
              <a:path w="1905000" h="406400">
                <a:moveTo>
                  <a:pt x="0" y="406400"/>
                </a:moveTo>
                <a:lnTo>
                  <a:pt x="1905000" y="406400"/>
                </a:lnTo>
                <a:lnTo>
                  <a:pt x="1905000" y="0"/>
                </a:lnTo>
                <a:lnTo>
                  <a:pt x="0" y="0"/>
                </a:lnTo>
                <a:lnTo>
                  <a:pt x="0" y="4064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7239000" y="3647440"/>
            <a:ext cx="1066800" cy="695960"/>
          </a:xfrm>
          <a:custGeom>
            <a:avLst/>
            <a:gdLst/>
            <a:ahLst/>
            <a:cxnLst/>
            <a:rect l="l" t="t" r="r" b="b"/>
            <a:pathLst>
              <a:path w="1066800" h="695960">
                <a:moveTo>
                  <a:pt x="466344" y="208534"/>
                </a:moveTo>
                <a:lnTo>
                  <a:pt x="478823" y="209247"/>
                </a:lnTo>
                <a:lnTo>
                  <a:pt x="491005" y="211349"/>
                </a:lnTo>
                <a:lnTo>
                  <a:pt x="502848" y="214781"/>
                </a:lnTo>
                <a:lnTo>
                  <a:pt x="514306" y="219483"/>
                </a:lnTo>
                <a:lnTo>
                  <a:pt x="525336" y="225397"/>
                </a:lnTo>
                <a:lnTo>
                  <a:pt x="535893" y="232464"/>
                </a:lnTo>
                <a:lnTo>
                  <a:pt x="545933" y="240625"/>
                </a:lnTo>
                <a:lnTo>
                  <a:pt x="555413" y="249821"/>
                </a:lnTo>
                <a:lnTo>
                  <a:pt x="564289" y="259993"/>
                </a:lnTo>
                <a:lnTo>
                  <a:pt x="572516" y="271082"/>
                </a:lnTo>
                <a:lnTo>
                  <a:pt x="580050" y="283030"/>
                </a:lnTo>
                <a:lnTo>
                  <a:pt x="586847" y="295778"/>
                </a:lnTo>
                <a:lnTo>
                  <a:pt x="592864" y="309266"/>
                </a:lnTo>
                <a:lnTo>
                  <a:pt x="598055" y="323436"/>
                </a:lnTo>
                <a:lnTo>
                  <a:pt x="602378" y="338229"/>
                </a:lnTo>
                <a:lnTo>
                  <a:pt x="605788" y="353586"/>
                </a:lnTo>
                <a:lnTo>
                  <a:pt x="608241" y="369448"/>
                </a:lnTo>
                <a:lnTo>
                  <a:pt x="609693" y="385757"/>
                </a:lnTo>
                <a:lnTo>
                  <a:pt x="610107" y="400431"/>
                </a:lnTo>
                <a:lnTo>
                  <a:pt x="610107" y="487426"/>
                </a:lnTo>
                <a:lnTo>
                  <a:pt x="466344" y="487426"/>
                </a:lnTo>
                <a:lnTo>
                  <a:pt x="766572" y="695960"/>
                </a:lnTo>
                <a:lnTo>
                  <a:pt x="1066800" y="487426"/>
                </a:lnTo>
                <a:lnTo>
                  <a:pt x="923035" y="487426"/>
                </a:lnTo>
                <a:lnTo>
                  <a:pt x="923035" y="400431"/>
                </a:lnTo>
                <a:lnTo>
                  <a:pt x="921522" y="367595"/>
                </a:lnTo>
                <a:lnTo>
                  <a:pt x="917058" y="335489"/>
                </a:lnTo>
                <a:lnTo>
                  <a:pt x="909763" y="304217"/>
                </a:lnTo>
                <a:lnTo>
                  <a:pt x="899753" y="273881"/>
                </a:lnTo>
                <a:lnTo>
                  <a:pt x="887146" y="244584"/>
                </a:lnTo>
                <a:lnTo>
                  <a:pt x="872060" y="216429"/>
                </a:lnTo>
                <a:lnTo>
                  <a:pt x="854612" y="189520"/>
                </a:lnTo>
                <a:lnTo>
                  <a:pt x="834920" y="163961"/>
                </a:lnTo>
                <a:lnTo>
                  <a:pt x="813101" y="139853"/>
                </a:lnTo>
                <a:lnTo>
                  <a:pt x="789273" y="117300"/>
                </a:lnTo>
                <a:lnTo>
                  <a:pt x="763553" y="96405"/>
                </a:lnTo>
                <a:lnTo>
                  <a:pt x="736059" y="77272"/>
                </a:lnTo>
                <a:lnTo>
                  <a:pt x="706908" y="60004"/>
                </a:lnTo>
                <a:lnTo>
                  <a:pt x="676219" y="44703"/>
                </a:lnTo>
                <a:lnTo>
                  <a:pt x="644108" y="31474"/>
                </a:lnTo>
                <a:lnTo>
                  <a:pt x="610693" y="20418"/>
                </a:lnTo>
                <a:lnTo>
                  <a:pt x="576091" y="11640"/>
                </a:lnTo>
                <a:lnTo>
                  <a:pt x="540421" y="5242"/>
                </a:lnTo>
                <a:lnTo>
                  <a:pt x="503799" y="1327"/>
                </a:lnTo>
                <a:lnTo>
                  <a:pt x="466344" y="0"/>
                </a:lnTo>
                <a:lnTo>
                  <a:pt x="0" y="0"/>
                </a:lnTo>
                <a:lnTo>
                  <a:pt x="0" y="208534"/>
                </a:lnTo>
                <a:lnTo>
                  <a:pt x="466344" y="208534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7239000" y="3647440"/>
            <a:ext cx="1066800" cy="695960"/>
          </a:xfrm>
          <a:custGeom>
            <a:avLst/>
            <a:gdLst/>
            <a:ahLst/>
            <a:cxnLst/>
            <a:rect l="l" t="t" r="r" b="b"/>
            <a:pathLst>
              <a:path w="1066800" h="695960">
                <a:moveTo>
                  <a:pt x="766572" y="695960"/>
                </a:moveTo>
                <a:lnTo>
                  <a:pt x="1066800" y="487426"/>
                </a:lnTo>
                <a:lnTo>
                  <a:pt x="923035" y="487426"/>
                </a:lnTo>
                <a:lnTo>
                  <a:pt x="923035" y="400431"/>
                </a:lnTo>
                <a:lnTo>
                  <a:pt x="921522" y="367595"/>
                </a:lnTo>
                <a:lnTo>
                  <a:pt x="917058" y="335489"/>
                </a:lnTo>
                <a:lnTo>
                  <a:pt x="909763" y="304217"/>
                </a:lnTo>
                <a:lnTo>
                  <a:pt x="899753" y="273881"/>
                </a:lnTo>
                <a:lnTo>
                  <a:pt x="887146" y="244584"/>
                </a:lnTo>
                <a:lnTo>
                  <a:pt x="872060" y="216429"/>
                </a:lnTo>
                <a:lnTo>
                  <a:pt x="854612" y="189520"/>
                </a:lnTo>
                <a:lnTo>
                  <a:pt x="834920" y="163961"/>
                </a:lnTo>
                <a:lnTo>
                  <a:pt x="813101" y="139853"/>
                </a:lnTo>
                <a:lnTo>
                  <a:pt x="789273" y="117300"/>
                </a:lnTo>
                <a:lnTo>
                  <a:pt x="763553" y="96405"/>
                </a:lnTo>
                <a:lnTo>
                  <a:pt x="736059" y="77272"/>
                </a:lnTo>
                <a:lnTo>
                  <a:pt x="706908" y="60004"/>
                </a:lnTo>
                <a:lnTo>
                  <a:pt x="676219" y="44703"/>
                </a:lnTo>
                <a:lnTo>
                  <a:pt x="644108" y="31474"/>
                </a:lnTo>
                <a:lnTo>
                  <a:pt x="610693" y="20418"/>
                </a:lnTo>
                <a:lnTo>
                  <a:pt x="576091" y="11640"/>
                </a:lnTo>
                <a:lnTo>
                  <a:pt x="540421" y="5242"/>
                </a:lnTo>
                <a:lnTo>
                  <a:pt x="503799" y="1327"/>
                </a:lnTo>
                <a:lnTo>
                  <a:pt x="466344" y="0"/>
                </a:lnTo>
                <a:lnTo>
                  <a:pt x="0" y="0"/>
                </a:lnTo>
                <a:lnTo>
                  <a:pt x="0" y="208534"/>
                </a:lnTo>
                <a:lnTo>
                  <a:pt x="466344" y="208534"/>
                </a:lnTo>
                <a:lnTo>
                  <a:pt x="478823" y="209247"/>
                </a:lnTo>
                <a:lnTo>
                  <a:pt x="491005" y="211349"/>
                </a:lnTo>
                <a:lnTo>
                  <a:pt x="502848" y="214781"/>
                </a:lnTo>
                <a:lnTo>
                  <a:pt x="514306" y="219483"/>
                </a:lnTo>
                <a:lnTo>
                  <a:pt x="525336" y="225397"/>
                </a:lnTo>
                <a:lnTo>
                  <a:pt x="535893" y="232464"/>
                </a:lnTo>
                <a:lnTo>
                  <a:pt x="545933" y="240625"/>
                </a:lnTo>
                <a:lnTo>
                  <a:pt x="555413" y="249821"/>
                </a:lnTo>
                <a:lnTo>
                  <a:pt x="564289" y="259993"/>
                </a:lnTo>
                <a:lnTo>
                  <a:pt x="572516" y="271082"/>
                </a:lnTo>
                <a:lnTo>
                  <a:pt x="580050" y="283030"/>
                </a:lnTo>
                <a:lnTo>
                  <a:pt x="586847" y="295778"/>
                </a:lnTo>
                <a:lnTo>
                  <a:pt x="592864" y="309266"/>
                </a:lnTo>
                <a:lnTo>
                  <a:pt x="598055" y="323436"/>
                </a:lnTo>
                <a:lnTo>
                  <a:pt x="602378" y="338229"/>
                </a:lnTo>
                <a:lnTo>
                  <a:pt x="605788" y="353586"/>
                </a:lnTo>
                <a:lnTo>
                  <a:pt x="608241" y="369448"/>
                </a:lnTo>
                <a:lnTo>
                  <a:pt x="609693" y="385757"/>
                </a:lnTo>
                <a:lnTo>
                  <a:pt x="610107" y="400431"/>
                </a:lnTo>
                <a:lnTo>
                  <a:pt x="610107" y="487426"/>
                </a:lnTo>
                <a:lnTo>
                  <a:pt x="466344" y="487426"/>
                </a:lnTo>
                <a:lnTo>
                  <a:pt x="766572" y="6959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7010400" y="5105400"/>
            <a:ext cx="1219200" cy="1143000"/>
          </a:xfrm>
          <a:custGeom>
            <a:avLst/>
            <a:gdLst/>
            <a:ahLst/>
            <a:cxnLst/>
            <a:rect l="l" t="t" r="r" b="b"/>
            <a:pathLst>
              <a:path w="1219200" h="1143000">
                <a:moveTo>
                  <a:pt x="572276" y="651715"/>
                </a:moveTo>
                <a:lnTo>
                  <a:pt x="545333" y="653221"/>
                </a:lnTo>
                <a:lnTo>
                  <a:pt x="517778" y="653732"/>
                </a:lnTo>
                <a:lnTo>
                  <a:pt x="365378" y="653732"/>
                </a:lnTo>
                <a:lnTo>
                  <a:pt x="365378" y="499643"/>
                </a:lnTo>
                <a:lnTo>
                  <a:pt x="0" y="821321"/>
                </a:lnTo>
                <a:lnTo>
                  <a:pt x="365378" y="1143000"/>
                </a:lnTo>
                <a:lnTo>
                  <a:pt x="365378" y="988910"/>
                </a:lnTo>
                <a:lnTo>
                  <a:pt x="517778" y="988910"/>
                </a:lnTo>
                <a:lnTo>
                  <a:pt x="575301" y="987288"/>
                </a:lnTo>
                <a:lnTo>
                  <a:pt x="631544" y="982506"/>
                </a:lnTo>
                <a:lnTo>
                  <a:pt x="686327" y="974690"/>
                </a:lnTo>
                <a:lnTo>
                  <a:pt x="739469" y="963965"/>
                </a:lnTo>
                <a:lnTo>
                  <a:pt x="790789" y="950458"/>
                </a:lnTo>
                <a:lnTo>
                  <a:pt x="840107" y="934295"/>
                </a:lnTo>
                <a:lnTo>
                  <a:pt x="887242" y="915602"/>
                </a:lnTo>
                <a:lnTo>
                  <a:pt x="932014" y="894504"/>
                </a:lnTo>
                <a:lnTo>
                  <a:pt x="974242" y="871127"/>
                </a:lnTo>
                <a:lnTo>
                  <a:pt x="1013745" y="845599"/>
                </a:lnTo>
                <a:lnTo>
                  <a:pt x="1050344" y="818044"/>
                </a:lnTo>
                <a:lnTo>
                  <a:pt x="1083856" y="788588"/>
                </a:lnTo>
                <a:lnTo>
                  <a:pt x="1114102" y="757358"/>
                </a:lnTo>
                <a:lnTo>
                  <a:pt x="1140902" y="724480"/>
                </a:lnTo>
                <a:lnTo>
                  <a:pt x="1164074" y="690078"/>
                </a:lnTo>
                <a:lnTo>
                  <a:pt x="1183437" y="654281"/>
                </a:lnTo>
                <a:lnTo>
                  <a:pt x="1198812" y="617212"/>
                </a:lnTo>
                <a:lnTo>
                  <a:pt x="1210018" y="578999"/>
                </a:lnTo>
                <a:lnTo>
                  <a:pt x="1216874" y="539767"/>
                </a:lnTo>
                <a:lnTo>
                  <a:pt x="1219200" y="499643"/>
                </a:lnTo>
                <a:lnTo>
                  <a:pt x="1219200" y="0"/>
                </a:lnTo>
                <a:lnTo>
                  <a:pt x="853821" y="0"/>
                </a:lnTo>
                <a:lnTo>
                  <a:pt x="853821" y="499643"/>
                </a:lnTo>
                <a:lnTo>
                  <a:pt x="852706" y="512279"/>
                </a:lnTo>
                <a:lnTo>
                  <a:pt x="849421" y="524634"/>
                </a:lnTo>
                <a:lnTo>
                  <a:pt x="844052" y="536669"/>
                </a:lnTo>
                <a:lnTo>
                  <a:pt x="836685" y="548343"/>
                </a:lnTo>
                <a:lnTo>
                  <a:pt x="827406" y="559617"/>
                </a:lnTo>
                <a:lnTo>
                  <a:pt x="816304" y="570451"/>
                </a:lnTo>
                <a:lnTo>
                  <a:pt x="803463" y="580806"/>
                </a:lnTo>
                <a:lnTo>
                  <a:pt x="788971" y="590641"/>
                </a:lnTo>
                <a:lnTo>
                  <a:pt x="772915" y="599918"/>
                </a:lnTo>
                <a:lnTo>
                  <a:pt x="755380" y="608596"/>
                </a:lnTo>
                <a:lnTo>
                  <a:pt x="736453" y="616636"/>
                </a:lnTo>
                <a:lnTo>
                  <a:pt x="716222" y="623999"/>
                </a:lnTo>
                <a:lnTo>
                  <a:pt x="694772" y="630643"/>
                </a:lnTo>
                <a:lnTo>
                  <a:pt x="672190" y="636531"/>
                </a:lnTo>
                <a:lnTo>
                  <a:pt x="648563" y="641621"/>
                </a:lnTo>
                <a:lnTo>
                  <a:pt x="623977" y="645875"/>
                </a:lnTo>
                <a:lnTo>
                  <a:pt x="598519" y="649253"/>
                </a:lnTo>
                <a:lnTo>
                  <a:pt x="572276" y="651715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7010400" y="5105400"/>
            <a:ext cx="1219200" cy="1143000"/>
          </a:xfrm>
          <a:custGeom>
            <a:avLst/>
            <a:gdLst/>
            <a:ahLst/>
            <a:cxnLst/>
            <a:rect l="l" t="t" r="r" b="b"/>
            <a:pathLst>
              <a:path w="1219200" h="1143000">
                <a:moveTo>
                  <a:pt x="0" y="821321"/>
                </a:moveTo>
                <a:lnTo>
                  <a:pt x="365378" y="1143000"/>
                </a:lnTo>
                <a:lnTo>
                  <a:pt x="365378" y="988910"/>
                </a:lnTo>
                <a:lnTo>
                  <a:pt x="517778" y="988910"/>
                </a:lnTo>
                <a:lnTo>
                  <a:pt x="575301" y="987288"/>
                </a:lnTo>
                <a:lnTo>
                  <a:pt x="631544" y="982506"/>
                </a:lnTo>
                <a:lnTo>
                  <a:pt x="686327" y="974690"/>
                </a:lnTo>
                <a:lnTo>
                  <a:pt x="739469" y="963965"/>
                </a:lnTo>
                <a:lnTo>
                  <a:pt x="790789" y="950458"/>
                </a:lnTo>
                <a:lnTo>
                  <a:pt x="840107" y="934295"/>
                </a:lnTo>
                <a:lnTo>
                  <a:pt x="887242" y="915602"/>
                </a:lnTo>
                <a:lnTo>
                  <a:pt x="932014" y="894504"/>
                </a:lnTo>
                <a:lnTo>
                  <a:pt x="974242" y="871127"/>
                </a:lnTo>
                <a:lnTo>
                  <a:pt x="1013745" y="845599"/>
                </a:lnTo>
                <a:lnTo>
                  <a:pt x="1050344" y="818044"/>
                </a:lnTo>
                <a:lnTo>
                  <a:pt x="1083856" y="788588"/>
                </a:lnTo>
                <a:lnTo>
                  <a:pt x="1114102" y="757358"/>
                </a:lnTo>
                <a:lnTo>
                  <a:pt x="1140902" y="724480"/>
                </a:lnTo>
                <a:lnTo>
                  <a:pt x="1164074" y="690078"/>
                </a:lnTo>
                <a:lnTo>
                  <a:pt x="1183437" y="654281"/>
                </a:lnTo>
                <a:lnTo>
                  <a:pt x="1198812" y="617212"/>
                </a:lnTo>
                <a:lnTo>
                  <a:pt x="1210018" y="578999"/>
                </a:lnTo>
                <a:lnTo>
                  <a:pt x="1216874" y="539767"/>
                </a:lnTo>
                <a:lnTo>
                  <a:pt x="1219200" y="499643"/>
                </a:lnTo>
                <a:lnTo>
                  <a:pt x="1219200" y="0"/>
                </a:lnTo>
                <a:lnTo>
                  <a:pt x="853821" y="0"/>
                </a:lnTo>
                <a:lnTo>
                  <a:pt x="853821" y="499643"/>
                </a:lnTo>
                <a:lnTo>
                  <a:pt x="852706" y="512279"/>
                </a:lnTo>
                <a:lnTo>
                  <a:pt x="844052" y="536669"/>
                </a:lnTo>
                <a:lnTo>
                  <a:pt x="827406" y="559617"/>
                </a:lnTo>
                <a:lnTo>
                  <a:pt x="803463" y="580806"/>
                </a:lnTo>
                <a:lnTo>
                  <a:pt x="788971" y="590641"/>
                </a:lnTo>
                <a:lnTo>
                  <a:pt x="772915" y="599918"/>
                </a:lnTo>
                <a:lnTo>
                  <a:pt x="755380" y="608596"/>
                </a:lnTo>
                <a:lnTo>
                  <a:pt x="736453" y="616636"/>
                </a:lnTo>
                <a:lnTo>
                  <a:pt x="716222" y="623999"/>
                </a:lnTo>
                <a:lnTo>
                  <a:pt x="694772" y="630643"/>
                </a:lnTo>
                <a:lnTo>
                  <a:pt x="672190" y="636531"/>
                </a:lnTo>
                <a:lnTo>
                  <a:pt x="648563" y="641621"/>
                </a:lnTo>
                <a:lnTo>
                  <a:pt x="623977" y="645875"/>
                </a:lnTo>
                <a:lnTo>
                  <a:pt x="598519" y="649253"/>
                </a:lnTo>
                <a:lnTo>
                  <a:pt x="572276" y="651715"/>
                </a:lnTo>
                <a:lnTo>
                  <a:pt x="545333" y="653221"/>
                </a:lnTo>
                <a:lnTo>
                  <a:pt x="517778" y="653732"/>
                </a:lnTo>
                <a:lnTo>
                  <a:pt x="365378" y="653732"/>
                </a:lnTo>
                <a:lnTo>
                  <a:pt x="365378" y="499643"/>
                </a:lnTo>
                <a:lnTo>
                  <a:pt x="0" y="82132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4495800" y="5867400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0" y="190500"/>
                </a:moveTo>
                <a:lnTo>
                  <a:pt x="266700" y="381000"/>
                </a:lnTo>
                <a:lnTo>
                  <a:pt x="266700" y="285750"/>
                </a:lnTo>
                <a:lnTo>
                  <a:pt x="1066800" y="285750"/>
                </a:lnTo>
                <a:lnTo>
                  <a:pt x="1066800" y="95250"/>
                </a:lnTo>
                <a:lnTo>
                  <a:pt x="266700" y="95250"/>
                </a:lnTo>
                <a:lnTo>
                  <a:pt x="26670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4495800" y="5867400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106680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0" y="190500"/>
                </a:lnTo>
                <a:lnTo>
                  <a:pt x="266700" y="381000"/>
                </a:lnTo>
                <a:lnTo>
                  <a:pt x="266700" y="285750"/>
                </a:lnTo>
                <a:lnTo>
                  <a:pt x="1066800" y="285750"/>
                </a:lnTo>
                <a:lnTo>
                  <a:pt x="1066800" y="952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371600" y="5867400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0" y="190500"/>
                </a:moveTo>
                <a:lnTo>
                  <a:pt x="266700" y="381000"/>
                </a:lnTo>
                <a:lnTo>
                  <a:pt x="266700" y="285750"/>
                </a:lnTo>
                <a:lnTo>
                  <a:pt x="1066800" y="285750"/>
                </a:lnTo>
                <a:lnTo>
                  <a:pt x="1066800" y="95250"/>
                </a:lnTo>
                <a:lnTo>
                  <a:pt x="266700" y="95250"/>
                </a:lnTo>
                <a:lnTo>
                  <a:pt x="26670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371600" y="5867400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106680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0" y="190500"/>
                </a:lnTo>
                <a:lnTo>
                  <a:pt x="266700" y="381000"/>
                </a:lnTo>
                <a:lnTo>
                  <a:pt x="266700" y="285750"/>
                </a:lnTo>
                <a:lnTo>
                  <a:pt x="1066800" y="285750"/>
                </a:lnTo>
                <a:lnTo>
                  <a:pt x="1066800" y="952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740" y="85498"/>
            <a:ext cx="5990752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E.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tro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cti</a:t>
            </a:r>
            <a:r>
              <a:rPr dirty="0" smtClean="0" sz="2400" spc="-2" b="1">
                <a:latin typeface="Arial"/>
                <a:cs typeface="Arial"/>
              </a:rPr>
              <a:t>o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to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tal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Commu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c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t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o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3540" y="692120"/>
            <a:ext cx="8703563" cy="729726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381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B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ok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um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o</a:t>
            </a:r>
            <a:r>
              <a:rPr dirty="0" smtClean="0" sz="2400" spc="0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ka</a:t>
            </a:r>
            <a:r>
              <a:rPr dirty="0" smtClean="0" sz="2400" spc="0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g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ta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708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robl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klasik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lam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ko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unikasi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: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(1)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S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u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Cod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,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(</a:t>
            </a:r>
            <a:r>
              <a:rPr dirty="0" smtClean="0" sz="2000" spc="-1" b="1">
                <a:latin typeface="Times New Roman"/>
                <a:cs typeface="Times New Roman"/>
              </a:rPr>
              <a:t>2</a:t>
            </a:r>
            <a:r>
              <a:rPr dirty="0" smtClean="0" sz="2000" spc="-1" b="1">
                <a:latin typeface="Times New Roman"/>
                <a:cs typeface="Times New Roman"/>
              </a:rPr>
              <a:t>)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h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l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Cod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3540" y="1491316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877" y="1491316"/>
            <a:ext cx="8027987" cy="828421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Cod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: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rtuju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untuk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mbuat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pr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sent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sour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(sp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h,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ts val="2160"/>
              </a:lnSpc>
              <a:spcBef>
                <a:spcPts val="1"/>
              </a:spcBef>
            </a:pPr>
            <a:r>
              <a:rPr dirty="0" smtClean="0" sz="2000" spc="4">
                <a:latin typeface="Times New Roman"/>
                <a:cs typeface="Times New Roman"/>
              </a:rPr>
              <a:t>ima</a:t>
            </a:r>
            <a:r>
              <a:rPr dirty="0" smtClean="0" sz="2000" spc="4">
                <a:latin typeface="Times New Roman"/>
                <a:cs typeface="Times New Roman"/>
              </a:rPr>
              <a:t>g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,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dll)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y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ng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f</a:t>
            </a:r>
            <a:r>
              <a:rPr dirty="0" smtClean="0" sz="2000" spc="4">
                <a:latin typeface="Times New Roman"/>
                <a:cs typeface="Times New Roman"/>
              </a:rPr>
              <a:t>is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d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lam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b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ntuk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d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r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tan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bit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y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ng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k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dile</a:t>
            </a:r>
            <a:r>
              <a:rPr dirty="0" smtClean="0" sz="2000" spc="4">
                <a:latin typeface="Times New Roman"/>
                <a:cs typeface="Times New Roman"/>
              </a:rPr>
              <a:t>w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tk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p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da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ts val="2165"/>
              </a:lnSpc>
              <a:spcBef>
                <a:spcPts val="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ja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pen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rima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dibuat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pl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ka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sour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540" y="2467057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877" y="2467057"/>
            <a:ext cx="7546403" cy="553782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Cha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l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Cod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: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rtuju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membu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tr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ns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fisien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tan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ts val="2160"/>
              </a:lnSpc>
              <a:spcBef>
                <a:spcPts val="1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inf</a:t>
            </a:r>
            <a:r>
              <a:rPr dirty="0" smtClean="0" sz="2000" spc="-2">
                <a:latin typeface="Times New Roman"/>
                <a:cs typeface="Times New Roman"/>
              </a:rPr>
              <a:t>o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le</a:t>
            </a:r>
            <a:r>
              <a:rPr dirty="0" smtClean="0" sz="2000" spc="-2">
                <a:latin typeface="Times New Roman"/>
                <a:cs typeface="Times New Roman"/>
              </a:rPr>
              <a:t>w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pis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komunik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le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ih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(</a:t>
            </a:r>
            <a:r>
              <a:rPr dirty="0" smtClean="0" sz="2000" spc="-2">
                <a:latin typeface="Times New Roman"/>
                <a:cs typeface="Times New Roman"/>
              </a:rPr>
              <a:t>la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is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is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k)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19058" y="2467057"/>
            <a:ext cx="331724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bit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340" y="3211396"/>
            <a:ext cx="1413887" cy="135159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26730">
              <a:lnSpc>
                <a:spcPts val="1939"/>
              </a:lnSpc>
            </a:pPr>
            <a:r>
              <a:rPr dirty="0" smtClean="0" sz="1800" spc="0">
                <a:latin typeface="Times New Roman"/>
                <a:cs typeface="Times New Roman"/>
              </a:rPr>
              <a:t>sin</a:t>
            </a:r>
            <a:r>
              <a:rPr dirty="0" smtClean="0" sz="1800" spc="0">
                <a:latin typeface="Times New Roman"/>
                <a:cs typeface="Times New Roman"/>
              </a:rPr>
              <a:t>y</a:t>
            </a:r>
            <a:r>
              <a:rPr dirty="0" smtClean="0" sz="1800" spc="0">
                <a:latin typeface="Times New Roman"/>
                <a:cs typeface="Times New Roman"/>
              </a:rPr>
              <a:t>al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suara,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1800">
                <a:latin typeface="Times New Roman"/>
                <a:cs typeface="Times New Roman"/>
              </a:rPr>
              <a:t>te</a:t>
            </a:r>
            <a:r>
              <a:rPr dirty="0" smtClean="0" sz="1800" spc="-25">
                <a:latin typeface="Times New Roman"/>
                <a:cs typeface="Times New Roman"/>
              </a:rPr>
              <a:t>k</a:t>
            </a:r>
            <a:r>
              <a:rPr dirty="0" smtClean="0" sz="1800" spc="0">
                <a:latin typeface="Times New Roman"/>
                <a:cs typeface="Times New Roman"/>
              </a:rPr>
              <a:t>s,</a:t>
            </a:r>
            <a:r>
              <a:rPr dirty="0" smtClean="0" sz="1800" spc="14">
                <a:latin typeface="Times New Roman"/>
                <a:cs typeface="Times New Roman"/>
              </a:rPr>
              <a:t> </a:t>
            </a:r>
            <a:r>
              <a:rPr dirty="0" smtClean="0" sz="1800" spc="-19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-25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ba</a:t>
            </a:r>
            <a:r>
              <a:rPr dirty="0" smtClean="0" sz="1800" spc="-79">
                <a:latin typeface="Times New Roman"/>
                <a:cs typeface="Times New Roman"/>
              </a:rPr>
              <a:t>r</a:t>
            </a:r>
            <a:r>
              <a:rPr dirty="0" smtClean="0" sz="1800" spc="0">
                <a:latin typeface="Times New Roman"/>
                <a:cs typeface="Times New Roman"/>
              </a:rPr>
              <a:t>,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di</a:t>
            </a:r>
            <a:r>
              <a:rPr dirty="0" smtClean="0" sz="1800" spc="-19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odel</a:t>
            </a:r>
            <a:r>
              <a:rPr dirty="0" smtClean="0" sz="1800" spc="-19">
                <a:latin typeface="Times New Roman"/>
                <a:cs typeface="Times New Roman"/>
              </a:rPr>
              <a:t>k</a:t>
            </a:r>
            <a:r>
              <a:rPr dirty="0" smtClean="0" sz="1800" spc="0">
                <a:latin typeface="Times New Roman"/>
                <a:cs typeface="Times New Roman"/>
              </a:rPr>
              <a:t>an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seba</a:t>
            </a:r>
            <a:r>
              <a:rPr dirty="0" smtClean="0" sz="1800" spc="-19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ai</a:t>
            </a:r>
            <a:r>
              <a:rPr dirty="0" smtClean="0" sz="1800" spc="29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p</a:t>
            </a:r>
            <a:r>
              <a:rPr dirty="0" smtClean="0" sz="1800" spc="-39" b="1">
                <a:latin typeface="Times New Roman"/>
                <a:cs typeface="Times New Roman"/>
              </a:rPr>
              <a:t>r</a:t>
            </a:r>
            <a:r>
              <a:rPr dirty="0" smtClean="0" sz="1800" spc="0" b="1">
                <a:latin typeface="Times New Roman"/>
                <a:cs typeface="Times New Roman"/>
              </a:rPr>
              <a:t>oses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ran</a:t>
            </a:r>
            <a:r>
              <a:rPr dirty="0" smtClean="0" sz="1800" spc="-4" b="1">
                <a:latin typeface="Times New Roman"/>
                <a:cs typeface="Times New Roman"/>
              </a:rPr>
              <a:t>d</a:t>
            </a:r>
            <a:r>
              <a:rPr dirty="0" smtClean="0" sz="1800" spc="0" b="1">
                <a:latin typeface="Times New Roman"/>
                <a:cs typeface="Times New Roman"/>
              </a:rPr>
              <a:t>om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5520" y="3274284"/>
            <a:ext cx="76714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in</a:t>
            </a:r>
            <a:r>
              <a:rPr dirty="0" smtClean="0" sz="2400" spc="0" b="1">
                <a:latin typeface="Times New Roman"/>
                <a:cs typeface="Times New Roman"/>
              </a:rPr>
              <a:t>p</a:t>
            </a:r>
            <a:r>
              <a:rPr dirty="0" smtClean="0" sz="2400" spc="0" b="1">
                <a:latin typeface="Times New Roman"/>
                <a:cs typeface="Times New Roman"/>
              </a:rPr>
              <a:t>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7775" y="4126050"/>
            <a:ext cx="2616793" cy="107734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26730">
              <a:lnSpc>
                <a:spcPts val="1939"/>
              </a:lnSpc>
            </a:pPr>
            <a:r>
              <a:rPr dirty="0" smtClean="0" sz="1800" spc="-10">
                <a:latin typeface="Times New Roman"/>
                <a:cs typeface="Times New Roman"/>
              </a:rPr>
              <a:t>te</a:t>
            </a:r>
            <a:r>
              <a:rPr dirty="0" smtClean="0" sz="1800" spc="-10">
                <a:latin typeface="Times New Roman"/>
                <a:cs typeface="Times New Roman"/>
              </a:rPr>
              <a:t>k</a:t>
            </a:r>
            <a:r>
              <a:rPr dirty="0" smtClean="0" sz="1800" spc="-10">
                <a:latin typeface="Times New Roman"/>
                <a:cs typeface="Times New Roman"/>
              </a:rPr>
              <a:t>s</a:t>
            </a:r>
            <a:r>
              <a:rPr dirty="0" smtClean="0" sz="1800" spc="-10">
                <a:latin typeface="Times New Roman"/>
                <a:cs typeface="Times New Roman"/>
              </a:rPr>
              <a:t> </a:t>
            </a:r>
            <a:r>
              <a:rPr dirty="0" smtClean="0" sz="1800" spc="-10">
                <a:latin typeface="Times New Roman"/>
                <a:cs typeface="Times New Roman"/>
              </a:rPr>
              <a:t>:</a:t>
            </a:r>
            <a:r>
              <a:rPr dirty="0" smtClean="0" sz="1800" spc="-10">
                <a:latin typeface="Times New Roman"/>
                <a:cs typeface="Times New Roman"/>
              </a:rPr>
              <a:t> </a:t>
            </a:r>
            <a:r>
              <a:rPr dirty="0" smtClean="0" sz="1800" spc="-10">
                <a:latin typeface="Times New Roman"/>
                <a:cs typeface="Times New Roman"/>
              </a:rPr>
              <a:t>k</a:t>
            </a:r>
            <a:r>
              <a:rPr dirty="0" smtClean="0" sz="1800" spc="-10">
                <a:latin typeface="Times New Roman"/>
                <a:cs typeface="Times New Roman"/>
              </a:rPr>
              <a:t>ode</a:t>
            </a:r>
            <a:r>
              <a:rPr dirty="0" smtClean="0" sz="1800" spc="-10">
                <a:latin typeface="Times New Roman"/>
                <a:cs typeface="Times New Roman"/>
              </a:rPr>
              <a:t> </a:t>
            </a:r>
            <a:r>
              <a:rPr dirty="0" smtClean="0" sz="1800" spc="-10">
                <a:latin typeface="Times New Roman"/>
                <a:cs typeface="Times New Roman"/>
              </a:rPr>
              <a:t>ASC</a:t>
            </a:r>
            <a:r>
              <a:rPr dirty="0" smtClean="0" sz="1800" spc="-10">
                <a:latin typeface="Times New Roman"/>
                <a:cs typeface="Times New Roman"/>
              </a:rPr>
              <a:t>I</a:t>
            </a:r>
            <a:r>
              <a:rPr dirty="0" smtClean="0" sz="1800" spc="-10">
                <a:latin typeface="Times New Roman"/>
                <a:cs typeface="Times New Roman"/>
              </a:rPr>
              <a:t>I</a:t>
            </a:r>
            <a:r>
              <a:rPr dirty="0" smtClean="0" sz="1800" spc="-10">
                <a:latin typeface="Times New Roman"/>
                <a:cs typeface="Times New Roman"/>
              </a:rPr>
              <a:t>,</a:t>
            </a:r>
            <a:r>
              <a:rPr dirty="0" smtClean="0" sz="1800" spc="-10">
                <a:latin typeface="Times New Roman"/>
                <a:cs typeface="Times New Roman"/>
              </a:rPr>
              <a:t> </a:t>
            </a:r>
            <a:r>
              <a:rPr dirty="0" smtClean="0" sz="1800" spc="-10">
                <a:latin typeface="Times New Roman"/>
                <a:cs typeface="Times New Roman"/>
              </a:rPr>
              <a:t>S</a:t>
            </a:r>
            <a:r>
              <a:rPr dirty="0" smtClean="0" sz="1800" spc="-10">
                <a:latin typeface="Times New Roman"/>
                <a:cs typeface="Times New Roman"/>
              </a:rPr>
              <a:t>P</a:t>
            </a:r>
            <a:r>
              <a:rPr dirty="0" smtClean="0" sz="1800" spc="-10">
                <a:latin typeface="Times New Roman"/>
                <a:cs typeface="Times New Roman"/>
              </a:rPr>
              <a:t>ACE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1800">
                <a:latin typeface="Times New Roman"/>
                <a:cs typeface="Times New Roman"/>
              </a:rPr>
              <a:t>s</a:t>
            </a:r>
            <a:r>
              <a:rPr dirty="0" smtClean="0" sz="1800" spc="-64">
                <a:latin typeface="Times New Roman"/>
                <a:cs typeface="Times New Roman"/>
              </a:rPr>
              <a:t>y</a:t>
            </a:r>
            <a:r>
              <a:rPr dirty="0" smtClean="0" sz="1800" spc="-19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bol,</a:t>
            </a:r>
            <a:r>
              <a:rPr dirty="0" smtClean="0" sz="1800" spc="69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Suara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:</a:t>
            </a:r>
            <a:r>
              <a:rPr dirty="0" smtClean="0" sz="1800" spc="-104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A/D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con</a:t>
            </a:r>
            <a:r>
              <a:rPr dirty="0" smtClean="0" sz="1800" spc="-19">
                <a:latin typeface="Times New Roman"/>
                <a:cs typeface="Times New Roman"/>
              </a:rPr>
              <a:t>v</a:t>
            </a:r>
            <a:r>
              <a:rPr dirty="0" smtClean="0" sz="1800" spc="0">
                <a:latin typeface="Times New Roman"/>
                <a:cs typeface="Times New Roman"/>
              </a:rPr>
              <a:t>erte</a:t>
            </a:r>
            <a:r>
              <a:rPr dirty="0" smtClean="0" sz="1800" spc="-75">
                <a:latin typeface="Times New Roman"/>
                <a:cs typeface="Times New Roman"/>
              </a:rPr>
              <a:t>r</a:t>
            </a:r>
            <a:r>
              <a:rPr dirty="0" smtClean="0" sz="1800" spc="0">
                <a:latin typeface="Times New Roman"/>
                <a:cs typeface="Times New Roman"/>
              </a:rPr>
              <a:t>,</a:t>
            </a:r>
            <a:r>
              <a:rPr dirty="0" smtClean="0" sz="1800" spc="19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dan</a:t>
            </a:r>
            <a:r>
              <a:rPr dirty="0" smtClean="0" sz="1800" spc="9">
                <a:latin typeface="Times New Roman"/>
                <a:cs typeface="Times New Roman"/>
              </a:rPr>
              <a:t> </a:t>
            </a:r>
            <a:r>
              <a:rPr dirty="0" smtClean="0" sz="1800" spc="-19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eliputi</a:t>
            </a:r>
            <a:r>
              <a:rPr dirty="0" smtClean="0" sz="1800" spc="4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ju</a:t>
            </a:r>
            <a:r>
              <a:rPr dirty="0" smtClean="0" sz="1800" spc="-19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a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-19">
                <a:latin typeface="Times New Roman"/>
                <a:cs typeface="Times New Roman"/>
              </a:rPr>
              <a:t>k</a:t>
            </a:r>
            <a:r>
              <a:rPr dirty="0" smtClean="0" sz="1800" spc="0">
                <a:latin typeface="Times New Roman"/>
                <a:cs typeface="Times New Roman"/>
              </a:rPr>
              <a:t>o</a:t>
            </a:r>
            <a:r>
              <a:rPr dirty="0" smtClean="0" sz="1800" spc="-19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pressi</a:t>
            </a:r>
            <a:r>
              <a:rPr dirty="0" smtClean="0" sz="1800" spc="5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2991" y="4262575"/>
            <a:ext cx="1620326" cy="1077341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70993" marR="26730">
              <a:lnSpc>
                <a:spcPts val="1939"/>
              </a:lnSpc>
            </a:pPr>
            <a:r>
              <a:rPr dirty="0" smtClean="0" sz="1800" spc="-3">
                <a:latin typeface="Times New Roman"/>
                <a:cs typeface="Times New Roman"/>
              </a:rPr>
              <a:t>error</a:t>
            </a:r>
            <a:r>
              <a:rPr dirty="0" smtClean="0" sz="1800" spc="-3">
                <a:latin typeface="Times New Roman"/>
                <a:cs typeface="Times New Roman"/>
              </a:rPr>
              <a:t> </a:t>
            </a:r>
            <a:r>
              <a:rPr dirty="0" smtClean="0" sz="1800" spc="-3">
                <a:latin typeface="Times New Roman"/>
                <a:cs typeface="Times New Roman"/>
              </a:rPr>
              <a:t>k</a:t>
            </a:r>
            <a:r>
              <a:rPr dirty="0" smtClean="0" sz="1800" spc="-3">
                <a:latin typeface="Times New Roman"/>
                <a:cs typeface="Times New Roman"/>
              </a:rPr>
              <a:t>ore</a:t>
            </a:r>
            <a:r>
              <a:rPr dirty="0" smtClean="0" sz="1800" spc="-3">
                <a:latin typeface="Times New Roman"/>
                <a:cs typeface="Times New Roman"/>
              </a:rPr>
              <a:t>k</a:t>
            </a:r>
            <a:r>
              <a:rPr dirty="0" smtClean="0" sz="1800" spc="-3">
                <a:latin typeface="Times New Roman"/>
                <a:cs typeface="Times New Roman"/>
              </a:rPr>
              <a:t>si,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1800" spc="-19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odulation</a:t>
            </a:r>
            <a:r>
              <a:rPr dirty="0" smtClean="0" sz="1800" spc="25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: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FSK,</a:t>
            </a:r>
            <a:r>
              <a:rPr dirty="0" smtClean="0" sz="1800" spc="-104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ASK,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PSK,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dll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83651" y="5024956"/>
            <a:ext cx="1169476" cy="135165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26730">
              <a:lnSpc>
                <a:spcPts val="1939"/>
              </a:lnSpc>
            </a:pPr>
            <a:r>
              <a:rPr dirty="0" smtClean="0" sz="1800" spc="-3">
                <a:latin typeface="Times New Roman"/>
                <a:cs typeface="Times New Roman"/>
              </a:rPr>
              <a:t>m</a:t>
            </a:r>
            <a:r>
              <a:rPr dirty="0" smtClean="0" sz="1800" spc="-3">
                <a:latin typeface="Times New Roman"/>
                <a:cs typeface="Times New Roman"/>
              </a:rPr>
              <a:t>edium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1800">
                <a:latin typeface="Times New Roman"/>
                <a:cs typeface="Times New Roman"/>
              </a:rPr>
              <a:t>trans</a:t>
            </a:r>
            <a:r>
              <a:rPr dirty="0" smtClean="0" sz="1800" spc="-25">
                <a:latin typeface="Times New Roman"/>
                <a:cs typeface="Times New Roman"/>
              </a:rPr>
              <a:t>m</a:t>
            </a:r>
            <a:r>
              <a:rPr dirty="0" smtClean="0" sz="1800" spc="0">
                <a:latin typeface="Times New Roman"/>
                <a:cs typeface="Times New Roman"/>
              </a:rPr>
              <a:t>isi</a:t>
            </a:r>
            <a:r>
              <a:rPr dirty="0" smtClean="0" sz="1800" spc="25">
                <a:latin typeface="Times New Roman"/>
                <a:cs typeface="Times New Roman"/>
              </a:rPr>
              <a:t> </a:t>
            </a:r>
            <a:r>
              <a:rPr dirty="0" smtClean="0" sz="1800" spc="-59">
                <a:latin typeface="Times New Roman"/>
                <a:cs typeface="Times New Roman"/>
              </a:rPr>
              <a:t>y</a:t>
            </a:r>
            <a:r>
              <a:rPr dirty="0" smtClean="0" sz="1800" spc="0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tidak</a:t>
            </a:r>
            <a:r>
              <a:rPr dirty="0" smtClean="0" sz="1800" spc="9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bisa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di</a:t>
            </a:r>
            <a:r>
              <a:rPr dirty="0" smtClean="0" sz="1800" spc="-19">
                <a:latin typeface="Times New Roman"/>
                <a:cs typeface="Times New Roman"/>
              </a:rPr>
              <a:t>k</a:t>
            </a:r>
            <a:r>
              <a:rPr dirty="0" smtClean="0" sz="1800" spc="0">
                <a:latin typeface="Times New Roman"/>
                <a:cs typeface="Times New Roman"/>
              </a:rPr>
              <a:t>ontrol</a:t>
            </a:r>
            <a:r>
              <a:rPr dirty="0" smtClean="0" sz="1800" spc="0">
                <a:latin typeface="Times New Roman"/>
                <a:cs typeface="Times New Roman"/>
              </a:rPr>
              <a:t> </a:t>
            </a:r>
            <a:r>
              <a:rPr dirty="0" smtClean="0" sz="1800" spc="0">
                <a:latin typeface="Times New Roman"/>
                <a:cs typeface="Times New Roman"/>
              </a:rPr>
              <a:t>desi</a:t>
            </a:r>
            <a:r>
              <a:rPr dirty="0" smtClean="0" sz="1800" spc="-25">
                <a:latin typeface="Times New Roman"/>
                <a:cs typeface="Times New Roman"/>
              </a:rPr>
              <a:t>g</a:t>
            </a:r>
            <a:r>
              <a:rPr dirty="0" smtClean="0" sz="1800" spc="0">
                <a:latin typeface="Times New Roman"/>
                <a:cs typeface="Times New Roman"/>
              </a:rPr>
              <a:t>ner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6794" y="5571017"/>
            <a:ext cx="93614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out</a:t>
            </a:r>
            <a:r>
              <a:rPr dirty="0" smtClean="0" sz="2400" spc="1" b="1">
                <a:latin typeface="Times New Roman"/>
                <a:cs typeface="Times New Roman"/>
              </a:rPr>
              <a:t>p</a:t>
            </a:r>
            <a:r>
              <a:rPr dirty="0" smtClean="0" sz="2400" spc="1" b="1">
                <a:latin typeface="Times New Roman"/>
                <a:cs typeface="Times New Roman"/>
              </a:rPr>
              <a:t>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43720" y="6472848"/>
            <a:ext cx="3492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4600" y="5791200"/>
            <a:ext cx="1905000" cy="406400"/>
          </a:xfrm>
          <a:prstGeom prst="rect">
            <a:avLst/>
          </a:prstGeom>
        </p:spPr>
        <p:txBody>
          <a:bodyPr wrap="square" lIns="0" tIns="57150" rIns="0" bIns="0" rtlCol="0">
            <a:noAutofit/>
          </a:bodyPr>
          <a:lstStyle/>
          <a:p>
            <a:pPr marL="120650">
              <a:lnSpc>
                <a:spcPct val="95825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S</a:t>
            </a:r>
            <a:r>
              <a:rPr dirty="0" smtClean="0" sz="2000" spc="-4" b="1">
                <a:latin typeface="Times New Roman"/>
                <a:cs typeface="Times New Roman"/>
              </a:rPr>
              <a:t>o</a:t>
            </a:r>
            <a:r>
              <a:rPr dirty="0" smtClean="0" sz="2000" spc="-4" b="1">
                <a:latin typeface="Times New Roman"/>
                <a:cs typeface="Times New Roman"/>
              </a:rPr>
              <a:t>u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o</a:t>
            </a:r>
            <a:r>
              <a:rPr dirty="0" smtClean="0" sz="2000" spc="-4" b="1">
                <a:latin typeface="Times New Roman"/>
                <a:cs typeface="Times New Roman"/>
              </a:rPr>
              <a:t>d</a:t>
            </a: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8800" y="5613400"/>
            <a:ext cx="1295400" cy="711200"/>
          </a:xfrm>
          <a:prstGeom prst="rect">
            <a:avLst/>
          </a:prstGeom>
        </p:spPr>
        <p:txBody>
          <a:bodyPr wrap="square" lIns="0" tIns="57150" rIns="0" bIns="0" rtlCol="0">
            <a:noAutofit/>
          </a:bodyPr>
          <a:lstStyle/>
          <a:p>
            <a:pPr marL="190246">
              <a:lnSpc>
                <a:spcPct val="95825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Cha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  <a:p>
            <a:pPr marL="220725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oder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3800" y="4419600"/>
            <a:ext cx="1295400" cy="4064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190500">
              <a:lnSpc>
                <a:spcPct val="95825"/>
              </a:lnSpc>
            </a:pPr>
            <a:r>
              <a:rPr dirty="0" smtClean="0" sz="2000" spc="0" b="1">
                <a:latin typeface="Times New Roman"/>
                <a:cs typeface="Times New Roman"/>
              </a:rPr>
              <a:t>Cha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7000" y="3571240"/>
            <a:ext cx="1905000" cy="406400"/>
          </a:xfrm>
          <a:prstGeom prst="rect">
            <a:avLst/>
          </a:prstGeom>
        </p:spPr>
        <p:txBody>
          <a:bodyPr wrap="square" lIns="0" tIns="57150" rIns="0" bIns="0" rtlCol="0">
            <a:noAutofit/>
          </a:bodyPr>
          <a:lstStyle/>
          <a:p>
            <a:pPr marL="120650">
              <a:lnSpc>
                <a:spcPct val="95825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S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c</a:t>
            </a:r>
            <a:r>
              <a:rPr dirty="0" smtClean="0" sz="2000" spc="-2" b="1">
                <a:latin typeface="Times New Roman"/>
                <a:cs typeface="Times New Roman"/>
              </a:rPr>
              <a:t>o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15000" y="3375660"/>
            <a:ext cx="1447800" cy="739139"/>
          </a:xfrm>
          <a:prstGeom prst="rect">
            <a:avLst/>
          </a:prstGeom>
        </p:spPr>
        <p:txBody>
          <a:bodyPr wrap="square" lIns="0" tIns="33020" rIns="0" bIns="0" rtlCol="0">
            <a:noAutofit/>
          </a:bodyPr>
          <a:lstStyle/>
          <a:p>
            <a:pPr marL="93090" marR="70615">
              <a:lnSpc>
                <a:spcPts val="2299"/>
              </a:lnSpc>
            </a:pPr>
            <a:r>
              <a:rPr dirty="0" smtClean="0" sz="2000" b="1">
                <a:latin typeface="Times New Roman"/>
                <a:cs typeface="Times New Roman"/>
              </a:rPr>
              <a:t>Cha</a:t>
            </a:r>
            <a:r>
              <a:rPr dirty="0" smtClean="0" sz="2000" b="1">
                <a:latin typeface="Times New Roman"/>
                <a:cs typeface="Times New Roman"/>
              </a:rPr>
              <a:t>n</a:t>
            </a:r>
            <a:r>
              <a:rPr dirty="0" smtClean="0" sz="2000" b="1">
                <a:latin typeface="Times New Roman"/>
                <a:cs typeface="Times New Roman"/>
              </a:rPr>
              <a:t>n</a:t>
            </a:r>
            <a:r>
              <a:rPr dirty="0" smtClean="0" sz="2000" b="1">
                <a:latin typeface="Times New Roman"/>
                <a:cs typeface="Times New Roman"/>
              </a:rPr>
              <a:t>e</a:t>
            </a:r>
            <a:r>
              <a:rPr dirty="0" smtClean="0" sz="2000" b="1">
                <a:latin typeface="Times New Roman"/>
                <a:cs typeface="Times New Roman"/>
              </a:rPr>
              <a:t>l</a:t>
            </a:r>
            <a:r>
              <a:rPr dirty="0" smtClean="0" sz="2000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3090" marR="70615">
              <a:lnSpc>
                <a:spcPts val="2299"/>
              </a:lnSpc>
            </a:pPr>
            <a:r>
              <a:rPr dirty="0" smtClean="0" sz="2000" spc="-4" b="1">
                <a:latin typeface="Times New Roman"/>
                <a:cs typeface="Times New Roman"/>
              </a:rPr>
              <a:t>e</a:t>
            </a:r>
            <a:r>
              <a:rPr dirty="0" smtClean="0" sz="2000" spc="-4" b="1">
                <a:latin typeface="Times New Roman"/>
                <a:cs typeface="Times New Roman"/>
              </a:rPr>
              <a:t>n</a:t>
            </a:r>
            <a:r>
              <a:rPr dirty="0" smtClean="0" sz="2000" spc="-4" b="1">
                <a:latin typeface="Times New Roman"/>
                <a:cs typeface="Times New Roman"/>
              </a:rPr>
              <a:t>c</a:t>
            </a:r>
            <a:r>
              <a:rPr dirty="0" smtClean="0" sz="2000" spc="-4" b="1">
                <a:latin typeface="Times New Roman"/>
                <a:cs typeface="Times New Roman"/>
              </a:rPr>
              <a:t>oder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r>
              <a:rPr dirty="0" smtClean="0" sz="2000" spc="-4" b="1">
                <a:latin typeface="Times New Roman"/>
                <a:cs typeface="Times New Roman"/>
              </a:rPr>
              <a:t>&amp;</a:t>
            </a:r>
            <a:r>
              <a:rPr dirty="0" smtClean="0" sz="2000" spc="-4" b="1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3090" marR="70615">
              <a:lnSpc>
                <a:spcPts val="2299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u</a:t>
            </a:r>
            <a:r>
              <a:rPr dirty="0" smtClean="0" sz="2000" spc="-1" b="1">
                <a:latin typeface="Times New Roman"/>
                <a:cs typeface="Times New Roman"/>
              </a:rPr>
              <a:t>lation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839469" y="2726690"/>
            <a:ext cx="8077200" cy="2286000"/>
          </a:xfrm>
          <a:custGeom>
            <a:avLst/>
            <a:gdLst/>
            <a:ahLst/>
            <a:cxnLst/>
            <a:rect l="l" t="t" r="r" b="b"/>
            <a:pathLst>
              <a:path w="8077200" h="2286000">
                <a:moveTo>
                  <a:pt x="0" y="1143000"/>
                </a:moveTo>
                <a:lnTo>
                  <a:pt x="13387" y="1236751"/>
                </a:lnTo>
                <a:lnTo>
                  <a:pt x="52857" y="1328414"/>
                </a:lnTo>
                <a:lnTo>
                  <a:pt x="117369" y="1417694"/>
                </a:lnTo>
                <a:lnTo>
                  <a:pt x="205886" y="1504297"/>
                </a:lnTo>
                <a:lnTo>
                  <a:pt x="317367" y="1587930"/>
                </a:lnTo>
                <a:lnTo>
                  <a:pt x="450772" y="1668298"/>
                </a:lnTo>
                <a:lnTo>
                  <a:pt x="605064" y="1745108"/>
                </a:lnTo>
                <a:lnTo>
                  <a:pt x="779202" y="1818064"/>
                </a:lnTo>
                <a:lnTo>
                  <a:pt x="972148" y="1886874"/>
                </a:lnTo>
                <a:lnTo>
                  <a:pt x="1182862" y="1951243"/>
                </a:lnTo>
                <a:lnTo>
                  <a:pt x="1410304" y="2010878"/>
                </a:lnTo>
                <a:lnTo>
                  <a:pt x="1653436" y="2065483"/>
                </a:lnTo>
                <a:lnTo>
                  <a:pt x="1911218" y="2114765"/>
                </a:lnTo>
                <a:lnTo>
                  <a:pt x="2182611" y="2158430"/>
                </a:lnTo>
                <a:lnTo>
                  <a:pt x="2466576" y="2196185"/>
                </a:lnTo>
                <a:lnTo>
                  <a:pt x="2762073" y="2227734"/>
                </a:lnTo>
                <a:lnTo>
                  <a:pt x="3068063" y="2252784"/>
                </a:lnTo>
                <a:lnTo>
                  <a:pt x="3383507" y="2271041"/>
                </a:lnTo>
                <a:lnTo>
                  <a:pt x="3707366" y="2282211"/>
                </a:lnTo>
                <a:lnTo>
                  <a:pt x="4038600" y="2286000"/>
                </a:lnTo>
                <a:lnTo>
                  <a:pt x="4369833" y="2282211"/>
                </a:lnTo>
                <a:lnTo>
                  <a:pt x="4693692" y="2271041"/>
                </a:lnTo>
                <a:lnTo>
                  <a:pt x="5009136" y="2252784"/>
                </a:lnTo>
                <a:lnTo>
                  <a:pt x="5315126" y="2227734"/>
                </a:lnTo>
                <a:lnTo>
                  <a:pt x="5610623" y="2196185"/>
                </a:lnTo>
                <a:lnTo>
                  <a:pt x="5894588" y="2158430"/>
                </a:lnTo>
                <a:lnTo>
                  <a:pt x="6165981" y="2114765"/>
                </a:lnTo>
                <a:lnTo>
                  <a:pt x="6423763" y="2065483"/>
                </a:lnTo>
                <a:lnTo>
                  <a:pt x="6666895" y="2010878"/>
                </a:lnTo>
                <a:lnTo>
                  <a:pt x="6894337" y="1951243"/>
                </a:lnTo>
                <a:lnTo>
                  <a:pt x="7105051" y="1886874"/>
                </a:lnTo>
                <a:lnTo>
                  <a:pt x="7297997" y="1818064"/>
                </a:lnTo>
                <a:lnTo>
                  <a:pt x="7472135" y="1745108"/>
                </a:lnTo>
                <a:lnTo>
                  <a:pt x="7626427" y="1668298"/>
                </a:lnTo>
                <a:lnTo>
                  <a:pt x="7759832" y="1587930"/>
                </a:lnTo>
                <a:lnTo>
                  <a:pt x="7871313" y="1504297"/>
                </a:lnTo>
                <a:lnTo>
                  <a:pt x="7959830" y="1417694"/>
                </a:lnTo>
                <a:lnTo>
                  <a:pt x="8024342" y="1328414"/>
                </a:lnTo>
                <a:lnTo>
                  <a:pt x="8063812" y="1236751"/>
                </a:lnTo>
                <a:lnTo>
                  <a:pt x="8077200" y="1143000"/>
                </a:lnTo>
                <a:lnTo>
                  <a:pt x="8063812" y="1049248"/>
                </a:lnTo>
                <a:lnTo>
                  <a:pt x="8024342" y="957585"/>
                </a:lnTo>
                <a:lnTo>
                  <a:pt x="7959830" y="868305"/>
                </a:lnTo>
                <a:lnTo>
                  <a:pt x="7871313" y="781702"/>
                </a:lnTo>
                <a:lnTo>
                  <a:pt x="7759832" y="698069"/>
                </a:lnTo>
                <a:lnTo>
                  <a:pt x="7626427" y="617701"/>
                </a:lnTo>
                <a:lnTo>
                  <a:pt x="7472135" y="540891"/>
                </a:lnTo>
                <a:lnTo>
                  <a:pt x="7297997" y="467935"/>
                </a:lnTo>
                <a:lnTo>
                  <a:pt x="7105051" y="399125"/>
                </a:lnTo>
                <a:lnTo>
                  <a:pt x="6894337" y="334756"/>
                </a:lnTo>
                <a:lnTo>
                  <a:pt x="6666895" y="275121"/>
                </a:lnTo>
                <a:lnTo>
                  <a:pt x="6423763" y="220516"/>
                </a:lnTo>
                <a:lnTo>
                  <a:pt x="6165981" y="171234"/>
                </a:lnTo>
                <a:lnTo>
                  <a:pt x="5894588" y="127569"/>
                </a:lnTo>
                <a:lnTo>
                  <a:pt x="5610623" y="89814"/>
                </a:lnTo>
                <a:lnTo>
                  <a:pt x="5315126" y="58265"/>
                </a:lnTo>
                <a:lnTo>
                  <a:pt x="5009136" y="33215"/>
                </a:lnTo>
                <a:lnTo>
                  <a:pt x="4693692" y="14958"/>
                </a:lnTo>
                <a:lnTo>
                  <a:pt x="4369833" y="3788"/>
                </a:lnTo>
                <a:lnTo>
                  <a:pt x="4038600" y="0"/>
                </a:lnTo>
                <a:lnTo>
                  <a:pt x="3707366" y="3788"/>
                </a:lnTo>
                <a:lnTo>
                  <a:pt x="3383507" y="14958"/>
                </a:lnTo>
                <a:lnTo>
                  <a:pt x="3068063" y="33215"/>
                </a:lnTo>
                <a:lnTo>
                  <a:pt x="2762073" y="58265"/>
                </a:lnTo>
                <a:lnTo>
                  <a:pt x="2466576" y="89814"/>
                </a:lnTo>
                <a:lnTo>
                  <a:pt x="2182611" y="127569"/>
                </a:lnTo>
                <a:lnTo>
                  <a:pt x="1911218" y="171234"/>
                </a:lnTo>
                <a:lnTo>
                  <a:pt x="1653436" y="220516"/>
                </a:lnTo>
                <a:lnTo>
                  <a:pt x="1410304" y="275121"/>
                </a:lnTo>
                <a:lnTo>
                  <a:pt x="1182862" y="334756"/>
                </a:lnTo>
                <a:lnTo>
                  <a:pt x="972148" y="399125"/>
                </a:lnTo>
                <a:lnTo>
                  <a:pt x="779202" y="467935"/>
                </a:lnTo>
                <a:lnTo>
                  <a:pt x="605064" y="540891"/>
                </a:lnTo>
                <a:lnTo>
                  <a:pt x="450772" y="617701"/>
                </a:lnTo>
                <a:lnTo>
                  <a:pt x="317367" y="698069"/>
                </a:lnTo>
                <a:lnTo>
                  <a:pt x="205886" y="781702"/>
                </a:lnTo>
                <a:lnTo>
                  <a:pt x="117369" y="868305"/>
                </a:lnTo>
                <a:lnTo>
                  <a:pt x="52857" y="957585"/>
                </a:lnTo>
                <a:lnTo>
                  <a:pt x="13387" y="1049248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839469" y="2726690"/>
            <a:ext cx="8077200" cy="2286000"/>
          </a:xfrm>
          <a:custGeom>
            <a:avLst/>
            <a:gdLst/>
            <a:ahLst/>
            <a:cxnLst/>
            <a:rect l="l" t="t" r="r" b="b"/>
            <a:pathLst>
              <a:path w="8077200" h="2286000">
                <a:moveTo>
                  <a:pt x="0" y="1143000"/>
                </a:moveTo>
                <a:lnTo>
                  <a:pt x="13387" y="1049248"/>
                </a:lnTo>
                <a:lnTo>
                  <a:pt x="52857" y="957585"/>
                </a:lnTo>
                <a:lnTo>
                  <a:pt x="117369" y="868305"/>
                </a:lnTo>
                <a:lnTo>
                  <a:pt x="205886" y="781702"/>
                </a:lnTo>
                <a:lnTo>
                  <a:pt x="317367" y="698069"/>
                </a:lnTo>
                <a:lnTo>
                  <a:pt x="450772" y="617701"/>
                </a:lnTo>
                <a:lnTo>
                  <a:pt x="605064" y="540891"/>
                </a:lnTo>
                <a:lnTo>
                  <a:pt x="779202" y="467935"/>
                </a:lnTo>
                <a:lnTo>
                  <a:pt x="972148" y="399125"/>
                </a:lnTo>
                <a:lnTo>
                  <a:pt x="1182862" y="334756"/>
                </a:lnTo>
                <a:lnTo>
                  <a:pt x="1410304" y="275121"/>
                </a:lnTo>
                <a:lnTo>
                  <a:pt x="1653436" y="220516"/>
                </a:lnTo>
                <a:lnTo>
                  <a:pt x="1911218" y="171234"/>
                </a:lnTo>
                <a:lnTo>
                  <a:pt x="2182611" y="127569"/>
                </a:lnTo>
                <a:lnTo>
                  <a:pt x="2466576" y="89814"/>
                </a:lnTo>
                <a:lnTo>
                  <a:pt x="2762073" y="58265"/>
                </a:lnTo>
                <a:lnTo>
                  <a:pt x="3068063" y="33215"/>
                </a:lnTo>
                <a:lnTo>
                  <a:pt x="3383507" y="14958"/>
                </a:lnTo>
                <a:lnTo>
                  <a:pt x="3707366" y="3788"/>
                </a:lnTo>
                <a:lnTo>
                  <a:pt x="4038600" y="0"/>
                </a:lnTo>
                <a:lnTo>
                  <a:pt x="4369833" y="3788"/>
                </a:lnTo>
                <a:lnTo>
                  <a:pt x="4693692" y="14958"/>
                </a:lnTo>
                <a:lnTo>
                  <a:pt x="5009136" y="33215"/>
                </a:lnTo>
                <a:lnTo>
                  <a:pt x="5315126" y="58265"/>
                </a:lnTo>
                <a:lnTo>
                  <a:pt x="5610623" y="89814"/>
                </a:lnTo>
                <a:lnTo>
                  <a:pt x="5894588" y="127569"/>
                </a:lnTo>
                <a:lnTo>
                  <a:pt x="6165981" y="171234"/>
                </a:lnTo>
                <a:lnTo>
                  <a:pt x="6423763" y="220516"/>
                </a:lnTo>
                <a:lnTo>
                  <a:pt x="6666895" y="275121"/>
                </a:lnTo>
                <a:lnTo>
                  <a:pt x="6894337" y="334756"/>
                </a:lnTo>
                <a:lnTo>
                  <a:pt x="7105051" y="399125"/>
                </a:lnTo>
                <a:lnTo>
                  <a:pt x="7297997" y="467935"/>
                </a:lnTo>
                <a:lnTo>
                  <a:pt x="7472135" y="540891"/>
                </a:lnTo>
                <a:lnTo>
                  <a:pt x="7626427" y="617701"/>
                </a:lnTo>
                <a:lnTo>
                  <a:pt x="7759832" y="698069"/>
                </a:lnTo>
                <a:lnTo>
                  <a:pt x="7871313" y="781702"/>
                </a:lnTo>
                <a:lnTo>
                  <a:pt x="7959830" y="868305"/>
                </a:lnTo>
                <a:lnTo>
                  <a:pt x="8024342" y="957585"/>
                </a:lnTo>
                <a:lnTo>
                  <a:pt x="8063812" y="1049248"/>
                </a:lnTo>
                <a:lnTo>
                  <a:pt x="8077200" y="1143000"/>
                </a:lnTo>
                <a:lnTo>
                  <a:pt x="8063812" y="1236751"/>
                </a:lnTo>
                <a:lnTo>
                  <a:pt x="8024342" y="1328414"/>
                </a:lnTo>
                <a:lnTo>
                  <a:pt x="7959830" y="1417694"/>
                </a:lnTo>
                <a:lnTo>
                  <a:pt x="7871313" y="1504297"/>
                </a:lnTo>
                <a:lnTo>
                  <a:pt x="7759832" y="1587930"/>
                </a:lnTo>
                <a:lnTo>
                  <a:pt x="7626427" y="1668298"/>
                </a:lnTo>
                <a:lnTo>
                  <a:pt x="7472135" y="1745108"/>
                </a:lnTo>
                <a:lnTo>
                  <a:pt x="7297997" y="1818064"/>
                </a:lnTo>
                <a:lnTo>
                  <a:pt x="7105051" y="1886874"/>
                </a:lnTo>
                <a:lnTo>
                  <a:pt x="6894337" y="1951243"/>
                </a:lnTo>
                <a:lnTo>
                  <a:pt x="6666895" y="2010878"/>
                </a:lnTo>
                <a:lnTo>
                  <a:pt x="6423763" y="2065483"/>
                </a:lnTo>
                <a:lnTo>
                  <a:pt x="6165981" y="2114765"/>
                </a:lnTo>
                <a:lnTo>
                  <a:pt x="5894588" y="2158430"/>
                </a:lnTo>
                <a:lnTo>
                  <a:pt x="5610623" y="2196185"/>
                </a:lnTo>
                <a:lnTo>
                  <a:pt x="5315126" y="2227734"/>
                </a:lnTo>
                <a:lnTo>
                  <a:pt x="5009136" y="2252784"/>
                </a:lnTo>
                <a:lnTo>
                  <a:pt x="4693692" y="2271041"/>
                </a:lnTo>
                <a:lnTo>
                  <a:pt x="4369833" y="2282211"/>
                </a:lnTo>
                <a:lnTo>
                  <a:pt x="4038600" y="2286000"/>
                </a:lnTo>
                <a:lnTo>
                  <a:pt x="3707366" y="2282211"/>
                </a:lnTo>
                <a:lnTo>
                  <a:pt x="3383507" y="2271041"/>
                </a:lnTo>
                <a:lnTo>
                  <a:pt x="3068063" y="2252784"/>
                </a:lnTo>
                <a:lnTo>
                  <a:pt x="2762073" y="2227734"/>
                </a:lnTo>
                <a:lnTo>
                  <a:pt x="2466576" y="2196185"/>
                </a:lnTo>
                <a:lnTo>
                  <a:pt x="2182611" y="2158430"/>
                </a:lnTo>
                <a:lnTo>
                  <a:pt x="1911218" y="2114765"/>
                </a:lnTo>
                <a:lnTo>
                  <a:pt x="1653436" y="2065483"/>
                </a:lnTo>
                <a:lnTo>
                  <a:pt x="1410304" y="2010878"/>
                </a:lnTo>
                <a:lnTo>
                  <a:pt x="1182862" y="1951243"/>
                </a:lnTo>
                <a:lnTo>
                  <a:pt x="972148" y="1886874"/>
                </a:lnTo>
                <a:lnTo>
                  <a:pt x="779202" y="1818064"/>
                </a:lnTo>
                <a:lnTo>
                  <a:pt x="605064" y="1745108"/>
                </a:lnTo>
                <a:lnTo>
                  <a:pt x="450772" y="1668298"/>
                </a:lnTo>
                <a:lnTo>
                  <a:pt x="317367" y="1587930"/>
                </a:lnTo>
                <a:lnTo>
                  <a:pt x="205886" y="1504297"/>
                </a:lnTo>
                <a:lnTo>
                  <a:pt x="117369" y="1417694"/>
                </a:lnTo>
                <a:lnTo>
                  <a:pt x="52857" y="1328414"/>
                </a:lnTo>
                <a:lnTo>
                  <a:pt x="13387" y="1236751"/>
                </a:lnTo>
                <a:lnTo>
                  <a:pt x="0" y="114300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8078470" y="3793490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19050" y="19050"/>
                </a:moveTo>
                <a:lnTo>
                  <a:pt x="0" y="19049"/>
                </a:lnTo>
                <a:lnTo>
                  <a:pt x="0" y="57150"/>
                </a:lnTo>
                <a:lnTo>
                  <a:pt x="114300" y="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8078470" y="3736340"/>
            <a:ext cx="19050" cy="38100"/>
          </a:xfrm>
          <a:custGeom>
            <a:avLst/>
            <a:gdLst/>
            <a:ahLst/>
            <a:cxnLst/>
            <a:rect l="l" t="t" r="r" b="b"/>
            <a:pathLst>
              <a:path w="19050" h="38100">
                <a:moveTo>
                  <a:pt x="19050" y="38100"/>
                </a:moveTo>
                <a:lnTo>
                  <a:pt x="0" y="0"/>
                </a:lnTo>
                <a:lnTo>
                  <a:pt x="0" y="38099"/>
                </a:lnTo>
                <a:lnTo>
                  <a:pt x="19050" y="381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410970" y="3736340"/>
            <a:ext cx="6781800" cy="76200"/>
          </a:xfrm>
          <a:custGeom>
            <a:avLst/>
            <a:gdLst/>
            <a:ahLst/>
            <a:cxnLst/>
            <a:rect l="l" t="t" r="r" b="b"/>
            <a:pathLst>
              <a:path w="6781800" h="76200">
                <a:moveTo>
                  <a:pt x="0" y="38100"/>
                </a:moveTo>
                <a:lnTo>
                  <a:pt x="0" y="76200"/>
                </a:lnTo>
                <a:lnTo>
                  <a:pt x="6686550" y="76200"/>
                </a:lnTo>
                <a:lnTo>
                  <a:pt x="6781800" y="57150"/>
                </a:lnTo>
                <a:lnTo>
                  <a:pt x="6667500" y="0"/>
                </a:lnTo>
                <a:lnTo>
                  <a:pt x="66865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410970" y="37934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ln w="12700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639570" y="3717290"/>
            <a:ext cx="2209800" cy="838200"/>
          </a:xfrm>
          <a:custGeom>
            <a:avLst/>
            <a:gdLst/>
            <a:ahLst/>
            <a:cxnLst/>
            <a:rect l="l" t="t" r="r" b="b"/>
            <a:pathLst>
              <a:path w="2209800" h="838200">
                <a:moveTo>
                  <a:pt x="0" y="419100"/>
                </a:moveTo>
                <a:lnTo>
                  <a:pt x="14460" y="351105"/>
                </a:lnTo>
                <a:lnTo>
                  <a:pt x="56327" y="286609"/>
                </a:lnTo>
                <a:lnTo>
                  <a:pt x="86826" y="255942"/>
                </a:lnTo>
                <a:lnTo>
                  <a:pt x="123323" y="226473"/>
                </a:lnTo>
                <a:lnTo>
                  <a:pt x="165535" y="198310"/>
                </a:lnTo>
                <a:lnTo>
                  <a:pt x="213177" y="171559"/>
                </a:lnTo>
                <a:lnTo>
                  <a:pt x="265963" y="146330"/>
                </a:lnTo>
                <a:lnTo>
                  <a:pt x="323611" y="122729"/>
                </a:lnTo>
                <a:lnTo>
                  <a:pt x="385836" y="100865"/>
                </a:lnTo>
                <a:lnTo>
                  <a:pt x="452353" y="80845"/>
                </a:lnTo>
                <a:lnTo>
                  <a:pt x="522878" y="62776"/>
                </a:lnTo>
                <a:lnTo>
                  <a:pt x="597127" y="46768"/>
                </a:lnTo>
                <a:lnTo>
                  <a:pt x="674816" y="32926"/>
                </a:lnTo>
                <a:lnTo>
                  <a:pt x="755660" y="21360"/>
                </a:lnTo>
                <a:lnTo>
                  <a:pt x="839374" y="12176"/>
                </a:lnTo>
                <a:lnTo>
                  <a:pt x="925675" y="5483"/>
                </a:lnTo>
                <a:lnTo>
                  <a:pt x="1014278" y="1388"/>
                </a:lnTo>
                <a:lnTo>
                  <a:pt x="1104900" y="0"/>
                </a:lnTo>
                <a:lnTo>
                  <a:pt x="1195521" y="1388"/>
                </a:lnTo>
                <a:lnTo>
                  <a:pt x="1284124" y="5483"/>
                </a:lnTo>
                <a:lnTo>
                  <a:pt x="1370425" y="12176"/>
                </a:lnTo>
                <a:lnTo>
                  <a:pt x="1454139" y="21360"/>
                </a:lnTo>
                <a:lnTo>
                  <a:pt x="1534983" y="32926"/>
                </a:lnTo>
                <a:lnTo>
                  <a:pt x="1612672" y="46768"/>
                </a:lnTo>
                <a:lnTo>
                  <a:pt x="1686921" y="62776"/>
                </a:lnTo>
                <a:lnTo>
                  <a:pt x="1757446" y="80845"/>
                </a:lnTo>
                <a:lnTo>
                  <a:pt x="1823963" y="100865"/>
                </a:lnTo>
                <a:lnTo>
                  <a:pt x="1886188" y="122729"/>
                </a:lnTo>
                <a:lnTo>
                  <a:pt x="1943836" y="146330"/>
                </a:lnTo>
                <a:lnTo>
                  <a:pt x="1996622" y="171559"/>
                </a:lnTo>
                <a:lnTo>
                  <a:pt x="2044264" y="198310"/>
                </a:lnTo>
                <a:lnTo>
                  <a:pt x="2086476" y="226473"/>
                </a:lnTo>
                <a:lnTo>
                  <a:pt x="2122973" y="255942"/>
                </a:lnTo>
                <a:lnTo>
                  <a:pt x="2153472" y="286609"/>
                </a:lnTo>
                <a:lnTo>
                  <a:pt x="2177689" y="318366"/>
                </a:lnTo>
                <a:lnTo>
                  <a:pt x="2206137" y="384719"/>
                </a:lnTo>
                <a:lnTo>
                  <a:pt x="2209800" y="419100"/>
                </a:lnTo>
                <a:lnTo>
                  <a:pt x="2206137" y="453480"/>
                </a:lnTo>
                <a:lnTo>
                  <a:pt x="2177689" y="519833"/>
                </a:lnTo>
                <a:lnTo>
                  <a:pt x="2153472" y="551590"/>
                </a:lnTo>
                <a:lnTo>
                  <a:pt x="2122973" y="582257"/>
                </a:lnTo>
                <a:lnTo>
                  <a:pt x="2086476" y="611726"/>
                </a:lnTo>
                <a:lnTo>
                  <a:pt x="2044264" y="639889"/>
                </a:lnTo>
                <a:lnTo>
                  <a:pt x="1996622" y="666640"/>
                </a:lnTo>
                <a:lnTo>
                  <a:pt x="1943836" y="691869"/>
                </a:lnTo>
                <a:lnTo>
                  <a:pt x="1886188" y="715470"/>
                </a:lnTo>
                <a:lnTo>
                  <a:pt x="1823963" y="737334"/>
                </a:lnTo>
                <a:lnTo>
                  <a:pt x="1757446" y="757354"/>
                </a:lnTo>
                <a:lnTo>
                  <a:pt x="1686921" y="775423"/>
                </a:lnTo>
                <a:lnTo>
                  <a:pt x="1612672" y="791431"/>
                </a:lnTo>
                <a:lnTo>
                  <a:pt x="1534983" y="805273"/>
                </a:lnTo>
                <a:lnTo>
                  <a:pt x="1454139" y="816839"/>
                </a:lnTo>
                <a:lnTo>
                  <a:pt x="1370425" y="826023"/>
                </a:lnTo>
                <a:lnTo>
                  <a:pt x="1284124" y="832716"/>
                </a:lnTo>
                <a:lnTo>
                  <a:pt x="1195521" y="836811"/>
                </a:lnTo>
                <a:lnTo>
                  <a:pt x="1104900" y="838200"/>
                </a:lnTo>
                <a:lnTo>
                  <a:pt x="1014278" y="836811"/>
                </a:lnTo>
                <a:lnTo>
                  <a:pt x="925675" y="832716"/>
                </a:lnTo>
                <a:lnTo>
                  <a:pt x="839374" y="826023"/>
                </a:lnTo>
                <a:lnTo>
                  <a:pt x="755660" y="816839"/>
                </a:lnTo>
                <a:lnTo>
                  <a:pt x="674816" y="805273"/>
                </a:lnTo>
                <a:lnTo>
                  <a:pt x="597127" y="791431"/>
                </a:lnTo>
                <a:lnTo>
                  <a:pt x="522878" y="775423"/>
                </a:lnTo>
                <a:lnTo>
                  <a:pt x="452353" y="757354"/>
                </a:lnTo>
                <a:lnTo>
                  <a:pt x="385836" y="737334"/>
                </a:lnTo>
                <a:lnTo>
                  <a:pt x="323611" y="715470"/>
                </a:lnTo>
                <a:lnTo>
                  <a:pt x="265963" y="691869"/>
                </a:lnTo>
                <a:lnTo>
                  <a:pt x="213177" y="666640"/>
                </a:lnTo>
                <a:lnTo>
                  <a:pt x="165535" y="639889"/>
                </a:lnTo>
                <a:lnTo>
                  <a:pt x="123323" y="611726"/>
                </a:lnTo>
                <a:lnTo>
                  <a:pt x="86826" y="582257"/>
                </a:lnTo>
                <a:lnTo>
                  <a:pt x="56327" y="551590"/>
                </a:lnTo>
                <a:lnTo>
                  <a:pt x="32110" y="519833"/>
                </a:lnTo>
                <a:lnTo>
                  <a:pt x="3662" y="453480"/>
                </a:lnTo>
                <a:lnTo>
                  <a:pt x="0" y="419100"/>
                </a:lnTo>
                <a:close/>
              </a:path>
            </a:pathLst>
          </a:custGeom>
          <a:ln w="38099">
            <a:solidFill>
              <a:srgbClr val="FF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028700" y="5049520"/>
            <a:ext cx="2819400" cy="1028700"/>
          </a:xfrm>
          <a:custGeom>
            <a:avLst/>
            <a:gdLst/>
            <a:ahLst/>
            <a:cxnLst/>
            <a:rect l="l" t="t" r="r" b="b"/>
            <a:pathLst>
              <a:path w="2819400" h="1028700">
                <a:moveTo>
                  <a:pt x="0" y="1028699"/>
                </a:moveTo>
                <a:lnTo>
                  <a:pt x="2819400" y="1028699"/>
                </a:lnTo>
                <a:lnTo>
                  <a:pt x="2819400" y="0"/>
                </a:lnTo>
                <a:lnTo>
                  <a:pt x="0" y="0"/>
                </a:lnTo>
                <a:lnTo>
                  <a:pt x="0" y="1028699"/>
                </a:lnTo>
                <a:close/>
              </a:path>
            </a:pathLst>
          </a:custGeom>
          <a:ln w="10160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2409317" y="4572762"/>
            <a:ext cx="349122" cy="476757"/>
          </a:xfrm>
          <a:custGeom>
            <a:avLst/>
            <a:gdLst/>
            <a:ahLst/>
            <a:cxnLst/>
            <a:rect l="l" t="t" r="r" b="b"/>
            <a:pathLst>
              <a:path w="349122" h="476758">
                <a:moveTo>
                  <a:pt x="28334" y="391924"/>
                </a:moveTo>
                <a:lnTo>
                  <a:pt x="0" y="388112"/>
                </a:lnTo>
                <a:lnTo>
                  <a:pt x="30480" y="476757"/>
                </a:lnTo>
                <a:lnTo>
                  <a:pt x="83057" y="399288"/>
                </a:lnTo>
                <a:lnTo>
                  <a:pt x="55950" y="395640"/>
                </a:lnTo>
                <a:lnTo>
                  <a:pt x="53466" y="410082"/>
                </a:lnTo>
                <a:lnTo>
                  <a:pt x="25907" y="405130"/>
                </a:lnTo>
                <a:lnTo>
                  <a:pt x="28334" y="391924"/>
                </a:lnTo>
                <a:close/>
              </a:path>
              <a:path w="349122" h="476758">
                <a:moveTo>
                  <a:pt x="55950" y="395640"/>
                </a:moveTo>
                <a:lnTo>
                  <a:pt x="56895" y="390144"/>
                </a:lnTo>
                <a:lnTo>
                  <a:pt x="63372" y="369696"/>
                </a:lnTo>
                <a:lnTo>
                  <a:pt x="71119" y="350012"/>
                </a:lnTo>
                <a:lnTo>
                  <a:pt x="79882" y="331596"/>
                </a:lnTo>
                <a:lnTo>
                  <a:pt x="89662" y="314325"/>
                </a:lnTo>
                <a:lnTo>
                  <a:pt x="100202" y="298576"/>
                </a:lnTo>
                <a:lnTo>
                  <a:pt x="111251" y="284480"/>
                </a:lnTo>
                <a:lnTo>
                  <a:pt x="122681" y="272288"/>
                </a:lnTo>
                <a:lnTo>
                  <a:pt x="135000" y="261746"/>
                </a:lnTo>
                <a:lnTo>
                  <a:pt x="140843" y="257556"/>
                </a:lnTo>
                <a:lnTo>
                  <a:pt x="147065" y="253745"/>
                </a:lnTo>
                <a:lnTo>
                  <a:pt x="152907" y="250570"/>
                </a:lnTo>
                <a:lnTo>
                  <a:pt x="158876" y="247904"/>
                </a:lnTo>
                <a:lnTo>
                  <a:pt x="164845" y="245871"/>
                </a:lnTo>
                <a:lnTo>
                  <a:pt x="170560" y="244475"/>
                </a:lnTo>
                <a:lnTo>
                  <a:pt x="176402" y="243458"/>
                </a:lnTo>
                <a:lnTo>
                  <a:pt x="183387" y="243077"/>
                </a:lnTo>
                <a:lnTo>
                  <a:pt x="192024" y="242696"/>
                </a:lnTo>
                <a:lnTo>
                  <a:pt x="200278" y="241426"/>
                </a:lnTo>
                <a:lnTo>
                  <a:pt x="208280" y="239521"/>
                </a:lnTo>
                <a:lnTo>
                  <a:pt x="216281" y="236981"/>
                </a:lnTo>
                <a:lnTo>
                  <a:pt x="224408" y="233806"/>
                </a:lnTo>
                <a:lnTo>
                  <a:pt x="232409" y="229743"/>
                </a:lnTo>
                <a:lnTo>
                  <a:pt x="247522" y="220471"/>
                </a:lnTo>
                <a:lnTo>
                  <a:pt x="261746" y="209169"/>
                </a:lnTo>
                <a:lnTo>
                  <a:pt x="275208" y="196087"/>
                </a:lnTo>
                <a:lnTo>
                  <a:pt x="287781" y="181229"/>
                </a:lnTo>
                <a:lnTo>
                  <a:pt x="299465" y="165100"/>
                </a:lnTo>
                <a:lnTo>
                  <a:pt x="310260" y="147446"/>
                </a:lnTo>
                <a:lnTo>
                  <a:pt x="319913" y="128650"/>
                </a:lnTo>
                <a:lnTo>
                  <a:pt x="328421" y="108838"/>
                </a:lnTo>
                <a:lnTo>
                  <a:pt x="335660" y="88137"/>
                </a:lnTo>
                <a:lnTo>
                  <a:pt x="341375" y="66801"/>
                </a:lnTo>
                <a:lnTo>
                  <a:pt x="345694" y="44957"/>
                </a:lnTo>
                <a:lnTo>
                  <a:pt x="348360" y="22606"/>
                </a:lnTo>
                <a:lnTo>
                  <a:pt x="349122" y="1143"/>
                </a:lnTo>
                <a:lnTo>
                  <a:pt x="321309" y="0"/>
                </a:lnTo>
                <a:lnTo>
                  <a:pt x="320420" y="21462"/>
                </a:lnTo>
                <a:lnTo>
                  <a:pt x="317881" y="41529"/>
                </a:lnTo>
                <a:lnTo>
                  <a:pt x="313944" y="61468"/>
                </a:lnTo>
                <a:lnTo>
                  <a:pt x="308737" y="80771"/>
                </a:lnTo>
                <a:lnTo>
                  <a:pt x="302006" y="99568"/>
                </a:lnTo>
                <a:lnTo>
                  <a:pt x="294258" y="117729"/>
                </a:lnTo>
                <a:lnTo>
                  <a:pt x="285495" y="134619"/>
                </a:lnTo>
                <a:lnTo>
                  <a:pt x="275716" y="150368"/>
                </a:lnTo>
                <a:lnTo>
                  <a:pt x="265175" y="164845"/>
                </a:lnTo>
                <a:lnTo>
                  <a:pt x="253872" y="177926"/>
                </a:lnTo>
                <a:lnTo>
                  <a:pt x="242188" y="189102"/>
                </a:lnTo>
                <a:lnTo>
                  <a:pt x="230124" y="198627"/>
                </a:lnTo>
                <a:lnTo>
                  <a:pt x="217931" y="205867"/>
                </a:lnTo>
                <a:lnTo>
                  <a:pt x="212089" y="208787"/>
                </a:lnTo>
                <a:lnTo>
                  <a:pt x="206120" y="211074"/>
                </a:lnTo>
                <a:lnTo>
                  <a:pt x="200025" y="212851"/>
                </a:lnTo>
                <a:lnTo>
                  <a:pt x="193928" y="214249"/>
                </a:lnTo>
                <a:lnTo>
                  <a:pt x="187959" y="215011"/>
                </a:lnTo>
                <a:lnTo>
                  <a:pt x="182244" y="215264"/>
                </a:lnTo>
                <a:lnTo>
                  <a:pt x="174878" y="215645"/>
                </a:lnTo>
                <a:lnTo>
                  <a:pt x="166496" y="216788"/>
                </a:lnTo>
                <a:lnTo>
                  <a:pt x="158241" y="218694"/>
                </a:lnTo>
                <a:lnTo>
                  <a:pt x="149987" y="221487"/>
                </a:lnTo>
                <a:lnTo>
                  <a:pt x="141858" y="224917"/>
                </a:lnTo>
                <a:lnTo>
                  <a:pt x="133857" y="229107"/>
                </a:lnTo>
                <a:lnTo>
                  <a:pt x="126237" y="233680"/>
                </a:lnTo>
                <a:lnTo>
                  <a:pt x="118744" y="239013"/>
                </a:lnTo>
                <a:lnTo>
                  <a:pt x="104647" y="250951"/>
                </a:lnTo>
                <a:lnTo>
                  <a:pt x="90931" y="265302"/>
                </a:lnTo>
                <a:lnTo>
                  <a:pt x="78231" y="281305"/>
                </a:lnTo>
                <a:lnTo>
                  <a:pt x="66420" y="298704"/>
                </a:lnTo>
                <a:lnTo>
                  <a:pt x="55625" y="317881"/>
                </a:lnTo>
                <a:lnTo>
                  <a:pt x="45974" y="338074"/>
                </a:lnTo>
                <a:lnTo>
                  <a:pt x="37464" y="359410"/>
                </a:lnTo>
                <a:lnTo>
                  <a:pt x="30225" y="381635"/>
                </a:lnTo>
                <a:lnTo>
                  <a:pt x="28334" y="391924"/>
                </a:lnTo>
                <a:lnTo>
                  <a:pt x="25907" y="405130"/>
                </a:lnTo>
                <a:lnTo>
                  <a:pt x="53466" y="410082"/>
                </a:lnTo>
                <a:lnTo>
                  <a:pt x="55950" y="395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2630170" y="3315970"/>
            <a:ext cx="4495800" cy="1447799"/>
          </a:xfrm>
          <a:custGeom>
            <a:avLst/>
            <a:gdLst/>
            <a:ahLst/>
            <a:cxnLst/>
            <a:rect l="l" t="t" r="r" b="b"/>
            <a:pathLst>
              <a:path w="4495800" h="1447800">
                <a:moveTo>
                  <a:pt x="0" y="723899"/>
                </a:moveTo>
                <a:lnTo>
                  <a:pt x="7452" y="664529"/>
                </a:lnTo>
                <a:lnTo>
                  <a:pt x="29422" y="606480"/>
                </a:lnTo>
                <a:lnTo>
                  <a:pt x="65333" y="549939"/>
                </a:lnTo>
                <a:lnTo>
                  <a:pt x="114604" y="495092"/>
                </a:lnTo>
                <a:lnTo>
                  <a:pt x="176658" y="442126"/>
                </a:lnTo>
                <a:lnTo>
                  <a:pt x="250917" y="391227"/>
                </a:lnTo>
                <a:lnTo>
                  <a:pt x="336800" y="342581"/>
                </a:lnTo>
                <a:lnTo>
                  <a:pt x="433730" y="296375"/>
                </a:lnTo>
                <a:lnTo>
                  <a:pt x="541128" y="252794"/>
                </a:lnTo>
                <a:lnTo>
                  <a:pt x="658415" y="212026"/>
                </a:lnTo>
                <a:lnTo>
                  <a:pt x="785013" y="174256"/>
                </a:lnTo>
                <a:lnTo>
                  <a:pt x="920343" y="139671"/>
                </a:lnTo>
                <a:lnTo>
                  <a:pt x="1063827" y="108457"/>
                </a:lnTo>
                <a:lnTo>
                  <a:pt x="1214885" y="80800"/>
                </a:lnTo>
                <a:lnTo>
                  <a:pt x="1372939" y="56888"/>
                </a:lnTo>
                <a:lnTo>
                  <a:pt x="1537411" y="36905"/>
                </a:lnTo>
                <a:lnTo>
                  <a:pt x="1707721" y="21038"/>
                </a:lnTo>
                <a:lnTo>
                  <a:pt x="1883292" y="9474"/>
                </a:lnTo>
                <a:lnTo>
                  <a:pt x="2063544" y="2399"/>
                </a:lnTo>
                <a:lnTo>
                  <a:pt x="2247900" y="0"/>
                </a:lnTo>
                <a:lnTo>
                  <a:pt x="2432255" y="2399"/>
                </a:lnTo>
                <a:lnTo>
                  <a:pt x="2612507" y="9474"/>
                </a:lnTo>
                <a:lnTo>
                  <a:pt x="2788078" y="21038"/>
                </a:lnTo>
                <a:lnTo>
                  <a:pt x="2958388" y="36905"/>
                </a:lnTo>
                <a:lnTo>
                  <a:pt x="3122860" y="56888"/>
                </a:lnTo>
                <a:lnTo>
                  <a:pt x="3280914" y="80800"/>
                </a:lnTo>
                <a:lnTo>
                  <a:pt x="3431972" y="108457"/>
                </a:lnTo>
                <a:lnTo>
                  <a:pt x="3575456" y="139671"/>
                </a:lnTo>
                <a:lnTo>
                  <a:pt x="3710786" y="174256"/>
                </a:lnTo>
                <a:lnTo>
                  <a:pt x="3837384" y="212026"/>
                </a:lnTo>
                <a:lnTo>
                  <a:pt x="3954671" y="252794"/>
                </a:lnTo>
                <a:lnTo>
                  <a:pt x="4062069" y="296375"/>
                </a:lnTo>
                <a:lnTo>
                  <a:pt x="4158999" y="342581"/>
                </a:lnTo>
                <a:lnTo>
                  <a:pt x="4244882" y="391227"/>
                </a:lnTo>
                <a:lnTo>
                  <a:pt x="4319141" y="442126"/>
                </a:lnTo>
                <a:lnTo>
                  <a:pt x="4381195" y="495092"/>
                </a:lnTo>
                <a:lnTo>
                  <a:pt x="4430466" y="549939"/>
                </a:lnTo>
                <a:lnTo>
                  <a:pt x="4466377" y="606480"/>
                </a:lnTo>
                <a:lnTo>
                  <a:pt x="4488347" y="664529"/>
                </a:lnTo>
                <a:lnTo>
                  <a:pt x="4495800" y="723899"/>
                </a:lnTo>
                <a:lnTo>
                  <a:pt x="4488347" y="783270"/>
                </a:lnTo>
                <a:lnTo>
                  <a:pt x="4466377" y="841319"/>
                </a:lnTo>
                <a:lnTo>
                  <a:pt x="4430466" y="897860"/>
                </a:lnTo>
                <a:lnTo>
                  <a:pt x="4381195" y="952707"/>
                </a:lnTo>
                <a:lnTo>
                  <a:pt x="4319141" y="1005673"/>
                </a:lnTo>
                <a:lnTo>
                  <a:pt x="4244882" y="1056572"/>
                </a:lnTo>
                <a:lnTo>
                  <a:pt x="4158999" y="1105218"/>
                </a:lnTo>
                <a:lnTo>
                  <a:pt x="4062069" y="1151424"/>
                </a:lnTo>
                <a:lnTo>
                  <a:pt x="3954671" y="1195005"/>
                </a:lnTo>
                <a:lnTo>
                  <a:pt x="3837384" y="1235773"/>
                </a:lnTo>
                <a:lnTo>
                  <a:pt x="3710786" y="1273543"/>
                </a:lnTo>
                <a:lnTo>
                  <a:pt x="3575456" y="1308128"/>
                </a:lnTo>
                <a:lnTo>
                  <a:pt x="3431972" y="1339342"/>
                </a:lnTo>
                <a:lnTo>
                  <a:pt x="3280914" y="1366999"/>
                </a:lnTo>
                <a:lnTo>
                  <a:pt x="3122860" y="1390911"/>
                </a:lnTo>
                <a:lnTo>
                  <a:pt x="2958388" y="1410894"/>
                </a:lnTo>
                <a:lnTo>
                  <a:pt x="2788078" y="1426761"/>
                </a:lnTo>
                <a:lnTo>
                  <a:pt x="2612507" y="1438325"/>
                </a:lnTo>
                <a:lnTo>
                  <a:pt x="2432255" y="1445400"/>
                </a:lnTo>
                <a:lnTo>
                  <a:pt x="2247900" y="1447799"/>
                </a:lnTo>
                <a:lnTo>
                  <a:pt x="2063544" y="1445400"/>
                </a:lnTo>
                <a:lnTo>
                  <a:pt x="1883292" y="1438325"/>
                </a:lnTo>
                <a:lnTo>
                  <a:pt x="1707721" y="1426761"/>
                </a:lnTo>
                <a:lnTo>
                  <a:pt x="1537411" y="1410894"/>
                </a:lnTo>
                <a:lnTo>
                  <a:pt x="1372939" y="1390911"/>
                </a:lnTo>
                <a:lnTo>
                  <a:pt x="1214885" y="1366999"/>
                </a:lnTo>
                <a:lnTo>
                  <a:pt x="1063827" y="1339342"/>
                </a:lnTo>
                <a:lnTo>
                  <a:pt x="920343" y="1308128"/>
                </a:lnTo>
                <a:lnTo>
                  <a:pt x="785013" y="1273543"/>
                </a:lnTo>
                <a:lnTo>
                  <a:pt x="658415" y="1235773"/>
                </a:lnTo>
                <a:lnTo>
                  <a:pt x="541128" y="1195005"/>
                </a:lnTo>
                <a:lnTo>
                  <a:pt x="433730" y="1151424"/>
                </a:lnTo>
                <a:lnTo>
                  <a:pt x="336800" y="1105218"/>
                </a:lnTo>
                <a:lnTo>
                  <a:pt x="250917" y="1056572"/>
                </a:lnTo>
                <a:lnTo>
                  <a:pt x="176658" y="1005673"/>
                </a:lnTo>
                <a:lnTo>
                  <a:pt x="114604" y="952707"/>
                </a:lnTo>
                <a:lnTo>
                  <a:pt x="65333" y="897860"/>
                </a:lnTo>
                <a:lnTo>
                  <a:pt x="29422" y="841319"/>
                </a:lnTo>
                <a:lnTo>
                  <a:pt x="7452" y="783270"/>
                </a:lnTo>
                <a:lnTo>
                  <a:pt x="0" y="723899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867400" y="527812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0" y="1028699"/>
                </a:moveTo>
                <a:lnTo>
                  <a:pt x="3429000" y="1028699"/>
                </a:lnTo>
                <a:lnTo>
                  <a:pt x="3429000" y="0"/>
                </a:lnTo>
                <a:lnTo>
                  <a:pt x="0" y="0"/>
                </a:lnTo>
                <a:lnTo>
                  <a:pt x="0" y="1028699"/>
                </a:lnTo>
                <a:close/>
              </a:path>
            </a:pathLst>
          </a:custGeom>
          <a:ln w="10160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6454140" y="4570222"/>
            <a:ext cx="1136268" cy="708532"/>
          </a:xfrm>
          <a:custGeom>
            <a:avLst/>
            <a:gdLst/>
            <a:ahLst/>
            <a:cxnLst/>
            <a:rect l="l" t="t" r="r" b="b"/>
            <a:pathLst>
              <a:path w="1136268" h="708532">
                <a:moveTo>
                  <a:pt x="1115314" y="637413"/>
                </a:moveTo>
                <a:lnTo>
                  <a:pt x="1136268" y="615060"/>
                </a:lnTo>
                <a:lnTo>
                  <a:pt x="1109295" y="626355"/>
                </a:lnTo>
                <a:lnTo>
                  <a:pt x="1115314" y="637413"/>
                </a:lnTo>
                <a:close/>
              </a:path>
              <a:path w="1136268" h="708532">
                <a:moveTo>
                  <a:pt x="1072641" y="624332"/>
                </a:moveTo>
                <a:lnTo>
                  <a:pt x="1081465" y="633706"/>
                </a:lnTo>
                <a:lnTo>
                  <a:pt x="1082802" y="635126"/>
                </a:lnTo>
                <a:lnTo>
                  <a:pt x="1083382" y="637205"/>
                </a:lnTo>
                <a:lnTo>
                  <a:pt x="1090803" y="650747"/>
                </a:lnTo>
                <a:lnTo>
                  <a:pt x="1130045" y="708532"/>
                </a:lnTo>
                <a:lnTo>
                  <a:pt x="1136268" y="615060"/>
                </a:lnTo>
                <a:lnTo>
                  <a:pt x="1115314" y="637413"/>
                </a:lnTo>
                <a:lnTo>
                  <a:pt x="1109295" y="626355"/>
                </a:lnTo>
                <a:lnTo>
                  <a:pt x="1105154" y="618744"/>
                </a:lnTo>
                <a:lnTo>
                  <a:pt x="1102994" y="615822"/>
                </a:lnTo>
                <a:lnTo>
                  <a:pt x="1091691" y="603884"/>
                </a:lnTo>
                <a:lnTo>
                  <a:pt x="1080642" y="632205"/>
                </a:lnTo>
                <a:lnTo>
                  <a:pt x="1072641" y="624332"/>
                </a:lnTo>
                <a:close/>
              </a:path>
              <a:path w="1136268" h="708532">
                <a:moveTo>
                  <a:pt x="27939" y="0"/>
                </a:moveTo>
                <a:lnTo>
                  <a:pt x="0" y="1015"/>
                </a:lnTo>
                <a:lnTo>
                  <a:pt x="762" y="22225"/>
                </a:lnTo>
                <a:lnTo>
                  <a:pt x="3429" y="44322"/>
                </a:lnTo>
                <a:lnTo>
                  <a:pt x="7365" y="66293"/>
                </a:lnTo>
                <a:lnTo>
                  <a:pt x="13081" y="88137"/>
                </a:lnTo>
                <a:lnTo>
                  <a:pt x="20065" y="109600"/>
                </a:lnTo>
                <a:lnTo>
                  <a:pt x="28701" y="131063"/>
                </a:lnTo>
                <a:lnTo>
                  <a:pt x="38481" y="152019"/>
                </a:lnTo>
                <a:lnTo>
                  <a:pt x="49657" y="172719"/>
                </a:lnTo>
                <a:lnTo>
                  <a:pt x="62103" y="193039"/>
                </a:lnTo>
                <a:lnTo>
                  <a:pt x="75691" y="212978"/>
                </a:lnTo>
                <a:lnTo>
                  <a:pt x="90424" y="232282"/>
                </a:lnTo>
                <a:lnTo>
                  <a:pt x="106299" y="251205"/>
                </a:lnTo>
                <a:lnTo>
                  <a:pt x="123189" y="269620"/>
                </a:lnTo>
                <a:lnTo>
                  <a:pt x="140969" y="287400"/>
                </a:lnTo>
                <a:lnTo>
                  <a:pt x="159765" y="304545"/>
                </a:lnTo>
                <a:lnTo>
                  <a:pt x="179451" y="321182"/>
                </a:lnTo>
                <a:lnTo>
                  <a:pt x="199898" y="337057"/>
                </a:lnTo>
                <a:lnTo>
                  <a:pt x="221107" y="352170"/>
                </a:lnTo>
                <a:lnTo>
                  <a:pt x="243078" y="366521"/>
                </a:lnTo>
                <a:lnTo>
                  <a:pt x="265557" y="380110"/>
                </a:lnTo>
                <a:lnTo>
                  <a:pt x="288798" y="392810"/>
                </a:lnTo>
                <a:lnTo>
                  <a:pt x="312674" y="404748"/>
                </a:lnTo>
                <a:lnTo>
                  <a:pt x="337058" y="415670"/>
                </a:lnTo>
                <a:lnTo>
                  <a:pt x="361950" y="425576"/>
                </a:lnTo>
                <a:lnTo>
                  <a:pt x="387095" y="434466"/>
                </a:lnTo>
                <a:lnTo>
                  <a:pt x="412750" y="442467"/>
                </a:lnTo>
                <a:lnTo>
                  <a:pt x="438658" y="449198"/>
                </a:lnTo>
                <a:lnTo>
                  <a:pt x="464946" y="454786"/>
                </a:lnTo>
                <a:lnTo>
                  <a:pt x="491363" y="459358"/>
                </a:lnTo>
                <a:lnTo>
                  <a:pt x="517906" y="462660"/>
                </a:lnTo>
                <a:lnTo>
                  <a:pt x="544703" y="464565"/>
                </a:lnTo>
                <a:lnTo>
                  <a:pt x="571627" y="465327"/>
                </a:lnTo>
                <a:lnTo>
                  <a:pt x="597915" y="465708"/>
                </a:lnTo>
                <a:lnTo>
                  <a:pt x="623696" y="466725"/>
                </a:lnTo>
                <a:lnTo>
                  <a:pt x="649351" y="468502"/>
                </a:lnTo>
                <a:lnTo>
                  <a:pt x="674751" y="471042"/>
                </a:lnTo>
                <a:lnTo>
                  <a:pt x="700024" y="474217"/>
                </a:lnTo>
                <a:lnTo>
                  <a:pt x="725169" y="477900"/>
                </a:lnTo>
                <a:lnTo>
                  <a:pt x="749681" y="482219"/>
                </a:lnTo>
                <a:lnTo>
                  <a:pt x="774191" y="487171"/>
                </a:lnTo>
                <a:lnTo>
                  <a:pt x="821816" y="498601"/>
                </a:lnTo>
                <a:lnTo>
                  <a:pt x="844550" y="505205"/>
                </a:lnTo>
                <a:lnTo>
                  <a:pt x="867029" y="512190"/>
                </a:lnTo>
                <a:lnTo>
                  <a:pt x="888873" y="519683"/>
                </a:lnTo>
                <a:lnTo>
                  <a:pt x="909955" y="527557"/>
                </a:lnTo>
                <a:lnTo>
                  <a:pt x="930402" y="535813"/>
                </a:lnTo>
                <a:lnTo>
                  <a:pt x="949960" y="544576"/>
                </a:lnTo>
                <a:lnTo>
                  <a:pt x="968883" y="553592"/>
                </a:lnTo>
                <a:lnTo>
                  <a:pt x="986663" y="562863"/>
                </a:lnTo>
                <a:lnTo>
                  <a:pt x="1003681" y="572515"/>
                </a:lnTo>
                <a:lnTo>
                  <a:pt x="1019683" y="582548"/>
                </a:lnTo>
                <a:lnTo>
                  <a:pt x="1034668" y="592708"/>
                </a:lnTo>
                <a:lnTo>
                  <a:pt x="1048385" y="603122"/>
                </a:lnTo>
                <a:lnTo>
                  <a:pt x="1061085" y="613663"/>
                </a:lnTo>
                <a:lnTo>
                  <a:pt x="1072641" y="624332"/>
                </a:lnTo>
                <a:lnTo>
                  <a:pt x="1080642" y="632205"/>
                </a:lnTo>
                <a:lnTo>
                  <a:pt x="1091691" y="603884"/>
                </a:lnTo>
                <a:lnTo>
                  <a:pt x="1078991" y="592073"/>
                </a:lnTo>
                <a:lnTo>
                  <a:pt x="1065149" y="580770"/>
                </a:lnTo>
                <a:lnTo>
                  <a:pt x="1050416" y="569721"/>
                </a:lnTo>
                <a:lnTo>
                  <a:pt x="1034414" y="558672"/>
                </a:lnTo>
                <a:lnTo>
                  <a:pt x="1017524" y="548258"/>
                </a:lnTo>
                <a:lnTo>
                  <a:pt x="999616" y="538098"/>
                </a:lnTo>
                <a:lnTo>
                  <a:pt x="980948" y="528446"/>
                </a:lnTo>
                <a:lnTo>
                  <a:pt x="961263" y="518921"/>
                </a:lnTo>
                <a:lnTo>
                  <a:pt x="940942" y="509904"/>
                </a:lnTo>
                <a:lnTo>
                  <a:pt x="919734" y="501269"/>
                </a:lnTo>
                <a:lnTo>
                  <a:pt x="897889" y="493140"/>
                </a:lnTo>
                <a:lnTo>
                  <a:pt x="875284" y="485394"/>
                </a:lnTo>
                <a:lnTo>
                  <a:pt x="852169" y="478281"/>
                </a:lnTo>
                <a:lnTo>
                  <a:pt x="828293" y="471550"/>
                </a:lnTo>
                <a:lnTo>
                  <a:pt x="779653" y="459739"/>
                </a:lnTo>
                <a:lnTo>
                  <a:pt x="754634" y="454786"/>
                </a:lnTo>
                <a:lnTo>
                  <a:pt x="729107" y="450214"/>
                </a:lnTo>
                <a:lnTo>
                  <a:pt x="703453" y="446404"/>
                </a:lnTo>
                <a:lnTo>
                  <a:pt x="677417" y="443229"/>
                </a:lnTo>
                <a:lnTo>
                  <a:pt x="651256" y="440689"/>
                </a:lnTo>
                <a:lnTo>
                  <a:pt x="624839" y="438784"/>
                </a:lnTo>
                <a:lnTo>
                  <a:pt x="598424" y="437769"/>
                </a:lnTo>
                <a:lnTo>
                  <a:pt x="572388" y="437388"/>
                </a:lnTo>
                <a:lnTo>
                  <a:pt x="546862" y="436752"/>
                </a:lnTo>
                <a:lnTo>
                  <a:pt x="521462" y="434975"/>
                </a:lnTo>
                <a:lnTo>
                  <a:pt x="496062" y="431800"/>
                </a:lnTo>
                <a:lnTo>
                  <a:pt x="470788" y="427481"/>
                </a:lnTo>
                <a:lnTo>
                  <a:pt x="445769" y="422275"/>
                </a:lnTo>
                <a:lnTo>
                  <a:pt x="421005" y="415670"/>
                </a:lnTo>
                <a:lnTo>
                  <a:pt x="396493" y="408177"/>
                </a:lnTo>
                <a:lnTo>
                  <a:pt x="372237" y="399669"/>
                </a:lnTo>
                <a:lnTo>
                  <a:pt x="348488" y="390144"/>
                </a:lnTo>
                <a:lnTo>
                  <a:pt x="325119" y="379729"/>
                </a:lnTo>
                <a:lnTo>
                  <a:pt x="302260" y="368300"/>
                </a:lnTo>
                <a:lnTo>
                  <a:pt x="280035" y="356107"/>
                </a:lnTo>
                <a:lnTo>
                  <a:pt x="258317" y="343153"/>
                </a:lnTo>
                <a:lnTo>
                  <a:pt x="237236" y="329438"/>
                </a:lnTo>
                <a:lnTo>
                  <a:pt x="216915" y="314959"/>
                </a:lnTo>
                <a:lnTo>
                  <a:pt x="197358" y="299846"/>
                </a:lnTo>
                <a:lnTo>
                  <a:pt x="178562" y="283971"/>
                </a:lnTo>
                <a:lnTo>
                  <a:pt x="160782" y="267588"/>
                </a:lnTo>
                <a:lnTo>
                  <a:pt x="143763" y="250697"/>
                </a:lnTo>
                <a:lnTo>
                  <a:pt x="127635" y="233298"/>
                </a:lnTo>
                <a:lnTo>
                  <a:pt x="112649" y="215519"/>
                </a:lnTo>
                <a:lnTo>
                  <a:pt x="98806" y="197103"/>
                </a:lnTo>
                <a:lnTo>
                  <a:pt x="85852" y="178434"/>
                </a:lnTo>
                <a:lnTo>
                  <a:pt x="74167" y="159511"/>
                </a:lnTo>
                <a:lnTo>
                  <a:pt x="63754" y="140080"/>
                </a:lnTo>
                <a:lnTo>
                  <a:pt x="54610" y="120650"/>
                </a:lnTo>
                <a:lnTo>
                  <a:pt x="46609" y="100964"/>
                </a:lnTo>
                <a:lnTo>
                  <a:pt x="40132" y="81152"/>
                </a:lnTo>
                <a:lnTo>
                  <a:pt x="34925" y="61213"/>
                </a:lnTo>
                <a:lnTo>
                  <a:pt x="31114" y="41147"/>
                </a:lnTo>
                <a:lnTo>
                  <a:pt x="28701" y="21208"/>
                </a:lnTo>
                <a:lnTo>
                  <a:pt x="27939" y="0"/>
                </a:lnTo>
                <a:close/>
              </a:path>
              <a:path w="1136268" h="708532">
                <a:moveTo>
                  <a:pt x="1090803" y="650747"/>
                </a:moveTo>
                <a:lnTo>
                  <a:pt x="1083382" y="637205"/>
                </a:lnTo>
                <a:lnTo>
                  <a:pt x="1058926" y="647445"/>
                </a:lnTo>
                <a:lnTo>
                  <a:pt x="1130045" y="708532"/>
                </a:lnTo>
                <a:lnTo>
                  <a:pt x="1090803" y="650747"/>
                </a:lnTo>
                <a:close/>
              </a:path>
              <a:path w="1136268" h="708532">
                <a:moveTo>
                  <a:pt x="1083382" y="637205"/>
                </a:moveTo>
                <a:lnTo>
                  <a:pt x="1082802" y="635126"/>
                </a:lnTo>
                <a:lnTo>
                  <a:pt x="1081465" y="633706"/>
                </a:lnTo>
                <a:lnTo>
                  <a:pt x="1083382" y="637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3773170" y="3488690"/>
            <a:ext cx="2077719" cy="1181100"/>
          </a:xfrm>
          <a:custGeom>
            <a:avLst/>
            <a:gdLst/>
            <a:ahLst/>
            <a:cxnLst/>
            <a:rect l="l" t="t" r="r" b="b"/>
            <a:pathLst>
              <a:path w="2077719" h="1181100">
                <a:moveTo>
                  <a:pt x="0" y="590550"/>
                </a:moveTo>
                <a:lnTo>
                  <a:pt x="3443" y="542117"/>
                </a:lnTo>
                <a:lnTo>
                  <a:pt x="13595" y="494763"/>
                </a:lnTo>
                <a:lnTo>
                  <a:pt x="30189" y="448639"/>
                </a:lnTo>
                <a:lnTo>
                  <a:pt x="52957" y="403896"/>
                </a:lnTo>
                <a:lnTo>
                  <a:pt x="81633" y="360687"/>
                </a:lnTo>
                <a:lnTo>
                  <a:pt x="115948" y="319165"/>
                </a:lnTo>
                <a:lnTo>
                  <a:pt x="155635" y="279480"/>
                </a:lnTo>
                <a:lnTo>
                  <a:pt x="200428" y="241785"/>
                </a:lnTo>
                <a:lnTo>
                  <a:pt x="250058" y="206232"/>
                </a:lnTo>
                <a:lnTo>
                  <a:pt x="304260" y="172974"/>
                </a:lnTo>
                <a:lnTo>
                  <a:pt x="362764" y="142161"/>
                </a:lnTo>
                <a:lnTo>
                  <a:pt x="425305" y="113946"/>
                </a:lnTo>
                <a:lnTo>
                  <a:pt x="491615" y="88481"/>
                </a:lnTo>
                <a:lnTo>
                  <a:pt x="561426" y="65919"/>
                </a:lnTo>
                <a:lnTo>
                  <a:pt x="634472" y="46410"/>
                </a:lnTo>
                <a:lnTo>
                  <a:pt x="710484" y="30108"/>
                </a:lnTo>
                <a:lnTo>
                  <a:pt x="789197" y="17163"/>
                </a:lnTo>
                <a:lnTo>
                  <a:pt x="870341" y="7729"/>
                </a:lnTo>
                <a:lnTo>
                  <a:pt x="953651" y="1957"/>
                </a:lnTo>
                <a:lnTo>
                  <a:pt x="1038859" y="0"/>
                </a:lnTo>
                <a:lnTo>
                  <a:pt x="1124068" y="1957"/>
                </a:lnTo>
                <a:lnTo>
                  <a:pt x="1207378" y="7729"/>
                </a:lnTo>
                <a:lnTo>
                  <a:pt x="1288522" y="17163"/>
                </a:lnTo>
                <a:lnTo>
                  <a:pt x="1367235" y="30108"/>
                </a:lnTo>
                <a:lnTo>
                  <a:pt x="1443247" y="46410"/>
                </a:lnTo>
                <a:lnTo>
                  <a:pt x="1516293" y="65919"/>
                </a:lnTo>
                <a:lnTo>
                  <a:pt x="1586104" y="88481"/>
                </a:lnTo>
                <a:lnTo>
                  <a:pt x="1652414" y="113946"/>
                </a:lnTo>
                <a:lnTo>
                  <a:pt x="1714955" y="142161"/>
                </a:lnTo>
                <a:lnTo>
                  <a:pt x="1773459" y="172974"/>
                </a:lnTo>
                <a:lnTo>
                  <a:pt x="1827661" y="206232"/>
                </a:lnTo>
                <a:lnTo>
                  <a:pt x="1877291" y="241785"/>
                </a:lnTo>
                <a:lnTo>
                  <a:pt x="1922084" y="279480"/>
                </a:lnTo>
                <a:lnTo>
                  <a:pt x="1961771" y="319165"/>
                </a:lnTo>
                <a:lnTo>
                  <a:pt x="1996086" y="360687"/>
                </a:lnTo>
                <a:lnTo>
                  <a:pt x="2024762" y="403896"/>
                </a:lnTo>
                <a:lnTo>
                  <a:pt x="2047530" y="448639"/>
                </a:lnTo>
                <a:lnTo>
                  <a:pt x="2064124" y="494763"/>
                </a:lnTo>
                <a:lnTo>
                  <a:pt x="2074276" y="542117"/>
                </a:lnTo>
                <a:lnTo>
                  <a:pt x="2077719" y="590550"/>
                </a:lnTo>
                <a:lnTo>
                  <a:pt x="2074276" y="638982"/>
                </a:lnTo>
                <a:lnTo>
                  <a:pt x="2064124" y="686336"/>
                </a:lnTo>
                <a:lnTo>
                  <a:pt x="2047530" y="732460"/>
                </a:lnTo>
                <a:lnTo>
                  <a:pt x="2024762" y="777203"/>
                </a:lnTo>
                <a:lnTo>
                  <a:pt x="1996086" y="820412"/>
                </a:lnTo>
                <a:lnTo>
                  <a:pt x="1961771" y="861934"/>
                </a:lnTo>
                <a:lnTo>
                  <a:pt x="1922084" y="901619"/>
                </a:lnTo>
                <a:lnTo>
                  <a:pt x="1877291" y="939314"/>
                </a:lnTo>
                <a:lnTo>
                  <a:pt x="1827661" y="974867"/>
                </a:lnTo>
                <a:lnTo>
                  <a:pt x="1773459" y="1008126"/>
                </a:lnTo>
                <a:lnTo>
                  <a:pt x="1714955" y="1038938"/>
                </a:lnTo>
                <a:lnTo>
                  <a:pt x="1652414" y="1067153"/>
                </a:lnTo>
                <a:lnTo>
                  <a:pt x="1586104" y="1092618"/>
                </a:lnTo>
                <a:lnTo>
                  <a:pt x="1516293" y="1115180"/>
                </a:lnTo>
                <a:lnTo>
                  <a:pt x="1443247" y="1134689"/>
                </a:lnTo>
                <a:lnTo>
                  <a:pt x="1367235" y="1150991"/>
                </a:lnTo>
                <a:lnTo>
                  <a:pt x="1288522" y="1163936"/>
                </a:lnTo>
                <a:lnTo>
                  <a:pt x="1207378" y="1173370"/>
                </a:lnTo>
                <a:lnTo>
                  <a:pt x="1124068" y="1179142"/>
                </a:lnTo>
                <a:lnTo>
                  <a:pt x="1038859" y="1181100"/>
                </a:lnTo>
                <a:lnTo>
                  <a:pt x="953651" y="1179142"/>
                </a:lnTo>
                <a:lnTo>
                  <a:pt x="870341" y="1173370"/>
                </a:lnTo>
                <a:lnTo>
                  <a:pt x="789197" y="1163936"/>
                </a:lnTo>
                <a:lnTo>
                  <a:pt x="710484" y="1150991"/>
                </a:lnTo>
                <a:lnTo>
                  <a:pt x="634472" y="1134689"/>
                </a:lnTo>
                <a:lnTo>
                  <a:pt x="561426" y="1115180"/>
                </a:lnTo>
                <a:lnTo>
                  <a:pt x="491615" y="1092618"/>
                </a:lnTo>
                <a:lnTo>
                  <a:pt x="425305" y="1067153"/>
                </a:lnTo>
                <a:lnTo>
                  <a:pt x="362764" y="1038938"/>
                </a:lnTo>
                <a:lnTo>
                  <a:pt x="304260" y="1008126"/>
                </a:lnTo>
                <a:lnTo>
                  <a:pt x="250058" y="974867"/>
                </a:lnTo>
                <a:lnTo>
                  <a:pt x="200428" y="939314"/>
                </a:lnTo>
                <a:lnTo>
                  <a:pt x="155635" y="901619"/>
                </a:lnTo>
                <a:lnTo>
                  <a:pt x="115948" y="861934"/>
                </a:lnTo>
                <a:lnTo>
                  <a:pt x="81633" y="820412"/>
                </a:lnTo>
                <a:lnTo>
                  <a:pt x="52957" y="777203"/>
                </a:lnTo>
                <a:lnTo>
                  <a:pt x="30189" y="732460"/>
                </a:lnTo>
                <a:lnTo>
                  <a:pt x="13595" y="686336"/>
                </a:lnTo>
                <a:lnTo>
                  <a:pt x="3443" y="638982"/>
                </a:lnTo>
                <a:lnTo>
                  <a:pt x="0" y="59055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1379347" y="1961769"/>
            <a:ext cx="509142" cy="83057"/>
          </a:xfrm>
          <a:custGeom>
            <a:avLst/>
            <a:gdLst/>
            <a:ahLst/>
            <a:cxnLst/>
            <a:rect l="l" t="t" r="r" b="b"/>
            <a:pathLst>
              <a:path w="509142" h="83057">
                <a:moveTo>
                  <a:pt x="431419" y="83057"/>
                </a:moveTo>
                <a:lnTo>
                  <a:pt x="442341" y="53466"/>
                </a:lnTo>
                <a:lnTo>
                  <a:pt x="427935" y="55938"/>
                </a:lnTo>
                <a:lnTo>
                  <a:pt x="431419" y="83057"/>
                </a:lnTo>
                <a:close/>
              </a:path>
              <a:path w="509142" h="83057">
                <a:moveTo>
                  <a:pt x="44703" y="476250"/>
                </a:moveTo>
                <a:lnTo>
                  <a:pt x="51943" y="450722"/>
                </a:lnTo>
                <a:lnTo>
                  <a:pt x="60197" y="425450"/>
                </a:lnTo>
                <a:lnTo>
                  <a:pt x="69596" y="400557"/>
                </a:lnTo>
                <a:lnTo>
                  <a:pt x="80137" y="375919"/>
                </a:lnTo>
                <a:lnTo>
                  <a:pt x="91566" y="351789"/>
                </a:lnTo>
                <a:lnTo>
                  <a:pt x="104012" y="328167"/>
                </a:lnTo>
                <a:lnTo>
                  <a:pt x="117347" y="305180"/>
                </a:lnTo>
                <a:lnTo>
                  <a:pt x="131699" y="282828"/>
                </a:lnTo>
                <a:lnTo>
                  <a:pt x="146939" y="261111"/>
                </a:lnTo>
                <a:lnTo>
                  <a:pt x="162814" y="240156"/>
                </a:lnTo>
                <a:lnTo>
                  <a:pt x="179578" y="219836"/>
                </a:lnTo>
                <a:lnTo>
                  <a:pt x="196850" y="200405"/>
                </a:lnTo>
                <a:lnTo>
                  <a:pt x="214884" y="181990"/>
                </a:lnTo>
                <a:lnTo>
                  <a:pt x="233553" y="164337"/>
                </a:lnTo>
                <a:lnTo>
                  <a:pt x="252729" y="147827"/>
                </a:lnTo>
                <a:lnTo>
                  <a:pt x="272541" y="132206"/>
                </a:lnTo>
                <a:lnTo>
                  <a:pt x="292734" y="117855"/>
                </a:lnTo>
                <a:lnTo>
                  <a:pt x="313309" y="104520"/>
                </a:lnTo>
                <a:lnTo>
                  <a:pt x="334264" y="92455"/>
                </a:lnTo>
                <a:lnTo>
                  <a:pt x="355600" y="81533"/>
                </a:lnTo>
                <a:lnTo>
                  <a:pt x="377190" y="72135"/>
                </a:lnTo>
                <a:lnTo>
                  <a:pt x="398907" y="63880"/>
                </a:lnTo>
                <a:lnTo>
                  <a:pt x="420878" y="57150"/>
                </a:lnTo>
                <a:lnTo>
                  <a:pt x="427935" y="55938"/>
                </a:lnTo>
                <a:lnTo>
                  <a:pt x="442341" y="53466"/>
                </a:lnTo>
                <a:lnTo>
                  <a:pt x="431419" y="83057"/>
                </a:lnTo>
                <a:lnTo>
                  <a:pt x="509142" y="30860"/>
                </a:lnTo>
                <a:lnTo>
                  <a:pt x="437515" y="26034"/>
                </a:lnTo>
                <a:lnTo>
                  <a:pt x="424395" y="28377"/>
                </a:lnTo>
                <a:lnTo>
                  <a:pt x="412622" y="30479"/>
                </a:lnTo>
                <a:lnTo>
                  <a:pt x="365886" y="46608"/>
                </a:lnTo>
                <a:lnTo>
                  <a:pt x="320421" y="68325"/>
                </a:lnTo>
                <a:lnTo>
                  <a:pt x="276478" y="95122"/>
                </a:lnTo>
                <a:lnTo>
                  <a:pt x="234441" y="126745"/>
                </a:lnTo>
                <a:lnTo>
                  <a:pt x="194944" y="162432"/>
                </a:lnTo>
                <a:lnTo>
                  <a:pt x="157987" y="202056"/>
                </a:lnTo>
                <a:lnTo>
                  <a:pt x="123952" y="245109"/>
                </a:lnTo>
                <a:lnTo>
                  <a:pt x="93218" y="291083"/>
                </a:lnTo>
                <a:lnTo>
                  <a:pt x="66293" y="339725"/>
                </a:lnTo>
                <a:lnTo>
                  <a:pt x="43434" y="390651"/>
                </a:lnTo>
                <a:lnTo>
                  <a:pt x="25018" y="443102"/>
                </a:lnTo>
                <a:lnTo>
                  <a:pt x="11430" y="497204"/>
                </a:lnTo>
                <a:lnTo>
                  <a:pt x="2921" y="552068"/>
                </a:lnTo>
                <a:lnTo>
                  <a:pt x="0" y="607567"/>
                </a:lnTo>
                <a:lnTo>
                  <a:pt x="508" y="622045"/>
                </a:lnTo>
                <a:lnTo>
                  <a:pt x="8381" y="665226"/>
                </a:lnTo>
                <a:lnTo>
                  <a:pt x="24765" y="707643"/>
                </a:lnTo>
                <a:lnTo>
                  <a:pt x="49275" y="749300"/>
                </a:lnTo>
                <a:lnTo>
                  <a:pt x="81153" y="789813"/>
                </a:lnTo>
                <a:lnTo>
                  <a:pt x="120015" y="829055"/>
                </a:lnTo>
                <a:lnTo>
                  <a:pt x="149606" y="854709"/>
                </a:lnTo>
                <a:lnTo>
                  <a:pt x="181990" y="879728"/>
                </a:lnTo>
                <a:lnTo>
                  <a:pt x="217169" y="904366"/>
                </a:lnTo>
                <a:lnTo>
                  <a:pt x="254761" y="928115"/>
                </a:lnTo>
                <a:lnTo>
                  <a:pt x="294766" y="951229"/>
                </a:lnTo>
                <a:lnTo>
                  <a:pt x="337184" y="973708"/>
                </a:lnTo>
                <a:lnTo>
                  <a:pt x="381761" y="995298"/>
                </a:lnTo>
                <a:lnTo>
                  <a:pt x="428371" y="1016126"/>
                </a:lnTo>
                <a:lnTo>
                  <a:pt x="476884" y="1036192"/>
                </a:lnTo>
                <a:lnTo>
                  <a:pt x="527304" y="1055242"/>
                </a:lnTo>
                <a:lnTo>
                  <a:pt x="579373" y="1073403"/>
                </a:lnTo>
                <a:lnTo>
                  <a:pt x="632967" y="1090421"/>
                </a:lnTo>
                <a:lnTo>
                  <a:pt x="688213" y="1106551"/>
                </a:lnTo>
                <a:lnTo>
                  <a:pt x="744601" y="1121409"/>
                </a:lnTo>
                <a:lnTo>
                  <a:pt x="802385" y="1134998"/>
                </a:lnTo>
                <a:lnTo>
                  <a:pt x="861186" y="1147571"/>
                </a:lnTo>
                <a:lnTo>
                  <a:pt x="921004" y="1158747"/>
                </a:lnTo>
                <a:lnTo>
                  <a:pt x="981710" y="1168780"/>
                </a:lnTo>
                <a:lnTo>
                  <a:pt x="1043178" y="1177289"/>
                </a:lnTo>
                <a:lnTo>
                  <a:pt x="1105154" y="1184402"/>
                </a:lnTo>
                <a:lnTo>
                  <a:pt x="1167638" y="1189989"/>
                </a:lnTo>
                <a:lnTo>
                  <a:pt x="1230630" y="1194053"/>
                </a:lnTo>
                <a:lnTo>
                  <a:pt x="1293748" y="1196466"/>
                </a:lnTo>
                <a:lnTo>
                  <a:pt x="1356233" y="1197102"/>
                </a:lnTo>
                <a:lnTo>
                  <a:pt x="1418971" y="1197864"/>
                </a:lnTo>
                <a:lnTo>
                  <a:pt x="1481455" y="1200022"/>
                </a:lnTo>
                <a:lnTo>
                  <a:pt x="1543811" y="1203452"/>
                </a:lnTo>
                <a:lnTo>
                  <a:pt x="1605788" y="1208277"/>
                </a:lnTo>
                <a:lnTo>
                  <a:pt x="1667128" y="1214373"/>
                </a:lnTo>
                <a:lnTo>
                  <a:pt x="1728089" y="1221739"/>
                </a:lnTo>
                <a:lnTo>
                  <a:pt x="1788160" y="1230121"/>
                </a:lnTo>
                <a:lnTo>
                  <a:pt x="1847341" y="1239773"/>
                </a:lnTo>
                <a:lnTo>
                  <a:pt x="1905635" y="1250441"/>
                </a:lnTo>
                <a:lnTo>
                  <a:pt x="1962785" y="1262126"/>
                </a:lnTo>
                <a:lnTo>
                  <a:pt x="2018664" y="1274826"/>
                </a:lnTo>
                <a:lnTo>
                  <a:pt x="2073148" y="1288541"/>
                </a:lnTo>
                <a:lnTo>
                  <a:pt x="2126233" y="1303019"/>
                </a:lnTo>
                <a:lnTo>
                  <a:pt x="2177668" y="1318514"/>
                </a:lnTo>
                <a:lnTo>
                  <a:pt x="2227326" y="1334769"/>
                </a:lnTo>
                <a:lnTo>
                  <a:pt x="2275078" y="1351660"/>
                </a:lnTo>
                <a:lnTo>
                  <a:pt x="2320925" y="1369314"/>
                </a:lnTo>
                <a:lnTo>
                  <a:pt x="2364866" y="1387728"/>
                </a:lnTo>
                <a:lnTo>
                  <a:pt x="2406268" y="1406778"/>
                </a:lnTo>
                <a:lnTo>
                  <a:pt x="2445385" y="1426209"/>
                </a:lnTo>
                <a:lnTo>
                  <a:pt x="2482088" y="1446276"/>
                </a:lnTo>
                <a:lnTo>
                  <a:pt x="2516124" y="1466595"/>
                </a:lnTo>
                <a:lnTo>
                  <a:pt x="2561843" y="1497964"/>
                </a:lnTo>
                <a:lnTo>
                  <a:pt x="2601087" y="1530095"/>
                </a:lnTo>
                <a:lnTo>
                  <a:pt x="2633091" y="1562480"/>
                </a:lnTo>
                <a:lnTo>
                  <a:pt x="2657729" y="1594865"/>
                </a:lnTo>
                <a:lnTo>
                  <a:pt x="2678811" y="1637664"/>
                </a:lnTo>
                <a:lnTo>
                  <a:pt x="2685923" y="1680844"/>
                </a:lnTo>
                <a:lnTo>
                  <a:pt x="2713863" y="1679701"/>
                </a:lnTo>
                <a:lnTo>
                  <a:pt x="2705607" y="1629917"/>
                </a:lnTo>
                <a:lnTo>
                  <a:pt x="2688970" y="1592579"/>
                </a:lnTo>
                <a:lnTo>
                  <a:pt x="2664460" y="1556384"/>
                </a:lnTo>
                <a:lnTo>
                  <a:pt x="2632329" y="1521078"/>
                </a:lnTo>
                <a:lnTo>
                  <a:pt x="2593340" y="1487042"/>
                </a:lnTo>
                <a:lnTo>
                  <a:pt x="2547747" y="1454022"/>
                </a:lnTo>
                <a:lnTo>
                  <a:pt x="2514091" y="1432686"/>
                </a:lnTo>
                <a:lnTo>
                  <a:pt x="2477642" y="1411731"/>
                </a:lnTo>
                <a:lnTo>
                  <a:pt x="2438907" y="1391539"/>
                </a:lnTo>
                <a:lnTo>
                  <a:pt x="2397632" y="1371853"/>
                </a:lnTo>
                <a:lnTo>
                  <a:pt x="2331719" y="1343532"/>
                </a:lnTo>
                <a:lnTo>
                  <a:pt x="2285238" y="1325626"/>
                </a:lnTo>
                <a:lnTo>
                  <a:pt x="2236597" y="1308480"/>
                </a:lnTo>
                <a:lnTo>
                  <a:pt x="2186304" y="1291970"/>
                </a:lnTo>
                <a:lnTo>
                  <a:pt x="2134235" y="1276350"/>
                </a:lnTo>
                <a:lnTo>
                  <a:pt x="2080514" y="1261617"/>
                </a:lnTo>
                <a:lnTo>
                  <a:pt x="2025395" y="1247775"/>
                </a:lnTo>
                <a:lnTo>
                  <a:pt x="1968880" y="1234947"/>
                </a:lnTo>
                <a:lnTo>
                  <a:pt x="1911223" y="1223009"/>
                </a:lnTo>
                <a:lnTo>
                  <a:pt x="1852295" y="1212341"/>
                </a:lnTo>
                <a:lnTo>
                  <a:pt x="1792604" y="1202563"/>
                </a:lnTo>
                <a:lnTo>
                  <a:pt x="1731899" y="1194053"/>
                </a:lnTo>
                <a:lnTo>
                  <a:pt x="1670558" y="1186688"/>
                </a:lnTo>
                <a:lnTo>
                  <a:pt x="1608455" y="1180591"/>
                </a:lnTo>
                <a:lnTo>
                  <a:pt x="1545971" y="1175639"/>
                </a:lnTo>
                <a:lnTo>
                  <a:pt x="1482979" y="1172082"/>
                </a:lnTo>
                <a:lnTo>
                  <a:pt x="1419860" y="1170051"/>
                </a:lnTo>
                <a:lnTo>
                  <a:pt x="1356614" y="1169289"/>
                </a:lnTo>
                <a:lnTo>
                  <a:pt x="1294130" y="1168527"/>
                </a:lnTo>
                <a:lnTo>
                  <a:pt x="1231773" y="1166114"/>
                </a:lnTo>
                <a:lnTo>
                  <a:pt x="1169542" y="1162050"/>
                </a:lnTo>
                <a:lnTo>
                  <a:pt x="1107694" y="1156461"/>
                </a:lnTo>
                <a:lnTo>
                  <a:pt x="1046353" y="1149477"/>
                </a:lnTo>
                <a:lnTo>
                  <a:pt x="985520" y="1141094"/>
                </a:lnTo>
                <a:lnTo>
                  <a:pt x="925576" y="1131189"/>
                </a:lnTo>
                <a:lnTo>
                  <a:pt x="866394" y="1120139"/>
                </a:lnTo>
                <a:lnTo>
                  <a:pt x="808228" y="1107693"/>
                </a:lnTo>
                <a:lnTo>
                  <a:pt x="751078" y="1094104"/>
                </a:lnTo>
                <a:lnTo>
                  <a:pt x="695325" y="1079500"/>
                </a:lnTo>
                <a:lnTo>
                  <a:pt x="640841" y="1063625"/>
                </a:lnTo>
                <a:lnTo>
                  <a:pt x="587755" y="1046733"/>
                </a:lnTo>
                <a:lnTo>
                  <a:pt x="536447" y="1028826"/>
                </a:lnTo>
                <a:lnTo>
                  <a:pt x="486791" y="1010157"/>
                </a:lnTo>
                <a:lnTo>
                  <a:pt x="438911" y="990345"/>
                </a:lnTo>
                <a:lnTo>
                  <a:pt x="393191" y="969898"/>
                </a:lnTo>
                <a:lnTo>
                  <a:pt x="349503" y="948563"/>
                </a:lnTo>
                <a:lnTo>
                  <a:pt x="308102" y="926718"/>
                </a:lnTo>
                <a:lnTo>
                  <a:pt x="268859" y="904113"/>
                </a:lnTo>
                <a:lnTo>
                  <a:pt x="232409" y="880871"/>
                </a:lnTo>
                <a:lnTo>
                  <a:pt x="198374" y="856995"/>
                </a:lnTo>
                <a:lnTo>
                  <a:pt x="167131" y="832865"/>
                </a:lnTo>
                <a:lnTo>
                  <a:pt x="125603" y="795781"/>
                </a:lnTo>
                <a:lnTo>
                  <a:pt x="91059" y="758189"/>
                </a:lnTo>
                <a:lnTo>
                  <a:pt x="63500" y="720216"/>
                </a:lnTo>
                <a:lnTo>
                  <a:pt x="43815" y="682116"/>
                </a:lnTo>
                <a:lnTo>
                  <a:pt x="31750" y="644143"/>
                </a:lnTo>
                <a:lnTo>
                  <a:pt x="27940" y="606678"/>
                </a:lnTo>
                <a:lnTo>
                  <a:pt x="28702" y="580516"/>
                </a:lnTo>
                <a:lnTo>
                  <a:pt x="30734" y="554354"/>
                </a:lnTo>
                <a:lnTo>
                  <a:pt x="34162" y="528065"/>
                </a:lnTo>
                <a:lnTo>
                  <a:pt x="38862" y="502157"/>
                </a:lnTo>
                <a:lnTo>
                  <a:pt x="44703" y="476250"/>
                </a:lnTo>
                <a:close/>
              </a:path>
              <a:path w="509142" h="83057">
                <a:moveTo>
                  <a:pt x="437515" y="26034"/>
                </a:moveTo>
                <a:lnTo>
                  <a:pt x="509142" y="30860"/>
                </a:lnTo>
                <a:lnTo>
                  <a:pt x="420751" y="0"/>
                </a:lnTo>
                <a:lnTo>
                  <a:pt x="424395" y="28377"/>
                </a:lnTo>
                <a:lnTo>
                  <a:pt x="437515" y="260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1887220" y="1181100"/>
            <a:ext cx="3314700" cy="1620520"/>
          </a:xfrm>
          <a:custGeom>
            <a:avLst/>
            <a:gdLst/>
            <a:ahLst/>
            <a:cxnLst/>
            <a:rect l="l" t="t" r="r" b="b"/>
            <a:pathLst>
              <a:path w="3314700" h="1620520">
                <a:moveTo>
                  <a:pt x="0" y="1620520"/>
                </a:moveTo>
                <a:lnTo>
                  <a:pt x="3314700" y="1620520"/>
                </a:lnTo>
                <a:lnTo>
                  <a:pt x="3314700" y="0"/>
                </a:lnTo>
                <a:lnTo>
                  <a:pt x="0" y="0"/>
                </a:lnTo>
                <a:lnTo>
                  <a:pt x="0" y="1620520"/>
                </a:lnTo>
                <a:close/>
              </a:path>
            </a:pathLst>
          </a:custGeom>
          <a:ln w="10160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1978660" y="1568069"/>
            <a:ext cx="259080" cy="193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978660" y="1870138"/>
            <a:ext cx="259080" cy="193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1978660" y="2172970"/>
            <a:ext cx="259080" cy="193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978660" y="2472690"/>
            <a:ext cx="259080" cy="1930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6097016" y="2083942"/>
            <a:ext cx="838454" cy="710692"/>
          </a:xfrm>
          <a:custGeom>
            <a:avLst/>
            <a:gdLst/>
            <a:ahLst/>
            <a:cxnLst/>
            <a:rect l="l" t="t" r="r" b="b"/>
            <a:pathLst>
              <a:path w="838454" h="710692">
                <a:moveTo>
                  <a:pt x="364236" y="538353"/>
                </a:moveTo>
                <a:lnTo>
                  <a:pt x="375412" y="524002"/>
                </a:lnTo>
                <a:lnTo>
                  <a:pt x="385825" y="509270"/>
                </a:lnTo>
                <a:lnTo>
                  <a:pt x="395224" y="494157"/>
                </a:lnTo>
                <a:lnTo>
                  <a:pt x="403733" y="478790"/>
                </a:lnTo>
                <a:lnTo>
                  <a:pt x="411226" y="463169"/>
                </a:lnTo>
                <a:lnTo>
                  <a:pt x="417703" y="447421"/>
                </a:lnTo>
                <a:lnTo>
                  <a:pt x="423163" y="431292"/>
                </a:lnTo>
                <a:lnTo>
                  <a:pt x="427609" y="415036"/>
                </a:lnTo>
                <a:lnTo>
                  <a:pt x="430784" y="398653"/>
                </a:lnTo>
                <a:lnTo>
                  <a:pt x="432688" y="382016"/>
                </a:lnTo>
                <a:lnTo>
                  <a:pt x="433324" y="365506"/>
                </a:lnTo>
                <a:lnTo>
                  <a:pt x="433959" y="349885"/>
                </a:lnTo>
                <a:lnTo>
                  <a:pt x="435737" y="335534"/>
                </a:lnTo>
                <a:lnTo>
                  <a:pt x="438531" y="321056"/>
                </a:lnTo>
                <a:lnTo>
                  <a:pt x="442340" y="306578"/>
                </a:lnTo>
                <a:lnTo>
                  <a:pt x="447166" y="292227"/>
                </a:lnTo>
                <a:lnTo>
                  <a:pt x="453136" y="278003"/>
                </a:lnTo>
                <a:lnTo>
                  <a:pt x="459866" y="263906"/>
                </a:lnTo>
                <a:lnTo>
                  <a:pt x="467613" y="249809"/>
                </a:lnTo>
                <a:lnTo>
                  <a:pt x="476250" y="236220"/>
                </a:lnTo>
                <a:lnTo>
                  <a:pt x="485775" y="222504"/>
                </a:lnTo>
                <a:lnTo>
                  <a:pt x="496188" y="209169"/>
                </a:lnTo>
                <a:lnTo>
                  <a:pt x="507364" y="196215"/>
                </a:lnTo>
                <a:lnTo>
                  <a:pt x="519303" y="183515"/>
                </a:lnTo>
                <a:lnTo>
                  <a:pt x="532003" y="171069"/>
                </a:lnTo>
                <a:lnTo>
                  <a:pt x="545338" y="159258"/>
                </a:lnTo>
                <a:lnTo>
                  <a:pt x="559308" y="147701"/>
                </a:lnTo>
                <a:lnTo>
                  <a:pt x="573913" y="136652"/>
                </a:lnTo>
                <a:lnTo>
                  <a:pt x="589026" y="125984"/>
                </a:lnTo>
                <a:lnTo>
                  <a:pt x="604647" y="115951"/>
                </a:lnTo>
                <a:lnTo>
                  <a:pt x="620903" y="106426"/>
                </a:lnTo>
                <a:lnTo>
                  <a:pt x="637539" y="97662"/>
                </a:lnTo>
                <a:lnTo>
                  <a:pt x="654685" y="89281"/>
                </a:lnTo>
                <a:lnTo>
                  <a:pt x="672084" y="81534"/>
                </a:lnTo>
                <a:lnTo>
                  <a:pt x="689737" y="74676"/>
                </a:lnTo>
                <a:lnTo>
                  <a:pt x="707643" y="68453"/>
                </a:lnTo>
                <a:lnTo>
                  <a:pt x="726059" y="62992"/>
                </a:lnTo>
                <a:lnTo>
                  <a:pt x="744474" y="58293"/>
                </a:lnTo>
                <a:lnTo>
                  <a:pt x="756659" y="56387"/>
                </a:lnTo>
                <a:lnTo>
                  <a:pt x="771270" y="54102"/>
                </a:lnTo>
                <a:lnTo>
                  <a:pt x="759460" y="83439"/>
                </a:lnTo>
                <a:lnTo>
                  <a:pt x="838454" y="33147"/>
                </a:lnTo>
                <a:lnTo>
                  <a:pt x="766826" y="26543"/>
                </a:lnTo>
                <a:lnTo>
                  <a:pt x="753782" y="28584"/>
                </a:lnTo>
                <a:lnTo>
                  <a:pt x="737615" y="31115"/>
                </a:lnTo>
                <a:lnTo>
                  <a:pt x="717931" y="36195"/>
                </a:lnTo>
                <a:lnTo>
                  <a:pt x="698627" y="42037"/>
                </a:lnTo>
                <a:lnTo>
                  <a:pt x="679450" y="48641"/>
                </a:lnTo>
                <a:lnTo>
                  <a:pt x="660781" y="56007"/>
                </a:lnTo>
                <a:lnTo>
                  <a:pt x="642365" y="64135"/>
                </a:lnTo>
                <a:lnTo>
                  <a:pt x="624332" y="72898"/>
                </a:lnTo>
                <a:lnTo>
                  <a:pt x="606679" y="82423"/>
                </a:lnTo>
                <a:lnTo>
                  <a:pt x="589661" y="92456"/>
                </a:lnTo>
                <a:lnTo>
                  <a:pt x="573024" y="103124"/>
                </a:lnTo>
                <a:lnTo>
                  <a:pt x="557022" y="114300"/>
                </a:lnTo>
                <a:lnTo>
                  <a:pt x="541528" y="126111"/>
                </a:lnTo>
                <a:lnTo>
                  <a:pt x="526668" y="138430"/>
                </a:lnTo>
                <a:lnTo>
                  <a:pt x="512444" y="151130"/>
                </a:lnTo>
                <a:lnTo>
                  <a:pt x="498983" y="164337"/>
                </a:lnTo>
                <a:lnTo>
                  <a:pt x="486156" y="178054"/>
                </a:lnTo>
                <a:lnTo>
                  <a:pt x="474217" y="192024"/>
                </a:lnTo>
                <a:lnTo>
                  <a:pt x="462914" y="206502"/>
                </a:lnTo>
                <a:lnTo>
                  <a:pt x="452628" y="221234"/>
                </a:lnTo>
                <a:lnTo>
                  <a:pt x="443230" y="236347"/>
                </a:lnTo>
                <a:lnTo>
                  <a:pt x="434720" y="251841"/>
                </a:lnTo>
                <a:lnTo>
                  <a:pt x="427228" y="267462"/>
                </a:lnTo>
                <a:lnTo>
                  <a:pt x="420751" y="283337"/>
                </a:lnTo>
                <a:lnTo>
                  <a:pt x="415289" y="299466"/>
                </a:lnTo>
                <a:lnTo>
                  <a:pt x="410972" y="315849"/>
                </a:lnTo>
                <a:lnTo>
                  <a:pt x="407924" y="332232"/>
                </a:lnTo>
                <a:lnTo>
                  <a:pt x="406018" y="348869"/>
                </a:lnTo>
                <a:lnTo>
                  <a:pt x="405511" y="364363"/>
                </a:lnTo>
                <a:lnTo>
                  <a:pt x="405003" y="378841"/>
                </a:lnTo>
                <a:lnTo>
                  <a:pt x="403351" y="393319"/>
                </a:lnTo>
                <a:lnTo>
                  <a:pt x="400558" y="407797"/>
                </a:lnTo>
                <a:lnTo>
                  <a:pt x="396748" y="422402"/>
                </a:lnTo>
                <a:lnTo>
                  <a:pt x="391922" y="436753"/>
                </a:lnTo>
                <a:lnTo>
                  <a:pt x="386080" y="451104"/>
                </a:lnTo>
                <a:lnTo>
                  <a:pt x="379222" y="465328"/>
                </a:lnTo>
                <a:lnTo>
                  <a:pt x="371601" y="479298"/>
                </a:lnTo>
                <a:lnTo>
                  <a:pt x="362966" y="493268"/>
                </a:lnTo>
                <a:lnTo>
                  <a:pt x="353441" y="506857"/>
                </a:lnTo>
                <a:lnTo>
                  <a:pt x="343026" y="520319"/>
                </a:lnTo>
                <a:lnTo>
                  <a:pt x="331850" y="533273"/>
                </a:lnTo>
                <a:lnTo>
                  <a:pt x="319913" y="545973"/>
                </a:lnTo>
                <a:lnTo>
                  <a:pt x="307339" y="558419"/>
                </a:lnTo>
                <a:lnTo>
                  <a:pt x="293878" y="570357"/>
                </a:lnTo>
                <a:lnTo>
                  <a:pt x="280035" y="581914"/>
                </a:lnTo>
                <a:lnTo>
                  <a:pt x="265430" y="593090"/>
                </a:lnTo>
                <a:lnTo>
                  <a:pt x="250317" y="603631"/>
                </a:lnTo>
                <a:lnTo>
                  <a:pt x="234569" y="613664"/>
                </a:lnTo>
                <a:lnTo>
                  <a:pt x="218439" y="623189"/>
                </a:lnTo>
                <a:lnTo>
                  <a:pt x="201675" y="632079"/>
                </a:lnTo>
                <a:lnTo>
                  <a:pt x="184785" y="640461"/>
                </a:lnTo>
                <a:lnTo>
                  <a:pt x="167259" y="648081"/>
                </a:lnTo>
                <a:lnTo>
                  <a:pt x="149733" y="655066"/>
                </a:lnTo>
                <a:lnTo>
                  <a:pt x="131572" y="661289"/>
                </a:lnTo>
                <a:lnTo>
                  <a:pt x="113411" y="666877"/>
                </a:lnTo>
                <a:lnTo>
                  <a:pt x="94869" y="671576"/>
                </a:lnTo>
                <a:lnTo>
                  <a:pt x="76200" y="675513"/>
                </a:lnTo>
                <a:lnTo>
                  <a:pt x="57404" y="678688"/>
                </a:lnTo>
                <a:lnTo>
                  <a:pt x="38608" y="680974"/>
                </a:lnTo>
                <a:lnTo>
                  <a:pt x="19558" y="682371"/>
                </a:lnTo>
                <a:lnTo>
                  <a:pt x="0" y="682879"/>
                </a:lnTo>
                <a:lnTo>
                  <a:pt x="635" y="710692"/>
                </a:lnTo>
                <a:lnTo>
                  <a:pt x="20320" y="710311"/>
                </a:lnTo>
                <a:lnTo>
                  <a:pt x="40512" y="708787"/>
                </a:lnTo>
                <a:lnTo>
                  <a:pt x="60706" y="706501"/>
                </a:lnTo>
                <a:lnTo>
                  <a:pt x="80772" y="703199"/>
                </a:lnTo>
                <a:lnTo>
                  <a:pt x="100711" y="698881"/>
                </a:lnTo>
                <a:lnTo>
                  <a:pt x="120269" y="693928"/>
                </a:lnTo>
                <a:lnTo>
                  <a:pt x="139700" y="688086"/>
                </a:lnTo>
                <a:lnTo>
                  <a:pt x="158750" y="681482"/>
                </a:lnTo>
                <a:lnTo>
                  <a:pt x="177546" y="673989"/>
                </a:lnTo>
                <a:lnTo>
                  <a:pt x="195961" y="666115"/>
                </a:lnTo>
                <a:lnTo>
                  <a:pt x="213995" y="657225"/>
                </a:lnTo>
                <a:lnTo>
                  <a:pt x="231648" y="647827"/>
                </a:lnTo>
                <a:lnTo>
                  <a:pt x="248793" y="637794"/>
                </a:lnTo>
                <a:lnTo>
                  <a:pt x="265303" y="627253"/>
                </a:lnTo>
                <a:lnTo>
                  <a:pt x="281432" y="615950"/>
                </a:lnTo>
                <a:lnTo>
                  <a:pt x="296925" y="604139"/>
                </a:lnTo>
                <a:lnTo>
                  <a:pt x="311785" y="591947"/>
                </a:lnTo>
                <a:lnTo>
                  <a:pt x="326009" y="579120"/>
                </a:lnTo>
                <a:lnTo>
                  <a:pt x="339471" y="566039"/>
                </a:lnTo>
                <a:lnTo>
                  <a:pt x="352298" y="552450"/>
                </a:lnTo>
                <a:lnTo>
                  <a:pt x="364236" y="538353"/>
                </a:lnTo>
                <a:close/>
              </a:path>
              <a:path w="838454" h="710692">
                <a:moveTo>
                  <a:pt x="766826" y="26543"/>
                </a:moveTo>
                <a:lnTo>
                  <a:pt x="838454" y="33147"/>
                </a:lnTo>
                <a:lnTo>
                  <a:pt x="750824" y="0"/>
                </a:lnTo>
                <a:lnTo>
                  <a:pt x="753782" y="28584"/>
                </a:lnTo>
                <a:lnTo>
                  <a:pt x="766826" y="26543"/>
                </a:lnTo>
                <a:close/>
              </a:path>
              <a:path w="838454" h="710692">
                <a:moveTo>
                  <a:pt x="759460" y="83439"/>
                </a:moveTo>
                <a:lnTo>
                  <a:pt x="771270" y="54102"/>
                </a:lnTo>
                <a:lnTo>
                  <a:pt x="756659" y="56387"/>
                </a:lnTo>
                <a:lnTo>
                  <a:pt x="759460" y="834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934200" y="1277620"/>
            <a:ext cx="2438400" cy="1295400"/>
          </a:xfrm>
          <a:custGeom>
            <a:avLst/>
            <a:gdLst/>
            <a:ahLst/>
            <a:cxnLst/>
            <a:rect l="l" t="t" r="r" b="b"/>
            <a:pathLst>
              <a:path w="2438400" h="1295400">
                <a:moveTo>
                  <a:pt x="0" y="1295400"/>
                </a:moveTo>
                <a:lnTo>
                  <a:pt x="2438400" y="1295400"/>
                </a:lnTo>
                <a:lnTo>
                  <a:pt x="2438400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ln w="10160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7028180" y="1663319"/>
            <a:ext cx="259079" cy="1930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7028180" y="1965960"/>
            <a:ext cx="259079" cy="1930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7028180" y="2268220"/>
            <a:ext cx="259079" cy="1930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40" y="85498"/>
            <a:ext cx="35950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762" y="85498"/>
            <a:ext cx="221858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tro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cti</a:t>
            </a:r>
            <a:r>
              <a:rPr dirty="0" smtClean="0" sz="2400" spc="-2" b="1">
                <a:latin typeface="Arial"/>
                <a:cs typeface="Arial"/>
              </a:rPr>
              <a:t>o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80171" y="85498"/>
            <a:ext cx="1001470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tal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95907" y="85498"/>
            <a:ext cx="237358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Commu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c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t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o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740" y="768320"/>
            <a:ext cx="1717204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latin typeface="Times New Roman"/>
                <a:cs typeface="Times New Roman"/>
              </a:rPr>
              <a:t>o</a:t>
            </a:r>
            <a:r>
              <a:rPr dirty="0" smtClean="0" sz="2400" spc="0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-do</a:t>
            </a:r>
            <a:r>
              <a:rPr dirty="0" smtClean="0" sz="2400" spc="0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2055" y="768320"/>
            <a:ext cx="300005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3506" y="2787452"/>
            <a:ext cx="1045300" cy="417196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r>
              <a:rPr dirty="0" smtClean="0" sz="1400" spc="4" b="1">
                <a:latin typeface="Times New Roman"/>
                <a:cs typeface="Times New Roman"/>
              </a:rPr>
              <a:t>A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  <a:p>
            <a:pPr marL="12700" marR="26717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N</a:t>
            </a:r>
            <a:r>
              <a:rPr dirty="0" smtClean="0" sz="1400" spc="2" b="1">
                <a:latin typeface="Times New Roman"/>
                <a:cs typeface="Times New Roman"/>
              </a:rPr>
              <a:t>E</a:t>
            </a:r>
            <a:r>
              <a:rPr dirty="0" smtClean="0" sz="1400" spc="2" b="1">
                <a:latin typeface="Times New Roman"/>
                <a:cs typeface="Times New Roman"/>
              </a:rPr>
              <a:t>T</a:t>
            </a:r>
            <a:r>
              <a:rPr dirty="0" smtClean="0" sz="1400" spc="2" b="1">
                <a:latin typeface="Times New Roman"/>
                <a:cs typeface="Times New Roman"/>
              </a:rPr>
              <a:t>W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R</a:t>
            </a:r>
            <a:r>
              <a:rPr dirty="0" smtClean="0" sz="1400" spc="2" b="1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4072" y="3931470"/>
            <a:ext cx="79527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S</a:t>
            </a:r>
            <a:r>
              <a:rPr dirty="0" smtClean="0" sz="1400" spc="4" b="1">
                <a:latin typeface="Times New Roman"/>
                <a:cs typeface="Times New Roman"/>
              </a:rPr>
              <a:t>O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24989" y="3931470"/>
            <a:ext cx="795274" cy="416432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S</a:t>
            </a:r>
            <a:r>
              <a:rPr dirty="0" smtClean="0" sz="1400" spc="4" b="1">
                <a:latin typeface="Times New Roman"/>
                <a:cs typeface="Times New Roman"/>
              </a:rPr>
              <a:t>O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20320" marR="3225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C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D</a:t>
            </a:r>
            <a:r>
              <a:rPr dirty="0" smtClean="0" sz="1400" spc="2" b="1">
                <a:latin typeface="Times New Roman"/>
                <a:cs typeface="Times New Roman"/>
              </a:rPr>
              <a:t>I</a:t>
            </a:r>
            <a:r>
              <a:rPr dirty="0" smtClean="0" sz="1400" spc="2" b="1">
                <a:latin typeface="Times New Roman"/>
                <a:cs typeface="Times New Roman"/>
              </a:rPr>
              <a:t>N</a:t>
            </a:r>
            <a:r>
              <a:rPr dirty="0" smtClean="0" sz="1400" spc="2" b="1"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8130" y="3931470"/>
            <a:ext cx="932713" cy="416432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algn="ctr">
              <a:lnSpc>
                <a:spcPts val="1530"/>
              </a:lnSpc>
            </a:pPr>
            <a:r>
              <a:rPr dirty="0" smtClean="0" sz="1400" spc="5" b="1">
                <a:latin typeface="Times New Roman"/>
                <a:cs typeface="Times New Roman"/>
              </a:rPr>
              <a:t>C</a:t>
            </a:r>
            <a:r>
              <a:rPr dirty="0" smtClean="0" sz="1400" spc="5" b="1">
                <a:latin typeface="Times New Roman"/>
                <a:cs typeface="Times New Roman"/>
              </a:rPr>
              <a:t>H</a:t>
            </a:r>
            <a:r>
              <a:rPr dirty="0" smtClean="0" sz="1400" spc="5" b="1">
                <a:latin typeface="Times New Roman"/>
                <a:cs typeface="Times New Roman"/>
              </a:rPr>
              <a:t>A</a:t>
            </a:r>
            <a:r>
              <a:rPr dirty="0" smtClean="0" sz="1400" spc="5" b="1">
                <a:latin typeface="Times New Roman"/>
                <a:cs typeface="Times New Roman"/>
              </a:rPr>
              <a:t>N</a:t>
            </a:r>
            <a:r>
              <a:rPr dirty="0" smtClean="0" sz="1400" spc="5" b="1">
                <a:latin typeface="Times New Roman"/>
                <a:cs typeface="Times New Roman"/>
              </a:rPr>
              <a:t>N</a:t>
            </a:r>
            <a:r>
              <a:rPr dirty="0" smtClean="0" sz="1400" spc="5" b="1">
                <a:latin typeface="Times New Roman"/>
                <a:cs typeface="Times New Roman"/>
              </a:rPr>
              <a:t>E</a:t>
            </a:r>
            <a:r>
              <a:rPr dirty="0" smtClean="0" sz="1400" spc="5" b="1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  <a:p>
            <a:pPr marL="68325" marR="79959" algn="ctr">
              <a:lnSpc>
                <a:spcPct val="95825"/>
              </a:lnSpc>
            </a:pPr>
            <a:r>
              <a:rPr dirty="0" smtClean="0" sz="1400" spc="2" b="1">
                <a:latin typeface="Times New Roman"/>
                <a:cs typeface="Times New Roman"/>
              </a:rPr>
              <a:t>C</a:t>
            </a:r>
            <a:r>
              <a:rPr dirty="0" smtClean="0" sz="1400" spc="2" b="1">
                <a:latin typeface="Times New Roman"/>
                <a:cs typeface="Times New Roman"/>
              </a:rPr>
              <a:t>O</a:t>
            </a:r>
            <a:r>
              <a:rPr dirty="0" smtClean="0" sz="1400" spc="2" b="1">
                <a:latin typeface="Times New Roman"/>
                <a:cs typeface="Times New Roman"/>
              </a:rPr>
              <a:t>D</a:t>
            </a:r>
            <a:r>
              <a:rPr dirty="0" smtClean="0" sz="1400" spc="2" b="1">
                <a:latin typeface="Times New Roman"/>
                <a:cs typeface="Times New Roman"/>
              </a:rPr>
              <a:t>I</a:t>
            </a:r>
            <a:r>
              <a:rPr dirty="0" smtClean="0" sz="1400" spc="2" b="1">
                <a:latin typeface="Times New Roman"/>
                <a:cs typeface="Times New Roman"/>
              </a:rPr>
              <a:t>N</a:t>
            </a:r>
            <a:r>
              <a:rPr dirty="0" smtClean="0" sz="1400" spc="2" b="1"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3284" y="3931470"/>
            <a:ext cx="26113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Tx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8965" y="3931470"/>
            <a:ext cx="944626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H</a:t>
            </a:r>
            <a:r>
              <a:rPr dirty="0" smtClean="0" sz="1400" spc="4" b="1">
                <a:latin typeface="Times New Roman"/>
                <a:cs typeface="Times New Roman"/>
              </a:rPr>
              <a:t>A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9039" y="3931470"/>
            <a:ext cx="271678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9" b="1">
                <a:latin typeface="Times New Roman"/>
                <a:cs typeface="Times New Roman"/>
              </a:rPr>
              <a:t>Rx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3346" y="3931470"/>
            <a:ext cx="931290" cy="416432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algn="ctr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H</a:t>
            </a:r>
            <a:r>
              <a:rPr dirty="0" smtClean="0" sz="1400" spc="4" b="1">
                <a:latin typeface="Times New Roman"/>
                <a:cs typeface="Times New Roman"/>
              </a:rPr>
              <a:t>A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N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r>
              <a:rPr dirty="0" smtClean="0" sz="1400" spc="4" b="1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  <a:p>
            <a:pPr marL="80644" marR="96342" algn="ctr">
              <a:lnSpc>
                <a:spcPct val="95825"/>
              </a:lnSpc>
            </a:pPr>
            <a:r>
              <a:rPr dirty="0" smtClean="0" sz="1400" spc="1" b="1">
                <a:latin typeface="Times New Roman"/>
                <a:cs typeface="Times New Roman"/>
              </a:rPr>
              <a:t>D</a:t>
            </a:r>
            <a:r>
              <a:rPr dirty="0" smtClean="0" sz="1400" spc="1" b="1">
                <a:latin typeface="Times New Roman"/>
                <a:cs typeface="Times New Roman"/>
              </a:rPr>
              <a:t>E</a:t>
            </a:r>
            <a:r>
              <a:rPr dirty="0" smtClean="0" sz="1400" spc="1" b="1">
                <a:latin typeface="Times New Roman"/>
                <a:cs typeface="Times New Roman"/>
              </a:rPr>
              <a:t>-</a:t>
            </a:r>
            <a:r>
              <a:rPr dirty="0" smtClean="0" sz="1400" spc="1" b="1">
                <a:latin typeface="Times New Roman"/>
                <a:cs typeface="Times New Roman"/>
              </a:rPr>
              <a:t>C</a:t>
            </a:r>
            <a:r>
              <a:rPr dirty="0" smtClean="0" sz="1400" spc="1" b="1">
                <a:latin typeface="Times New Roman"/>
                <a:cs typeface="Times New Roman"/>
              </a:rPr>
              <a:t>O</a:t>
            </a:r>
            <a:r>
              <a:rPr dirty="0" smtClean="0" sz="1400" spc="1" b="1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84059" y="3931470"/>
            <a:ext cx="795273" cy="416432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4" b="1">
                <a:latin typeface="Times New Roman"/>
                <a:cs typeface="Times New Roman"/>
              </a:rPr>
              <a:t>S</a:t>
            </a:r>
            <a:r>
              <a:rPr dirty="0" smtClean="0" sz="1400" spc="4" b="1">
                <a:latin typeface="Times New Roman"/>
                <a:cs typeface="Times New Roman"/>
              </a:rPr>
              <a:t>O</a:t>
            </a:r>
            <a:r>
              <a:rPr dirty="0" smtClean="0" sz="1400" spc="4" b="1">
                <a:latin typeface="Times New Roman"/>
                <a:cs typeface="Times New Roman"/>
              </a:rPr>
              <a:t>U</a:t>
            </a:r>
            <a:r>
              <a:rPr dirty="0" smtClean="0" sz="1400" spc="4" b="1">
                <a:latin typeface="Times New Roman"/>
                <a:cs typeface="Times New Roman"/>
              </a:rPr>
              <a:t>R</a:t>
            </a:r>
            <a:r>
              <a:rPr dirty="0" smtClean="0" sz="1400" spc="4" b="1">
                <a:latin typeface="Times New Roman"/>
                <a:cs typeface="Times New Roman"/>
              </a:rPr>
              <a:t>C</a:t>
            </a:r>
            <a:r>
              <a:rPr dirty="0" smtClean="0" sz="1400" spc="4" b="1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33020" marR="26670">
              <a:lnSpc>
                <a:spcPct val="95825"/>
              </a:lnSpc>
            </a:pPr>
            <a:r>
              <a:rPr dirty="0" smtClean="0" sz="1400" spc="1" b="1">
                <a:latin typeface="Times New Roman"/>
                <a:cs typeface="Times New Roman"/>
              </a:rPr>
              <a:t>D</a:t>
            </a:r>
            <a:r>
              <a:rPr dirty="0" smtClean="0" sz="1400" spc="1" b="1">
                <a:latin typeface="Times New Roman"/>
                <a:cs typeface="Times New Roman"/>
              </a:rPr>
              <a:t>E</a:t>
            </a:r>
            <a:r>
              <a:rPr dirty="0" smtClean="0" sz="1400" spc="1" b="1">
                <a:latin typeface="Times New Roman"/>
                <a:cs typeface="Times New Roman"/>
              </a:rPr>
              <a:t>-</a:t>
            </a:r>
            <a:r>
              <a:rPr dirty="0" smtClean="0" sz="1400" spc="1" b="1">
                <a:latin typeface="Times New Roman"/>
                <a:cs typeface="Times New Roman"/>
              </a:rPr>
              <a:t>C</a:t>
            </a:r>
            <a:r>
              <a:rPr dirty="0" smtClean="0" sz="1400" spc="1" b="1">
                <a:latin typeface="Times New Roman"/>
                <a:cs typeface="Times New Roman"/>
              </a:rPr>
              <a:t>O</a:t>
            </a:r>
            <a:r>
              <a:rPr dirty="0" smtClean="0" sz="1400" spc="1" b="1"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9354" y="3931470"/>
            <a:ext cx="48732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1" b="1">
                <a:latin typeface="Times New Roman"/>
                <a:cs typeface="Times New Roman"/>
              </a:rPr>
              <a:t>SI</a:t>
            </a:r>
            <a:r>
              <a:rPr dirty="0" smtClean="0" sz="1400" spc="1" b="1">
                <a:latin typeface="Times New Roman"/>
                <a:cs typeface="Times New Roman"/>
              </a:rPr>
              <a:t>N</a:t>
            </a:r>
            <a:r>
              <a:rPr dirty="0" smtClean="0" sz="1400" spc="1" b="1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15788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1" b="1">
                <a:latin typeface="Georgia"/>
                <a:cs typeface="Georgia"/>
              </a:rPr>
              <a:t>Intro</a:t>
            </a:r>
            <a:r>
              <a:rPr dirty="0" smtClean="0" sz="1800" spc="1" b="1">
                <a:latin typeface="Georgia"/>
                <a:cs typeface="Georgia"/>
              </a:rPr>
              <a:t>d</a:t>
            </a:r>
            <a:r>
              <a:rPr dirty="0" smtClean="0" sz="1800" spc="1" b="1">
                <a:latin typeface="Georgia"/>
                <a:cs typeface="Georgia"/>
              </a:rPr>
              <a:t>u</a:t>
            </a:r>
            <a:r>
              <a:rPr dirty="0" smtClean="0" sz="1800" spc="1" b="1">
                <a:latin typeface="Georgia"/>
                <a:cs typeface="Georgia"/>
              </a:rPr>
              <a:t>c</a:t>
            </a:r>
            <a:r>
              <a:rPr dirty="0" smtClean="0" sz="1800" spc="1" b="1">
                <a:latin typeface="Georgia"/>
                <a:cs typeface="Georgia"/>
              </a:rPr>
              <a:t>t</a:t>
            </a:r>
            <a:r>
              <a:rPr dirty="0" smtClean="0" sz="1800" spc="1" b="1">
                <a:latin typeface="Georgia"/>
                <a:cs typeface="Georgia"/>
              </a:rPr>
              <a:t>i</a:t>
            </a:r>
            <a:r>
              <a:rPr dirty="0" smtClean="0" sz="1800" spc="1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5279" y="6472848"/>
            <a:ext cx="334391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b="1">
                <a:latin typeface="Georgia"/>
                <a:cs typeface="Georgia"/>
              </a:rPr>
              <a:t>to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Wir</a:t>
            </a:r>
            <a:r>
              <a:rPr dirty="0" smtClean="0" sz="1800" b="1">
                <a:latin typeface="Georgia"/>
                <a:cs typeface="Georgia"/>
              </a:rPr>
              <a:t>e</a:t>
            </a:r>
            <a:r>
              <a:rPr dirty="0" smtClean="0" sz="1800" b="1">
                <a:latin typeface="Georgia"/>
                <a:cs typeface="Georgia"/>
              </a:rPr>
              <a:t>l</a:t>
            </a:r>
            <a:r>
              <a:rPr dirty="0" smtClean="0" sz="1800" b="1">
                <a:latin typeface="Georgia"/>
                <a:cs typeface="Georgia"/>
              </a:rPr>
              <a:t>e</a:t>
            </a:r>
            <a:r>
              <a:rPr dirty="0" smtClean="0" sz="1800" b="1">
                <a:latin typeface="Georgia"/>
                <a:cs typeface="Georgia"/>
              </a:rPr>
              <a:t>ss</a:t>
            </a:r>
            <a:r>
              <a:rPr dirty="0" smtClean="0" sz="1800" b="1">
                <a:latin typeface="Georgia"/>
                <a:cs typeface="Georgia"/>
              </a:rPr>
              <a:t> </a:t>
            </a:r>
            <a:r>
              <a:rPr dirty="0" smtClean="0" sz="1800" b="1">
                <a:latin typeface="Georgia"/>
                <a:cs typeface="Georgia"/>
              </a:rPr>
              <a:t>C</a:t>
            </a:r>
            <a:r>
              <a:rPr dirty="0" smtClean="0" sz="1800" b="1">
                <a:latin typeface="Georgia"/>
                <a:cs typeface="Georgia"/>
              </a:rPr>
              <a:t>o</a:t>
            </a: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m</a:t>
            </a:r>
            <a:r>
              <a:rPr dirty="0" smtClean="0" sz="1800" b="1">
                <a:latin typeface="Georgia"/>
                <a:cs typeface="Georgia"/>
              </a:rPr>
              <a:t>uni</a:t>
            </a:r>
            <a:r>
              <a:rPr dirty="0" smtClean="0" sz="1800" b="1">
                <a:latin typeface="Georgia"/>
                <a:cs typeface="Georgia"/>
              </a:rPr>
              <a:t>c</a:t>
            </a:r>
            <a:r>
              <a:rPr dirty="0" smtClean="0" sz="1800" b="1">
                <a:latin typeface="Georgia"/>
                <a:cs typeface="Georgia"/>
              </a:rPr>
              <a:t>a</a:t>
            </a:r>
            <a:r>
              <a:rPr dirty="0" smtClean="0" sz="1800" b="1">
                <a:latin typeface="Georgia"/>
                <a:cs typeface="Georgia"/>
              </a:rPr>
              <a:t>t</a:t>
            </a:r>
            <a:r>
              <a:rPr dirty="0" smtClean="0" sz="1800" b="1">
                <a:latin typeface="Georgia"/>
                <a:cs typeface="Georgia"/>
              </a:rPr>
              <a:t>i</a:t>
            </a:r>
            <a:r>
              <a:rPr dirty="0" smtClean="0" sz="180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64040" y="6472848"/>
            <a:ext cx="32786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7400" y="5278120"/>
            <a:ext cx="3429000" cy="1028700"/>
          </a:xfrm>
          <a:prstGeom prst="rect">
            <a:avLst/>
          </a:prstGeom>
        </p:spPr>
        <p:txBody>
          <a:bodyPr wrap="square" lIns="0" tIns="26034" rIns="0" bIns="0" rtlCol="0">
            <a:noAutofit/>
          </a:bodyPr>
          <a:lstStyle/>
          <a:p>
            <a:pPr marL="93726">
              <a:lnSpc>
                <a:spcPct val="95825"/>
              </a:lnSpc>
            </a:pPr>
            <a:r>
              <a:rPr dirty="0" smtClean="0" sz="1800" spc="0" b="1">
                <a:latin typeface="Times New Roman"/>
                <a:cs typeface="Times New Roman"/>
              </a:rPr>
              <a:t>“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Sistem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Ko</a:t>
            </a:r>
            <a:r>
              <a:rPr dirty="0" smtClean="0" sz="1800" spc="0" b="1">
                <a:latin typeface="Times New Roman"/>
                <a:cs typeface="Times New Roman"/>
              </a:rPr>
              <a:t>m</a:t>
            </a:r>
            <a:r>
              <a:rPr dirty="0" smtClean="0" sz="1800" spc="0" b="1">
                <a:latin typeface="Times New Roman"/>
                <a:cs typeface="Times New Roman"/>
              </a:rPr>
              <a:t>un</a:t>
            </a:r>
            <a:r>
              <a:rPr dirty="0" smtClean="0" sz="1800" spc="0" b="1">
                <a:latin typeface="Times New Roman"/>
                <a:cs typeface="Times New Roman"/>
              </a:rPr>
              <a:t>i</a:t>
            </a:r>
            <a:r>
              <a:rPr dirty="0" smtClean="0" sz="1800" spc="0" b="1">
                <a:latin typeface="Times New Roman"/>
                <a:cs typeface="Times New Roman"/>
              </a:rPr>
              <a:t>k</a:t>
            </a:r>
            <a:r>
              <a:rPr dirty="0" smtClean="0" sz="1800" spc="0" b="1">
                <a:latin typeface="Times New Roman"/>
                <a:cs typeface="Times New Roman"/>
              </a:rPr>
              <a:t>asi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Digit</a:t>
            </a:r>
            <a:r>
              <a:rPr dirty="0" smtClean="0" sz="1800" spc="0" b="1">
                <a:latin typeface="Times New Roman"/>
                <a:cs typeface="Times New Roman"/>
              </a:rPr>
              <a:t>a</a:t>
            </a:r>
            <a:r>
              <a:rPr dirty="0" smtClean="0" sz="1800" spc="0" b="1">
                <a:latin typeface="Times New Roman"/>
                <a:cs typeface="Times New Roman"/>
              </a:rPr>
              <a:t>l</a:t>
            </a:r>
            <a:r>
              <a:rPr dirty="0" smtClean="0" sz="1800" spc="0" b="1"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latin typeface="Times New Roman"/>
                <a:cs typeface="Times New Roman"/>
              </a:rPr>
              <a:t>“</a:t>
            </a:r>
            <a:endParaRPr sz="1800">
              <a:latin typeface="Times New Roman"/>
              <a:cs typeface="Times New Roman"/>
            </a:endParaRPr>
          </a:p>
          <a:p>
            <a:pPr marL="93726">
              <a:lnSpc>
                <a:spcPct val="95825"/>
              </a:lnSpc>
              <a:spcBef>
                <a:spcPts val="340"/>
              </a:spcBef>
            </a:pPr>
            <a:r>
              <a:rPr dirty="0" smtClean="0" sz="1350" spc="580">
                <a:solidFill>
                  <a:srgbClr val="808080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  <a:p>
            <a:pPr marL="93726">
              <a:lnSpc>
                <a:spcPct val="95825"/>
              </a:lnSpc>
              <a:spcBef>
                <a:spcPts val="827"/>
              </a:spcBef>
            </a:pPr>
            <a:r>
              <a:rPr dirty="0" smtClean="0" sz="1350" spc="580">
                <a:solidFill>
                  <a:srgbClr val="808080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700" y="5049520"/>
            <a:ext cx="2819400" cy="1028700"/>
          </a:xfrm>
          <a:prstGeom prst="rect">
            <a:avLst/>
          </a:prstGeom>
        </p:spPr>
        <p:txBody>
          <a:bodyPr wrap="square" lIns="0" tIns="26034" rIns="0" bIns="0" rtlCol="0">
            <a:noAutofit/>
          </a:bodyPr>
          <a:lstStyle/>
          <a:p>
            <a:pPr marL="92392">
              <a:lnSpc>
                <a:spcPct val="95825"/>
              </a:lnSpc>
            </a:pPr>
            <a:r>
              <a:rPr dirty="0" smtClean="0" sz="1800" spc="-1" b="1">
                <a:latin typeface="Times New Roman"/>
                <a:cs typeface="Times New Roman"/>
              </a:rPr>
              <a:t>“Infor</a:t>
            </a:r>
            <a:r>
              <a:rPr dirty="0" smtClean="0" sz="1800" spc="-1" b="1">
                <a:latin typeface="Times New Roman"/>
                <a:cs typeface="Times New Roman"/>
              </a:rPr>
              <a:t>m</a:t>
            </a:r>
            <a:r>
              <a:rPr dirty="0" smtClean="0" sz="1800" spc="-1" b="1">
                <a:latin typeface="Times New Roman"/>
                <a:cs typeface="Times New Roman"/>
              </a:rPr>
              <a:t>ation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Theory”</a:t>
            </a:r>
            <a:endParaRPr sz="1800">
              <a:latin typeface="Times New Roman"/>
              <a:cs typeface="Times New Roman"/>
            </a:endParaRPr>
          </a:p>
          <a:p>
            <a:pPr marL="92392">
              <a:lnSpc>
                <a:spcPct val="95825"/>
              </a:lnSpc>
              <a:spcBef>
                <a:spcPts val="340"/>
              </a:spcBef>
            </a:pPr>
            <a:r>
              <a:rPr dirty="0" smtClean="0" sz="1350" spc="580">
                <a:solidFill>
                  <a:srgbClr val="808080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  <a:p>
            <a:pPr marL="92392">
              <a:lnSpc>
                <a:spcPct val="95825"/>
              </a:lnSpc>
              <a:spcBef>
                <a:spcPts val="590"/>
              </a:spcBef>
            </a:pPr>
            <a:r>
              <a:rPr dirty="0" smtClean="0" sz="1350" spc="580">
                <a:solidFill>
                  <a:srgbClr val="808080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34200" y="1277620"/>
            <a:ext cx="2438400" cy="1295400"/>
          </a:xfrm>
          <a:prstGeom prst="rect">
            <a:avLst/>
          </a:prstGeom>
        </p:spPr>
        <p:txBody>
          <a:bodyPr wrap="square" lIns="0" tIns="24765" rIns="0" bIns="0" rtlCol="0">
            <a:noAutofit/>
          </a:bodyPr>
          <a:lstStyle/>
          <a:p>
            <a:pPr marL="152400">
              <a:lnSpc>
                <a:spcPct val="95825"/>
              </a:lnSpc>
            </a:pPr>
            <a:r>
              <a:rPr dirty="0" smtClean="0" sz="1800" spc="-1" b="1">
                <a:latin typeface="Times New Roman"/>
                <a:cs typeface="Times New Roman"/>
              </a:rPr>
              <a:t>Cellular</a:t>
            </a:r>
            <a:r>
              <a:rPr dirty="0" smtClean="0" sz="1800" spc="-1" b="1">
                <a:latin typeface="Times New Roman"/>
                <a:cs typeface="Times New Roman"/>
              </a:rPr>
              <a:t> </a:t>
            </a:r>
            <a:r>
              <a:rPr dirty="0" smtClean="0" sz="1800" spc="-1" b="1">
                <a:latin typeface="Times New Roman"/>
                <a:cs typeface="Times New Roman"/>
              </a:rPr>
              <a:t>Net</a:t>
            </a:r>
            <a:r>
              <a:rPr dirty="0" smtClean="0" sz="1800" spc="-1" b="1">
                <a:latin typeface="Times New Roman"/>
                <a:cs typeface="Times New Roman"/>
              </a:rPr>
              <a:t>w</a:t>
            </a:r>
            <a:r>
              <a:rPr dirty="0" smtClean="0" sz="1800" spc="-1" b="1">
                <a:latin typeface="Times New Roman"/>
                <a:cs typeface="Times New Roman"/>
              </a:rPr>
              <a:t>ork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887220" y="1181100"/>
            <a:ext cx="3314700" cy="1620520"/>
          </a:xfrm>
          <a:prstGeom prst="rect">
            <a:avLst/>
          </a:prstGeom>
        </p:spPr>
        <p:txBody>
          <a:bodyPr wrap="square" lIns="0" tIns="26034" rIns="0" bIns="0" rtlCol="0">
            <a:noAutofit/>
          </a:bodyPr>
          <a:lstStyle/>
          <a:p>
            <a:pPr marL="149859">
              <a:lnSpc>
                <a:spcPct val="95825"/>
              </a:lnSpc>
            </a:pPr>
            <a:r>
              <a:rPr dirty="0" smtClean="0" sz="1800" spc="-5" b="1">
                <a:latin typeface="Times New Roman"/>
                <a:cs typeface="Times New Roman"/>
              </a:rPr>
              <a:t>“</a:t>
            </a:r>
            <a:r>
              <a:rPr dirty="0" smtClean="0" sz="1800" spc="-5" b="1">
                <a:latin typeface="Times New Roman"/>
                <a:cs typeface="Times New Roman"/>
              </a:rPr>
              <a:t> </a:t>
            </a:r>
            <a:r>
              <a:rPr dirty="0" smtClean="0" sz="1800" spc="-5" b="1">
                <a:latin typeface="Times New Roman"/>
                <a:cs typeface="Times New Roman"/>
              </a:rPr>
              <a:t>Antena</a:t>
            </a:r>
            <a:r>
              <a:rPr dirty="0" smtClean="0" sz="1800" spc="-5" b="1">
                <a:latin typeface="Times New Roman"/>
                <a:cs typeface="Times New Roman"/>
              </a:rPr>
              <a:t> </a:t>
            </a:r>
            <a:r>
              <a:rPr dirty="0" smtClean="0" sz="1800" spc="-5" b="1">
                <a:latin typeface="Times New Roman"/>
                <a:cs typeface="Times New Roman"/>
              </a:rPr>
              <a:t>dan</a:t>
            </a:r>
            <a:r>
              <a:rPr dirty="0" smtClean="0" sz="1800" spc="-5" b="1">
                <a:latin typeface="Times New Roman"/>
                <a:cs typeface="Times New Roman"/>
              </a:rPr>
              <a:t> </a:t>
            </a:r>
            <a:r>
              <a:rPr dirty="0" smtClean="0" sz="1800" spc="-5" b="1">
                <a:latin typeface="Times New Roman"/>
                <a:cs typeface="Times New Roman"/>
              </a:rPr>
              <a:t>P</a:t>
            </a:r>
            <a:r>
              <a:rPr dirty="0" smtClean="0" sz="1800" spc="-5" b="1">
                <a:latin typeface="Times New Roman"/>
                <a:cs typeface="Times New Roman"/>
              </a:rPr>
              <a:t>r</a:t>
            </a:r>
            <a:r>
              <a:rPr dirty="0" smtClean="0" sz="1800" spc="-5" b="1">
                <a:latin typeface="Times New Roman"/>
                <a:cs typeface="Times New Roman"/>
              </a:rPr>
              <a:t>opagasi</a:t>
            </a:r>
            <a:r>
              <a:rPr dirty="0" smtClean="0" sz="1800" spc="-5" b="1">
                <a:latin typeface="Times New Roman"/>
                <a:cs typeface="Times New Roman"/>
              </a:rPr>
              <a:t> </a:t>
            </a:r>
            <a:r>
              <a:rPr dirty="0" smtClean="0" sz="1800" spc="-5" b="1">
                <a:latin typeface="Times New Roman"/>
                <a:cs typeface="Times New Roman"/>
              </a:rPr>
              <a:t> </a:t>
            </a:r>
            <a:r>
              <a:rPr dirty="0" smtClean="0" sz="1800" spc="-5" b="1">
                <a:latin typeface="Times New Roman"/>
                <a:cs typeface="Times New Roman"/>
              </a:rPr>
              <a:t>“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740" y="85498"/>
            <a:ext cx="5990752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E.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tro</a:t>
            </a:r>
            <a:r>
              <a:rPr dirty="0" smtClean="0" sz="2400" spc="-2" b="1">
                <a:latin typeface="Arial"/>
                <a:cs typeface="Arial"/>
              </a:rPr>
              <a:t>d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cti</a:t>
            </a:r>
            <a:r>
              <a:rPr dirty="0" smtClean="0" sz="2400" spc="-2" b="1">
                <a:latin typeface="Arial"/>
                <a:cs typeface="Arial"/>
              </a:rPr>
              <a:t>o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to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tal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Commu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c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t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o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552" y="789927"/>
            <a:ext cx="3943695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Net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w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or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and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L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y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r</a:t>
            </a:r>
            <a:r>
              <a:rPr dirty="0" smtClean="0" sz="2800" spc="0" b="1">
                <a:solidFill>
                  <a:srgbClr val="FF3300"/>
                </a:solidFill>
                <a:latin typeface="Times New Roman"/>
                <a:cs typeface="Times New Roman"/>
              </a:rPr>
              <a:t>ing...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740" y="1216742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7077" y="1216742"/>
            <a:ext cx="8746803" cy="506640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43811">
              <a:lnSpc>
                <a:spcPts val="2140"/>
              </a:lnSpc>
            </a:pPr>
            <a:r>
              <a:rPr dirty="0" smtClean="0" sz="2000" spc="10">
                <a:latin typeface="Times New Roman"/>
                <a:cs typeface="Times New Roman"/>
              </a:rPr>
              <a:t>S</a:t>
            </a:r>
            <a:r>
              <a:rPr dirty="0" smtClean="0" sz="2000" spc="10">
                <a:latin typeface="Times New Roman"/>
                <a:cs typeface="Times New Roman"/>
              </a:rPr>
              <a:t>i</a:t>
            </a:r>
            <a:r>
              <a:rPr dirty="0" smtClean="0" sz="2000" spc="10">
                <a:latin typeface="Times New Roman"/>
                <a:cs typeface="Times New Roman"/>
              </a:rPr>
              <a:t>s</a:t>
            </a:r>
            <a:r>
              <a:rPr dirty="0" smtClean="0" sz="2000" spc="10">
                <a:latin typeface="Times New Roman"/>
                <a:cs typeface="Times New Roman"/>
              </a:rPr>
              <a:t>tem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komun</a:t>
            </a:r>
            <a:r>
              <a:rPr dirty="0" smtClean="0" sz="2000" spc="10">
                <a:latin typeface="Times New Roman"/>
                <a:cs typeface="Times New Roman"/>
              </a:rPr>
              <a:t>i</a:t>
            </a:r>
            <a:r>
              <a:rPr dirty="0" smtClean="0" sz="2000" spc="10">
                <a:latin typeface="Times New Roman"/>
                <a:cs typeface="Times New Roman"/>
              </a:rPr>
              <a:t>k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si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y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ng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ki</a:t>
            </a:r>
            <a:r>
              <a:rPr dirty="0" smtClean="0" sz="2000" spc="10">
                <a:latin typeface="Times New Roman"/>
                <a:cs typeface="Times New Roman"/>
              </a:rPr>
              <a:t>t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g</a:t>
            </a:r>
            <a:r>
              <a:rPr dirty="0" smtClean="0" sz="2000" spc="10">
                <a:latin typeface="Times New Roman"/>
                <a:cs typeface="Times New Roman"/>
              </a:rPr>
              <a:t>un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k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n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t</a:t>
            </a:r>
            <a:r>
              <a:rPr dirty="0" smtClean="0" sz="2000" spc="10">
                <a:latin typeface="Times New Roman"/>
                <a:cs typeface="Times New Roman"/>
              </a:rPr>
              <a:t>i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p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h</a:t>
            </a:r>
            <a:r>
              <a:rPr dirty="0" smtClean="0" sz="2000" spc="10">
                <a:latin typeface="Times New Roman"/>
                <a:cs typeface="Times New Roman"/>
              </a:rPr>
              <a:t>a</a:t>
            </a:r>
            <a:r>
              <a:rPr dirty="0" smtClean="0" sz="2000" spc="10">
                <a:latin typeface="Times New Roman"/>
                <a:cs typeface="Times New Roman"/>
              </a:rPr>
              <a:t>ri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memi</a:t>
            </a:r>
            <a:r>
              <a:rPr dirty="0" smtClean="0" sz="2000" spc="10">
                <a:latin typeface="Times New Roman"/>
                <a:cs typeface="Times New Roman"/>
              </a:rPr>
              <a:t>l</a:t>
            </a:r>
            <a:r>
              <a:rPr dirty="0" smtClean="0" sz="2000" spc="10">
                <a:latin typeface="Times New Roman"/>
                <a:cs typeface="Times New Roman"/>
              </a:rPr>
              <a:t>iki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komp</a:t>
            </a:r>
            <a:r>
              <a:rPr dirty="0" smtClean="0" sz="2000" spc="10">
                <a:latin typeface="Times New Roman"/>
                <a:cs typeface="Times New Roman"/>
              </a:rPr>
              <a:t>l</a:t>
            </a:r>
            <a:r>
              <a:rPr dirty="0" smtClean="0" sz="2000" spc="10">
                <a:latin typeface="Times New Roman"/>
                <a:cs typeface="Times New Roman"/>
              </a:rPr>
              <a:t>e</a:t>
            </a:r>
            <a:r>
              <a:rPr dirty="0" smtClean="0" sz="2000" spc="10">
                <a:latin typeface="Times New Roman"/>
                <a:cs typeface="Times New Roman"/>
              </a:rPr>
              <a:t>ks</a:t>
            </a:r>
            <a:r>
              <a:rPr dirty="0" smtClean="0" sz="2000" spc="10">
                <a:latin typeface="Times New Roman"/>
                <a:cs typeface="Times New Roman"/>
              </a:rPr>
              <a:t>i</a:t>
            </a:r>
            <a:r>
              <a:rPr dirty="0" smtClean="0" sz="2000" spc="10">
                <a:latin typeface="Times New Roman"/>
                <a:cs typeface="Times New Roman"/>
              </a:rPr>
              <a:t>tas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t</a:t>
            </a:r>
            <a:r>
              <a:rPr dirty="0" smtClean="0" sz="2000" spc="10">
                <a:latin typeface="Times New Roman"/>
                <a:cs typeface="Times New Roman"/>
              </a:rPr>
              <a:t>i</a:t>
            </a:r>
            <a:r>
              <a:rPr dirty="0" smtClean="0" sz="2000" spc="10">
                <a:latin typeface="Times New Roman"/>
                <a:cs typeface="Times New Roman"/>
              </a:rPr>
              <a:t>n</a:t>
            </a:r>
            <a:r>
              <a:rPr dirty="0" smtClean="0" sz="2000" spc="10">
                <a:latin typeface="Times New Roman"/>
                <a:cs typeface="Times New Roman"/>
              </a:rPr>
              <a:t>g</a:t>
            </a:r>
            <a:r>
              <a:rPr dirty="0" smtClean="0" sz="2000" spc="10">
                <a:latin typeface="Times New Roman"/>
                <a:cs typeface="Times New Roman"/>
              </a:rPr>
              <a:t>g</a:t>
            </a:r>
            <a:r>
              <a:rPr dirty="0" smtClean="0" sz="2000" spc="10">
                <a:latin typeface="Times New Roman"/>
                <a:cs typeface="Times New Roman"/>
              </a:rPr>
              <a:t>i</a:t>
            </a:r>
            <a:r>
              <a:rPr dirty="0" smtClean="0" sz="2000" spc="10">
                <a:latin typeface="Times New Roman"/>
                <a:cs typeface="Times New Roman"/>
              </a:rPr>
              <a:t> </a:t>
            </a:r>
            <a:r>
              <a:rPr dirty="0" smtClean="0" sz="2000" spc="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ts val="2160"/>
              </a:lnSpc>
              <a:spcBef>
                <a:spcPts val="1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(1)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(2)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brik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rb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sehin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dipe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lukan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ts val="2160"/>
              </a:lnSpc>
            </a:pP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mua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kompl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ksi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dime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,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dimaint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in,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dim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954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rinsip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fun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ment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dal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ja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komun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ts val="2160"/>
              </a:lnSpc>
              <a:spcBef>
                <a:spcPts val="108"/>
              </a:spcBef>
            </a:pPr>
            <a:r>
              <a:rPr dirty="0" smtClean="0" sz="2000" spc="-1" b="1">
                <a:latin typeface="Times New Roman"/>
                <a:cs typeface="Times New Roman"/>
              </a:rPr>
              <a:t>(1)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S</a:t>
            </a:r>
            <a:r>
              <a:rPr dirty="0" smtClean="0" sz="2000" spc="-1" b="1">
                <a:latin typeface="Times New Roman"/>
                <a:cs typeface="Times New Roman"/>
              </a:rPr>
              <a:t>tan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iz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t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f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,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(2)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Laye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954"/>
              </a:spcBef>
            </a:pPr>
            <a:r>
              <a:rPr dirty="0" smtClean="0" sz="2000" spc="-2" b="1" i="1">
                <a:latin typeface="Times New Roman"/>
                <a:cs typeface="Times New Roman"/>
              </a:rPr>
              <a:t>S</a:t>
            </a:r>
            <a:r>
              <a:rPr dirty="0" smtClean="0" sz="2000" spc="-2" b="1" i="1">
                <a:latin typeface="Times New Roman"/>
                <a:cs typeface="Times New Roman"/>
              </a:rPr>
              <a:t>ta</a:t>
            </a:r>
            <a:r>
              <a:rPr dirty="0" smtClean="0" sz="2000" spc="-2" b="1" i="1">
                <a:latin typeface="Times New Roman"/>
                <a:cs typeface="Times New Roman"/>
              </a:rPr>
              <a:t>n</a:t>
            </a:r>
            <a:r>
              <a:rPr dirty="0" smtClean="0" sz="2000" spc="-2" b="1" i="1">
                <a:latin typeface="Times New Roman"/>
                <a:cs typeface="Times New Roman"/>
              </a:rPr>
              <a:t>dard</a:t>
            </a:r>
            <a:r>
              <a:rPr dirty="0" smtClean="0" sz="2000" spc="-2" b="1" i="1">
                <a:latin typeface="Times New Roman"/>
                <a:cs typeface="Times New Roman"/>
              </a:rPr>
              <a:t>i</a:t>
            </a:r>
            <a:r>
              <a:rPr dirty="0" smtClean="0" sz="2000" spc="-2" b="1" i="1">
                <a:latin typeface="Times New Roman"/>
                <a:cs typeface="Times New Roman"/>
              </a:rPr>
              <a:t>zed</a:t>
            </a:r>
            <a:r>
              <a:rPr dirty="0" smtClean="0" sz="2000" spc="-2" b="1" i="1">
                <a:latin typeface="Times New Roman"/>
                <a:cs typeface="Times New Roman"/>
              </a:rPr>
              <a:t> </a:t>
            </a:r>
            <a:r>
              <a:rPr dirty="0" smtClean="0" sz="2000" spc="-2" b="1" i="1">
                <a:latin typeface="Times New Roman"/>
                <a:cs typeface="Times New Roman"/>
              </a:rPr>
              <a:t>I</a:t>
            </a:r>
            <a:r>
              <a:rPr dirty="0" smtClean="0" sz="2000" spc="-2" b="1" i="1">
                <a:latin typeface="Times New Roman"/>
                <a:cs typeface="Times New Roman"/>
              </a:rPr>
              <a:t>n</a:t>
            </a:r>
            <a:r>
              <a:rPr dirty="0" smtClean="0" sz="2000" spc="-2" b="1" i="1">
                <a:latin typeface="Times New Roman"/>
                <a:cs typeface="Times New Roman"/>
              </a:rPr>
              <a:t>ter</a:t>
            </a:r>
            <a:r>
              <a:rPr dirty="0" smtClean="0" sz="2000" spc="-2" b="1" i="1">
                <a:latin typeface="Times New Roman"/>
                <a:cs typeface="Times New Roman"/>
              </a:rPr>
              <a:t>f</a:t>
            </a:r>
            <a:r>
              <a:rPr dirty="0" smtClean="0" sz="2000" spc="-2" b="1" i="1">
                <a:latin typeface="Times New Roman"/>
                <a:cs typeface="Times New Roman"/>
              </a:rPr>
              <a:t>a</a:t>
            </a:r>
            <a:r>
              <a:rPr dirty="0" smtClean="0" sz="2000" spc="-2" b="1" i="1">
                <a:latin typeface="Times New Roman"/>
                <a:cs typeface="Times New Roman"/>
              </a:rPr>
              <a:t>c</a:t>
            </a:r>
            <a:r>
              <a:rPr dirty="0" smtClean="0" sz="2000" spc="-2" b="1" i="1">
                <a:latin typeface="Times New Roman"/>
                <a:cs typeface="Times New Roman"/>
              </a:rPr>
              <a:t>e</a:t>
            </a:r>
            <a:r>
              <a:rPr dirty="0" smtClean="0" sz="2000" spc="-2" b="1" i="1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: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j</a:t>
            </a:r>
            <a:r>
              <a:rPr dirty="0" smtClean="0" sz="2000" spc="-2">
                <a:latin typeface="Times New Roman"/>
                <a:cs typeface="Times New Roman"/>
              </a:rPr>
              <a:t>inkan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us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tau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quip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satu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untuk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ts val="2160"/>
              </a:lnSpc>
              <a:spcBef>
                <a:spcPts val="108"/>
              </a:spcBef>
            </a:pP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ga</a:t>
            </a:r>
            <a:r>
              <a:rPr dirty="0" smtClean="0" sz="2000" spc="-1" b="1">
                <a:latin typeface="Times New Roman"/>
                <a:cs typeface="Times New Roman"/>
              </a:rPr>
              <a:t>b</a:t>
            </a:r>
            <a:r>
              <a:rPr dirty="0" smtClean="0" sz="2000" spc="-1" b="1">
                <a:latin typeface="Times New Roman"/>
                <a:cs typeface="Times New Roman"/>
              </a:rPr>
              <a:t>ai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an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semua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tai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quip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nt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pada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in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f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lain</a:t>
            </a:r>
            <a:endParaRPr sz="2000">
              <a:latin typeface="Times New Roman"/>
              <a:cs typeface="Times New Roman"/>
            </a:endParaRPr>
          </a:p>
          <a:p>
            <a:pPr marL="411479" marR="43811">
              <a:lnSpc>
                <a:spcPct val="95825"/>
              </a:lnSpc>
              <a:spcBef>
                <a:spcPts val="242"/>
              </a:spcBef>
            </a:pPr>
            <a:r>
              <a:rPr dirty="0" smtClean="0" sz="2000" spc="-1" b="1">
                <a:latin typeface="Times New Roman"/>
                <a:cs typeface="Times New Roman"/>
              </a:rPr>
              <a:t>C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t</a:t>
            </a:r>
            <a:r>
              <a:rPr dirty="0" smtClean="0" sz="2000" spc="-1" b="1">
                <a:latin typeface="Times New Roman"/>
                <a:cs typeface="Times New Roman"/>
              </a:rPr>
              <a:t>oh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411479" marR="312102">
              <a:lnSpc>
                <a:spcPts val="2160"/>
              </a:lnSpc>
              <a:spcBef>
                <a:spcPts val="108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tand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int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f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vo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4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kHz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memun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kinkan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kita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pk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tel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pon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brik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mana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ja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saja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diseluruh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dunia</a:t>
            </a:r>
            <a:endParaRPr sz="2000">
              <a:latin typeface="Times New Roman"/>
              <a:cs typeface="Times New Roman"/>
            </a:endParaRPr>
          </a:p>
          <a:p>
            <a:pPr marL="12700" marR="17095">
              <a:lnSpc>
                <a:spcPct val="95825"/>
              </a:lnSpc>
              <a:spcBef>
                <a:spcPts val="699"/>
              </a:spcBef>
            </a:pPr>
            <a:r>
              <a:rPr dirty="0" smtClean="0" sz="2000" spc="-2" b="1" i="1">
                <a:latin typeface="Times New Roman"/>
                <a:cs typeface="Times New Roman"/>
              </a:rPr>
              <a:t>La</a:t>
            </a:r>
            <a:r>
              <a:rPr dirty="0" smtClean="0" sz="2000" spc="-2" b="1" i="1">
                <a:latin typeface="Times New Roman"/>
                <a:cs typeface="Times New Roman"/>
              </a:rPr>
              <a:t>y</a:t>
            </a:r>
            <a:r>
              <a:rPr dirty="0" smtClean="0" sz="2000" spc="-2" b="1" i="1">
                <a:latin typeface="Times New Roman"/>
                <a:cs typeface="Times New Roman"/>
              </a:rPr>
              <a:t>e</a:t>
            </a:r>
            <a:r>
              <a:rPr dirty="0" smtClean="0" sz="2000" spc="-2" b="1" i="1">
                <a:latin typeface="Times New Roman"/>
                <a:cs typeface="Times New Roman"/>
              </a:rPr>
              <a:t>ri</a:t>
            </a:r>
            <a:r>
              <a:rPr dirty="0" smtClean="0" sz="2000" spc="-2" b="1" i="1">
                <a:latin typeface="Times New Roman"/>
                <a:cs typeface="Times New Roman"/>
              </a:rPr>
              <a:t>n</a:t>
            </a:r>
            <a:r>
              <a:rPr dirty="0" smtClean="0" sz="2000" spc="-2" b="1" i="1">
                <a:latin typeface="Times New Roman"/>
                <a:cs typeface="Times New Roman"/>
              </a:rPr>
              <a:t>g</a:t>
            </a:r>
            <a:r>
              <a:rPr dirty="0" smtClean="0" sz="2000" spc="-2" b="1" i="1">
                <a:latin typeface="Times New Roman"/>
                <a:cs typeface="Times New Roman"/>
              </a:rPr>
              <a:t> </a:t>
            </a:r>
            <a:r>
              <a:rPr dirty="0" smtClean="0" sz="2000" spc="-2" b="1" i="1">
                <a:latin typeface="Times New Roman"/>
                <a:cs typeface="Times New Roman"/>
              </a:rPr>
              <a:t>Co</a:t>
            </a:r>
            <a:r>
              <a:rPr dirty="0" smtClean="0" sz="2000" spc="-2" b="1" i="1">
                <a:latin typeface="Times New Roman"/>
                <a:cs typeface="Times New Roman"/>
              </a:rPr>
              <a:t>m</a:t>
            </a:r>
            <a:r>
              <a:rPr dirty="0" smtClean="0" sz="2000" spc="-2" b="1" i="1">
                <a:latin typeface="Times New Roman"/>
                <a:cs typeface="Times New Roman"/>
              </a:rPr>
              <a:t>m</a:t>
            </a:r>
            <a:r>
              <a:rPr dirty="0" smtClean="0" sz="2000" spc="-2" b="1" i="1">
                <a:latin typeface="Times New Roman"/>
                <a:cs typeface="Times New Roman"/>
              </a:rPr>
              <a:t>u</a:t>
            </a:r>
            <a:r>
              <a:rPr dirty="0" smtClean="0" sz="2000" spc="-2" b="1" i="1">
                <a:latin typeface="Times New Roman"/>
                <a:cs typeface="Times New Roman"/>
              </a:rPr>
              <a:t>n</a:t>
            </a:r>
            <a:r>
              <a:rPr dirty="0" smtClean="0" sz="2000" spc="-2" b="1" i="1">
                <a:latin typeface="Times New Roman"/>
                <a:cs typeface="Times New Roman"/>
              </a:rPr>
              <a:t>ic</a:t>
            </a:r>
            <a:r>
              <a:rPr dirty="0" smtClean="0" sz="2000" spc="-2" b="1" i="1">
                <a:latin typeface="Times New Roman"/>
                <a:cs typeface="Times New Roman"/>
              </a:rPr>
              <a:t>a</a:t>
            </a:r>
            <a:r>
              <a:rPr dirty="0" smtClean="0" sz="2000" spc="-2" b="1" i="1">
                <a:latin typeface="Times New Roman"/>
                <a:cs typeface="Times New Roman"/>
              </a:rPr>
              <a:t>t</a:t>
            </a:r>
            <a:r>
              <a:rPr dirty="0" smtClean="0" sz="2000" spc="-2" b="1" i="1">
                <a:latin typeface="Times New Roman"/>
                <a:cs typeface="Times New Roman"/>
              </a:rPr>
              <a:t>ion</a:t>
            </a:r>
            <a:r>
              <a:rPr dirty="0" smtClean="0" sz="2000" spc="-2" b="1" i="1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: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un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-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un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o</a:t>
            </a:r>
            <a:r>
              <a:rPr dirty="0" smtClean="0" sz="2000" spc="-2">
                <a:latin typeface="Times New Roman"/>
                <a:cs typeface="Times New Roman"/>
              </a:rPr>
              <a:t>mu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ikasi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mod</a:t>
            </a:r>
            <a:r>
              <a:rPr dirty="0" smtClean="0" sz="2000" spc="-2">
                <a:latin typeface="Times New Roman"/>
                <a:cs typeface="Times New Roman"/>
              </a:rPr>
              <a:t>u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-</a:t>
            </a:r>
            <a:r>
              <a:rPr dirty="0" smtClean="0" sz="2000" spc="-2">
                <a:latin typeface="Times New Roman"/>
                <a:cs typeface="Times New Roman"/>
              </a:rPr>
              <a:t>modul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ts val="2165"/>
              </a:lnSpc>
              <a:spcBef>
                <a:spcPts val="108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te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pi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h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di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but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layer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/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la</a:t>
            </a:r>
            <a:r>
              <a:rPr dirty="0" smtClean="0" sz="2000" spc="-1" b="1">
                <a:latin typeface="Times New Roman"/>
                <a:cs typeface="Times New Roman"/>
              </a:rPr>
              <a:t>p</a:t>
            </a:r>
            <a:r>
              <a:rPr dirty="0" smtClean="0" sz="2000" spc="-1" b="1">
                <a:latin typeface="Times New Roman"/>
                <a:cs typeface="Times New Roman"/>
              </a:rPr>
              <a:t>is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o</a:t>
            </a:r>
            <a:r>
              <a:rPr dirty="0" smtClean="0" sz="2000" spc="-1" b="1">
                <a:latin typeface="Times New Roman"/>
                <a:cs typeface="Times New Roman"/>
              </a:rPr>
              <a:t>m</a:t>
            </a:r>
            <a:r>
              <a:rPr dirty="0" smtClean="0" sz="2000" spc="-1" b="1">
                <a:latin typeface="Times New Roman"/>
                <a:cs typeface="Times New Roman"/>
              </a:rPr>
              <a:t>u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asi</a:t>
            </a:r>
            <a:endParaRPr sz="2000">
              <a:latin typeface="Times New Roman"/>
              <a:cs typeface="Times New Roman"/>
            </a:endParaRPr>
          </a:p>
          <a:p>
            <a:pPr marL="411479" marR="43811">
              <a:lnSpc>
                <a:spcPct val="9582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(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)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komun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nta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la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lebih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den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la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diba</a:t>
            </a:r>
            <a:r>
              <a:rPr dirty="0" smtClean="0" sz="2000" spc="-3">
                <a:latin typeface="Times New Roman"/>
                <a:cs typeface="Times New Roman"/>
              </a:rPr>
              <a:t>w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hn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812863" marR="43811">
              <a:lnSpc>
                <a:spcPts val="2160"/>
              </a:lnSpc>
              <a:spcBef>
                <a:spcPts val="108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sta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z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inte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11479" marR="43811">
              <a:lnSpc>
                <a:spcPct val="95825"/>
              </a:lnSpc>
              <a:spcBef>
                <a:spcPts val="954"/>
              </a:spcBef>
            </a:pPr>
            <a:r>
              <a:rPr dirty="0" smtClean="0" sz="2000" spc="4">
                <a:latin typeface="Times New Roman"/>
                <a:cs typeface="Times New Roman"/>
              </a:rPr>
              <a:t>(b)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komun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k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si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mel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w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ti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ja</a:t>
            </a:r>
            <a:r>
              <a:rPr dirty="0" smtClean="0" sz="2000" spc="4">
                <a:latin typeface="Times New Roman"/>
                <a:cs typeface="Times New Roman"/>
              </a:rPr>
              <a:t>r</a:t>
            </a:r>
            <a:r>
              <a:rPr dirty="0" smtClean="0" sz="2000" spc="4">
                <a:latin typeface="Times New Roman"/>
                <a:cs typeface="Times New Roman"/>
              </a:rPr>
              <a:t>in</a:t>
            </a:r>
            <a:r>
              <a:rPr dirty="0" smtClean="0" sz="2000" spc="4">
                <a:latin typeface="Times New Roman"/>
                <a:cs typeface="Times New Roman"/>
              </a:rPr>
              <a:t>g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menuju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la</a:t>
            </a:r>
            <a:r>
              <a:rPr dirty="0" smtClean="0" sz="2000" spc="4">
                <a:latin typeface="Times New Roman"/>
                <a:cs typeface="Times New Roman"/>
              </a:rPr>
              <a:t>w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komun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k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si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(d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g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la</a:t>
            </a:r>
            <a:r>
              <a:rPr dirty="0" smtClean="0" sz="2000" spc="4">
                <a:latin typeface="Times New Roman"/>
                <a:cs typeface="Times New Roman"/>
              </a:rPr>
              <a:t>y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 marL="812863" marR="43811">
              <a:lnSpc>
                <a:spcPts val="2160"/>
              </a:lnSpc>
              <a:spcBef>
                <a:spcPts val="108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ta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)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le</a:t>
            </a:r>
            <a:r>
              <a:rPr dirty="0" smtClean="0" sz="2000" spc="-2">
                <a:latin typeface="Times New Roman"/>
                <a:cs typeface="Times New Roman"/>
              </a:rPr>
              <a:t>w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w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40" y="2192356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2893777"/>
            <a:ext cx="152400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4448256"/>
            <a:ext cx="152558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6100" y="6472848"/>
            <a:ext cx="355767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601700" y="3508150"/>
            <a:ext cx="467375" cy="602083"/>
          </a:xfrm>
          <a:custGeom>
            <a:avLst/>
            <a:gdLst/>
            <a:ahLst/>
            <a:cxnLst/>
            <a:rect l="l" t="t" r="r" b="b"/>
            <a:pathLst>
              <a:path w="467375" h="602083">
                <a:moveTo>
                  <a:pt x="0" y="147257"/>
                </a:moveTo>
                <a:lnTo>
                  <a:pt x="9213" y="267195"/>
                </a:lnTo>
                <a:lnTo>
                  <a:pt x="33754" y="382399"/>
                </a:lnTo>
                <a:lnTo>
                  <a:pt x="60345" y="471460"/>
                </a:lnTo>
                <a:lnTo>
                  <a:pt x="111477" y="564091"/>
                </a:lnTo>
                <a:lnTo>
                  <a:pt x="155457" y="602083"/>
                </a:lnTo>
                <a:lnTo>
                  <a:pt x="215791" y="602083"/>
                </a:lnTo>
                <a:lnTo>
                  <a:pt x="277149" y="575966"/>
                </a:lnTo>
                <a:lnTo>
                  <a:pt x="307840" y="509465"/>
                </a:lnTo>
                <a:lnTo>
                  <a:pt x="324193" y="425138"/>
                </a:lnTo>
                <a:lnTo>
                  <a:pt x="318067" y="320645"/>
                </a:lnTo>
                <a:lnTo>
                  <a:pt x="460212" y="332520"/>
                </a:lnTo>
                <a:lnTo>
                  <a:pt x="467375" y="286198"/>
                </a:lnTo>
                <a:lnTo>
                  <a:pt x="304765" y="267195"/>
                </a:lnTo>
                <a:lnTo>
                  <a:pt x="263860" y="159132"/>
                </a:lnTo>
                <a:lnTo>
                  <a:pt x="243407" y="138953"/>
                </a:lnTo>
                <a:lnTo>
                  <a:pt x="202501" y="77199"/>
                </a:lnTo>
                <a:lnTo>
                  <a:pt x="145231" y="30877"/>
                </a:lnTo>
                <a:lnTo>
                  <a:pt x="94087" y="0"/>
                </a:lnTo>
                <a:lnTo>
                  <a:pt x="53182" y="8317"/>
                </a:lnTo>
                <a:lnTo>
                  <a:pt x="23527" y="42751"/>
                </a:lnTo>
                <a:lnTo>
                  <a:pt x="0" y="147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221259" y="3353778"/>
            <a:ext cx="537937" cy="965467"/>
          </a:xfrm>
          <a:custGeom>
            <a:avLst/>
            <a:gdLst/>
            <a:ahLst/>
            <a:cxnLst/>
            <a:rect l="l" t="t" r="r" b="b"/>
            <a:pathLst>
              <a:path w="537937" h="965467">
                <a:moveTo>
                  <a:pt x="341585" y="22559"/>
                </a:moveTo>
                <a:lnTo>
                  <a:pt x="274088" y="56993"/>
                </a:lnTo>
                <a:lnTo>
                  <a:pt x="219881" y="127065"/>
                </a:lnTo>
                <a:lnTo>
                  <a:pt x="148296" y="247003"/>
                </a:lnTo>
                <a:lnTo>
                  <a:pt x="91020" y="362193"/>
                </a:lnTo>
                <a:lnTo>
                  <a:pt x="29658" y="501134"/>
                </a:lnTo>
                <a:lnTo>
                  <a:pt x="0" y="593765"/>
                </a:lnTo>
                <a:lnTo>
                  <a:pt x="6136" y="663837"/>
                </a:lnTo>
                <a:lnTo>
                  <a:pt x="60338" y="722020"/>
                </a:lnTo>
                <a:lnTo>
                  <a:pt x="142158" y="787332"/>
                </a:lnTo>
                <a:lnTo>
                  <a:pt x="259762" y="845529"/>
                </a:lnTo>
                <a:lnTo>
                  <a:pt x="401918" y="929842"/>
                </a:lnTo>
                <a:lnTo>
                  <a:pt x="463277" y="965467"/>
                </a:lnTo>
                <a:lnTo>
                  <a:pt x="504194" y="953592"/>
                </a:lnTo>
                <a:lnTo>
                  <a:pt x="537937" y="914397"/>
                </a:lnTo>
                <a:lnTo>
                  <a:pt x="533848" y="860961"/>
                </a:lnTo>
                <a:lnTo>
                  <a:pt x="466352" y="833654"/>
                </a:lnTo>
                <a:lnTo>
                  <a:pt x="375327" y="790902"/>
                </a:lnTo>
                <a:lnTo>
                  <a:pt x="313969" y="779027"/>
                </a:lnTo>
                <a:lnTo>
                  <a:pt x="253623" y="756455"/>
                </a:lnTo>
                <a:lnTo>
                  <a:pt x="142158" y="706589"/>
                </a:lnTo>
                <a:lnTo>
                  <a:pt x="87952" y="648392"/>
                </a:lnTo>
                <a:lnTo>
                  <a:pt x="77724" y="602083"/>
                </a:lnTo>
                <a:lnTo>
                  <a:pt x="91020" y="513008"/>
                </a:lnTo>
                <a:lnTo>
                  <a:pt x="121705" y="420391"/>
                </a:lnTo>
                <a:lnTo>
                  <a:pt x="168749" y="315885"/>
                </a:lnTo>
                <a:lnTo>
                  <a:pt x="202491" y="235128"/>
                </a:lnTo>
                <a:lnTo>
                  <a:pt x="259762" y="161499"/>
                </a:lnTo>
                <a:lnTo>
                  <a:pt x="269988" y="188819"/>
                </a:lnTo>
                <a:lnTo>
                  <a:pt x="324195" y="200694"/>
                </a:lnTo>
                <a:lnTo>
                  <a:pt x="375327" y="185249"/>
                </a:lnTo>
                <a:lnTo>
                  <a:pt x="381465" y="149624"/>
                </a:lnTo>
                <a:lnTo>
                  <a:pt x="375327" y="108063"/>
                </a:lnTo>
                <a:lnTo>
                  <a:pt x="354874" y="61754"/>
                </a:lnTo>
                <a:lnTo>
                  <a:pt x="406006" y="46308"/>
                </a:lnTo>
                <a:lnTo>
                  <a:pt x="435672" y="61754"/>
                </a:lnTo>
                <a:lnTo>
                  <a:pt x="466352" y="103315"/>
                </a:lnTo>
                <a:lnTo>
                  <a:pt x="456125" y="149624"/>
                </a:lnTo>
                <a:lnTo>
                  <a:pt x="493968" y="149624"/>
                </a:lnTo>
                <a:lnTo>
                  <a:pt x="504194" y="92617"/>
                </a:lnTo>
                <a:lnTo>
                  <a:pt x="476578" y="37991"/>
                </a:lnTo>
                <a:lnTo>
                  <a:pt x="435672" y="3557"/>
                </a:lnTo>
                <a:lnTo>
                  <a:pt x="381465" y="0"/>
                </a:lnTo>
                <a:lnTo>
                  <a:pt x="313969" y="22559"/>
                </a:lnTo>
                <a:lnTo>
                  <a:pt x="341585" y="22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728517" y="4154175"/>
            <a:ext cx="281238" cy="906093"/>
          </a:xfrm>
          <a:custGeom>
            <a:avLst/>
            <a:gdLst/>
            <a:ahLst/>
            <a:cxnLst/>
            <a:rect l="l" t="t" r="r" b="b"/>
            <a:pathLst>
              <a:path w="281238" h="906093">
                <a:moveTo>
                  <a:pt x="7163" y="547456"/>
                </a:moveTo>
                <a:lnTo>
                  <a:pt x="20452" y="694714"/>
                </a:lnTo>
                <a:lnTo>
                  <a:pt x="37842" y="775470"/>
                </a:lnTo>
                <a:lnTo>
                  <a:pt x="57270" y="856227"/>
                </a:lnTo>
                <a:lnTo>
                  <a:pt x="92049" y="902536"/>
                </a:lnTo>
                <a:lnTo>
                  <a:pt x="159546" y="906093"/>
                </a:lnTo>
                <a:lnTo>
                  <a:pt x="223967" y="894218"/>
                </a:lnTo>
                <a:lnTo>
                  <a:pt x="260785" y="856227"/>
                </a:lnTo>
                <a:lnTo>
                  <a:pt x="281238" y="751721"/>
                </a:lnTo>
                <a:lnTo>
                  <a:pt x="281238" y="581904"/>
                </a:lnTo>
                <a:lnTo>
                  <a:pt x="275111" y="451268"/>
                </a:lnTo>
                <a:lnTo>
                  <a:pt x="260785" y="315885"/>
                </a:lnTo>
                <a:lnTo>
                  <a:pt x="244420" y="200694"/>
                </a:lnTo>
                <a:lnTo>
                  <a:pt x="210678" y="116380"/>
                </a:lnTo>
                <a:lnTo>
                  <a:pt x="162609" y="34447"/>
                </a:lnTo>
                <a:lnTo>
                  <a:pt x="111477" y="0"/>
                </a:lnTo>
                <a:lnTo>
                  <a:pt x="71584" y="0"/>
                </a:lnTo>
                <a:lnTo>
                  <a:pt x="27615" y="23749"/>
                </a:lnTo>
                <a:lnTo>
                  <a:pt x="17389" y="70071"/>
                </a:lnTo>
                <a:lnTo>
                  <a:pt x="17389" y="104506"/>
                </a:lnTo>
                <a:lnTo>
                  <a:pt x="0" y="188819"/>
                </a:lnTo>
                <a:lnTo>
                  <a:pt x="0" y="382386"/>
                </a:lnTo>
                <a:lnTo>
                  <a:pt x="7163" y="547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858397" y="4179115"/>
            <a:ext cx="429532" cy="695904"/>
          </a:xfrm>
          <a:custGeom>
            <a:avLst/>
            <a:gdLst/>
            <a:ahLst/>
            <a:cxnLst/>
            <a:rect l="l" t="t" r="r" b="b"/>
            <a:pathLst>
              <a:path w="429532" h="695904">
                <a:moveTo>
                  <a:pt x="155457" y="475017"/>
                </a:moveTo>
                <a:lnTo>
                  <a:pt x="121703" y="495210"/>
                </a:lnTo>
                <a:lnTo>
                  <a:pt x="111477" y="545089"/>
                </a:lnTo>
                <a:lnTo>
                  <a:pt x="111477" y="591398"/>
                </a:lnTo>
                <a:lnTo>
                  <a:pt x="165684" y="613957"/>
                </a:lnTo>
                <a:lnTo>
                  <a:pt x="233181" y="644835"/>
                </a:lnTo>
                <a:lnTo>
                  <a:pt x="277149" y="695904"/>
                </a:lnTo>
                <a:lnTo>
                  <a:pt x="307840" y="684029"/>
                </a:lnTo>
                <a:lnTo>
                  <a:pt x="337495" y="649582"/>
                </a:lnTo>
                <a:lnTo>
                  <a:pt x="263860" y="603273"/>
                </a:lnTo>
                <a:lnTo>
                  <a:pt x="186137" y="579523"/>
                </a:lnTo>
                <a:lnTo>
                  <a:pt x="131930" y="552203"/>
                </a:lnTo>
                <a:lnTo>
                  <a:pt x="135005" y="521326"/>
                </a:lnTo>
                <a:lnTo>
                  <a:pt x="205565" y="505894"/>
                </a:lnTo>
                <a:lnTo>
                  <a:pt x="246470" y="475017"/>
                </a:lnTo>
                <a:lnTo>
                  <a:pt x="324193" y="425138"/>
                </a:lnTo>
                <a:lnTo>
                  <a:pt x="388627" y="356270"/>
                </a:lnTo>
                <a:lnTo>
                  <a:pt x="429532" y="243446"/>
                </a:lnTo>
                <a:lnTo>
                  <a:pt x="409080" y="205441"/>
                </a:lnTo>
                <a:lnTo>
                  <a:pt x="365111" y="138940"/>
                </a:lnTo>
                <a:lnTo>
                  <a:pt x="297614" y="92631"/>
                </a:lnTo>
                <a:lnTo>
                  <a:pt x="202501" y="30877"/>
                </a:lnTo>
                <a:lnTo>
                  <a:pt x="111477" y="11874"/>
                </a:lnTo>
                <a:lnTo>
                  <a:pt x="23527" y="0"/>
                </a:lnTo>
                <a:lnTo>
                  <a:pt x="0" y="46308"/>
                </a:lnTo>
                <a:lnTo>
                  <a:pt x="23527" y="89060"/>
                </a:lnTo>
                <a:lnTo>
                  <a:pt x="80798" y="89060"/>
                </a:lnTo>
                <a:lnTo>
                  <a:pt x="145231" y="92631"/>
                </a:lnTo>
                <a:lnTo>
                  <a:pt x="243407" y="116380"/>
                </a:lnTo>
                <a:lnTo>
                  <a:pt x="324193" y="181692"/>
                </a:lnTo>
                <a:lnTo>
                  <a:pt x="357947" y="228014"/>
                </a:lnTo>
                <a:lnTo>
                  <a:pt x="368174" y="267195"/>
                </a:lnTo>
                <a:lnTo>
                  <a:pt x="324193" y="347952"/>
                </a:lnTo>
                <a:lnTo>
                  <a:pt x="263860" y="425138"/>
                </a:lnTo>
                <a:lnTo>
                  <a:pt x="155457" y="4750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892151" y="4967651"/>
            <a:ext cx="522595" cy="1124597"/>
          </a:xfrm>
          <a:custGeom>
            <a:avLst/>
            <a:gdLst/>
            <a:ahLst/>
            <a:cxnLst/>
            <a:rect l="l" t="t" r="r" b="b"/>
            <a:pathLst>
              <a:path w="522595" h="1124597">
                <a:moveTo>
                  <a:pt x="237269" y="1102033"/>
                </a:moveTo>
                <a:lnTo>
                  <a:pt x="284313" y="1086595"/>
                </a:lnTo>
                <a:lnTo>
                  <a:pt x="298627" y="1090157"/>
                </a:lnTo>
                <a:lnTo>
                  <a:pt x="396803" y="1097282"/>
                </a:lnTo>
                <a:lnTo>
                  <a:pt x="471463" y="1124597"/>
                </a:lnTo>
                <a:lnTo>
                  <a:pt x="498054" y="1109158"/>
                </a:lnTo>
                <a:lnTo>
                  <a:pt x="522595" y="1050969"/>
                </a:lnTo>
                <a:lnTo>
                  <a:pt x="498054" y="1020092"/>
                </a:lnTo>
                <a:lnTo>
                  <a:pt x="386577" y="1016530"/>
                </a:lnTo>
                <a:lnTo>
                  <a:pt x="307829" y="1028406"/>
                </a:lnTo>
                <a:lnTo>
                  <a:pt x="267948" y="1050969"/>
                </a:lnTo>
                <a:lnTo>
                  <a:pt x="274086" y="997534"/>
                </a:lnTo>
                <a:lnTo>
                  <a:pt x="314992" y="915587"/>
                </a:lnTo>
                <a:lnTo>
                  <a:pt x="348734" y="788522"/>
                </a:lnTo>
                <a:lnTo>
                  <a:pt x="376350" y="680459"/>
                </a:lnTo>
                <a:lnTo>
                  <a:pt x="355898" y="556950"/>
                </a:lnTo>
                <a:lnTo>
                  <a:pt x="325218" y="425138"/>
                </a:lnTo>
                <a:lnTo>
                  <a:pt x="263860" y="274309"/>
                </a:lnTo>
                <a:lnTo>
                  <a:pt x="175899" y="135369"/>
                </a:lnTo>
                <a:lnTo>
                  <a:pt x="101250" y="34434"/>
                </a:lnTo>
                <a:lnTo>
                  <a:pt x="60333" y="0"/>
                </a:lnTo>
                <a:lnTo>
                  <a:pt x="13289" y="0"/>
                </a:lnTo>
                <a:lnTo>
                  <a:pt x="0" y="80743"/>
                </a:lnTo>
                <a:lnTo>
                  <a:pt x="33742" y="128242"/>
                </a:lnTo>
                <a:lnTo>
                  <a:pt x="142156" y="239875"/>
                </a:lnTo>
                <a:lnTo>
                  <a:pt x="237269" y="382386"/>
                </a:lnTo>
                <a:lnTo>
                  <a:pt x="298627" y="529644"/>
                </a:lnTo>
                <a:lnTo>
                  <a:pt x="307829" y="625832"/>
                </a:lnTo>
                <a:lnTo>
                  <a:pt x="304765" y="695891"/>
                </a:lnTo>
                <a:lnTo>
                  <a:pt x="278174" y="853833"/>
                </a:lnTo>
                <a:lnTo>
                  <a:pt x="243395" y="982089"/>
                </a:lnTo>
                <a:lnTo>
                  <a:pt x="213741" y="1055719"/>
                </a:lnTo>
                <a:lnTo>
                  <a:pt x="206578" y="1102033"/>
                </a:lnTo>
                <a:lnTo>
                  <a:pt x="237269" y="11020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563858" y="4965270"/>
            <a:ext cx="351809" cy="1145977"/>
          </a:xfrm>
          <a:custGeom>
            <a:avLst/>
            <a:gdLst/>
            <a:ahLst/>
            <a:cxnLst/>
            <a:rect l="l" t="t" r="r" b="b"/>
            <a:pathLst>
              <a:path w="351809" h="1145977">
                <a:moveTo>
                  <a:pt x="0" y="1092538"/>
                </a:moveTo>
                <a:lnTo>
                  <a:pt x="30690" y="1123413"/>
                </a:lnTo>
                <a:lnTo>
                  <a:pt x="101250" y="1145977"/>
                </a:lnTo>
                <a:lnTo>
                  <a:pt x="183073" y="1099662"/>
                </a:lnTo>
                <a:lnTo>
                  <a:pt x="243407" y="1068787"/>
                </a:lnTo>
                <a:lnTo>
                  <a:pt x="321130" y="1056912"/>
                </a:lnTo>
                <a:lnTo>
                  <a:pt x="351809" y="1046223"/>
                </a:lnTo>
                <a:lnTo>
                  <a:pt x="341583" y="1007028"/>
                </a:lnTo>
                <a:lnTo>
                  <a:pt x="253633" y="907283"/>
                </a:lnTo>
                <a:lnTo>
                  <a:pt x="202501" y="802777"/>
                </a:lnTo>
                <a:lnTo>
                  <a:pt x="158521" y="732719"/>
                </a:lnTo>
                <a:lnTo>
                  <a:pt x="152382" y="663837"/>
                </a:lnTo>
                <a:lnTo>
                  <a:pt x="172847" y="548646"/>
                </a:lnTo>
                <a:lnTo>
                  <a:pt x="219891" y="428695"/>
                </a:lnTo>
                <a:lnTo>
                  <a:pt x="271023" y="224443"/>
                </a:lnTo>
                <a:lnTo>
                  <a:pt x="314992" y="104506"/>
                </a:lnTo>
                <a:lnTo>
                  <a:pt x="310904" y="34434"/>
                </a:lnTo>
                <a:lnTo>
                  <a:pt x="271023" y="0"/>
                </a:lnTo>
                <a:lnTo>
                  <a:pt x="243407" y="0"/>
                </a:lnTo>
                <a:lnTo>
                  <a:pt x="199426" y="108063"/>
                </a:lnTo>
                <a:lnTo>
                  <a:pt x="168747" y="266005"/>
                </a:lnTo>
                <a:lnTo>
                  <a:pt x="131930" y="440583"/>
                </a:lnTo>
                <a:lnTo>
                  <a:pt x="98187" y="617514"/>
                </a:lnTo>
                <a:lnTo>
                  <a:pt x="98187" y="682839"/>
                </a:lnTo>
                <a:lnTo>
                  <a:pt x="131930" y="799220"/>
                </a:lnTo>
                <a:lnTo>
                  <a:pt x="178973" y="860961"/>
                </a:lnTo>
                <a:lnTo>
                  <a:pt x="222954" y="938160"/>
                </a:lnTo>
                <a:lnTo>
                  <a:pt x="253633" y="995154"/>
                </a:lnTo>
                <a:lnTo>
                  <a:pt x="240344" y="1022472"/>
                </a:lnTo>
                <a:lnTo>
                  <a:pt x="162609" y="1034348"/>
                </a:lnTo>
                <a:lnTo>
                  <a:pt x="36817" y="1056912"/>
                </a:lnTo>
                <a:lnTo>
                  <a:pt x="0" y="1092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982151" y="3124573"/>
            <a:ext cx="173860" cy="235142"/>
          </a:xfrm>
          <a:custGeom>
            <a:avLst/>
            <a:gdLst/>
            <a:ahLst/>
            <a:cxnLst/>
            <a:rect l="l" t="t" r="r" b="b"/>
            <a:pathLst>
              <a:path w="173860" h="235142">
                <a:moveTo>
                  <a:pt x="26591" y="46322"/>
                </a:moveTo>
                <a:lnTo>
                  <a:pt x="71584" y="34447"/>
                </a:lnTo>
                <a:lnTo>
                  <a:pt x="112490" y="34447"/>
                </a:lnTo>
                <a:lnTo>
                  <a:pt x="139081" y="72438"/>
                </a:lnTo>
                <a:lnTo>
                  <a:pt x="132943" y="115190"/>
                </a:lnTo>
                <a:lnTo>
                  <a:pt x="108402" y="142510"/>
                </a:lnTo>
                <a:lnTo>
                  <a:pt x="47043" y="149638"/>
                </a:lnTo>
                <a:lnTo>
                  <a:pt x="10226" y="176944"/>
                </a:lnTo>
                <a:lnTo>
                  <a:pt x="0" y="223267"/>
                </a:lnTo>
                <a:lnTo>
                  <a:pt x="26591" y="235142"/>
                </a:lnTo>
                <a:lnTo>
                  <a:pt x="36817" y="199517"/>
                </a:lnTo>
                <a:lnTo>
                  <a:pt x="67496" y="176944"/>
                </a:lnTo>
                <a:lnTo>
                  <a:pt x="118628" y="176944"/>
                </a:lnTo>
                <a:lnTo>
                  <a:pt x="153396" y="149638"/>
                </a:lnTo>
                <a:lnTo>
                  <a:pt x="173860" y="103315"/>
                </a:lnTo>
                <a:lnTo>
                  <a:pt x="173860" y="68881"/>
                </a:lnTo>
                <a:lnTo>
                  <a:pt x="153396" y="26129"/>
                </a:lnTo>
                <a:lnTo>
                  <a:pt x="112490" y="3570"/>
                </a:lnTo>
                <a:lnTo>
                  <a:pt x="67496" y="0"/>
                </a:lnTo>
                <a:lnTo>
                  <a:pt x="20452" y="10698"/>
                </a:lnTo>
                <a:lnTo>
                  <a:pt x="10226" y="34447"/>
                </a:lnTo>
                <a:lnTo>
                  <a:pt x="26591" y="46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940220" y="3398897"/>
            <a:ext cx="54195" cy="64134"/>
          </a:xfrm>
          <a:custGeom>
            <a:avLst/>
            <a:gdLst/>
            <a:ahLst/>
            <a:cxnLst/>
            <a:rect l="l" t="t" r="r" b="b"/>
            <a:pathLst>
              <a:path w="54195" h="64134">
                <a:moveTo>
                  <a:pt x="54195" y="3570"/>
                </a:moveTo>
                <a:lnTo>
                  <a:pt x="26591" y="0"/>
                </a:lnTo>
                <a:lnTo>
                  <a:pt x="8176" y="23749"/>
                </a:lnTo>
                <a:lnTo>
                  <a:pt x="0" y="60564"/>
                </a:lnTo>
                <a:lnTo>
                  <a:pt x="26591" y="64134"/>
                </a:lnTo>
                <a:lnTo>
                  <a:pt x="49082" y="47499"/>
                </a:lnTo>
                <a:lnTo>
                  <a:pt x="54195" y="3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3548379" y="1905000"/>
            <a:ext cx="246380" cy="2819400"/>
          </a:xfrm>
          <a:custGeom>
            <a:avLst/>
            <a:gdLst/>
            <a:ahLst/>
            <a:cxnLst/>
            <a:rect l="l" t="t" r="r" b="b"/>
            <a:pathLst>
              <a:path w="246380" h="2819400">
                <a:moveTo>
                  <a:pt x="246380" y="2819400"/>
                </a:moveTo>
                <a:lnTo>
                  <a:pt x="207428" y="2807483"/>
                </a:lnTo>
                <a:lnTo>
                  <a:pt x="173610" y="2774297"/>
                </a:lnTo>
                <a:lnTo>
                  <a:pt x="152831" y="2737764"/>
                </a:lnTo>
                <a:lnTo>
                  <a:pt x="136933" y="2693054"/>
                </a:lnTo>
                <a:lnTo>
                  <a:pt x="126768" y="2641789"/>
                </a:lnTo>
                <a:lnTo>
                  <a:pt x="123190" y="2585593"/>
                </a:lnTo>
                <a:lnTo>
                  <a:pt x="123190" y="1049909"/>
                </a:lnTo>
                <a:lnTo>
                  <a:pt x="122781" y="1030747"/>
                </a:lnTo>
                <a:lnTo>
                  <a:pt x="121578" y="1012011"/>
                </a:lnTo>
                <a:lnTo>
                  <a:pt x="119611" y="993761"/>
                </a:lnTo>
                <a:lnTo>
                  <a:pt x="116913" y="976057"/>
                </a:lnTo>
                <a:lnTo>
                  <a:pt x="113514" y="958961"/>
                </a:lnTo>
                <a:lnTo>
                  <a:pt x="109446" y="942531"/>
                </a:lnTo>
                <a:lnTo>
                  <a:pt x="104741" y="926827"/>
                </a:lnTo>
                <a:lnTo>
                  <a:pt x="99431" y="911911"/>
                </a:lnTo>
                <a:lnTo>
                  <a:pt x="93548" y="897843"/>
                </a:lnTo>
                <a:lnTo>
                  <a:pt x="87122" y="884682"/>
                </a:lnTo>
                <a:lnTo>
                  <a:pt x="80185" y="872488"/>
                </a:lnTo>
                <a:lnTo>
                  <a:pt x="72769" y="861323"/>
                </a:lnTo>
                <a:lnTo>
                  <a:pt x="64907" y="851245"/>
                </a:lnTo>
                <a:lnTo>
                  <a:pt x="56628" y="842316"/>
                </a:lnTo>
                <a:lnTo>
                  <a:pt x="47966" y="834596"/>
                </a:lnTo>
                <a:lnTo>
                  <a:pt x="38951" y="828144"/>
                </a:lnTo>
                <a:lnTo>
                  <a:pt x="29615" y="823021"/>
                </a:lnTo>
                <a:lnTo>
                  <a:pt x="19990" y="819288"/>
                </a:lnTo>
                <a:lnTo>
                  <a:pt x="10108" y="817003"/>
                </a:lnTo>
                <a:lnTo>
                  <a:pt x="0" y="816228"/>
                </a:lnTo>
                <a:lnTo>
                  <a:pt x="10108" y="815454"/>
                </a:lnTo>
                <a:lnTo>
                  <a:pt x="29615" y="809435"/>
                </a:lnTo>
                <a:lnTo>
                  <a:pt x="47966" y="797859"/>
                </a:lnTo>
                <a:lnTo>
                  <a:pt x="64907" y="781206"/>
                </a:lnTo>
                <a:lnTo>
                  <a:pt x="80185" y="759957"/>
                </a:lnTo>
                <a:lnTo>
                  <a:pt x="93548" y="734593"/>
                </a:lnTo>
                <a:lnTo>
                  <a:pt x="104741" y="705595"/>
                </a:lnTo>
                <a:lnTo>
                  <a:pt x="113514" y="673443"/>
                </a:lnTo>
                <a:lnTo>
                  <a:pt x="119611" y="638618"/>
                </a:lnTo>
                <a:lnTo>
                  <a:pt x="122781" y="601602"/>
                </a:lnTo>
                <a:lnTo>
                  <a:pt x="123190" y="582422"/>
                </a:lnTo>
                <a:lnTo>
                  <a:pt x="123190" y="233807"/>
                </a:lnTo>
                <a:lnTo>
                  <a:pt x="123598" y="214626"/>
                </a:lnTo>
                <a:lnTo>
                  <a:pt x="124801" y="195874"/>
                </a:lnTo>
                <a:lnTo>
                  <a:pt x="126768" y="177610"/>
                </a:lnTo>
                <a:lnTo>
                  <a:pt x="129466" y="159894"/>
                </a:lnTo>
                <a:lnTo>
                  <a:pt x="132865" y="142785"/>
                </a:lnTo>
                <a:lnTo>
                  <a:pt x="136933" y="126345"/>
                </a:lnTo>
                <a:lnTo>
                  <a:pt x="141638" y="110633"/>
                </a:lnTo>
                <a:lnTo>
                  <a:pt x="146948" y="95710"/>
                </a:lnTo>
                <a:lnTo>
                  <a:pt x="152831" y="81635"/>
                </a:lnTo>
                <a:lnTo>
                  <a:pt x="159257" y="68468"/>
                </a:lnTo>
                <a:lnTo>
                  <a:pt x="166194" y="56271"/>
                </a:lnTo>
                <a:lnTo>
                  <a:pt x="173610" y="45102"/>
                </a:lnTo>
                <a:lnTo>
                  <a:pt x="181472" y="35022"/>
                </a:lnTo>
                <a:lnTo>
                  <a:pt x="189751" y="26091"/>
                </a:lnTo>
                <a:lnTo>
                  <a:pt x="198413" y="18369"/>
                </a:lnTo>
                <a:lnTo>
                  <a:pt x="207428" y="11916"/>
                </a:lnTo>
                <a:lnTo>
                  <a:pt x="216764" y="6793"/>
                </a:lnTo>
                <a:lnTo>
                  <a:pt x="226389" y="3059"/>
                </a:lnTo>
                <a:lnTo>
                  <a:pt x="236271" y="774"/>
                </a:lnTo>
                <a:lnTo>
                  <a:pt x="24638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40" y="106822"/>
            <a:ext cx="355396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54" b="1">
                <a:latin typeface="Arial"/>
                <a:cs typeface="Arial"/>
              </a:rPr>
              <a:t>F</a:t>
            </a:r>
            <a:r>
              <a:rPr dirty="0" smtClean="0" sz="2800" spc="-154" b="1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4253" y="106822"/>
            <a:ext cx="3401898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1" b="1">
                <a:latin typeface="Arial"/>
                <a:cs typeface="Arial"/>
              </a:rPr>
              <a:t>Ba</a:t>
            </a:r>
            <a:r>
              <a:rPr dirty="0" smtClean="0" sz="2800" spc="1" b="1">
                <a:latin typeface="Arial"/>
                <a:cs typeface="Arial"/>
              </a:rPr>
              <a:t>g</a:t>
            </a:r>
            <a:r>
              <a:rPr dirty="0" smtClean="0" sz="2800" spc="1" b="1">
                <a:latin typeface="Arial"/>
                <a:cs typeface="Arial"/>
              </a:rPr>
              <a:t>aimana</a:t>
            </a:r>
            <a:r>
              <a:rPr dirty="0" smtClean="0" sz="2800" spc="1" b="1">
                <a:latin typeface="Arial"/>
                <a:cs typeface="Arial"/>
              </a:rPr>
              <a:t> </a:t>
            </a:r>
            <a:r>
              <a:rPr dirty="0" smtClean="0" sz="2800" spc="1" b="1" i="1">
                <a:latin typeface="Arial"/>
                <a:cs typeface="Arial"/>
              </a:rPr>
              <a:t>Sta</a:t>
            </a:r>
            <a:r>
              <a:rPr dirty="0" smtClean="0" sz="2800" spc="1" b="1" i="1">
                <a:latin typeface="Arial"/>
                <a:cs typeface="Arial"/>
              </a:rPr>
              <a:t>n</a:t>
            </a:r>
            <a:r>
              <a:rPr dirty="0" smtClean="0" sz="2800" spc="1" b="1" i="1">
                <a:latin typeface="Arial"/>
                <a:cs typeface="Arial"/>
              </a:rPr>
              <a:t>d</a:t>
            </a:r>
            <a:r>
              <a:rPr dirty="0" smtClean="0" sz="2800" spc="1" b="1" i="1">
                <a:latin typeface="Arial"/>
                <a:cs typeface="Arial"/>
              </a:rPr>
              <a:t>ar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6929" y="106822"/>
            <a:ext cx="5396382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>
                <a:latin typeface="Arial"/>
                <a:cs typeface="Arial"/>
              </a:rPr>
              <a:t>Komu</a:t>
            </a:r>
            <a:r>
              <a:rPr dirty="0" smtClean="0" sz="2800" spc="0" b="1">
                <a:latin typeface="Arial"/>
                <a:cs typeface="Arial"/>
              </a:rPr>
              <a:t>n</a:t>
            </a:r>
            <a:r>
              <a:rPr dirty="0" smtClean="0" sz="2800" spc="0" b="1">
                <a:latin typeface="Arial"/>
                <a:cs typeface="Arial"/>
              </a:rPr>
              <a:t>ika</a:t>
            </a:r>
            <a:r>
              <a:rPr dirty="0" smtClean="0" sz="2800" spc="0" b="1">
                <a:latin typeface="Arial"/>
                <a:cs typeface="Arial"/>
              </a:rPr>
              <a:t>s</a:t>
            </a:r>
            <a:r>
              <a:rPr dirty="0" smtClean="0" sz="2800" spc="0" b="1">
                <a:latin typeface="Arial"/>
                <a:cs typeface="Arial"/>
              </a:rPr>
              <a:t>i</a:t>
            </a:r>
            <a:r>
              <a:rPr dirty="0" smtClean="0" sz="2800" spc="0" b="1">
                <a:latin typeface="Arial"/>
                <a:cs typeface="Arial"/>
              </a:rPr>
              <a:t> </a:t>
            </a:r>
            <a:r>
              <a:rPr dirty="0" smtClean="0" sz="2800" spc="0" b="1">
                <a:latin typeface="Arial"/>
                <a:cs typeface="Arial"/>
              </a:rPr>
              <a:t>W</a:t>
            </a:r>
            <a:r>
              <a:rPr dirty="0" smtClean="0" sz="2800" spc="0" b="1">
                <a:latin typeface="Arial"/>
                <a:cs typeface="Arial"/>
              </a:rPr>
              <a:t>ireless</a:t>
            </a:r>
            <a:r>
              <a:rPr dirty="0" smtClean="0" sz="2800" spc="0" b="1">
                <a:latin typeface="Arial"/>
                <a:cs typeface="Arial"/>
              </a:rPr>
              <a:t> </a:t>
            </a:r>
            <a:r>
              <a:rPr dirty="0" smtClean="0" sz="2800" spc="0" b="1">
                <a:latin typeface="Arial"/>
                <a:cs typeface="Arial"/>
              </a:rPr>
              <a:t>Di</a:t>
            </a:r>
            <a:r>
              <a:rPr dirty="0" smtClean="0" sz="2800" spc="0" b="1">
                <a:latin typeface="Arial"/>
                <a:cs typeface="Arial"/>
              </a:rPr>
              <a:t>b</a:t>
            </a:r>
            <a:r>
              <a:rPr dirty="0" smtClean="0" sz="2800" spc="0" b="1">
                <a:latin typeface="Arial"/>
                <a:cs typeface="Arial"/>
              </a:rPr>
              <a:t>a</a:t>
            </a:r>
            <a:r>
              <a:rPr dirty="0" smtClean="0" sz="2800" spc="0" b="1">
                <a:latin typeface="Arial"/>
                <a:cs typeface="Arial"/>
              </a:rPr>
              <a:t>n</a:t>
            </a:r>
            <a:r>
              <a:rPr dirty="0" smtClean="0" sz="2800" spc="0" b="1">
                <a:latin typeface="Arial"/>
                <a:cs typeface="Arial"/>
              </a:rPr>
              <a:t>g</a:t>
            </a:r>
            <a:r>
              <a:rPr dirty="0" smtClean="0" sz="2800" spc="0" b="1">
                <a:latin typeface="Arial"/>
                <a:cs typeface="Arial"/>
              </a:rPr>
              <a:t>u</a:t>
            </a:r>
            <a:r>
              <a:rPr dirty="0" smtClean="0" sz="2800" spc="0" b="1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89160" y="106822"/>
            <a:ext cx="296011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3054" y="1682974"/>
            <a:ext cx="4785843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Jenis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la</a:t>
            </a:r>
            <a:r>
              <a:rPr dirty="0" smtClean="0" sz="2400" spc="0" b="1">
                <a:latin typeface="Times New Roman"/>
                <a:cs typeface="Times New Roman"/>
              </a:rPr>
              <a:t>y</a:t>
            </a:r>
            <a:r>
              <a:rPr dirty="0" smtClean="0" sz="2400" spc="0" b="1"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an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y</a:t>
            </a:r>
            <a:r>
              <a:rPr dirty="0" smtClean="0" sz="2400" spc="0" b="1"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g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diber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007" y="1860139"/>
            <a:ext cx="1878891" cy="915098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2700">
              <a:lnSpc>
                <a:spcPts val="2759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A</a:t>
            </a:r>
            <a:r>
              <a:rPr dirty="0" smtClean="0" sz="2400" spc="1" b="1">
                <a:latin typeface="Times New Roman"/>
                <a:cs typeface="Times New Roman"/>
              </a:rPr>
              <a:t>p</a:t>
            </a:r>
            <a:r>
              <a:rPr dirty="0" smtClean="0" sz="2400" spc="1" b="1">
                <a:latin typeface="Times New Roman"/>
                <a:cs typeface="Times New Roman"/>
              </a:rPr>
              <a:t>a</a:t>
            </a:r>
            <a:r>
              <a:rPr dirty="0" smtClean="0" sz="2400" spc="1" b="1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59"/>
              </a:lnSpc>
            </a:pPr>
            <a:r>
              <a:rPr dirty="0" smtClean="0" sz="2400" spc="-44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equi</a:t>
            </a:r>
            <a:r>
              <a:rPr dirty="0" smtClean="0" sz="2400" spc="-5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34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ent</a:t>
            </a:r>
            <a:r>
              <a:rPr dirty="0" smtClean="0" sz="2400" spc="4" b="1"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latin typeface="Times New Roman"/>
                <a:cs typeface="Times New Roman"/>
              </a:rPr>
              <a:t>,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59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se</a:t>
            </a:r>
            <a:r>
              <a:rPr dirty="0" smtClean="0" sz="2400" spc="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ta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tujuan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1955" y="2055890"/>
            <a:ext cx="17983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9536" y="2057228"/>
            <a:ext cx="4144771" cy="5842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7">
                <a:latin typeface="Times New Roman"/>
                <a:cs typeface="Times New Roman"/>
              </a:rPr>
              <a:t>V</a:t>
            </a:r>
            <a:r>
              <a:rPr dirty="0" smtClean="0" sz="2000" spc="-7">
                <a:latin typeface="Times New Roman"/>
                <a:cs typeface="Times New Roman"/>
              </a:rPr>
              <a:t>oic</a:t>
            </a:r>
            <a:r>
              <a:rPr dirty="0" smtClean="0" sz="2000" spc="-7">
                <a:latin typeface="Times New Roman"/>
                <a:cs typeface="Times New Roman"/>
              </a:rPr>
              <a:t>e</a:t>
            </a:r>
            <a:r>
              <a:rPr dirty="0" smtClean="0" sz="2000" spc="-7">
                <a:latin typeface="Times New Roman"/>
                <a:cs typeface="Times New Roman"/>
              </a:rPr>
              <a:t>,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d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ta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n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r</a:t>
            </a:r>
            <a:r>
              <a:rPr dirty="0" smtClean="0" sz="2000" spc="-7">
                <a:latin typeface="Times New Roman"/>
                <a:cs typeface="Times New Roman"/>
              </a:rPr>
              <a:t>r</a:t>
            </a:r>
            <a:r>
              <a:rPr dirty="0" smtClean="0" sz="2000" spc="-7">
                <a:latin typeface="Times New Roman"/>
                <a:cs typeface="Times New Roman"/>
              </a:rPr>
              <a:t>owb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nd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tau</a:t>
            </a:r>
            <a:r>
              <a:rPr dirty="0" smtClean="0" sz="2000" spc="-7">
                <a:latin typeface="Times New Roman"/>
                <a:cs typeface="Times New Roman"/>
              </a:rPr>
              <a:t> </a:t>
            </a:r>
            <a:r>
              <a:rPr dirty="0" smtClean="0" sz="2000" spc="-7">
                <a:latin typeface="Times New Roman"/>
                <a:cs typeface="Times New Roman"/>
              </a:rPr>
              <a:t>b</a:t>
            </a:r>
            <a:r>
              <a:rPr dirty="0" smtClean="0" sz="2000" spc="-7">
                <a:latin typeface="Times New Roman"/>
                <a:cs typeface="Times New Roman"/>
              </a:rPr>
              <a:t>r</a:t>
            </a:r>
            <a:r>
              <a:rPr dirty="0" smtClean="0" sz="2000" spc="-7">
                <a:latin typeface="Times New Roman"/>
                <a:cs typeface="Times New Roman"/>
              </a:rPr>
              <a:t>o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db</a:t>
            </a:r>
            <a:r>
              <a:rPr dirty="0" smtClean="0" sz="2000" spc="-7">
                <a:latin typeface="Times New Roman"/>
                <a:cs typeface="Times New Roman"/>
              </a:rPr>
              <a:t>a</a:t>
            </a:r>
            <a:r>
              <a:rPr dirty="0" smtClean="0" sz="2000" spc="-7">
                <a:latin typeface="Times New Roman"/>
                <a:cs typeface="Times New Roman"/>
              </a:rPr>
              <a:t>nd,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0">
                <a:latin typeface="Times New Roman"/>
                <a:cs typeface="Times New Roman"/>
              </a:rPr>
              <a:t>fi</a:t>
            </a:r>
            <a:r>
              <a:rPr dirty="0" smtClean="0" sz="2000" spc="0">
                <a:latin typeface="Times New Roman"/>
                <a:cs typeface="Times New Roman"/>
              </a:rPr>
              <a:t>x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or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mobi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3054" y="3023715"/>
            <a:ext cx="394573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Kual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tas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y</a:t>
            </a:r>
            <a:r>
              <a:rPr dirty="0" smtClean="0" sz="2400" spc="0" b="1"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latin typeface="Times New Roman"/>
                <a:cs typeface="Times New Roman"/>
              </a:rPr>
              <a:t>n</a:t>
            </a:r>
            <a:r>
              <a:rPr dirty="0" smtClean="0" sz="2400" spc="0" b="1">
                <a:latin typeface="Times New Roman"/>
                <a:cs typeface="Times New Roman"/>
              </a:rPr>
              <a:t>g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h</a:t>
            </a:r>
            <a:r>
              <a:rPr dirty="0" smtClean="0" sz="2400" spc="0" b="1">
                <a:latin typeface="Times New Roman"/>
                <a:cs typeface="Times New Roman"/>
              </a:rPr>
              <a:t>en</a:t>
            </a:r>
            <a:r>
              <a:rPr dirty="0" smtClean="0" sz="2400" spc="0" b="1"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latin typeface="Times New Roman"/>
                <a:cs typeface="Times New Roman"/>
              </a:rPr>
              <a:t>ak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c</a:t>
            </a:r>
            <a:r>
              <a:rPr dirty="0" smtClean="0" sz="2400" spc="0" b="1"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latin typeface="Times New Roman"/>
                <a:cs typeface="Times New Roman"/>
              </a:rPr>
              <a:t>p</a:t>
            </a:r>
            <a:r>
              <a:rPr dirty="0" smtClean="0" sz="2400" spc="0" b="1">
                <a:latin typeface="Times New Roman"/>
                <a:cs typeface="Times New Roman"/>
              </a:rPr>
              <a:t>ai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1955" y="3395737"/>
            <a:ext cx="180025" cy="584711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  <a:p>
            <a:pPr marL="12700" marR="193">
              <a:lnSpc>
                <a:spcPct val="92488"/>
              </a:lnSpc>
              <a:spcBef>
                <a:spcPts val="72"/>
              </a:spcBef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9536" y="3397077"/>
            <a:ext cx="5029605" cy="584709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5">
                <a:latin typeface="Times New Roman"/>
                <a:cs typeface="Times New Roman"/>
              </a:rPr>
              <a:t>B</a:t>
            </a:r>
            <a:r>
              <a:rPr dirty="0" smtClean="0" sz="2000" spc="-5">
                <a:latin typeface="Times New Roman"/>
                <a:cs typeface="Times New Roman"/>
              </a:rPr>
              <a:t>ER,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P</a:t>
            </a:r>
            <a:r>
              <a:rPr dirty="0" smtClean="0" sz="2000" spc="-5">
                <a:latin typeface="Times New Roman"/>
                <a:cs typeface="Times New Roman"/>
              </a:rPr>
              <a:t>r</a:t>
            </a:r>
            <a:r>
              <a:rPr dirty="0" smtClean="0" sz="2000" spc="-5">
                <a:latin typeface="Times New Roman"/>
                <a:cs typeface="Times New Roman"/>
              </a:rPr>
              <a:t>ob</a:t>
            </a:r>
            <a:r>
              <a:rPr dirty="0" smtClean="0" sz="2000" spc="-5">
                <a:latin typeface="Times New Roman"/>
                <a:cs typeface="Times New Roman"/>
              </a:rPr>
              <a:t>a</a:t>
            </a:r>
            <a:r>
              <a:rPr dirty="0" smtClean="0" sz="2000" spc="-5">
                <a:latin typeface="Times New Roman"/>
                <a:cs typeface="Times New Roman"/>
              </a:rPr>
              <a:t>bil</a:t>
            </a:r>
            <a:r>
              <a:rPr dirty="0" smtClean="0" sz="2000" spc="-5">
                <a:latin typeface="Times New Roman"/>
                <a:cs typeface="Times New Roman"/>
              </a:rPr>
              <a:t>i</a:t>
            </a:r>
            <a:r>
              <a:rPr dirty="0" smtClean="0" sz="2000" spc="-5">
                <a:latin typeface="Times New Roman"/>
                <a:cs typeface="Times New Roman"/>
              </a:rPr>
              <a:t>tas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blo</a:t>
            </a:r>
            <a:r>
              <a:rPr dirty="0" smtClean="0" sz="2000" spc="-5">
                <a:latin typeface="Times New Roman"/>
                <a:cs typeface="Times New Roman"/>
              </a:rPr>
              <a:t>c</a:t>
            </a:r>
            <a:r>
              <a:rPr dirty="0" smtClean="0" sz="2000" spc="-5">
                <a:latin typeface="Times New Roman"/>
                <a:cs typeface="Times New Roman"/>
              </a:rPr>
              <a:t>kin</a:t>
            </a:r>
            <a:r>
              <a:rPr dirty="0" smtClean="0" sz="2000" spc="-5">
                <a:latin typeface="Times New Roman"/>
                <a:cs typeface="Times New Roman"/>
              </a:rPr>
              <a:t>g</a:t>
            </a:r>
            <a:r>
              <a:rPr dirty="0" smtClean="0" sz="2000" spc="-5">
                <a:latin typeface="Times New Roman"/>
                <a:cs typeface="Times New Roman"/>
              </a:rPr>
              <a:t>,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Th</a:t>
            </a:r>
            <a:r>
              <a:rPr dirty="0" smtClean="0" sz="2000" spc="-5">
                <a:latin typeface="Times New Roman"/>
                <a:cs typeface="Times New Roman"/>
              </a:rPr>
              <a:t>r</a:t>
            </a:r>
            <a:r>
              <a:rPr dirty="0" smtClean="0" sz="2000" spc="-5">
                <a:latin typeface="Times New Roman"/>
                <a:cs typeface="Times New Roman"/>
              </a:rPr>
              <a:t>ou</a:t>
            </a:r>
            <a:r>
              <a:rPr dirty="0" smtClean="0" sz="2000" spc="-5">
                <a:latin typeface="Times New Roman"/>
                <a:cs typeface="Times New Roman"/>
              </a:rPr>
              <a:t>g</a:t>
            </a:r>
            <a:r>
              <a:rPr dirty="0" smtClean="0" sz="2000" spc="-5">
                <a:latin typeface="Times New Roman"/>
                <a:cs typeface="Times New Roman"/>
              </a:rPr>
              <a:t>put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d</a:t>
            </a:r>
            <a:r>
              <a:rPr dirty="0" smtClean="0" sz="2000" spc="-5">
                <a:latin typeface="Times New Roman"/>
                <a:cs typeface="Times New Roman"/>
              </a:rPr>
              <a:t>e</a:t>
            </a:r>
            <a:r>
              <a:rPr dirty="0" smtClean="0" sz="2000" spc="-5">
                <a:latin typeface="Times New Roman"/>
                <a:cs typeface="Times New Roman"/>
              </a:rPr>
              <a:t>la</a:t>
            </a:r>
            <a:r>
              <a:rPr dirty="0" smtClean="0" sz="2000" spc="-5">
                <a:latin typeface="Times New Roman"/>
                <a:cs typeface="Times New Roman"/>
              </a:rPr>
              <a:t>y</a:t>
            </a:r>
            <a:r>
              <a:rPr dirty="0" smtClean="0" sz="2000" spc="-5">
                <a:latin typeface="Times New Roman"/>
                <a:cs typeface="Times New Roman"/>
              </a:rPr>
              <a:t>,</a:t>
            </a:r>
            <a:r>
              <a:rPr dirty="0" smtClean="0" sz="2000" spc="-5">
                <a:latin typeface="Times New Roman"/>
                <a:cs typeface="Times New Roman"/>
              </a:rPr>
              <a:t> </a:t>
            </a:r>
            <a:r>
              <a:rPr dirty="0" smtClean="0" sz="2000" spc="-5">
                <a:latin typeface="Times New Roman"/>
                <a:cs typeface="Times New Roman"/>
              </a:rPr>
              <a:t>dll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ct val="95825"/>
              </a:lnSpc>
            </a:pPr>
            <a:r>
              <a:rPr dirty="0" smtClean="0" sz="2000" spc="-4">
                <a:latin typeface="Times New Roman"/>
                <a:cs typeface="Times New Roman"/>
              </a:rPr>
              <a:t>T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4">
                <a:latin typeface="Times New Roman"/>
                <a:cs typeface="Times New Roman"/>
              </a:rPr>
              <a:t>g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ntung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p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da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QoS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l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y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y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ng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dibe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4">
                <a:latin typeface="Times New Roman"/>
                <a:cs typeface="Times New Roman"/>
              </a:rPr>
              <a:t>ikan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3054" y="4350990"/>
            <a:ext cx="214200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F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ek</a:t>
            </a:r>
            <a:r>
              <a:rPr dirty="0" smtClean="0" sz="2400" spc="-2" b="1">
                <a:latin typeface="Times New Roman"/>
                <a:cs typeface="Times New Roman"/>
              </a:rPr>
              <a:t>u</a:t>
            </a:r>
            <a:r>
              <a:rPr dirty="0" smtClean="0" sz="2400" spc="-2" b="1">
                <a:latin typeface="Times New Roman"/>
                <a:cs typeface="Times New Roman"/>
              </a:rPr>
              <a:t>en</a:t>
            </a:r>
            <a:r>
              <a:rPr dirty="0" smtClean="0" sz="2400" spc="-2" b="1">
                <a:latin typeface="Times New Roman"/>
                <a:cs typeface="Times New Roman"/>
              </a:rPr>
              <a:t>s</a:t>
            </a:r>
            <a:r>
              <a:rPr dirty="0" smtClean="0" sz="2400" spc="-2" b="1">
                <a:latin typeface="Times New Roman"/>
                <a:cs typeface="Times New Roman"/>
              </a:rPr>
              <a:t>i</a:t>
            </a:r>
            <a:r>
              <a:rPr dirty="0" smtClean="0" sz="2400" spc="-2" b="1">
                <a:latin typeface="Times New Roman"/>
                <a:cs typeface="Times New Roman"/>
              </a:rPr>
              <a:t> </a:t>
            </a:r>
            <a:r>
              <a:rPr dirty="0" smtClean="0" sz="2400" spc="-2" b="1">
                <a:latin typeface="Times New Roman"/>
                <a:cs typeface="Times New Roman"/>
              </a:rPr>
              <a:t>kerja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9404" y="4723779"/>
            <a:ext cx="17983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Wingdings"/>
                <a:cs typeface="Wingdings"/>
              </a:rPr>
              <a:t>▪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6859" y="4725117"/>
            <a:ext cx="4566665" cy="889062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mpen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ruhi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dio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dan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-6">
                <a:latin typeface="Times New Roman"/>
                <a:cs typeface="Times New Roman"/>
              </a:rPr>
              <a:t>‘p</a:t>
            </a:r>
            <a:r>
              <a:rPr dirty="0" smtClean="0" sz="2000" spc="-6">
                <a:latin typeface="Times New Roman"/>
                <a:cs typeface="Times New Roman"/>
              </a:rPr>
              <a:t>e</a:t>
            </a:r>
            <a:r>
              <a:rPr dirty="0" smtClean="0" sz="2000" spc="-6">
                <a:latin typeface="Times New Roman"/>
                <a:cs typeface="Times New Roman"/>
              </a:rPr>
              <a:t>rl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ku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n’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d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ri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sisi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teknolo</a:t>
            </a:r>
            <a:r>
              <a:rPr dirty="0" smtClean="0" sz="2000" spc="-6">
                <a:latin typeface="Times New Roman"/>
                <a:cs typeface="Times New Roman"/>
              </a:rPr>
              <a:t>g</a:t>
            </a:r>
            <a:r>
              <a:rPr dirty="0" smtClean="0" sz="2000" spc="-6">
                <a:latin typeface="Times New Roman"/>
                <a:cs typeface="Times New Roman"/>
              </a:rPr>
              <a:t>i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y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ng</a:t>
            </a:r>
            <a:r>
              <a:rPr dirty="0" smtClean="0" sz="2000" spc="-6">
                <a:latin typeface="Times New Roman"/>
                <a:cs typeface="Times New Roman"/>
              </a:rPr>
              <a:t> 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k</a:t>
            </a:r>
            <a:r>
              <a:rPr dirty="0" smtClean="0" sz="2000" spc="-6">
                <a:latin typeface="Times New Roman"/>
                <a:cs typeface="Times New Roman"/>
              </a:rPr>
              <a:t>a</a:t>
            </a:r>
            <a:r>
              <a:rPr dirty="0" smtClean="0" sz="2000" spc="-6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dite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pk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3720" y="6472848"/>
            <a:ext cx="3492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29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8740" y="109374"/>
            <a:ext cx="30824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34" b="1">
                <a:latin typeface="Arial"/>
                <a:cs typeface="Arial"/>
              </a:rPr>
              <a:t>F</a:t>
            </a:r>
            <a:r>
              <a:rPr dirty="0" smtClean="0" sz="2400" spc="-13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8808" y="109374"/>
            <a:ext cx="782221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aimana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 i="1">
                <a:latin typeface="Arial"/>
                <a:cs typeface="Arial"/>
              </a:rPr>
              <a:t>Stan</a:t>
            </a:r>
            <a:r>
              <a:rPr dirty="0" smtClean="0" sz="2400" spc="-2" b="1" i="1">
                <a:latin typeface="Arial"/>
                <a:cs typeface="Arial"/>
              </a:rPr>
              <a:t>d</a:t>
            </a:r>
            <a:r>
              <a:rPr dirty="0" smtClean="0" sz="2400" spc="-2" b="1" i="1">
                <a:latin typeface="Arial"/>
                <a:cs typeface="Arial"/>
              </a:rPr>
              <a:t>ar</a:t>
            </a:r>
            <a:r>
              <a:rPr dirty="0" smtClean="0" sz="2400" spc="-2" b="1" i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Komu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k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si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W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r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1057" y="1385813"/>
            <a:ext cx="7710982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6" b="1">
                <a:latin typeface="Times New Roman"/>
                <a:cs typeface="Times New Roman"/>
              </a:rPr>
              <a:t>P</a:t>
            </a:r>
            <a:r>
              <a:rPr dirty="0" smtClean="0" sz="2800" spc="-6" b="1">
                <a:latin typeface="Times New Roman"/>
                <a:cs typeface="Times New Roman"/>
              </a:rPr>
              <a:t>r</a:t>
            </a:r>
            <a:r>
              <a:rPr dirty="0" smtClean="0" sz="2800" spc="-6" b="1">
                <a:latin typeface="Times New Roman"/>
                <a:cs typeface="Times New Roman"/>
              </a:rPr>
              <a:t>o</a:t>
            </a:r>
            <a:r>
              <a:rPr dirty="0" smtClean="0" sz="2800" spc="-6" b="1">
                <a:latin typeface="Times New Roman"/>
                <a:cs typeface="Times New Roman"/>
              </a:rPr>
              <a:t>s</a:t>
            </a:r>
            <a:r>
              <a:rPr dirty="0" smtClean="0" sz="2800" spc="-6" b="1">
                <a:latin typeface="Times New Roman"/>
                <a:cs typeface="Times New Roman"/>
              </a:rPr>
              <a:t>es</a:t>
            </a:r>
            <a:r>
              <a:rPr dirty="0" smtClean="0" sz="2800" spc="-6" b="1">
                <a:latin typeface="Times New Roman"/>
                <a:cs typeface="Times New Roman"/>
              </a:rPr>
              <a:t> </a:t>
            </a:r>
            <a:r>
              <a:rPr dirty="0" smtClean="0" sz="2800" spc="-6" b="1">
                <a:latin typeface="Times New Roman"/>
                <a:cs typeface="Times New Roman"/>
              </a:rPr>
              <a:t>Me</a:t>
            </a:r>
            <a:r>
              <a:rPr dirty="0" smtClean="0" sz="2800" spc="-6" b="1">
                <a:latin typeface="Times New Roman"/>
                <a:cs typeface="Times New Roman"/>
              </a:rPr>
              <a:t>m</a:t>
            </a:r>
            <a:r>
              <a:rPr dirty="0" smtClean="0" sz="2800" spc="-6" b="1">
                <a:latin typeface="Times New Roman"/>
                <a:cs typeface="Times New Roman"/>
              </a:rPr>
              <a:t>bang</a:t>
            </a:r>
            <a:r>
              <a:rPr dirty="0" smtClean="0" sz="2800" spc="-6" b="1">
                <a:latin typeface="Times New Roman"/>
                <a:cs typeface="Times New Roman"/>
              </a:rPr>
              <a:t>u</a:t>
            </a:r>
            <a:r>
              <a:rPr dirty="0" smtClean="0" sz="2800" spc="-6" b="1">
                <a:latin typeface="Times New Roman"/>
                <a:cs typeface="Times New Roman"/>
              </a:rPr>
              <a:t>n</a:t>
            </a:r>
            <a:r>
              <a:rPr dirty="0" smtClean="0" sz="2800" spc="-6" b="1">
                <a:latin typeface="Times New Roman"/>
                <a:cs typeface="Times New Roman"/>
              </a:rPr>
              <a:t> </a:t>
            </a:r>
            <a:r>
              <a:rPr dirty="0" smtClean="0" sz="2800" spc="-6" b="1">
                <a:latin typeface="Times New Roman"/>
                <a:cs typeface="Times New Roman"/>
              </a:rPr>
              <a:t>S</a:t>
            </a:r>
            <a:r>
              <a:rPr dirty="0" smtClean="0" sz="2800" spc="-6" b="1">
                <a:latin typeface="Times New Roman"/>
                <a:cs typeface="Times New Roman"/>
              </a:rPr>
              <a:t>t</a:t>
            </a:r>
            <a:r>
              <a:rPr dirty="0" smtClean="0" sz="2800" spc="-6" b="1">
                <a:latin typeface="Times New Roman"/>
                <a:cs typeface="Times New Roman"/>
              </a:rPr>
              <a:t>andar</a:t>
            </a:r>
            <a:r>
              <a:rPr dirty="0" smtClean="0" sz="2800" spc="-6" b="1">
                <a:latin typeface="Times New Roman"/>
                <a:cs typeface="Times New Roman"/>
              </a:rPr>
              <a:t> </a:t>
            </a:r>
            <a:r>
              <a:rPr dirty="0" smtClean="0" sz="2800" spc="-6" b="1">
                <a:latin typeface="Times New Roman"/>
                <a:cs typeface="Times New Roman"/>
              </a:rPr>
              <a:t>Ko</a:t>
            </a:r>
            <a:r>
              <a:rPr dirty="0" smtClean="0" sz="2800" spc="-6" b="1">
                <a:latin typeface="Times New Roman"/>
                <a:cs typeface="Times New Roman"/>
              </a:rPr>
              <a:t>m</a:t>
            </a:r>
            <a:r>
              <a:rPr dirty="0" smtClean="0" sz="2800" spc="-6" b="1">
                <a:latin typeface="Times New Roman"/>
                <a:cs typeface="Times New Roman"/>
              </a:rPr>
              <a:t>uni</a:t>
            </a:r>
            <a:r>
              <a:rPr dirty="0" smtClean="0" sz="2800" spc="-6" b="1">
                <a:latin typeface="Times New Roman"/>
                <a:cs typeface="Times New Roman"/>
              </a:rPr>
              <a:t>k</a:t>
            </a:r>
            <a:r>
              <a:rPr dirty="0" smtClean="0" sz="2800" spc="-6" b="1">
                <a:latin typeface="Times New Roman"/>
                <a:cs typeface="Times New Roman"/>
              </a:rPr>
              <a:t>a</a:t>
            </a:r>
            <a:r>
              <a:rPr dirty="0" smtClean="0" sz="2800" spc="-6" b="1">
                <a:latin typeface="Times New Roman"/>
                <a:cs typeface="Times New Roman"/>
              </a:rPr>
              <a:t>s</a:t>
            </a:r>
            <a:r>
              <a:rPr dirty="0" smtClean="0" sz="2800" spc="-6" b="1">
                <a:latin typeface="Times New Roman"/>
                <a:cs typeface="Times New Roman"/>
              </a:rPr>
              <a:t>i</a:t>
            </a:r>
            <a:r>
              <a:rPr dirty="0" smtClean="0" sz="2800" spc="-6" b="1">
                <a:latin typeface="Times New Roman"/>
                <a:cs typeface="Times New Roman"/>
              </a:rPr>
              <a:t> </a:t>
            </a:r>
            <a:r>
              <a:rPr dirty="0" smtClean="0" sz="2800" spc="-6" b="1">
                <a:latin typeface="Times New Roman"/>
                <a:cs typeface="Times New Roman"/>
              </a:rPr>
              <a:t>W</a:t>
            </a:r>
            <a:r>
              <a:rPr dirty="0" smtClean="0" sz="2800" spc="-6" b="1">
                <a:latin typeface="Times New Roman"/>
                <a:cs typeface="Times New Roman"/>
              </a:rPr>
              <a:t>i</a:t>
            </a:r>
            <a:r>
              <a:rPr dirty="0" smtClean="0" sz="2800" spc="-6" b="1">
                <a:latin typeface="Times New Roman"/>
                <a:cs typeface="Times New Roman"/>
              </a:rPr>
              <a:t>r</a:t>
            </a:r>
            <a:r>
              <a:rPr dirty="0" smtClean="0" sz="2800" spc="-6" b="1">
                <a:latin typeface="Times New Roman"/>
                <a:cs typeface="Times New Roman"/>
              </a:rPr>
              <a:t>ele</a:t>
            </a:r>
            <a:r>
              <a:rPr dirty="0" smtClean="0" sz="2800" spc="-6" b="1">
                <a:latin typeface="Times New Roman"/>
                <a:cs typeface="Times New Roman"/>
              </a:rPr>
              <a:t>s</a:t>
            </a:r>
            <a:r>
              <a:rPr dirty="0" smtClean="0" sz="2800" spc="-6" b="1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6457" y="1912084"/>
            <a:ext cx="86817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>
                <a:latin typeface="Times New Roman"/>
                <a:cs typeface="Times New Roman"/>
              </a:rPr>
              <a:t>Pro</a:t>
            </a:r>
            <a:r>
              <a:rPr dirty="0" smtClean="0" sz="2400" spc="1">
                <a:latin typeface="Times New Roman"/>
                <a:cs typeface="Times New Roman"/>
              </a:rPr>
              <a:t>s</a:t>
            </a:r>
            <a:r>
              <a:rPr dirty="0" smtClean="0" sz="2400" spc="1">
                <a:latin typeface="Times New Roman"/>
                <a:cs typeface="Times New Roman"/>
              </a:rPr>
              <a:t>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72614" y="1912084"/>
            <a:ext cx="84835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desa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58135" y="1912084"/>
            <a:ext cx="71120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sua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06876" y="1912084"/>
            <a:ext cx="247624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22">
                <a:latin typeface="Times New Roman"/>
                <a:cs typeface="Times New Roman"/>
              </a:rPr>
              <a:t>sist</a:t>
            </a:r>
            <a:r>
              <a:rPr dirty="0" smtClean="0" sz="2400" spc="22">
                <a:latin typeface="Times New Roman"/>
                <a:cs typeface="Times New Roman"/>
              </a:rPr>
              <a:t>e</a:t>
            </a:r>
            <a:r>
              <a:rPr dirty="0" smtClean="0" sz="2400" spc="22">
                <a:latin typeface="Times New Roman"/>
                <a:cs typeface="Times New Roman"/>
              </a:rPr>
              <a:t>m</a:t>
            </a:r>
            <a:r>
              <a:rPr dirty="0" smtClean="0" sz="2400" spc="22">
                <a:latin typeface="Times New Roman"/>
                <a:cs typeface="Times New Roman"/>
              </a:rPr>
              <a:t> </a:t>
            </a:r>
            <a:r>
              <a:rPr dirty="0" smtClean="0" sz="2400" spc="22">
                <a:latin typeface="Times New Roman"/>
                <a:cs typeface="Times New Roman"/>
              </a:rPr>
              <a:t> </a:t>
            </a:r>
            <a:r>
              <a:rPr dirty="0" smtClean="0" sz="2400" spc="22">
                <a:latin typeface="Times New Roman"/>
                <a:cs typeface="Times New Roman"/>
              </a:rPr>
              <a:t>ko</a:t>
            </a:r>
            <a:r>
              <a:rPr dirty="0" smtClean="0" sz="2400" spc="22">
                <a:latin typeface="Times New Roman"/>
                <a:cs typeface="Times New Roman"/>
              </a:rPr>
              <a:t>m</a:t>
            </a:r>
            <a:r>
              <a:rPr dirty="0" smtClean="0" sz="2400" spc="22">
                <a:latin typeface="Times New Roman"/>
                <a:cs typeface="Times New Roman"/>
              </a:rPr>
              <a:t>u</a:t>
            </a:r>
            <a:r>
              <a:rPr dirty="0" smtClean="0" sz="2400" spc="22">
                <a:latin typeface="Times New Roman"/>
                <a:cs typeface="Times New Roman"/>
              </a:rPr>
              <a:t>n</a:t>
            </a:r>
            <a:r>
              <a:rPr dirty="0" smtClean="0" sz="2400" spc="22">
                <a:latin typeface="Times New Roman"/>
                <a:cs typeface="Times New Roman"/>
              </a:rPr>
              <a:t>i</a:t>
            </a:r>
            <a:r>
              <a:rPr dirty="0" smtClean="0" sz="2400" spc="22">
                <a:latin typeface="Times New Roman"/>
                <a:cs typeface="Times New Roman"/>
              </a:rPr>
              <a:t>k</a:t>
            </a:r>
            <a:r>
              <a:rPr dirty="0" smtClean="0" sz="2400" spc="22">
                <a:latin typeface="Times New Roman"/>
                <a:cs typeface="Times New Roman"/>
              </a:rPr>
              <a:t>a</a:t>
            </a:r>
            <a:r>
              <a:rPr dirty="0" smtClean="0" sz="2400" spc="22">
                <a:latin typeface="Times New Roman"/>
                <a:cs typeface="Times New Roman"/>
              </a:rPr>
              <a:t>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21044" y="1912084"/>
            <a:ext cx="106842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wire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7925" y="1912084"/>
            <a:ext cx="101904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di</a:t>
            </a:r>
            <a:r>
              <a:rPr dirty="0" smtClean="0" sz="2400" b="1">
                <a:latin typeface="Times New Roman"/>
                <a:cs typeface="Times New Roman"/>
              </a:rPr>
              <a:t>a</a:t>
            </a:r>
            <a:r>
              <a:rPr dirty="0" smtClean="0" sz="2400" b="1">
                <a:latin typeface="Times New Roman"/>
                <a:cs typeface="Times New Roman"/>
              </a:rPr>
              <a:t>w</a:t>
            </a:r>
            <a:r>
              <a:rPr dirty="0" smtClean="0" sz="2400" b="1">
                <a:latin typeface="Times New Roman"/>
                <a:cs typeface="Times New Roman"/>
              </a:rPr>
              <a:t>a</a:t>
            </a:r>
            <a:r>
              <a:rPr dirty="0" smtClean="0" sz="2400" b="1">
                <a:latin typeface="Times New Roman"/>
                <a:cs typeface="Times New Roman"/>
              </a:rPr>
              <a:t>l</a:t>
            </a:r>
            <a:r>
              <a:rPr dirty="0" smtClean="0" sz="2400" b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62086" y="1912084"/>
            <a:ext cx="709574" cy="69596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96520" algn="ctr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dari</a:t>
            </a:r>
            <a:endParaRPr sz="2400">
              <a:latin typeface="Times New Roman"/>
              <a:cs typeface="Times New Roman"/>
            </a:endParaRPr>
          </a:p>
          <a:p>
            <a:pPr marR="2641" algn="ctr">
              <a:lnSpc>
                <a:spcPct val="95825"/>
              </a:lnSpc>
            </a:pPr>
            <a:r>
              <a:rPr dirty="0" smtClean="0" sz="2400" spc="-1">
                <a:latin typeface="Times New Roman"/>
                <a:cs typeface="Times New Roman"/>
              </a:rPr>
              <a:t>kan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6457" y="2277844"/>
            <a:ext cx="1356461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 b="1">
                <a:latin typeface="Times New Roman"/>
                <a:cs typeface="Times New Roman"/>
              </a:rPr>
              <a:t>penel</a:t>
            </a:r>
            <a:r>
              <a:rPr dirty="0" smtClean="0" sz="2400" spc="-1" b="1">
                <a:latin typeface="Times New Roman"/>
                <a:cs typeface="Times New Roman"/>
              </a:rPr>
              <a:t>i</a:t>
            </a:r>
            <a:r>
              <a:rPr dirty="0" smtClean="0" sz="2400" spc="-1" b="1">
                <a:latin typeface="Times New Roman"/>
                <a:cs typeface="Times New Roman"/>
              </a:rPr>
              <a:t>tian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8555" y="2277844"/>
            <a:ext cx="135432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 b="1">
                <a:latin typeface="Times New Roman"/>
                <a:cs typeface="Times New Roman"/>
              </a:rPr>
              <a:t>p</a:t>
            </a:r>
            <a:r>
              <a:rPr dirty="0" smtClean="0" sz="2400" spc="-3" b="1">
                <a:latin typeface="Times New Roman"/>
                <a:cs typeface="Times New Roman"/>
              </a:rPr>
              <a:t>r</a:t>
            </a:r>
            <a:r>
              <a:rPr dirty="0" smtClean="0" sz="2400" spc="-3" b="1">
                <a:latin typeface="Times New Roman"/>
                <a:cs typeface="Times New Roman"/>
              </a:rPr>
              <a:t>opaga</a:t>
            </a:r>
            <a:r>
              <a:rPr dirty="0" smtClean="0" sz="2400" spc="-3" b="1">
                <a:latin typeface="Times New Roman"/>
                <a:cs typeface="Times New Roman"/>
              </a:rPr>
              <a:t>s</a:t>
            </a:r>
            <a:r>
              <a:rPr dirty="0" smtClean="0" sz="2400" spc="-3" b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0589" y="2277844"/>
            <a:ext cx="65999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7">
                <a:latin typeface="Times New Roman"/>
                <a:cs typeface="Times New Roman"/>
              </a:rPr>
              <a:t>y</a:t>
            </a:r>
            <a:r>
              <a:rPr dirty="0" smtClean="0" sz="2400" spc="-7">
                <a:latin typeface="Times New Roman"/>
                <a:cs typeface="Times New Roman"/>
              </a:rPr>
              <a:t>a</a:t>
            </a:r>
            <a:r>
              <a:rPr dirty="0" smtClean="0" sz="2400" spc="-7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9330" y="2277844"/>
            <a:ext cx="106476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m</a:t>
            </a:r>
            <a:r>
              <a:rPr dirty="0" smtClean="0" sz="2400" spc="-4">
                <a:latin typeface="Times New Roman"/>
                <a:cs typeface="Times New Roman"/>
              </a:rPr>
              <a:t>en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51931" y="2277844"/>
            <a:ext cx="1590243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kar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k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er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st</a:t>
            </a:r>
            <a:r>
              <a:rPr dirty="0" smtClean="0" sz="2400" spc="-2">
                <a:latin typeface="Times New Roman"/>
                <a:cs typeface="Times New Roman"/>
              </a:rPr>
              <a:t>i</a:t>
            </a:r>
            <a:r>
              <a:rPr dirty="0" smtClean="0" sz="2400" spc="-2"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30184" y="2277844"/>
            <a:ext cx="545084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dari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6457" y="2643348"/>
            <a:ext cx="8424295" cy="142837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9846" algn="just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fre</a:t>
            </a:r>
            <a:r>
              <a:rPr dirty="0" smtClean="0" sz="2400" spc="-1">
                <a:latin typeface="Times New Roman"/>
                <a:cs typeface="Times New Roman"/>
              </a:rPr>
              <a:t>k</a:t>
            </a:r>
            <a:r>
              <a:rPr dirty="0" smtClean="0" sz="2400" spc="-1">
                <a:latin typeface="Times New Roman"/>
                <a:cs typeface="Times New Roman"/>
              </a:rPr>
              <a:t>u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nsi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sist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g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k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renc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nakan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pu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 i="1">
                <a:latin typeface="Times New Roman"/>
                <a:cs typeface="Times New Roman"/>
              </a:rPr>
              <a:t>power</a:t>
            </a:r>
            <a:r>
              <a:rPr dirty="0" smtClean="0" sz="2400" spc="-1" i="1">
                <a:latin typeface="Times New Roman"/>
                <a:cs typeface="Times New Roman"/>
              </a:rPr>
              <a:t> </a:t>
            </a:r>
            <a:r>
              <a:rPr dirty="0" smtClean="0" sz="2400" spc="-1" i="1">
                <a:latin typeface="Times New Roman"/>
                <a:cs typeface="Times New Roman"/>
              </a:rPr>
              <a:t>p</a:t>
            </a:r>
            <a:r>
              <a:rPr dirty="0" smtClean="0" sz="2400" spc="-1" i="1">
                <a:latin typeface="Times New Roman"/>
                <a:cs typeface="Times New Roman"/>
              </a:rPr>
              <a:t>r</a:t>
            </a:r>
            <a:r>
              <a:rPr dirty="0" smtClean="0" sz="2400" spc="-1" i="1">
                <a:latin typeface="Times New Roman"/>
                <a:cs typeface="Times New Roman"/>
              </a:rPr>
              <a:t>o</a:t>
            </a:r>
            <a:r>
              <a:rPr dirty="0" smtClean="0" sz="2400" spc="-1" i="1">
                <a:latin typeface="Times New Roman"/>
                <a:cs typeface="Times New Roman"/>
              </a:rPr>
              <a:t>f</a:t>
            </a:r>
            <a:r>
              <a:rPr dirty="0" smtClean="0" sz="2400" spc="-1" i="1">
                <a:latin typeface="Times New Roman"/>
                <a:cs typeface="Times New Roman"/>
              </a:rPr>
              <a:t>i</a:t>
            </a:r>
            <a:r>
              <a:rPr dirty="0" smtClean="0" sz="2400" spc="-1" i="1">
                <a:latin typeface="Times New Roman"/>
                <a:cs typeface="Times New Roman"/>
              </a:rPr>
              <a:t>l</a:t>
            </a:r>
            <a:r>
              <a:rPr dirty="0" smtClean="0" sz="2400" spc="-1" i="1">
                <a:latin typeface="Times New Roman"/>
                <a:cs typeface="Times New Roman"/>
              </a:rPr>
              <a:t>e</a:t>
            </a:r>
            <a:r>
              <a:rPr dirty="0" smtClean="0" sz="2400" spc="-1" i="1">
                <a:latin typeface="Times New Roman"/>
                <a:cs typeface="Times New Roman"/>
              </a:rPr>
              <a:t> </a:t>
            </a:r>
            <a:r>
              <a:rPr dirty="0" smtClean="0" sz="2400" spc="-1" i="1">
                <a:latin typeface="Times New Roman"/>
                <a:cs typeface="Times New Roman"/>
              </a:rPr>
              <a:t>d</a:t>
            </a:r>
            <a:r>
              <a:rPr dirty="0" smtClean="0" sz="2400" spc="-1" i="1">
                <a:latin typeface="Times New Roman"/>
                <a:cs typeface="Times New Roman"/>
              </a:rPr>
              <a:t>e</a:t>
            </a:r>
            <a:r>
              <a:rPr dirty="0" smtClean="0" sz="2400" spc="-1" i="1">
                <a:latin typeface="Times New Roman"/>
                <a:cs typeface="Times New Roman"/>
              </a:rPr>
              <a:t>l</a:t>
            </a:r>
            <a:r>
              <a:rPr dirty="0" smtClean="0" sz="2400" spc="-1" i="1">
                <a:latin typeface="Times New Roman"/>
                <a:cs typeface="Times New Roman"/>
              </a:rPr>
              <a:t>ay</a:t>
            </a:r>
            <a:r>
              <a:rPr dirty="0" smtClean="0" sz="2400" spc="-1" i="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41"/>
              </a:lnSpc>
            </a:pPr>
            <a:r>
              <a:rPr dirty="0" smtClean="0" sz="2400" spc="0">
                <a:latin typeface="Times New Roman"/>
                <a:cs typeface="Times New Roman"/>
              </a:rPr>
              <a:t>kar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er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st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dari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fa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ang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peng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ru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sifat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kan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u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pa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uga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b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ndwid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tra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isi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dari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sist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g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renc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nakan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(narrowband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au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broadb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nd).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457" y="4107279"/>
            <a:ext cx="5034318" cy="75452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49">
                <a:latin typeface="Times New Roman"/>
                <a:cs typeface="Times New Roman"/>
              </a:rPr>
              <a:t>Se</a:t>
            </a:r>
            <a:r>
              <a:rPr dirty="0" smtClean="0" sz="2400" spc="49">
                <a:latin typeface="Times New Roman"/>
                <a:cs typeface="Times New Roman"/>
              </a:rPr>
              <a:t>l</a:t>
            </a:r>
            <a:r>
              <a:rPr dirty="0" smtClean="0" sz="2400" spc="49">
                <a:latin typeface="Times New Roman"/>
                <a:cs typeface="Times New Roman"/>
              </a:rPr>
              <a:t>an</a:t>
            </a:r>
            <a:r>
              <a:rPr dirty="0" smtClean="0" sz="2400" spc="49">
                <a:latin typeface="Times New Roman"/>
                <a:cs typeface="Times New Roman"/>
              </a:rPr>
              <a:t>j</a:t>
            </a:r>
            <a:r>
              <a:rPr dirty="0" smtClean="0" sz="2400" spc="49">
                <a:latin typeface="Times New Roman"/>
                <a:cs typeface="Times New Roman"/>
              </a:rPr>
              <a:t>u</a:t>
            </a:r>
            <a:r>
              <a:rPr dirty="0" smtClean="0" sz="2400" spc="49">
                <a:latin typeface="Times New Roman"/>
                <a:cs typeface="Times New Roman"/>
              </a:rPr>
              <a:t>t</a:t>
            </a:r>
            <a:r>
              <a:rPr dirty="0" smtClean="0" sz="2400" spc="49">
                <a:latin typeface="Times New Roman"/>
                <a:cs typeface="Times New Roman"/>
              </a:rPr>
              <a:t>n</a:t>
            </a:r>
            <a:r>
              <a:rPr dirty="0" smtClean="0" sz="2400" spc="49">
                <a:latin typeface="Times New Roman"/>
                <a:cs typeface="Times New Roman"/>
              </a:rPr>
              <a:t>y</a:t>
            </a:r>
            <a:r>
              <a:rPr dirty="0" smtClean="0" sz="2400" spc="49">
                <a:latin typeface="Times New Roman"/>
                <a:cs typeface="Times New Roman"/>
              </a:rPr>
              <a:t>a</a:t>
            </a:r>
            <a:r>
              <a:rPr dirty="0" smtClean="0" sz="2400" spc="49">
                <a:latin typeface="Times New Roman"/>
                <a:cs typeface="Times New Roman"/>
              </a:rPr>
              <a:t> </a:t>
            </a:r>
            <a:r>
              <a:rPr dirty="0" smtClean="0" sz="2400" spc="49">
                <a:latin typeface="Times New Roman"/>
                <a:cs typeface="Times New Roman"/>
              </a:rPr>
              <a:t>pro</a:t>
            </a:r>
            <a:r>
              <a:rPr dirty="0" smtClean="0" sz="2400" spc="49">
                <a:latin typeface="Times New Roman"/>
                <a:cs typeface="Times New Roman"/>
              </a:rPr>
              <a:t>s</a:t>
            </a:r>
            <a:r>
              <a:rPr dirty="0" smtClean="0" sz="2400" spc="49">
                <a:latin typeface="Times New Roman"/>
                <a:cs typeface="Times New Roman"/>
              </a:rPr>
              <a:t>es</a:t>
            </a:r>
            <a:r>
              <a:rPr dirty="0" smtClean="0" sz="2400" spc="49">
                <a:latin typeface="Times New Roman"/>
                <a:cs typeface="Times New Roman"/>
              </a:rPr>
              <a:t> </a:t>
            </a:r>
            <a:r>
              <a:rPr dirty="0" smtClean="0" sz="2400" spc="49">
                <a:latin typeface="Times New Roman"/>
                <a:cs typeface="Times New Roman"/>
              </a:rPr>
              <a:t>desa</a:t>
            </a:r>
            <a:r>
              <a:rPr dirty="0" smtClean="0" sz="2400" spc="49">
                <a:latin typeface="Times New Roman"/>
                <a:cs typeface="Times New Roman"/>
              </a:rPr>
              <a:t>i</a:t>
            </a:r>
            <a:r>
              <a:rPr dirty="0" smtClean="0" sz="2400" spc="49">
                <a:latin typeface="Times New Roman"/>
                <a:cs typeface="Times New Roman"/>
              </a:rPr>
              <a:t>n</a:t>
            </a:r>
            <a:r>
              <a:rPr dirty="0" smtClean="0" sz="2400" spc="49">
                <a:latin typeface="Times New Roman"/>
                <a:cs typeface="Times New Roman"/>
              </a:rPr>
              <a:t> </a:t>
            </a:r>
            <a:r>
              <a:rPr dirty="0" smtClean="0" sz="2400" spc="49">
                <a:latin typeface="Times New Roman"/>
                <a:cs typeface="Times New Roman"/>
              </a:rPr>
              <a:t>dap</a:t>
            </a:r>
            <a:r>
              <a:rPr dirty="0" smtClean="0" sz="2400" spc="49">
                <a:latin typeface="Times New Roman"/>
                <a:cs typeface="Times New Roman"/>
              </a:rPr>
              <a:t>a</a:t>
            </a:r>
            <a:r>
              <a:rPr dirty="0" smtClean="0" sz="2400" spc="49">
                <a:latin typeface="Times New Roman"/>
                <a:cs typeface="Times New Roman"/>
              </a:rPr>
              <a:t>t</a:t>
            </a:r>
            <a:r>
              <a:rPr dirty="0" smtClean="0" sz="2400" spc="49">
                <a:latin typeface="Times New Roman"/>
                <a:cs typeface="Times New Roman"/>
              </a:rPr>
              <a:t> </a:t>
            </a:r>
            <a:r>
              <a:rPr dirty="0" smtClean="0" sz="2400" spc="49">
                <a:latin typeface="Times New Roman"/>
                <a:cs typeface="Times New Roman"/>
              </a:rPr>
              <a:t>d</a:t>
            </a:r>
            <a:r>
              <a:rPr dirty="0" smtClean="0" sz="2400" spc="49">
                <a:latin typeface="Times New Roman"/>
                <a:cs typeface="Times New Roman"/>
              </a:rPr>
              <a:t>i</a:t>
            </a:r>
            <a:r>
              <a:rPr dirty="0" smtClean="0" sz="2400" spc="49">
                <a:latin typeface="Times New Roman"/>
                <a:cs typeface="Times New Roman"/>
              </a:rPr>
              <a:t>bagi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2"/>
              </a:spcBef>
            </a:pPr>
            <a:r>
              <a:rPr dirty="0" smtClean="0" sz="2400" spc="11">
                <a:latin typeface="Times New Roman"/>
                <a:cs typeface="Times New Roman"/>
              </a:rPr>
              <a:t>y</a:t>
            </a:r>
            <a:r>
              <a:rPr dirty="0" smtClean="0" sz="2400" spc="11">
                <a:latin typeface="Times New Roman"/>
                <a:cs typeface="Times New Roman"/>
              </a:rPr>
              <a:t>a</a:t>
            </a:r>
            <a:r>
              <a:rPr dirty="0" smtClean="0" sz="2400" spc="11">
                <a:latin typeface="Times New Roman"/>
                <a:cs typeface="Times New Roman"/>
              </a:rPr>
              <a:t>i</a:t>
            </a:r>
            <a:r>
              <a:rPr dirty="0" smtClean="0" sz="2400" spc="11">
                <a:latin typeface="Times New Roman"/>
                <a:cs typeface="Times New Roman"/>
              </a:rPr>
              <a:t>tu</a:t>
            </a:r>
            <a:r>
              <a:rPr dirty="0" smtClean="0" sz="2400" spc="11">
                <a:latin typeface="Times New Roman"/>
                <a:cs typeface="Times New Roman"/>
              </a:rPr>
              <a:t> </a:t>
            </a:r>
            <a:r>
              <a:rPr dirty="0" smtClean="0" sz="2800" spc="11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8111" y="4107279"/>
            <a:ext cx="105044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m</a:t>
            </a:r>
            <a:r>
              <a:rPr dirty="0" smtClean="0" sz="2400" spc="-2">
                <a:latin typeface="Times New Roman"/>
                <a:cs typeface="Times New Roman"/>
              </a:rPr>
              <a:t>en</a:t>
            </a:r>
            <a:r>
              <a:rPr dirty="0" smtClean="0" sz="2400" spc="-2">
                <a:latin typeface="Times New Roman"/>
                <a:cs typeface="Times New Roman"/>
              </a:rPr>
              <a:t>j</a:t>
            </a:r>
            <a:r>
              <a:rPr dirty="0" smtClean="0" sz="2400" spc="-2">
                <a:latin typeface="Times New Roman"/>
                <a:cs typeface="Times New Roman"/>
              </a:rPr>
              <a:t>adi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3425" y="4107279"/>
            <a:ext cx="22352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2984" y="4107279"/>
            <a:ext cx="103581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l</a:t>
            </a:r>
            <a:r>
              <a:rPr dirty="0" smtClean="0" sz="2400">
                <a:latin typeface="Times New Roman"/>
                <a:cs typeface="Times New Roman"/>
              </a:rPr>
              <a:t>angk</a:t>
            </a:r>
            <a:r>
              <a:rPr dirty="0" smtClean="0" sz="2400">
                <a:latin typeface="Times New Roman"/>
                <a:cs typeface="Times New Roman"/>
              </a:rPr>
              <a:t>a</a:t>
            </a:r>
            <a:r>
              <a:rPr dirty="0" smtClean="0" sz="240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78266" y="4107279"/>
            <a:ext cx="81330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4">
                <a:latin typeface="Times New Roman"/>
                <a:cs typeface="Times New Roman"/>
              </a:rPr>
              <a:t>u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m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320" y="4884900"/>
            <a:ext cx="177958" cy="106203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158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  <a:p>
            <a:pPr marL="12700" marR="158">
              <a:lnSpc>
                <a:spcPct val="95825"/>
              </a:lnSpc>
              <a:spcBef>
                <a:spcPts val="120"/>
              </a:spcBef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2475" y="4884900"/>
            <a:ext cx="924064" cy="106203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7429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De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400" spc="-1">
                <a:latin typeface="Times New Roman"/>
                <a:cs typeface="Times New Roman"/>
              </a:rPr>
              <a:t>Desa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2700" marR="7429">
              <a:lnSpc>
                <a:spcPct val="95825"/>
              </a:lnSpc>
              <a:spcBef>
                <a:spcPts val="120"/>
              </a:spcBef>
            </a:pPr>
            <a:r>
              <a:rPr dirty="0" smtClean="0" sz="2400" spc="0">
                <a:latin typeface="Times New Roman"/>
                <a:cs typeface="Times New Roman"/>
              </a:rPr>
              <a:t>De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4495" y="4884900"/>
            <a:ext cx="2568473" cy="106203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ub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s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rad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o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dirty="0" smtClean="0" sz="2400" spc="-1">
                <a:latin typeface="Times New Roman"/>
                <a:cs typeface="Times New Roman"/>
              </a:rPr>
              <a:t>rad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o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nk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20"/>
              </a:spcBef>
            </a:pPr>
            <a:r>
              <a:rPr dirty="0" smtClean="0" sz="2400">
                <a:latin typeface="Times New Roman"/>
                <a:cs typeface="Times New Roman"/>
              </a:rPr>
              <a:t>N</a:t>
            </a:r>
            <a:r>
              <a:rPr dirty="0" smtClean="0" sz="2400">
                <a:latin typeface="Times New Roman"/>
                <a:cs typeface="Times New Roman"/>
              </a:rPr>
              <a:t>e</a:t>
            </a:r>
            <a:r>
              <a:rPr dirty="0" smtClean="0" sz="2400">
                <a:latin typeface="Times New Roman"/>
                <a:cs typeface="Times New Roman"/>
              </a:rPr>
              <a:t>t</a:t>
            </a:r>
            <a:r>
              <a:rPr dirty="0" smtClean="0" sz="2400">
                <a:latin typeface="Times New Roman"/>
                <a:cs typeface="Times New Roman"/>
              </a:rPr>
              <a:t>w</a:t>
            </a:r>
            <a:r>
              <a:rPr dirty="0" smtClean="0" sz="2400">
                <a:latin typeface="Times New Roman"/>
                <a:cs typeface="Times New Roman"/>
              </a:rPr>
              <a:t>ork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(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j</a:t>
            </a:r>
            <a:r>
              <a:rPr dirty="0" smtClean="0" sz="2400">
                <a:latin typeface="Times New Roman"/>
                <a:cs typeface="Times New Roman"/>
              </a:rPr>
              <a:t>ar</a:t>
            </a:r>
            <a:r>
              <a:rPr dirty="0" smtClean="0" sz="2400">
                <a:latin typeface="Times New Roman"/>
                <a:cs typeface="Times New Roman"/>
              </a:rPr>
              <a:t>i</a:t>
            </a:r>
            <a:r>
              <a:rPr dirty="0" smtClean="0" sz="2400">
                <a:latin typeface="Times New Roman"/>
                <a:cs typeface="Times New Roman"/>
              </a:rPr>
              <a:t>ngan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31020" y="6472848"/>
            <a:ext cx="36147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30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8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1066616" y="1666284"/>
            <a:ext cx="2865547" cy="2185476"/>
          </a:xfrm>
          <a:custGeom>
            <a:avLst/>
            <a:gdLst/>
            <a:ahLst/>
            <a:cxnLst/>
            <a:rect l="l" t="t" r="r" b="b"/>
            <a:pathLst>
              <a:path w="2865547" h="2185476">
                <a:moveTo>
                  <a:pt x="0" y="2185476"/>
                </a:moveTo>
                <a:lnTo>
                  <a:pt x="2865547" y="2185476"/>
                </a:lnTo>
                <a:lnTo>
                  <a:pt x="2865547" y="0"/>
                </a:lnTo>
                <a:lnTo>
                  <a:pt x="0" y="0"/>
                </a:lnTo>
                <a:lnTo>
                  <a:pt x="0" y="2185476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1066616" y="1666284"/>
            <a:ext cx="2865547" cy="2185476"/>
          </a:xfrm>
          <a:custGeom>
            <a:avLst/>
            <a:gdLst/>
            <a:ahLst/>
            <a:cxnLst/>
            <a:rect l="l" t="t" r="r" b="b"/>
            <a:pathLst>
              <a:path w="2865547" h="2185476">
                <a:moveTo>
                  <a:pt x="0" y="2185476"/>
                </a:moveTo>
                <a:lnTo>
                  <a:pt x="2865547" y="2185476"/>
                </a:lnTo>
                <a:lnTo>
                  <a:pt x="2865547" y="0"/>
                </a:lnTo>
                <a:lnTo>
                  <a:pt x="0" y="0"/>
                </a:lnTo>
                <a:lnTo>
                  <a:pt x="0" y="2185476"/>
                </a:lnTo>
                <a:close/>
              </a:path>
            </a:pathLst>
          </a:custGeom>
          <a:ln w="93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1716405" y="2155869"/>
            <a:ext cx="65962" cy="0"/>
          </a:xfrm>
          <a:custGeom>
            <a:avLst/>
            <a:gdLst/>
            <a:ahLst/>
            <a:cxnLst/>
            <a:rect l="l" t="t" r="r" b="b"/>
            <a:pathLst>
              <a:path w="65962" h="0">
                <a:moveTo>
                  <a:pt x="0" y="0"/>
                </a:moveTo>
                <a:lnTo>
                  <a:pt x="65962" y="0"/>
                </a:lnTo>
              </a:path>
            </a:pathLst>
          </a:custGeom>
          <a:ln w="88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1784895" y="2155869"/>
            <a:ext cx="482412" cy="0"/>
          </a:xfrm>
          <a:custGeom>
            <a:avLst/>
            <a:gdLst/>
            <a:ahLst/>
            <a:cxnLst/>
            <a:rect l="l" t="t" r="r" b="b"/>
            <a:pathLst>
              <a:path w="482412" h="0">
                <a:moveTo>
                  <a:pt x="0" y="0"/>
                </a:moveTo>
                <a:lnTo>
                  <a:pt x="482412" y="0"/>
                </a:lnTo>
              </a:path>
            </a:pathLst>
          </a:custGeom>
          <a:ln w="88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2264767" y="3092991"/>
            <a:ext cx="817204" cy="0"/>
          </a:xfrm>
          <a:custGeom>
            <a:avLst/>
            <a:gdLst/>
            <a:ahLst/>
            <a:cxnLst/>
            <a:rect l="l" t="t" r="r" b="b"/>
            <a:pathLst>
              <a:path w="817204" h="0">
                <a:moveTo>
                  <a:pt x="0" y="0"/>
                </a:moveTo>
                <a:lnTo>
                  <a:pt x="817204" y="0"/>
                </a:lnTo>
              </a:path>
            </a:pathLst>
          </a:custGeom>
          <a:ln w="88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3081972" y="3092991"/>
            <a:ext cx="106531" cy="0"/>
          </a:xfrm>
          <a:custGeom>
            <a:avLst/>
            <a:gdLst/>
            <a:ahLst/>
            <a:cxnLst/>
            <a:rect l="l" t="t" r="r" b="b"/>
            <a:pathLst>
              <a:path w="106531" h="0">
                <a:moveTo>
                  <a:pt x="0" y="0"/>
                </a:moveTo>
                <a:lnTo>
                  <a:pt x="106531" y="0"/>
                </a:lnTo>
              </a:path>
            </a:pathLst>
          </a:custGeom>
          <a:ln w="88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5825371" y="1798503"/>
            <a:ext cx="2862627" cy="1788488"/>
          </a:xfrm>
          <a:custGeom>
            <a:avLst/>
            <a:gdLst/>
            <a:ahLst/>
            <a:cxnLst/>
            <a:rect l="l" t="t" r="r" b="b"/>
            <a:pathLst>
              <a:path w="2862627" h="1788488">
                <a:moveTo>
                  <a:pt x="0" y="1788488"/>
                </a:moveTo>
                <a:lnTo>
                  <a:pt x="2862627" y="1788488"/>
                </a:lnTo>
                <a:lnTo>
                  <a:pt x="2862627" y="0"/>
                </a:lnTo>
                <a:lnTo>
                  <a:pt x="0" y="0"/>
                </a:lnTo>
                <a:lnTo>
                  <a:pt x="0" y="178848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5825371" y="1798503"/>
            <a:ext cx="2862627" cy="1788488"/>
          </a:xfrm>
          <a:custGeom>
            <a:avLst/>
            <a:gdLst/>
            <a:ahLst/>
            <a:cxnLst/>
            <a:rect l="l" t="t" r="r" b="b"/>
            <a:pathLst>
              <a:path w="2862627" h="1788488">
                <a:moveTo>
                  <a:pt x="0" y="1788488"/>
                </a:moveTo>
                <a:lnTo>
                  <a:pt x="2862627" y="1788488"/>
                </a:lnTo>
                <a:lnTo>
                  <a:pt x="2862627" y="0"/>
                </a:lnTo>
                <a:lnTo>
                  <a:pt x="0" y="0"/>
                </a:lnTo>
                <a:lnTo>
                  <a:pt x="0" y="1788488"/>
                </a:lnTo>
                <a:close/>
              </a:path>
            </a:pathLst>
          </a:custGeom>
          <a:ln w="91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5835529" y="2797540"/>
            <a:ext cx="45583" cy="8829"/>
          </a:xfrm>
          <a:custGeom>
            <a:avLst/>
            <a:gdLst/>
            <a:ahLst/>
            <a:cxnLst/>
            <a:rect l="l" t="t" r="r" b="b"/>
            <a:pathLst>
              <a:path w="45583" h="8829">
                <a:moveTo>
                  <a:pt x="0" y="4414"/>
                </a:moveTo>
                <a:lnTo>
                  <a:pt x="0" y="8829"/>
                </a:lnTo>
                <a:lnTo>
                  <a:pt x="43044" y="8829"/>
                </a:lnTo>
                <a:lnTo>
                  <a:pt x="45583" y="6621"/>
                </a:lnTo>
                <a:lnTo>
                  <a:pt x="45583" y="4414"/>
                </a:lnTo>
                <a:lnTo>
                  <a:pt x="43044" y="4414"/>
                </a:lnTo>
                <a:lnTo>
                  <a:pt x="40631" y="0"/>
                </a:lnTo>
                <a:lnTo>
                  <a:pt x="2539" y="0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5898889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5964915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5078" y="0"/>
                </a:moveTo>
                <a:lnTo>
                  <a:pt x="2539" y="2207"/>
                </a:lnTo>
                <a:lnTo>
                  <a:pt x="0" y="6621"/>
                </a:lnTo>
                <a:lnTo>
                  <a:pt x="2539" y="8829"/>
                </a:lnTo>
                <a:lnTo>
                  <a:pt x="45583" y="8829"/>
                </a:lnTo>
                <a:lnTo>
                  <a:pt x="48123" y="4414"/>
                </a:lnTo>
                <a:lnTo>
                  <a:pt x="45583" y="2207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6033354" y="2797540"/>
            <a:ext cx="45710" cy="8829"/>
          </a:xfrm>
          <a:custGeom>
            <a:avLst/>
            <a:gdLst/>
            <a:ahLst/>
            <a:cxnLst/>
            <a:rect l="l" t="t" r="r" b="b"/>
            <a:pathLst>
              <a:path w="45710" h="8829">
                <a:moveTo>
                  <a:pt x="5078" y="0"/>
                </a:moveTo>
                <a:lnTo>
                  <a:pt x="2539" y="0"/>
                </a:lnTo>
                <a:lnTo>
                  <a:pt x="0" y="2207"/>
                </a:lnTo>
                <a:lnTo>
                  <a:pt x="0" y="8829"/>
                </a:lnTo>
                <a:lnTo>
                  <a:pt x="45710" y="8829"/>
                </a:lnTo>
                <a:lnTo>
                  <a:pt x="45710" y="4414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6099380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583" y="8829"/>
                </a:lnTo>
                <a:lnTo>
                  <a:pt x="48123" y="4414"/>
                </a:lnTo>
                <a:lnTo>
                  <a:pt x="43044" y="2207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6165280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6231306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8123" y="8829"/>
                </a:lnTo>
                <a:lnTo>
                  <a:pt x="48123" y="4414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6299745" y="2797540"/>
            <a:ext cx="45710" cy="8829"/>
          </a:xfrm>
          <a:custGeom>
            <a:avLst/>
            <a:gdLst/>
            <a:ahLst/>
            <a:cxnLst/>
            <a:rect l="l" t="t" r="r" b="b"/>
            <a:pathLst>
              <a:path w="45710" h="8829">
                <a:moveTo>
                  <a:pt x="5078" y="0"/>
                </a:moveTo>
                <a:lnTo>
                  <a:pt x="0" y="2207"/>
                </a:lnTo>
                <a:lnTo>
                  <a:pt x="0" y="6621"/>
                </a:lnTo>
                <a:lnTo>
                  <a:pt x="2539" y="8829"/>
                </a:lnTo>
                <a:lnTo>
                  <a:pt x="45710" y="8829"/>
                </a:lnTo>
                <a:lnTo>
                  <a:pt x="4571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6365772" y="2797540"/>
            <a:ext cx="48504" cy="8829"/>
          </a:xfrm>
          <a:custGeom>
            <a:avLst/>
            <a:gdLst/>
            <a:ahLst/>
            <a:cxnLst/>
            <a:rect l="l" t="t" r="r" b="b"/>
            <a:pathLst>
              <a:path w="48504" h="8829">
                <a:moveTo>
                  <a:pt x="5078" y="0"/>
                </a:move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5964" y="8829"/>
                </a:lnTo>
                <a:lnTo>
                  <a:pt x="48504" y="4414"/>
                </a:lnTo>
                <a:lnTo>
                  <a:pt x="43425" y="2207"/>
                </a:lnTo>
                <a:lnTo>
                  <a:pt x="43425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6432052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583" y="8829"/>
                </a:lnTo>
                <a:lnTo>
                  <a:pt x="48123" y="4414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6497952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825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6566518" y="2797540"/>
            <a:ext cx="45583" cy="8829"/>
          </a:xfrm>
          <a:custGeom>
            <a:avLst/>
            <a:gdLst/>
            <a:ahLst/>
            <a:cxnLst/>
            <a:rect l="l" t="t" r="r" b="b"/>
            <a:pathLst>
              <a:path w="45583" h="8829">
                <a:moveTo>
                  <a:pt x="5078" y="0"/>
                </a:move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5583" y="8829"/>
                </a:lnTo>
                <a:lnTo>
                  <a:pt x="45583" y="4414"/>
                </a:lnTo>
                <a:lnTo>
                  <a:pt x="43044" y="2207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6632417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3171" y="8829"/>
                </a:lnTo>
                <a:lnTo>
                  <a:pt x="48250" y="6621"/>
                </a:lnTo>
                <a:lnTo>
                  <a:pt x="43171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6695904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5078" y="0"/>
                </a:move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3044" y="8829"/>
                </a:lnTo>
                <a:lnTo>
                  <a:pt x="48123" y="6621"/>
                </a:lnTo>
                <a:lnTo>
                  <a:pt x="45583" y="2207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6761804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0" y="4414"/>
                </a:moveTo>
                <a:lnTo>
                  <a:pt x="0" y="8829"/>
                </a:lnTo>
                <a:lnTo>
                  <a:pt x="48250" y="8829"/>
                </a:lnTo>
                <a:lnTo>
                  <a:pt x="48250" y="4414"/>
                </a:lnTo>
                <a:lnTo>
                  <a:pt x="43171" y="0"/>
                </a:lnTo>
                <a:lnTo>
                  <a:pt x="5078" y="0"/>
                </a:lnTo>
                <a:lnTo>
                  <a:pt x="2539" y="2207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830369" y="2797540"/>
            <a:ext cx="45583" cy="8829"/>
          </a:xfrm>
          <a:custGeom>
            <a:avLst/>
            <a:gdLst/>
            <a:ahLst/>
            <a:cxnLst/>
            <a:rect l="l" t="t" r="r" b="b"/>
            <a:pathLst>
              <a:path w="45583" h="8829">
                <a:moveTo>
                  <a:pt x="5078" y="0"/>
                </a:moveTo>
                <a:lnTo>
                  <a:pt x="0" y="2207"/>
                </a:lnTo>
                <a:lnTo>
                  <a:pt x="0" y="6621"/>
                </a:lnTo>
                <a:lnTo>
                  <a:pt x="2539" y="8829"/>
                </a:lnTo>
                <a:lnTo>
                  <a:pt x="45583" y="8829"/>
                </a:lnTo>
                <a:lnTo>
                  <a:pt x="45583" y="4414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6896269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0" y="4414"/>
                </a:moveTo>
                <a:lnTo>
                  <a:pt x="0" y="8829"/>
                </a:lnTo>
                <a:lnTo>
                  <a:pt x="45710" y="8829"/>
                </a:lnTo>
                <a:lnTo>
                  <a:pt x="48250" y="6621"/>
                </a:lnTo>
                <a:lnTo>
                  <a:pt x="48250" y="4414"/>
                </a:lnTo>
                <a:lnTo>
                  <a:pt x="45710" y="4414"/>
                </a:lnTo>
                <a:lnTo>
                  <a:pt x="43171" y="0"/>
                </a:lnTo>
                <a:lnTo>
                  <a:pt x="5078" y="0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6962295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0" y="4414"/>
                </a:moveTo>
                <a:lnTo>
                  <a:pt x="0" y="8829"/>
                </a:lnTo>
                <a:lnTo>
                  <a:pt x="45583" y="8829"/>
                </a:lnTo>
                <a:lnTo>
                  <a:pt x="48123" y="6621"/>
                </a:lnTo>
                <a:lnTo>
                  <a:pt x="48123" y="4414"/>
                </a:lnTo>
                <a:lnTo>
                  <a:pt x="45583" y="4414"/>
                </a:lnTo>
                <a:lnTo>
                  <a:pt x="43044" y="0"/>
                </a:lnTo>
                <a:lnTo>
                  <a:pt x="5078" y="0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7028195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7096761" y="2797540"/>
            <a:ext cx="45583" cy="8829"/>
          </a:xfrm>
          <a:custGeom>
            <a:avLst/>
            <a:gdLst/>
            <a:ahLst/>
            <a:cxnLst/>
            <a:rect l="l" t="t" r="r" b="b"/>
            <a:pathLst>
              <a:path w="45583" h="8829">
                <a:moveTo>
                  <a:pt x="4951" y="0"/>
                </a:moveTo>
                <a:lnTo>
                  <a:pt x="2539" y="0"/>
                </a:lnTo>
                <a:lnTo>
                  <a:pt x="0" y="2207"/>
                </a:lnTo>
                <a:lnTo>
                  <a:pt x="0" y="8829"/>
                </a:lnTo>
                <a:lnTo>
                  <a:pt x="43044" y="8829"/>
                </a:lnTo>
                <a:lnTo>
                  <a:pt x="45583" y="4414"/>
                </a:lnTo>
                <a:lnTo>
                  <a:pt x="43044" y="0"/>
                </a:lnTo>
                <a:lnTo>
                  <a:pt x="4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7162660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40631" y="8829"/>
                </a:moveTo>
                <a:lnTo>
                  <a:pt x="45710" y="8829"/>
                </a:lnTo>
                <a:lnTo>
                  <a:pt x="4825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5078" y="0"/>
                </a:lnTo>
                <a:lnTo>
                  <a:pt x="2539" y="2207"/>
                </a:lnTo>
                <a:lnTo>
                  <a:pt x="0" y="4414"/>
                </a:lnTo>
                <a:lnTo>
                  <a:pt x="0" y="8829"/>
                </a:lnTo>
                <a:lnTo>
                  <a:pt x="40631" y="88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7228941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7294840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7363406" y="2797540"/>
            <a:ext cx="45710" cy="8829"/>
          </a:xfrm>
          <a:custGeom>
            <a:avLst/>
            <a:gdLst/>
            <a:ahLst/>
            <a:cxnLst/>
            <a:rect l="l" t="t" r="r" b="b"/>
            <a:pathLst>
              <a:path w="45710" h="8829">
                <a:moveTo>
                  <a:pt x="5078" y="0"/>
                </a:moveTo>
                <a:lnTo>
                  <a:pt x="2539" y="0"/>
                </a:lnTo>
                <a:lnTo>
                  <a:pt x="0" y="2207"/>
                </a:lnTo>
                <a:lnTo>
                  <a:pt x="0" y="8829"/>
                </a:lnTo>
                <a:lnTo>
                  <a:pt x="45710" y="8829"/>
                </a:lnTo>
                <a:lnTo>
                  <a:pt x="45710" y="4414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7429306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48250" y="4414"/>
                </a:moveTo>
                <a:lnTo>
                  <a:pt x="4571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7495332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0" y="4414"/>
                </a:moveTo>
                <a:lnTo>
                  <a:pt x="0" y="8829"/>
                </a:lnTo>
                <a:lnTo>
                  <a:pt x="45710" y="8829"/>
                </a:lnTo>
                <a:lnTo>
                  <a:pt x="48250" y="6621"/>
                </a:lnTo>
                <a:lnTo>
                  <a:pt x="48250" y="4414"/>
                </a:lnTo>
                <a:lnTo>
                  <a:pt x="45710" y="4414"/>
                </a:lnTo>
                <a:lnTo>
                  <a:pt x="43171" y="0"/>
                </a:lnTo>
                <a:lnTo>
                  <a:pt x="2539" y="0"/>
                </a:lnTo>
                <a:lnTo>
                  <a:pt x="2539" y="2207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7561231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2539" y="2207"/>
                </a:lnTo>
                <a:lnTo>
                  <a:pt x="0" y="6621"/>
                </a:lnTo>
                <a:lnTo>
                  <a:pt x="2539" y="8829"/>
                </a:lnTo>
                <a:lnTo>
                  <a:pt x="4571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7629797" y="2797540"/>
            <a:ext cx="45710" cy="8829"/>
          </a:xfrm>
          <a:custGeom>
            <a:avLst/>
            <a:gdLst/>
            <a:ahLst/>
            <a:cxnLst/>
            <a:rect l="l" t="t" r="r" b="b"/>
            <a:pathLst>
              <a:path w="45710" h="8829">
                <a:moveTo>
                  <a:pt x="5078" y="0"/>
                </a:moveTo>
                <a:lnTo>
                  <a:pt x="2539" y="0"/>
                </a:lnTo>
                <a:lnTo>
                  <a:pt x="0" y="2207"/>
                </a:lnTo>
                <a:lnTo>
                  <a:pt x="0" y="8829"/>
                </a:lnTo>
                <a:lnTo>
                  <a:pt x="45710" y="8829"/>
                </a:lnTo>
                <a:lnTo>
                  <a:pt x="4571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7695697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40631" y="8829"/>
                </a:moveTo>
                <a:lnTo>
                  <a:pt x="45710" y="8829"/>
                </a:lnTo>
                <a:lnTo>
                  <a:pt x="48250" y="6621"/>
                </a:lnTo>
                <a:lnTo>
                  <a:pt x="48250" y="4414"/>
                </a:lnTo>
                <a:lnTo>
                  <a:pt x="45710" y="4414"/>
                </a:lnTo>
                <a:lnTo>
                  <a:pt x="43171" y="0"/>
                </a:ln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0631" y="88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7761723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0" y="4414"/>
                </a:moveTo>
                <a:lnTo>
                  <a:pt x="0" y="8829"/>
                </a:lnTo>
                <a:lnTo>
                  <a:pt x="45710" y="8829"/>
                </a:lnTo>
                <a:lnTo>
                  <a:pt x="48250" y="6621"/>
                </a:lnTo>
                <a:lnTo>
                  <a:pt x="48250" y="4414"/>
                </a:lnTo>
                <a:lnTo>
                  <a:pt x="4571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lnTo>
                  <a:pt x="2539" y="2207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7827623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5078" y="0"/>
                </a:moveTo>
                <a:lnTo>
                  <a:pt x="2539" y="2207"/>
                </a:lnTo>
                <a:lnTo>
                  <a:pt x="0" y="6621"/>
                </a:lnTo>
                <a:lnTo>
                  <a:pt x="2539" y="8829"/>
                </a:lnTo>
                <a:lnTo>
                  <a:pt x="48250" y="8829"/>
                </a:lnTo>
                <a:lnTo>
                  <a:pt x="4825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7896189" y="2797540"/>
            <a:ext cx="43044" cy="8829"/>
          </a:xfrm>
          <a:custGeom>
            <a:avLst/>
            <a:gdLst/>
            <a:ahLst/>
            <a:cxnLst/>
            <a:rect l="l" t="t" r="r" b="b"/>
            <a:pathLst>
              <a:path w="43044" h="8829">
                <a:moveTo>
                  <a:pt x="5078" y="0"/>
                </a:move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3044" y="8829"/>
                </a:lnTo>
                <a:lnTo>
                  <a:pt x="43044" y="4414"/>
                </a:lnTo>
                <a:lnTo>
                  <a:pt x="4063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7959549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48250" y="4414"/>
                </a:moveTo>
                <a:lnTo>
                  <a:pt x="4571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5710" y="8829"/>
                </a:lnTo>
                <a:lnTo>
                  <a:pt x="4825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8025575" y="2797540"/>
            <a:ext cx="48504" cy="8829"/>
          </a:xfrm>
          <a:custGeom>
            <a:avLst/>
            <a:gdLst/>
            <a:ahLst/>
            <a:cxnLst/>
            <a:rect l="l" t="t" r="r" b="b"/>
            <a:pathLst>
              <a:path w="48504" h="8829">
                <a:moveTo>
                  <a:pt x="0" y="4414"/>
                </a:moveTo>
                <a:lnTo>
                  <a:pt x="0" y="8829"/>
                </a:lnTo>
                <a:lnTo>
                  <a:pt x="45964" y="8829"/>
                </a:lnTo>
                <a:lnTo>
                  <a:pt x="48504" y="6621"/>
                </a:lnTo>
                <a:lnTo>
                  <a:pt x="48504" y="4414"/>
                </a:lnTo>
                <a:lnTo>
                  <a:pt x="45964" y="4414"/>
                </a:lnTo>
                <a:lnTo>
                  <a:pt x="45964" y="2207"/>
                </a:lnTo>
                <a:lnTo>
                  <a:pt x="43044" y="0"/>
                </a:lnTo>
                <a:lnTo>
                  <a:pt x="2539" y="0"/>
                </a:lnTo>
                <a:lnTo>
                  <a:pt x="2539" y="2207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8091856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48123" y="4414"/>
                </a:moveTo>
                <a:lnTo>
                  <a:pt x="45583" y="2207"/>
                </a:lnTo>
                <a:lnTo>
                  <a:pt x="43044" y="0"/>
                </a:lnTo>
                <a:lnTo>
                  <a:pt x="5078" y="0"/>
                </a:lnTo>
                <a:lnTo>
                  <a:pt x="2539" y="2207"/>
                </a:lnTo>
                <a:lnTo>
                  <a:pt x="0" y="4414"/>
                </a:lnTo>
                <a:lnTo>
                  <a:pt x="0" y="8829"/>
                </a:lnTo>
                <a:lnTo>
                  <a:pt x="45583" y="8829"/>
                </a:lnTo>
                <a:lnTo>
                  <a:pt x="48123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8160295" y="2797540"/>
            <a:ext cx="45710" cy="8829"/>
          </a:xfrm>
          <a:custGeom>
            <a:avLst/>
            <a:gdLst/>
            <a:ahLst/>
            <a:cxnLst/>
            <a:rect l="l" t="t" r="r" b="b"/>
            <a:pathLst>
              <a:path w="45710" h="8829">
                <a:moveTo>
                  <a:pt x="5078" y="0"/>
                </a:moveTo>
                <a:lnTo>
                  <a:pt x="2539" y="0"/>
                </a:lnTo>
                <a:lnTo>
                  <a:pt x="0" y="2207"/>
                </a:lnTo>
                <a:lnTo>
                  <a:pt x="0" y="8829"/>
                </a:lnTo>
                <a:lnTo>
                  <a:pt x="45710" y="8829"/>
                </a:lnTo>
                <a:lnTo>
                  <a:pt x="4571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8226321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48123" y="4414"/>
                </a:moveTo>
                <a:lnTo>
                  <a:pt x="45583" y="4414"/>
                </a:lnTo>
                <a:lnTo>
                  <a:pt x="43044" y="2207"/>
                </a:lnTo>
                <a:lnTo>
                  <a:pt x="43044" y="0"/>
                </a:ln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5583" y="8829"/>
                </a:lnTo>
                <a:lnTo>
                  <a:pt x="48123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8292220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0" y="4414"/>
                </a:moveTo>
                <a:lnTo>
                  <a:pt x="0" y="8829"/>
                </a:lnTo>
                <a:lnTo>
                  <a:pt x="45710" y="8829"/>
                </a:lnTo>
                <a:lnTo>
                  <a:pt x="48250" y="6621"/>
                </a:lnTo>
                <a:lnTo>
                  <a:pt x="48250" y="4414"/>
                </a:lnTo>
                <a:lnTo>
                  <a:pt x="45710" y="4414"/>
                </a:lnTo>
                <a:lnTo>
                  <a:pt x="43171" y="0"/>
                </a:lnTo>
                <a:lnTo>
                  <a:pt x="2539" y="0"/>
                </a:lnTo>
                <a:lnTo>
                  <a:pt x="2539" y="2207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8358247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48123" y="4414"/>
                </a:moveTo>
                <a:lnTo>
                  <a:pt x="45583" y="2207"/>
                </a:lnTo>
                <a:lnTo>
                  <a:pt x="43044" y="0"/>
                </a:lnTo>
                <a:lnTo>
                  <a:pt x="5078" y="0"/>
                </a:lnTo>
                <a:lnTo>
                  <a:pt x="2539" y="2207"/>
                </a:lnTo>
                <a:lnTo>
                  <a:pt x="0" y="4414"/>
                </a:lnTo>
                <a:lnTo>
                  <a:pt x="0" y="8829"/>
                </a:lnTo>
                <a:lnTo>
                  <a:pt x="45583" y="8829"/>
                </a:lnTo>
                <a:lnTo>
                  <a:pt x="48123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8426686" y="2797540"/>
            <a:ext cx="45710" cy="8829"/>
          </a:xfrm>
          <a:custGeom>
            <a:avLst/>
            <a:gdLst/>
            <a:ahLst/>
            <a:cxnLst/>
            <a:rect l="l" t="t" r="r" b="b"/>
            <a:pathLst>
              <a:path w="45710" h="8829">
                <a:moveTo>
                  <a:pt x="5078" y="0"/>
                </a:moveTo>
                <a:lnTo>
                  <a:pt x="2539" y="0"/>
                </a:lnTo>
                <a:lnTo>
                  <a:pt x="0" y="2207"/>
                </a:lnTo>
                <a:lnTo>
                  <a:pt x="0" y="8829"/>
                </a:lnTo>
                <a:lnTo>
                  <a:pt x="45710" y="8829"/>
                </a:lnTo>
                <a:lnTo>
                  <a:pt x="45710" y="4414"/>
                </a:lnTo>
                <a:lnTo>
                  <a:pt x="43171" y="2207"/>
                </a:lnTo>
                <a:lnTo>
                  <a:pt x="43171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8492712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40504" y="8829"/>
                </a:moveTo>
                <a:lnTo>
                  <a:pt x="45583" y="8829"/>
                </a:lnTo>
                <a:lnTo>
                  <a:pt x="48123" y="6621"/>
                </a:lnTo>
                <a:lnTo>
                  <a:pt x="48123" y="4414"/>
                </a:lnTo>
                <a:lnTo>
                  <a:pt x="45583" y="4414"/>
                </a:lnTo>
                <a:lnTo>
                  <a:pt x="43044" y="0"/>
                </a:lnTo>
                <a:lnTo>
                  <a:pt x="2539" y="0"/>
                </a:lnTo>
                <a:lnTo>
                  <a:pt x="0" y="4414"/>
                </a:lnTo>
                <a:lnTo>
                  <a:pt x="0" y="8829"/>
                </a:lnTo>
                <a:lnTo>
                  <a:pt x="40504" y="88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8558612" y="2797540"/>
            <a:ext cx="48250" cy="8829"/>
          </a:xfrm>
          <a:custGeom>
            <a:avLst/>
            <a:gdLst/>
            <a:ahLst/>
            <a:cxnLst/>
            <a:rect l="l" t="t" r="r" b="b"/>
            <a:pathLst>
              <a:path w="48250" h="8829">
                <a:moveTo>
                  <a:pt x="0" y="4414"/>
                </a:moveTo>
                <a:lnTo>
                  <a:pt x="0" y="8829"/>
                </a:lnTo>
                <a:lnTo>
                  <a:pt x="45710" y="8829"/>
                </a:lnTo>
                <a:lnTo>
                  <a:pt x="48250" y="6621"/>
                </a:lnTo>
                <a:lnTo>
                  <a:pt x="48250" y="4414"/>
                </a:lnTo>
                <a:lnTo>
                  <a:pt x="45710" y="4414"/>
                </a:lnTo>
                <a:lnTo>
                  <a:pt x="45710" y="2207"/>
                </a:lnTo>
                <a:lnTo>
                  <a:pt x="43171" y="0"/>
                </a:lnTo>
                <a:lnTo>
                  <a:pt x="5078" y="0"/>
                </a:lnTo>
                <a:lnTo>
                  <a:pt x="2539" y="2207"/>
                </a:lnTo>
                <a:lnTo>
                  <a:pt x="0" y="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8624638" y="2797540"/>
            <a:ext cx="48123" cy="8829"/>
          </a:xfrm>
          <a:custGeom>
            <a:avLst/>
            <a:gdLst/>
            <a:ahLst/>
            <a:cxnLst/>
            <a:rect l="l" t="t" r="r" b="b"/>
            <a:pathLst>
              <a:path w="48123" h="8829">
                <a:moveTo>
                  <a:pt x="5078" y="0"/>
                </a:moveTo>
                <a:lnTo>
                  <a:pt x="2539" y="2207"/>
                </a:lnTo>
                <a:lnTo>
                  <a:pt x="0" y="6621"/>
                </a:lnTo>
                <a:lnTo>
                  <a:pt x="2539" y="8829"/>
                </a:lnTo>
                <a:lnTo>
                  <a:pt x="45583" y="8829"/>
                </a:lnTo>
                <a:lnTo>
                  <a:pt x="48123" y="4414"/>
                </a:lnTo>
                <a:lnTo>
                  <a:pt x="45583" y="2207"/>
                </a:lnTo>
                <a:lnTo>
                  <a:pt x="43044" y="0"/>
                </a:lnTo>
                <a:lnTo>
                  <a:pt x="5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5840608" y="4222024"/>
            <a:ext cx="2865167" cy="1700305"/>
          </a:xfrm>
          <a:custGeom>
            <a:avLst/>
            <a:gdLst/>
            <a:ahLst/>
            <a:cxnLst/>
            <a:rect l="l" t="t" r="r" b="b"/>
            <a:pathLst>
              <a:path w="2865167" h="1700305">
                <a:moveTo>
                  <a:pt x="0" y="1700305"/>
                </a:moveTo>
                <a:lnTo>
                  <a:pt x="2865167" y="1700305"/>
                </a:lnTo>
                <a:lnTo>
                  <a:pt x="2865167" y="0"/>
                </a:lnTo>
                <a:lnTo>
                  <a:pt x="0" y="0"/>
                </a:lnTo>
                <a:lnTo>
                  <a:pt x="0" y="1700305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5840608" y="4222024"/>
            <a:ext cx="2865167" cy="1700305"/>
          </a:xfrm>
          <a:custGeom>
            <a:avLst/>
            <a:gdLst/>
            <a:ahLst/>
            <a:cxnLst/>
            <a:rect l="l" t="t" r="r" b="b"/>
            <a:pathLst>
              <a:path w="2865167" h="1700305">
                <a:moveTo>
                  <a:pt x="0" y="1700305"/>
                </a:moveTo>
                <a:lnTo>
                  <a:pt x="2865167" y="1700305"/>
                </a:lnTo>
                <a:lnTo>
                  <a:pt x="2865167" y="0"/>
                </a:lnTo>
                <a:lnTo>
                  <a:pt x="0" y="0"/>
                </a:lnTo>
                <a:lnTo>
                  <a:pt x="0" y="1700305"/>
                </a:lnTo>
                <a:close/>
              </a:path>
            </a:pathLst>
          </a:custGeom>
          <a:ln w="916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7155042" y="3637650"/>
            <a:ext cx="456979" cy="549183"/>
          </a:xfrm>
          <a:custGeom>
            <a:avLst/>
            <a:gdLst/>
            <a:ahLst/>
            <a:cxnLst/>
            <a:rect l="l" t="t" r="r" b="b"/>
            <a:pathLst>
              <a:path w="456979" h="549183">
                <a:moveTo>
                  <a:pt x="228680" y="549183"/>
                </a:moveTo>
                <a:lnTo>
                  <a:pt x="456979" y="359573"/>
                </a:lnTo>
                <a:lnTo>
                  <a:pt x="355527" y="359573"/>
                </a:lnTo>
                <a:lnTo>
                  <a:pt x="355527" y="0"/>
                </a:lnTo>
                <a:lnTo>
                  <a:pt x="101833" y="0"/>
                </a:lnTo>
                <a:lnTo>
                  <a:pt x="101833" y="359573"/>
                </a:lnTo>
                <a:lnTo>
                  <a:pt x="0" y="359573"/>
                </a:lnTo>
                <a:lnTo>
                  <a:pt x="228680" y="5491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091985" y="4594849"/>
            <a:ext cx="2865547" cy="1400219"/>
          </a:xfrm>
          <a:custGeom>
            <a:avLst/>
            <a:gdLst/>
            <a:ahLst/>
            <a:cxnLst/>
            <a:rect l="l" t="t" r="r" b="b"/>
            <a:pathLst>
              <a:path w="2865547" h="1400219">
                <a:moveTo>
                  <a:pt x="0" y="1400219"/>
                </a:moveTo>
                <a:lnTo>
                  <a:pt x="2865547" y="1400219"/>
                </a:lnTo>
                <a:lnTo>
                  <a:pt x="2865547" y="0"/>
                </a:lnTo>
                <a:lnTo>
                  <a:pt x="0" y="0"/>
                </a:lnTo>
                <a:lnTo>
                  <a:pt x="0" y="1400219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091985" y="4594849"/>
            <a:ext cx="2865547" cy="1400219"/>
          </a:xfrm>
          <a:custGeom>
            <a:avLst/>
            <a:gdLst/>
            <a:ahLst/>
            <a:cxnLst/>
            <a:rect l="l" t="t" r="r" b="b"/>
            <a:pathLst>
              <a:path w="2865547" h="1400219">
                <a:moveTo>
                  <a:pt x="0" y="1400219"/>
                </a:moveTo>
                <a:lnTo>
                  <a:pt x="2865547" y="1400219"/>
                </a:lnTo>
                <a:lnTo>
                  <a:pt x="2865547" y="0"/>
                </a:lnTo>
                <a:lnTo>
                  <a:pt x="0" y="0"/>
                </a:lnTo>
                <a:lnTo>
                  <a:pt x="0" y="1400219"/>
                </a:lnTo>
                <a:close/>
              </a:path>
            </a:pathLst>
          </a:custGeom>
          <a:ln w="907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4015865" y="2281577"/>
            <a:ext cx="1720750" cy="396988"/>
          </a:xfrm>
          <a:custGeom>
            <a:avLst/>
            <a:gdLst/>
            <a:ahLst/>
            <a:cxnLst/>
            <a:rect l="l" t="t" r="r" b="b"/>
            <a:pathLst>
              <a:path w="1720750" h="396988">
                <a:moveTo>
                  <a:pt x="0" y="198328"/>
                </a:moveTo>
                <a:lnTo>
                  <a:pt x="327211" y="396988"/>
                </a:lnTo>
                <a:lnTo>
                  <a:pt x="327211" y="308805"/>
                </a:lnTo>
                <a:lnTo>
                  <a:pt x="1720750" y="308805"/>
                </a:lnTo>
                <a:lnTo>
                  <a:pt x="1720750" y="88072"/>
                </a:lnTo>
                <a:lnTo>
                  <a:pt x="327211" y="88072"/>
                </a:lnTo>
                <a:lnTo>
                  <a:pt x="327211" y="0"/>
                </a:lnTo>
                <a:lnTo>
                  <a:pt x="0" y="1983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4028562" y="3086369"/>
            <a:ext cx="1746018" cy="419061"/>
          </a:xfrm>
          <a:custGeom>
            <a:avLst/>
            <a:gdLst/>
            <a:ahLst/>
            <a:cxnLst/>
            <a:rect l="l" t="t" r="r" b="b"/>
            <a:pathLst>
              <a:path w="1746018" h="419061">
                <a:moveTo>
                  <a:pt x="0" y="209696"/>
                </a:moveTo>
                <a:lnTo>
                  <a:pt x="284167" y="419061"/>
                </a:lnTo>
                <a:lnTo>
                  <a:pt x="284167" y="326464"/>
                </a:lnTo>
                <a:lnTo>
                  <a:pt x="1459057" y="326464"/>
                </a:lnTo>
                <a:lnTo>
                  <a:pt x="1459057" y="419061"/>
                </a:lnTo>
                <a:lnTo>
                  <a:pt x="1746018" y="209696"/>
                </a:lnTo>
                <a:lnTo>
                  <a:pt x="1459057" y="0"/>
                </a:lnTo>
                <a:lnTo>
                  <a:pt x="1459057" y="92818"/>
                </a:lnTo>
                <a:lnTo>
                  <a:pt x="284167" y="92818"/>
                </a:lnTo>
                <a:lnTo>
                  <a:pt x="284167" y="0"/>
                </a:lnTo>
                <a:lnTo>
                  <a:pt x="0" y="2096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4041260" y="5029349"/>
            <a:ext cx="1725702" cy="473902"/>
          </a:xfrm>
          <a:custGeom>
            <a:avLst/>
            <a:gdLst/>
            <a:ahLst/>
            <a:cxnLst/>
            <a:rect l="l" t="t" r="r" b="b"/>
            <a:pathLst>
              <a:path w="1725702" h="473902">
                <a:moveTo>
                  <a:pt x="0" y="238060"/>
                </a:moveTo>
                <a:lnTo>
                  <a:pt x="266391" y="473902"/>
                </a:lnTo>
                <a:lnTo>
                  <a:pt x="266391" y="357079"/>
                </a:lnTo>
                <a:lnTo>
                  <a:pt x="1456518" y="357079"/>
                </a:lnTo>
                <a:lnTo>
                  <a:pt x="1456518" y="473902"/>
                </a:lnTo>
                <a:lnTo>
                  <a:pt x="1725702" y="238060"/>
                </a:lnTo>
                <a:lnTo>
                  <a:pt x="1456518" y="0"/>
                </a:lnTo>
                <a:lnTo>
                  <a:pt x="1456518" y="119030"/>
                </a:lnTo>
                <a:lnTo>
                  <a:pt x="266391" y="119030"/>
                </a:lnTo>
                <a:lnTo>
                  <a:pt x="266391" y="0"/>
                </a:lnTo>
                <a:lnTo>
                  <a:pt x="0" y="2380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2191123" y="3891382"/>
            <a:ext cx="507387" cy="628537"/>
          </a:xfrm>
          <a:custGeom>
            <a:avLst/>
            <a:gdLst/>
            <a:ahLst/>
            <a:cxnLst/>
            <a:rect l="l" t="t" r="r" b="b"/>
            <a:pathLst>
              <a:path w="507387" h="628537">
                <a:moveTo>
                  <a:pt x="253693" y="628537"/>
                </a:moveTo>
                <a:lnTo>
                  <a:pt x="507387" y="445549"/>
                </a:lnTo>
                <a:lnTo>
                  <a:pt x="380540" y="445549"/>
                </a:lnTo>
                <a:lnTo>
                  <a:pt x="380540" y="182987"/>
                </a:lnTo>
                <a:lnTo>
                  <a:pt x="507387" y="182987"/>
                </a:lnTo>
                <a:lnTo>
                  <a:pt x="253693" y="0"/>
                </a:lnTo>
                <a:lnTo>
                  <a:pt x="0" y="182987"/>
                </a:lnTo>
                <a:lnTo>
                  <a:pt x="126846" y="182987"/>
                </a:lnTo>
                <a:lnTo>
                  <a:pt x="126846" y="445549"/>
                </a:lnTo>
                <a:lnTo>
                  <a:pt x="0" y="445549"/>
                </a:lnTo>
                <a:lnTo>
                  <a:pt x="253693" y="6285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8740" y="109374"/>
            <a:ext cx="30824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34" b="1">
                <a:latin typeface="Arial"/>
                <a:cs typeface="Arial"/>
              </a:rPr>
              <a:t>F</a:t>
            </a:r>
            <a:r>
              <a:rPr dirty="0" smtClean="0" sz="2400" spc="-13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808" y="109374"/>
            <a:ext cx="2917856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g</a:t>
            </a:r>
            <a:r>
              <a:rPr dirty="0" smtClean="0" sz="2400" spc="0" b="1">
                <a:latin typeface="Arial"/>
                <a:cs typeface="Arial"/>
              </a:rPr>
              <a:t>aimana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 i="1">
                <a:latin typeface="Arial"/>
                <a:cs typeface="Arial"/>
              </a:rPr>
              <a:t>Stan</a:t>
            </a:r>
            <a:r>
              <a:rPr dirty="0" smtClean="0" sz="2400" spc="0" b="1" i="1">
                <a:latin typeface="Arial"/>
                <a:cs typeface="Arial"/>
              </a:rPr>
              <a:t>d</a:t>
            </a:r>
            <a:r>
              <a:rPr dirty="0" smtClean="0" sz="2400" spc="0" b="1" i="1">
                <a:latin typeface="Arial"/>
                <a:cs typeface="Arial"/>
              </a:rPr>
              <a:t>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0829" y="109374"/>
            <a:ext cx="1798742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" b="1">
                <a:latin typeface="Arial"/>
                <a:cs typeface="Arial"/>
              </a:rPr>
              <a:t>Komu</a:t>
            </a:r>
            <a:r>
              <a:rPr dirty="0" smtClean="0" sz="2400" spc="-1" b="1">
                <a:latin typeface="Arial"/>
                <a:cs typeface="Arial"/>
              </a:rPr>
              <a:t>n</a:t>
            </a:r>
            <a:r>
              <a:rPr dirty="0" smtClean="0" sz="2400" spc="-1" b="1">
                <a:latin typeface="Arial"/>
                <a:cs typeface="Arial"/>
              </a:rPr>
              <a:t>i</a:t>
            </a:r>
            <a:r>
              <a:rPr dirty="0" smtClean="0" sz="2400" spc="-1" b="1">
                <a:latin typeface="Arial"/>
                <a:cs typeface="Arial"/>
              </a:rPr>
              <a:t>k</a:t>
            </a:r>
            <a:r>
              <a:rPr dirty="0" smtClean="0" sz="2400" spc="-1" b="1">
                <a:latin typeface="Arial"/>
                <a:cs typeface="Arial"/>
              </a:rPr>
              <a:t>a</a:t>
            </a:r>
            <a:r>
              <a:rPr dirty="0" smtClean="0" sz="2400" spc="-1" b="1">
                <a:latin typeface="Arial"/>
                <a:cs typeface="Arial"/>
              </a:rPr>
              <a:t>si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41701" y="109374"/>
            <a:ext cx="2809902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3" b="1">
                <a:latin typeface="Arial"/>
                <a:cs typeface="Arial"/>
              </a:rPr>
              <a:t>W</a:t>
            </a:r>
            <a:r>
              <a:rPr dirty="0" smtClean="0" sz="2400" spc="-3" b="1">
                <a:latin typeface="Arial"/>
                <a:cs typeface="Arial"/>
              </a:rPr>
              <a:t>i</a:t>
            </a:r>
            <a:r>
              <a:rPr dirty="0" smtClean="0" sz="2400" spc="-3" b="1">
                <a:latin typeface="Arial"/>
                <a:cs typeface="Arial"/>
              </a:rPr>
              <a:t>r</a:t>
            </a:r>
            <a:r>
              <a:rPr dirty="0" smtClean="0" sz="2400" spc="-3" b="1">
                <a:latin typeface="Arial"/>
                <a:cs typeface="Arial"/>
              </a:rPr>
              <a:t>e</a:t>
            </a:r>
            <a:r>
              <a:rPr dirty="0" smtClean="0" sz="2400" spc="-3" b="1">
                <a:latin typeface="Arial"/>
                <a:cs typeface="Arial"/>
              </a:rPr>
              <a:t>l</a:t>
            </a:r>
            <a:r>
              <a:rPr dirty="0" smtClean="0" sz="2400" spc="-3" b="1">
                <a:latin typeface="Arial"/>
                <a:cs typeface="Arial"/>
              </a:rPr>
              <a:t>e</a:t>
            </a:r>
            <a:r>
              <a:rPr dirty="0" smtClean="0" sz="2400" spc="-3" b="1">
                <a:latin typeface="Arial"/>
                <a:cs typeface="Arial"/>
              </a:rPr>
              <a:t>s</a:t>
            </a:r>
            <a:r>
              <a:rPr dirty="0" smtClean="0" sz="2400" spc="-3" b="1">
                <a:latin typeface="Arial"/>
                <a:cs typeface="Arial"/>
              </a:rPr>
              <a:t>s</a:t>
            </a:r>
            <a:r>
              <a:rPr dirty="0" smtClean="0" sz="2400" spc="-3" b="1">
                <a:latin typeface="Arial"/>
                <a:cs typeface="Arial"/>
              </a:rPr>
              <a:t> </a:t>
            </a:r>
            <a:r>
              <a:rPr dirty="0" smtClean="0" sz="2400" spc="-3" b="1">
                <a:latin typeface="Arial"/>
                <a:cs typeface="Arial"/>
              </a:rPr>
              <a:t>Di</a:t>
            </a:r>
            <a:r>
              <a:rPr dirty="0" smtClean="0" sz="2400" spc="-3" b="1">
                <a:latin typeface="Arial"/>
                <a:cs typeface="Arial"/>
              </a:rPr>
              <a:t>b</a:t>
            </a:r>
            <a:r>
              <a:rPr dirty="0" smtClean="0" sz="2400" spc="-3" b="1">
                <a:latin typeface="Arial"/>
                <a:cs typeface="Arial"/>
              </a:rPr>
              <a:t>an</a:t>
            </a:r>
            <a:r>
              <a:rPr dirty="0" smtClean="0" sz="2400" spc="-3" b="1">
                <a:latin typeface="Arial"/>
                <a:cs typeface="Arial"/>
              </a:rPr>
              <a:t>g</a:t>
            </a:r>
            <a:r>
              <a:rPr dirty="0" smtClean="0" sz="2400" spc="-3" b="1">
                <a:latin typeface="Arial"/>
                <a:cs typeface="Arial"/>
              </a:rPr>
              <a:t>u</a:t>
            </a:r>
            <a:r>
              <a:rPr dirty="0" smtClean="0" sz="2400" spc="-3" b="1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63428" y="109374"/>
            <a:ext cx="25759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9657" y="1081013"/>
            <a:ext cx="914044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53" b="1">
                <a:latin typeface="Times New Roman"/>
                <a:cs typeface="Times New Roman"/>
              </a:rPr>
              <a:t>T</a:t>
            </a:r>
            <a:r>
              <a:rPr dirty="0" smtClean="0" sz="2800" spc="-53" b="1">
                <a:latin typeface="Times New Roman"/>
                <a:cs typeface="Times New Roman"/>
              </a:rPr>
              <a:t>abel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3861" y="1081013"/>
            <a:ext cx="1058062" cy="381000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0" b="1">
                <a:latin typeface="Times New Roman"/>
                <a:cs typeface="Times New Roman"/>
              </a:rPr>
              <a:t>P</a:t>
            </a:r>
            <a:r>
              <a:rPr dirty="0" smtClean="0" sz="2800" spc="-10" b="1">
                <a:latin typeface="Times New Roman"/>
                <a:cs typeface="Times New Roman"/>
              </a:rPr>
              <a:t>r</a:t>
            </a:r>
            <a:r>
              <a:rPr dirty="0" smtClean="0" sz="2800" spc="-10" b="1">
                <a:latin typeface="Times New Roman"/>
                <a:cs typeface="Times New Roman"/>
              </a:rPr>
              <a:t>o</a:t>
            </a:r>
            <a:r>
              <a:rPr dirty="0" smtClean="0" sz="2800" spc="-10" b="1">
                <a:latin typeface="Times New Roman"/>
                <a:cs typeface="Times New Roman"/>
              </a:rPr>
              <a:t>s</a:t>
            </a:r>
            <a:r>
              <a:rPr dirty="0" smtClean="0" sz="2800" spc="-10" b="1">
                <a:latin typeface="Times New Roman"/>
                <a:cs typeface="Times New Roman"/>
              </a:rPr>
              <a:t>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1327" y="3304424"/>
            <a:ext cx="722831" cy="201809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90">
                <a:latin typeface="Times New Roman"/>
                <a:cs typeface="Times New Roman"/>
              </a:rPr>
              <a:t>P</a:t>
            </a:r>
            <a:r>
              <a:rPr dirty="0" smtClean="0" sz="1400" spc="90">
                <a:latin typeface="Times New Roman"/>
                <a:cs typeface="Times New Roman"/>
              </a:rPr>
              <a:t>r</a:t>
            </a:r>
            <a:r>
              <a:rPr dirty="0" smtClean="0" sz="1400" spc="90">
                <a:latin typeface="Times New Roman"/>
                <a:cs typeface="Times New Roman"/>
              </a:rPr>
              <a:t>o</a:t>
            </a:r>
            <a:r>
              <a:rPr dirty="0" smtClean="0" sz="1400" spc="90">
                <a:latin typeface="Times New Roman"/>
                <a:cs typeface="Times New Roman"/>
              </a:rPr>
              <a:t>f</a:t>
            </a:r>
            <a:r>
              <a:rPr dirty="0" smtClean="0" sz="1400" spc="90">
                <a:latin typeface="Times New Roman"/>
                <a:cs typeface="Times New Roman"/>
              </a:rPr>
              <a:t>i</a:t>
            </a:r>
            <a:r>
              <a:rPr dirty="0" smtClean="0" sz="1400" spc="90">
                <a:latin typeface="Times New Roman"/>
                <a:cs typeface="Times New Roman"/>
              </a:rPr>
              <a:t>l</a:t>
            </a:r>
            <a:r>
              <a:rPr dirty="0" smtClean="0" sz="1400" spc="90">
                <a:latin typeface="Times New Roman"/>
                <a:cs typeface="Times New Roman"/>
              </a:rPr>
              <a:t>e</a:t>
            </a:r>
            <a:r>
              <a:rPr dirty="0" smtClean="0" sz="1400" spc="90">
                <a:latin typeface="Times New Roman"/>
                <a:cs typeface="Times New Roman"/>
              </a:rPr>
              <a:t> </a:t>
            </a:r>
            <a:r>
              <a:rPr dirty="0" smtClean="0" sz="1400" spc="9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9410" y="4978297"/>
            <a:ext cx="1789272" cy="201809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96">
                <a:latin typeface="Times New Roman"/>
                <a:cs typeface="Times New Roman"/>
              </a:rPr>
              <a:t>•</a:t>
            </a:r>
            <a:r>
              <a:rPr dirty="0" smtClean="0" sz="1400" spc="96">
                <a:latin typeface="Times New Roman"/>
                <a:cs typeface="Times New Roman"/>
              </a:rPr>
              <a:t> </a:t>
            </a:r>
            <a:r>
              <a:rPr dirty="0" smtClean="0" sz="1400" spc="96">
                <a:latin typeface="Times New Roman"/>
                <a:cs typeface="Times New Roman"/>
              </a:rPr>
              <a:t> </a:t>
            </a:r>
            <a:r>
              <a:rPr dirty="0" smtClean="0" sz="1400" spc="96">
                <a:latin typeface="Times New Roman"/>
                <a:cs typeface="Times New Roman"/>
              </a:rPr>
              <a:t>A</a:t>
            </a:r>
            <a:r>
              <a:rPr dirty="0" smtClean="0" sz="1400" spc="96">
                <a:latin typeface="Times New Roman"/>
                <a:cs typeface="Times New Roman"/>
              </a:rPr>
              <a:t>r</a:t>
            </a:r>
            <a:r>
              <a:rPr dirty="0" smtClean="0" sz="1400" spc="96">
                <a:latin typeface="Times New Roman"/>
                <a:cs typeface="Times New Roman"/>
              </a:rPr>
              <a:t>s</a:t>
            </a:r>
            <a:r>
              <a:rPr dirty="0" smtClean="0" sz="1400" spc="96">
                <a:latin typeface="Times New Roman"/>
                <a:cs typeface="Times New Roman"/>
              </a:rPr>
              <a:t>i</a:t>
            </a:r>
            <a:r>
              <a:rPr dirty="0" smtClean="0" sz="1400" spc="96">
                <a:latin typeface="Times New Roman"/>
                <a:cs typeface="Times New Roman"/>
              </a:rPr>
              <a:t>t</a:t>
            </a:r>
            <a:r>
              <a:rPr dirty="0" smtClean="0" sz="1400" spc="96">
                <a:latin typeface="Times New Roman"/>
                <a:cs typeface="Times New Roman"/>
              </a:rPr>
              <a:t>e</a:t>
            </a:r>
            <a:r>
              <a:rPr dirty="0" smtClean="0" sz="1400" spc="96">
                <a:latin typeface="Times New Roman"/>
                <a:cs typeface="Times New Roman"/>
              </a:rPr>
              <a:t>k</a:t>
            </a:r>
            <a:r>
              <a:rPr dirty="0" smtClean="0" sz="1400" spc="96">
                <a:latin typeface="Times New Roman"/>
                <a:cs typeface="Times New Roman"/>
              </a:rPr>
              <a:t>tur</a:t>
            </a:r>
            <a:r>
              <a:rPr dirty="0" smtClean="0" sz="1400" spc="96">
                <a:latin typeface="Times New Roman"/>
                <a:cs typeface="Times New Roman"/>
              </a:rPr>
              <a:t> </a:t>
            </a:r>
            <a:r>
              <a:rPr dirty="0" smtClean="0" sz="1400" spc="96">
                <a:latin typeface="Times New Roman"/>
                <a:cs typeface="Times New Roman"/>
              </a:rPr>
              <a:t>J</a:t>
            </a:r>
            <a:r>
              <a:rPr dirty="0" smtClean="0" sz="1400" spc="96">
                <a:latin typeface="Times New Roman"/>
                <a:cs typeface="Times New Roman"/>
              </a:rPr>
              <a:t>a</a:t>
            </a:r>
            <a:r>
              <a:rPr dirty="0" smtClean="0" sz="1400" spc="96">
                <a:latin typeface="Times New Roman"/>
                <a:cs typeface="Times New Roman"/>
              </a:rPr>
              <a:t>r</a:t>
            </a:r>
            <a:r>
              <a:rPr dirty="0" smtClean="0" sz="1400" spc="96">
                <a:latin typeface="Times New Roman"/>
                <a:cs typeface="Times New Roman"/>
              </a:rPr>
              <a:t>in</a:t>
            </a:r>
            <a:r>
              <a:rPr dirty="0" smtClean="0" sz="1400" spc="96">
                <a:latin typeface="Times New Roman"/>
                <a:cs typeface="Times New Roman"/>
              </a:rPr>
              <a:t>g</a:t>
            </a:r>
            <a:r>
              <a:rPr dirty="0" smtClean="0" sz="1400" spc="96">
                <a:latin typeface="Times New Roman"/>
                <a:cs typeface="Times New Roman"/>
              </a:rPr>
              <a:t>a</a:t>
            </a:r>
            <a:r>
              <a:rPr dirty="0" smtClean="0" sz="1400" spc="96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2095" y="5364028"/>
            <a:ext cx="1586732" cy="201809"/>
          </a:xfrm>
          <a:prstGeom prst="rect">
            <a:avLst/>
          </a:prstGeom>
        </p:spPr>
        <p:txBody>
          <a:bodyPr wrap="square" lIns="0" tIns="9588" rIns="0" bIns="0" rtlCol="0">
            <a:noAutofit/>
          </a:bodyPr>
          <a:lstStyle/>
          <a:p>
            <a:pPr marL="12700">
              <a:lnSpc>
                <a:spcPts val="1510"/>
              </a:lnSpc>
            </a:pPr>
            <a:r>
              <a:rPr dirty="0" smtClean="0" sz="1400" spc="98">
                <a:latin typeface="Times New Roman"/>
                <a:cs typeface="Times New Roman"/>
              </a:rPr>
              <a:t>•</a:t>
            </a:r>
            <a:r>
              <a:rPr dirty="0" smtClean="0" sz="1400" spc="98">
                <a:latin typeface="Times New Roman"/>
                <a:cs typeface="Times New Roman"/>
              </a:rPr>
              <a:t> </a:t>
            </a:r>
            <a:r>
              <a:rPr dirty="0" smtClean="0" sz="1400" spc="98">
                <a:latin typeface="Times New Roman"/>
                <a:cs typeface="Times New Roman"/>
              </a:rPr>
              <a:t> </a:t>
            </a:r>
            <a:r>
              <a:rPr dirty="0" smtClean="0" sz="1400" spc="98">
                <a:latin typeface="Times New Roman"/>
                <a:cs typeface="Times New Roman"/>
              </a:rPr>
              <a:t>C</a:t>
            </a:r>
            <a:r>
              <a:rPr dirty="0" smtClean="0" sz="1400" spc="98">
                <a:latin typeface="Times New Roman"/>
                <a:cs typeface="Times New Roman"/>
              </a:rPr>
              <a:t>o</a:t>
            </a:r>
            <a:r>
              <a:rPr dirty="0" smtClean="0" sz="1400" spc="98">
                <a:latin typeface="Times New Roman"/>
                <a:cs typeface="Times New Roman"/>
              </a:rPr>
              <a:t>ntr</a:t>
            </a:r>
            <a:r>
              <a:rPr dirty="0" smtClean="0" sz="1400" spc="98">
                <a:latin typeface="Times New Roman"/>
                <a:cs typeface="Times New Roman"/>
              </a:rPr>
              <a:t>o</a:t>
            </a:r>
            <a:r>
              <a:rPr dirty="0" smtClean="0" sz="1400" spc="98">
                <a:latin typeface="Times New Roman"/>
                <a:cs typeface="Times New Roman"/>
              </a:rPr>
              <a:t>l</a:t>
            </a:r>
            <a:r>
              <a:rPr dirty="0" smtClean="0" sz="1400" spc="98">
                <a:latin typeface="Times New Roman"/>
                <a:cs typeface="Times New Roman"/>
              </a:rPr>
              <a:t> </a:t>
            </a:r>
            <a:r>
              <a:rPr dirty="0" smtClean="0" sz="1400" spc="98">
                <a:latin typeface="Times New Roman"/>
                <a:cs typeface="Times New Roman"/>
              </a:rPr>
              <a:t>J</a:t>
            </a:r>
            <a:r>
              <a:rPr dirty="0" smtClean="0" sz="1400" spc="98">
                <a:latin typeface="Times New Roman"/>
                <a:cs typeface="Times New Roman"/>
              </a:rPr>
              <a:t>a</a:t>
            </a:r>
            <a:r>
              <a:rPr dirty="0" smtClean="0" sz="1400" spc="98">
                <a:latin typeface="Times New Roman"/>
                <a:cs typeface="Times New Roman"/>
              </a:rPr>
              <a:t>r</a:t>
            </a:r>
            <a:r>
              <a:rPr dirty="0" smtClean="0" sz="1400" spc="98">
                <a:latin typeface="Times New Roman"/>
                <a:cs typeface="Times New Roman"/>
              </a:rPr>
              <a:t>in</a:t>
            </a:r>
            <a:r>
              <a:rPr dirty="0" smtClean="0" sz="1400" spc="98">
                <a:latin typeface="Times New Roman"/>
                <a:cs typeface="Times New Roman"/>
              </a:rPr>
              <a:t>g</a:t>
            </a:r>
            <a:r>
              <a:rPr dirty="0" smtClean="0" sz="1400" spc="98">
                <a:latin typeface="Times New Roman"/>
                <a:cs typeface="Times New Roman"/>
              </a:rPr>
              <a:t>a</a:t>
            </a:r>
            <a:r>
              <a:rPr dirty="0" smtClean="0" sz="1400" spc="98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9280" y="6472848"/>
            <a:ext cx="31313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1985" y="4594849"/>
            <a:ext cx="2865547" cy="1400219"/>
          </a:xfrm>
          <a:prstGeom prst="rect">
            <a:avLst/>
          </a:prstGeom>
        </p:spPr>
        <p:txBody>
          <a:bodyPr wrap="square" lIns="0" tIns="5805" rIns="0" bIns="0" rtlCol="0">
            <a:noAutofit/>
          </a:bodyPr>
          <a:lstStyle/>
          <a:p>
            <a:pPr>
              <a:lnSpc>
                <a:spcPts val="950"/>
              </a:lnSpc>
            </a:pPr>
            <a:endParaRPr sz="950"/>
          </a:p>
          <a:p>
            <a:pPr marL="215639">
              <a:lnSpc>
                <a:spcPct val="95825"/>
              </a:lnSpc>
            </a:pP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sa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bs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Jar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gan</a:t>
            </a:r>
            <a:endParaRPr sz="1400">
              <a:latin typeface="Times New Roman"/>
              <a:cs typeface="Times New Roman"/>
            </a:endParaRPr>
          </a:p>
          <a:p>
            <a:pPr marL="180125">
              <a:lnSpc>
                <a:spcPct val="95825"/>
              </a:lnSpc>
              <a:spcBef>
                <a:spcPts val="1921"/>
              </a:spcBef>
            </a:pPr>
            <a:r>
              <a:rPr dirty="0" smtClean="0" sz="1400" spc="96">
                <a:latin typeface="Times New Roman"/>
                <a:cs typeface="Times New Roman"/>
              </a:rPr>
              <a:t>•</a:t>
            </a:r>
            <a:r>
              <a:rPr dirty="0" smtClean="0" sz="1400" spc="96">
                <a:latin typeface="Times New Roman"/>
                <a:cs typeface="Times New Roman"/>
              </a:rPr>
              <a:t> </a:t>
            </a:r>
            <a:r>
              <a:rPr dirty="0" smtClean="0" sz="1400" spc="96">
                <a:latin typeface="Times New Roman"/>
                <a:cs typeface="Times New Roman"/>
              </a:rPr>
              <a:t> </a:t>
            </a:r>
            <a:r>
              <a:rPr dirty="0" smtClean="0" sz="1400" spc="96">
                <a:latin typeface="Times New Roman"/>
                <a:cs typeface="Times New Roman"/>
              </a:rPr>
              <a:t>I</a:t>
            </a:r>
            <a:r>
              <a:rPr dirty="0" smtClean="0" sz="1400" spc="96">
                <a:latin typeface="Times New Roman"/>
                <a:cs typeface="Times New Roman"/>
              </a:rPr>
              <a:t>nt</a:t>
            </a:r>
            <a:r>
              <a:rPr dirty="0" smtClean="0" sz="1400" spc="96">
                <a:latin typeface="Times New Roman"/>
                <a:cs typeface="Times New Roman"/>
              </a:rPr>
              <a:t>e</a:t>
            </a:r>
            <a:r>
              <a:rPr dirty="0" smtClean="0" sz="1400" spc="96">
                <a:latin typeface="Times New Roman"/>
                <a:cs typeface="Times New Roman"/>
              </a:rPr>
              <a:t>r</a:t>
            </a:r>
            <a:r>
              <a:rPr dirty="0" smtClean="0" sz="1400" spc="96">
                <a:latin typeface="Times New Roman"/>
                <a:cs typeface="Times New Roman"/>
              </a:rPr>
              <a:t>f</a:t>
            </a:r>
            <a:r>
              <a:rPr dirty="0" smtClean="0" sz="1400" spc="96">
                <a:latin typeface="Times New Roman"/>
                <a:cs typeface="Times New Roman"/>
              </a:rPr>
              <a:t>a</a:t>
            </a:r>
            <a:r>
              <a:rPr dirty="0" smtClean="0" sz="1400" spc="96">
                <a:latin typeface="Times New Roman"/>
                <a:cs typeface="Times New Roman"/>
              </a:rPr>
              <a:t>c</a:t>
            </a:r>
            <a:r>
              <a:rPr dirty="0" smtClean="0" sz="1400" spc="96">
                <a:latin typeface="Times New Roman"/>
                <a:cs typeface="Times New Roman"/>
              </a:rPr>
              <a:t>e</a:t>
            </a:r>
            <a:r>
              <a:rPr dirty="0" smtClean="0" sz="1400" spc="96">
                <a:latin typeface="Times New Roman"/>
                <a:cs typeface="Times New Roman"/>
              </a:rPr>
              <a:t> </a:t>
            </a:r>
            <a:r>
              <a:rPr dirty="0" smtClean="0" sz="1400" spc="96">
                <a:latin typeface="Times New Roman"/>
                <a:cs typeface="Times New Roman"/>
              </a:rPr>
              <a:t>J</a:t>
            </a:r>
            <a:r>
              <a:rPr dirty="0" smtClean="0" sz="1400" spc="96">
                <a:latin typeface="Times New Roman"/>
                <a:cs typeface="Times New Roman"/>
              </a:rPr>
              <a:t>a</a:t>
            </a:r>
            <a:r>
              <a:rPr dirty="0" smtClean="0" sz="1400" spc="96">
                <a:latin typeface="Times New Roman"/>
                <a:cs typeface="Times New Roman"/>
              </a:rPr>
              <a:t>r</a:t>
            </a:r>
            <a:r>
              <a:rPr dirty="0" smtClean="0" sz="1400" spc="96">
                <a:latin typeface="Times New Roman"/>
                <a:cs typeface="Times New Roman"/>
              </a:rPr>
              <a:t>in</a:t>
            </a:r>
            <a:r>
              <a:rPr dirty="0" smtClean="0" sz="1400" spc="96">
                <a:latin typeface="Times New Roman"/>
                <a:cs typeface="Times New Roman"/>
              </a:rPr>
              <a:t>g</a:t>
            </a:r>
            <a:r>
              <a:rPr dirty="0" smtClean="0" sz="1400" spc="96">
                <a:latin typeface="Times New Roman"/>
                <a:cs typeface="Times New Roman"/>
              </a:rPr>
              <a:t>a</a:t>
            </a:r>
            <a:r>
              <a:rPr dirty="0" smtClean="0" sz="1400" spc="96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294604">
              <a:lnSpc>
                <a:spcPct val="95825"/>
              </a:lnSpc>
              <a:spcBef>
                <a:spcPts val="1556"/>
              </a:spcBef>
            </a:pPr>
            <a:r>
              <a:rPr dirty="0" smtClean="0" sz="1400" spc="81">
                <a:latin typeface="Times New Roman"/>
                <a:cs typeface="Times New Roman"/>
              </a:rPr>
              <a:t>(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l</a:t>
            </a:r>
            <a:r>
              <a:rPr dirty="0" smtClean="0" sz="1400" spc="81">
                <a:latin typeface="Times New Roman"/>
                <a:cs typeface="Times New Roman"/>
              </a:rPr>
              <a:t>a</a:t>
            </a:r>
            <a:r>
              <a:rPr dirty="0" smtClean="0" sz="1400" spc="81">
                <a:latin typeface="Times New Roman"/>
                <a:cs typeface="Times New Roman"/>
              </a:rPr>
              <a:t>y</a:t>
            </a:r>
            <a:r>
              <a:rPr dirty="0" smtClean="0" sz="1400" spc="81">
                <a:latin typeface="Times New Roman"/>
                <a:cs typeface="Times New Roman"/>
              </a:rPr>
              <a:t>e</a:t>
            </a:r>
            <a:r>
              <a:rPr dirty="0" smtClean="0" sz="1400" spc="81">
                <a:latin typeface="Times New Roman"/>
                <a:cs typeface="Times New Roman"/>
              </a:rPr>
              <a:t>r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O</a:t>
            </a:r>
            <a:r>
              <a:rPr dirty="0" smtClean="0" sz="1400" spc="81">
                <a:latin typeface="Times New Roman"/>
                <a:cs typeface="Times New Roman"/>
              </a:rPr>
              <a:t>S</a:t>
            </a:r>
            <a:r>
              <a:rPr dirty="0" smtClean="0" sz="1400" spc="81">
                <a:latin typeface="Times New Roman"/>
                <a:cs typeface="Times New Roman"/>
              </a:rPr>
              <a:t>I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y</a:t>
            </a:r>
            <a:r>
              <a:rPr dirty="0" smtClean="0" sz="1400" spc="81">
                <a:latin typeface="Times New Roman"/>
                <a:cs typeface="Times New Roman"/>
              </a:rPr>
              <a:t>a</a:t>
            </a:r>
            <a:r>
              <a:rPr dirty="0" smtClean="0" sz="1400" spc="81">
                <a:latin typeface="Times New Roman"/>
                <a:cs typeface="Times New Roman"/>
              </a:rPr>
              <a:t>ng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l</a:t>
            </a:r>
            <a:r>
              <a:rPr dirty="0" smtClean="0" sz="1400" spc="81">
                <a:latin typeface="Times New Roman"/>
                <a:cs typeface="Times New Roman"/>
              </a:rPr>
              <a:t>e</a:t>
            </a:r>
            <a:r>
              <a:rPr dirty="0" smtClean="0" sz="1400" spc="81">
                <a:latin typeface="Times New Roman"/>
                <a:cs typeface="Times New Roman"/>
              </a:rPr>
              <a:t>bih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t</a:t>
            </a:r>
            <a:r>
              <a:rPr dirty="0" smtClean="0" sz="1400" spc="81">
                <a:latin typeface="Times New Roman"/>
                <a:cs typeface="Times New Roman"/>
              </a:rPr>
              <a:t>in</a:t>
            </a:r>
            <a:r>
              <a:rPr dirty="0" smtClean="0" sz="1400" spc="81">
                <a:latin typeface="Times New Roman"/>
                <a:cs typeface="Times New Roman"/>
              </a:rPr>
              <a:t>g</a:t>
            </a:r>
            <a:r>
              <a:rPr dirty="0" smtClean="0" sz="1400" spc="81">
                <a:latin typeface="Times New Roman"/>
                <a:cs typeface="Times New Roman"/>
              </a:rPr>
              <a:t>g</a:t>
            </a:r>
            <a:r>
              <a:rPr dirty="0" smtClean="0" sz="1400" spc="81">
                <a:latin typeface="Times New Roman"/>
                <a:cs typeface="Times New Roman"/>
              </a:rPr>
              <a:t>i</a:t>
            </a:r>
            <a:r>
              <a:rPr dirty="0" smtClean="0" sz="1400" spc="81">
                <a:latin typeface="Times New Roman"/>
                <a:cs typeface="Times New Roman"/>
              </a:rPr>
              <a:t> </a:t>
            </a:r>
            <a:r>
              <a:rPr dirty="0" smtClean="0" sz="1400" spc="81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0608" y="4222024"/>
            <a:ext cx="2865167" cy="1700305"/>
          </a:xfrm>
          <a:prstGeom prst="rect">
            <a:avLst/>
          </a:prstGeom>
        </p:spPr>
        <p:txBody>
          <a:bodyPr wrap="square" lIns="0" tIns="2001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0067">
              <a:lnSpc>
                <a:spcPct val="95825"/>
              </a:lnSpc>
            </a:pP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sa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bs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smtClean="0" sz="1400" spc="113" b="1" i="1">
                <a:solidFill>
                  <a:srgbClr val="0000FF"/>
                </a:solidFill>
                <a:latin typeface="Times New Roman"/>
                <a:cs typeface="Times New Roman"/>
              </a:rPr>
              <a:t>adio</a:t>
            </a:r>
            <a:endParaRPr sz="1400">
              <a:latin typeface="Times New Roman"/>
              <a:cs typeface="Times New Roman"/>
            </a:endParaRPr>
          </a:p>
          <a:p>
            <a:pPr marL="256233">
              <a:lnSpc>
                <a:spcPct val="95825"/>
              </a:lnSpc>
              <a:spcBef>
                <a:spcPts val="495"/>
              </a:spcBef>
            </a:pPr>
            <a:r>
              <a:rPr dirty="0" smtClean="0" sz="1400" spc="99">
                <a:latin typeface="Times New Roman"/>
                <a:cs typeface="Times New Roman"/>
              </a:rPr>
              <a:t>•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M</a:t>
            </a:r>
            <a:r>
              <a:rPr dirty="0" smtClean="0" sz="1400" spc="99">
                <a:latin typeface="Times New Roman"/>
                <a:cs typeface="Times New Roman"/>
              </a:rPr>
              <a:t>o</a:t>
            </a:r>
            <a:r>
              <a:rPr dirty="0" smtClean="0" sz="1400" spc="99">
                <a:latin typeface="Times New Roman"/>
                <a:cs typeface="Times New Roman"/>
              </a:rPr>
              <a:t>dul</a:t>
            </a:r>
            <a:r>
              <a:rPr dirty="0" smtClean="0" sz="1400" spc="99">
                <a:latin typeface="Times New Roman"/>
                <a:cs typeface="Times New Roman"/>
              </a:rPr>
              <a:t>a</a:t>
            </a:r>
            <a:r>
              <a:rPr dirty="0" smtClean="0" sz="1400" spc="99">
                <a:latin typeface="Times New Roman"/>
                <a:cs typeface="Times New Roman"/>
              </a:rPr>
              <a:t>si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/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a</a:t>
            </a:r>
            <a:r>
              <a:rPr dirty="0" smtClean="0" sz="1400" spc="99">
                <a:latin typeface="Times New Roman"/>
                <a:cs typeface="Times New Roman"/>
              </a:rPr>
              <a:t>k</a:t>
            </a:r>
            <a:r>
              <a:rPr dirty="0" smtClean="0" sz="1400" spc="99">
                <a:latin typeface="Times New Roman"/>
                <a:cs typeface="Times New Roman"/>
              </a:rPr>
              <a:t>s</a:t>
            </a:r>
            <a:r>
              <a:rPr dirty="0" smtClean="0" sz="1400" spc="99">
                <a:latin typeface="Times New Roman"/>
                <a:cs typeface="Times New Roman"/>
              </a:rPr>
              <a:t>e</a:t>
            </a:r>
            <a:r>
              <a:rPr dirty="0" smtClean="0" sz="1400" spc="99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256233">
              <a:lnSpc>
                <a:spcPts val="1510"/>
              </a:lnSpc>
              <a:spcBef>
                <a:spcPts val="75"/>
              </a:spcBef>
            </a:pPr>
            <a:r>
              <a:rPr dirty="0" smtClean="0" sz="1400" spc="104">
                <a:latin typeface="Times New Roman"/>
                <a:cs typeface="Times New Roman"/>
              </a:rPr>
              <a:t>•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C</a:t>
            </a:r>
            <a:r>
              <a:rPr dirty="0" smtClean="0" sz="1400" spc="104">
                <a:latin typeface="Times New Roman"/>
                <a:cs typeface="Times New Roman"/>
              </a:rPr>
              <a:t>o</a:t>
            </a:r>
            <a:r>
              <a:rPr dirty="0" smtClean="0" sz="1400" spc="104">
                <a:latin typeface="Times New Roman"/>
                <a:cs typeface="Times New Roman"/>
              </a:rPr>
              <a:t>ding</a:t>
            </a:r>
            <a:endParaRPr sz="1400">
              <a:latin typeface="Times New Roman"/>
              <a:cs typeface="Times New Roman"/>
            </a:endParaRPr>
          </a:p>
          <a:p>
            <a:pPr marL="268930">
              <a:lnSpc>
                <a:spcPts val="1525"/>
              </a:lnSpc>
              <a:spcBef>
                <a:spcPts val="0"/>
              </a:spcBef>
            </a:pPr>
            <a:r>
              <a:rPr dirty="0" smtClean="0" sz="1400" spc="103">
                <a:latin typeface="Times New Roman"/>
                <a:cs typeface="Times New Roman"/>
              </a:rPr>
              <a:t>•</a:t>
            </a:r>
            <a:r>
              <a:rPr dirty="0" smtClean="0" sz="1400" spc="103">
                <a:latin typeface="Times New Roman"/>
                <a:cs typeface="Times New Roman"/>
              </a:rPr>
              <a:t> </a:t>
            </a:r>
            <a:r>
              <a:rPr dirty="0" smtClean="0" sz="1400" spc="103">
                <a:latin typeface="Times New Roman"/>
                <a:cs typeface="Times New Roman"/>
              </a:rPr>
              <a:t> </a:t>
            </a:r>
            <a:r>
              <a:rPr dirty="0" smtClean="0" sz="1400" spc="103">
                <a:latin typeface="Times New Roman"/>
                <a:cs typeface="Times New Roman"/>
              </a:rPr>
              <a:t>T</a:t>
            </a:r>
            <a:r>
              <a:rPr dirty="0" smtClean="0" sz="1400" spc="103">
                <a:latin typeface="Times New Roman"/>
                <a:cs typeface="Times New Roman"/>
              </a:rPr>
              <a:t>e</a:t>
            </a:r>
            <a:r>
              <a:rPr dirty="0" smtClean="0" sz="1400" spc="103">
                <a:latin typeface="Times New Roman"/>
                <a:cs typeface="Times New Roman"/>
              </a:rPr>
              <a:t>k</a:t>
            </a:r>
            <a:r>
              <a:rPr dirty="0" smtClean="0" sz="1400" spc="103">
                <a:latin typeface="Times New Roman"/>
                <a:cs typeface="Times New Roman"/>
              </a:rPr>
              <a:t>nik</a:t>
            </a:r>
            <a:r>
              <a:rPr dirty="0" smtClean="0" sz="1400" spc="103">
                <a:latin typeface="Times New Roman"/>
                <a:cs typeface="Times New Roman"/>
              </a:rPr>
              <a:t> </a:t>
            </a:r>
            <a:r>
              <a:rPr dirty="0" smtClean="0" sz="1400" spc="103">
                <a:latin typeface="Times New Roman"/>
                <a:cs typeface="Times New Roman"/>
              </a:rPr>
              <a:t>A</a:t>
            </a:r>
            <a:r>
              <a:rPr dirty="0" smtClean="0" sz="1400" spc="103">
                <a:latin typeface="Times New Roman"/>
                <a:cs typeface="Times New Roman"/>
              </a:rPr>
              <a:t>nt</a:t>
            </a:r>
            <a:r>
              <a:rPr dirty="0" smtClean="0" sz="1400" spc="103">
                <a:latin typeface="Times New Roman"/>
                <a:cs typeface="Times New Roman"/>
              </a:rPr>
              <a:t>i</a:t>
            </a:r>
            <a:r>
              <a:rPr dirty="0" smtClean="0" sz="1400" spc="103">
                <a:latin typeface="Times New Roman"/>
                <a:cs typeface="Times New Roman"/>
              </a:rPr>
              <a:t>f</a:t>
            </a:r>
            <a:r>
              <a:rPr dirty="0" smtClean="0" sz="1400" spc="103">
                <a:latin typeface="Times New Roman"/>
                <a:cs typeface="Times New Roman"/>
              </a:rPr>
              <a:t>a</a:t>
            </a:r>
            <a:r>
              <a:rPr dirty="0" smtClean="0" sz="1400" spc="103">
                <a:latin typeface="Times New Roman"/>
                <a:cs typeface="Times New Roman"/>
              </a:rPr>
              <a:t>ding</a:t>
            </a:r>
            <a:endParaRPr sz="1400">
              <a:latin typeface="Times New Roman"/>
              <a:cs typeface="Times New Roman"/>
            </a:endParaRPr>
          </a:p>
          <a:p>
            <a:pPr marL="268930">
              <a:lnSpc>
                <a:spcPct val="95825"/>
              </a:lnSpc>
            </a:pPr>
            <a:r>
              <a:rPr dirty="0" smtClean="0" sz="1400" spc="94">
                <a:latin typeface="Times New Roman"/>
                <a:cs typeface="Times New Roman"/>
              </a:rPr>
              <a:t>•</a:t>
            </a:r>
            <a:r>
              <a:rPr dirty="0" smtClean="0" sz="1400" spc="94">
                <a:latin typeface="Times New Roman"/>
                <a:cs typeface="Times New Roman"/>
              </a:rPr>
              <a:t> </a:t>
            </a:r>
            <a:r>
              <a:rPr dirty="0" smtClean="0" sz="1400" spc="94">
                <a:latin typeface="Times New Roman"/>
                <a:cs typeface="Times New Roman"/>
              </a:rPr>
              <a:t> </a:t>
            </a:r>
            <a:r>
              <a:rPr dirty="0" smtClean="0" sz="1400" spc="94">
                <a:latin typeface="Times New Roman"/>
                <a:cs typeface="Times New Roman"/>
              </a:rPr>
              <a:t>S</a:t>
            </a:r>
            <a:r>
              <a:rPr dirty="0" smtClean="0" sz="1400" spc="94">
                <a:latin typeface="Times New Roman"/>
                <a:cs typeface="Times New Roman"/>
              </a:rPr>
              <a:t>in</a:t>
            </a:r>
            <a:r>
              <a:rPr dirty="0" smtClean="0" sz="1400" spc="94">
                <a:latin typeface="Times New Roman"/>
                <a:cs typeface="Times New Roman"/>
              </a:rPr>
              <a:t>k</a:t>
            </a:r>
            <a:r>
              <a:rPr dirty="0" smtClean="0" sz="1400" spc="94">
                <a:latin typeface="Times New Roman"/>
                <a:cs typeface="Times New Roman"/>
              </a:rPr>
              <a:t>r</a:t>
            </a:r>
            <a:r>
              <a:rPr dirty="0" smtClean="0" sz="1400" spc="94">
                <a:latin typeface="Times New Roman"/>
                <a:cs typeface="Times New Roman"/>
              </a:rPr>
              <a:t>o</a:t>
            </a:r>
            <a:r>
              <a:rPr dirty="0" smtClean="0" sz="1400" spc="94">
                <a:latin typeface="Times New Roman"/>
                <a:cs typeface="Times New Roman"/>
              </a:rPr>
              <a:t>ni</a:t>
            </a:r>
            <a:r>
              <a:rPr dirty="0" smtClean="0" sz="1400" spc="94">
                <a:latin typeface="Times New Roman"/>
                <a:cs typeface="Times New Roman"/>
              </a:rPr>
              <a:t>s</a:t>
            </a:r>
            <a:r>
              <a:rPr dirty="0" smtClean="0" sz="1400" spc="94">
                <a:latin typeface="Times New Roman"/>
                <a:cs typeface="Times New Roman"/>
              </a:rPr>
              <a:t>a</a:t>
            </a:r>
            <a:r>
              <a:rPr dirty="0" smtClean="0" sz="1400" spc="94">
                <a:latin typeface="Times New Roman"/>
                <a:cs typeface="Times New Roman"/>
              </a:rPr>
              <a:t>si</a:t>
            </a:r>
            <a:endParaRPr sz="1400">
              <a:latin typeface="Times New Roman"/>
              <a:cs typeface="Times New Roman"/>
            </a:endParaRPr>
          </a:p>
          <a:p>
            <a:pPr marL="268930">
              <a:lnSpc>
                <a:spcPts val="1475"/>
              </a:lnSpc>
              <a:spcBef>
                <a:spcPts val="73"/>
              </a:spcBef>
            </a:pPr>
            <a:r>
              <a:rPr dirty="0" smtClean="0" sz="1400" spc="102">
                <a:latin typeface="Times New Roman"/>
                <a:cs typeface="Times New Roman"/>
              </a:rPr>
              <a:t>•</a:t>
            </a:r>
            <a:r>
              <a:rPr dirty="0" smtClean="0" sz="1400" spc="102">
                <a:latin typeface="Times New Roman"/>
                <a:cs typeface="Times New Roman"/>
              </a:rPr>
              <a:t> </a:t>
            </a:r>
            <a:r>
              <a:rPr dirty="0" smtClean="0" sz="1400" spc="102">
                <a:latin typeface="Times New Roman"/>
                <a:cs typeface="Times New Roman"/>
              </a:rPr>
              <a:t> </a:t>
            </a:r>
            <a:r>
              <a:rPr dirty="0" smtClean="0" sz="1400" spc="102">
                <a:latin typeface="Times New Roman"/>
                <a:cs typeface="Times New Roman"/>
              </a:rPr>
              <a:t>I</a:t>
            </a:r>
            <a:r>
              <a:rPr dirty="0" smtClean="0" sz="1400" spc="102">
                <a:latin typeface="Times New Roman"/>
                <a:cs typeface="Times New Roman"/>
              </a:rPr>
              <a:t>F</a:t>
            </a:r>
            <a:r>
              <a:rPr dirty="0" smtClean="0" sz="1400" spc="102">
                <a:latin typeface="Times New Roman"/>
                <a:cs typeface="Times New Roman"/>
              </a:rPr>
              <a:t>/</a:t>
            </a:r>
            <a:r>
              <a:rPr dirty="0" smtClean="0" sz="1400" spc="102">
                <a:latin typeface="Times New Roman"/>
                <a:cs typeface="Times New Roman"/>
              </a:rPr>
              <a:t>R</a:t>
            </a:r>
            <a:r>
              <a:rPr dirty="0" smtClean="0" sz="1400" spc="102">
                <a:latin typeface="Times New Roman"/>
                <a:cs typeface="Times New Roman"/>
              </a:rPr>
              <a:t>F</a:t>
            </a:r>
            <a:r>
              <a:rPr dirty="0" smtClean="0" sz="1400" spc="102">
                <a:latin typeface="Times New Roman"/>
                <a:cs typeface="Times New Roman"/>
              </a:rPr>
              <a:t> </a:t>
            </a:r>
            <a:r>
              <a:rPr dirty="0" smtClean="0" sz="1400" spc="102">
                <a:latin typeface="Times New Roman"/>
                <a:cs typeface="Times New Roman"/>
              </a:rPr>
              <a:t>D</a:t>
            </a:r>
            <a:r>
              <a:rPr dirty="0" smtClean="0" sz="1400" spc="102">
                <a:latin typeface="Times New Roman"/>
                <a:cs typeface="Times New Roman"/>
              </a:rPr>
              <a:t>e</a:t>
            </a:r>
            <a:r>
              <a:rPr dirty="0" smtClean="0" sz="1400" spc="102">
                <a:latin typeface="Times New Roman"/>
                <a:cs typeface="Times New Roman"/>
              </a:rPr>
              <a:t>s</a:t>
            </a:r>
            <a:r>
              <a:rPr dirty="0" smtClean="0" sz="1400" spc="102">
                <a:latin typeface="Times New Roman"/>
                <a:cs typeface="Times New Roman"/>
              </a:rPr>
              <a:t>i</a:t>
            </a:r>
            <a:r>
              <a:rPr dirty="0" smtClean="0" sz="1400" spc="102">
                <a:latin typeface="Times New Roman"/>
                <a:cs typeface="Times New Roman"/>
              </a:rPr>
              <a:t>g</a:t>
            </a:r>
            <a:r>
              <a:rPr dirty="0" smtClean="0" sz="1400" spc="102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281628">
              <a:lnSpc>
                <a:spcPct val="95825"/>
              </a:lnSpc>
              <a:spcBef>
                <a:spcPts val="21"/>
              </a:spcBef>
            </a:pPr>
            <a:r>
              <a:rPr dirty="0" smtClean="0" sz="1400" spc="104">
                <a:latin typeface="Times New Roman"/>
                <a:cs typeface="Times New Roman"/>
              </a:rPr>
              <a:t>•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D</a:t>
            </a:r>
            <a:r>
              <a:rPr dirty="0" smtClean="0" sz="1400" spc="104">
                <a:latin typeface="Times New Roman"/>
                <a:cs typeface="Times New Roman"/>
              </a:rPr>
              <a:t>e</a:t>
            </a:r>
            <a:r>
              <a:rPr dirty="0" smtClean="0" sz="1400" spc="104">
                <a:latin typeface="Times New Roman"/>
                <a:cs typeface="Times New Roman"/>
              </a:rPr>
              <a:t>v</a:t>
            </a:r>
            <a:r>
              <a:rPr dirty="0" smtClean="0" sz="1400" spc="104">
                <a:latin typeface="Times New Roman"/>
                <a:cs typeface="Times New Roman"/>
              </a:rPr>
              <a:t>i</a:t>
            </a:r>
            <a:r>
              <a:rPr dirty="0" smtClean="0" sz="1400" spc="104">
                <a:latin typeface="Times New Roman"/>
                <a:cs typeface="Times New Roman"/>
              </a:rPr>
              <a:t>c</a:t>
            </a:r>
            <a:r>
              <a:rPr dirty="0" smtClean="0" sz="1400" spc="104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5371" y="1798503"/>
            <a:ext cx="2862627" cy="1788488"/>
          </a:xfrm>
          <a:prstGeom prst="rect">
            <a:avLst/>
          </a:prstGeom>
        </p:spPr>
        <p:txBody>
          <a:bodyPr wrap="square" lIns="0" tIns="3648" rIns="0" bIns="0" rtlCol="0">
            <a:noAutofit/>
          </a:bodyPr>
          <a:lstStyle/>
          <a:p>
            <a:pPr>
              <a:lnSpc>
                <a:spcPts val="900"/>
              </a:lnSpc>
            </a:pPr>
            <a:endParaRPr sz="900"/>
          </a:p>
          <a:p>
            <a:pPr marL="504848">
              <a:lnSpc>
                <a:spcPct val="95825"/>
              </a:lnSpc>
            </a:pP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an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06" b="1" i="1">
                <a:solidFill>
                  <a:srgbClr val="0000FF"/>
                </a:solidFill>
                <a:latin typeface="Times New Roman"/>
                <a:cs typeface="Times New Roman"/>
              </a:rPr>
              <a:t>Propagasi</a:t>
            </a:r>
            <a:endParaRPr sz="1400">
              <a:latin typeface="Times New Roman"/>
              <a:cs typeface="Times New Roman"/>
            </a:endParaRPr>
          </a:p>
          <a:p>
            <a:pPr marL="256233">
              <a:lnSpc>
                <a:spcPts val="1550"/>
              </a:lnSpc>
              <a:spcBef>
                <a:spcPts val="590"/>
              </a:spcBef>
            </a:pPr>
            <a:r>
              <a:rPr dirty="0" smtClean="0" sz="1400" spc="93">
                <a:latin typeface="Times New Roman"/>
                <a:cs typeface="Times New Roman"/>
              </a:rPr>
              <a:t>•</a:t>
            </a:r>
            <a:r>
              <a:rPr dirty="0" smtClean="0" sz="1400" spc="93">
                <a:latin typeface="Times New Roman"/>
                <a:cs typeface="Times New Roman"/>
              </a:rPr>
              <a:t> </a:t>
            </a:r>
            <a:r>
              <a:rPr dirty="0" smtClean="0" sz="1400" spc="93">
                <a:latin typeface="Times New Roman"/>
                <a:cs typeface="Times New Roman"/>
              </a:rPr>
              <a:t> </a:t>
            </a:r>
            <a:r>
              <a:rPr dirty="0" smtClean="0" sz="1400" spc="93">
                <a:latin typeface="Times New Roman"/>
                <a:cs typeface="Times New Roman"/>
              </a:rPr>
              <a:t>P</a:t>
            </a:r>
            <a:r>
              <a:rPr dirty="0" smtClean="0" sz="1400" spc="93">
                <a:latin typeface="Times New Roman"/>
                <a:cs typeface="Times New Roman"/>
              </a:rPr>
              <a:t>a</a:t>
            </a:r>
            <a:r>
              <a:rPr dirty="0" smtClean="0" sz="1400" spc="93">
                <a:latin typeface="Times New Roman"/>
                <a:cs typeface="Times New Roman"/>
              </a:rPr>
              <a:t>th</a:t>
            </a:r>
            <a:r>
              <a:rPr dirty="0" smtClean="0" sz="1400" spc="93">
                <a:latin typeface="Times New Roman"/>
                <a:cs typeface="Times New Roman"/>
              </a:rPr>
              <a:t>l</a:t>
            </a:r>
            <a:r>
              <a:rPr dirty="0" smtClean="0" sz="1400" spc="93">
                <a:latin typeface="Times New Roman"/>
                <a:cs typeface="Times New Roman"/>
              </a:rPr>
              <a:t>o</a:t>
            </a:r>
            <a:r>
              <a:rPr dirty="0" smtClean="0" sz="1400" spc="93">
                <a:latin typeface="Times New Roman"/>
                <a:cs typeface="Times New Roman"/>
              </a:rPr>
              <a:t>ss</a:t>
            </a:r>
            <a:r>
              <a:rPr dirty="0" smtClean="0" sz="1400" spc="93">
                <a:latin typeface="Times New Roman"/>
                <a:cs typeface="Times New Roman"/>
              </a:rPr>
              <a:t> </a:t>
            </a:r>
            <a:r>
              <a:rPr dirty="0" smtClean="0" sz="1400" spc="93">
                <a:latin typeface="Times New Roman"/>
                <a:cs typeface="Times New Roman"/>
              </a:rPr>
              <a:t>r</a:t>
            </a:r>
            <a:r>
              <a:rPr dirty="0" smtClean="0" sz="1400" spc="93">
                <a:latin typeface="Times New Roman"/>
                <a:cs typeface="Times New Roman"/>
              </a:rPr>
              <a:t>a</a:t>
            </a:r>
            <a:r>
              <a:rPr dirty="0" smtClean="0" sz="1400" spc="93">
                <a:latin typeface="Times New Roman"/>
                <a:cs typeface="Times New Roman"/>
              </a:rPr>
              <a:t>t</a:t>
            </a:r>
            <a:r>
              <a:rPr dirty="0" smtClean="0" sz="1400" spc="93">
                <a:latin typeface="Times New Roman"/>
                <a:cs typeface="Times New Roman"/>
              </a:rPr>
              <a:t>a</a:t>
            </a:r>
            <a:r>
              <a:rPr dirty="0" smtClean="0" sz="1400" spc="93">
                <a:latin typeface="Times New Roman"/>
                <a:cs typeface="Times New Roman"/>
              </a:rPr>
              <a:t>-</a:t>
            </a:r>
            <a:r>
              <a:rPr dirty="0" smtClean="0" sz="1400" spc="93">
                <a:latin typeface="Times New Roman"/>
                <a:cs typeface="Times New Roman"/>
              </a:rPr>
              <a:t>r</a:t>
            </a:r>
            <a:r>
              <a:rPr dirty="0" smtClean="0" sz="1400" spc="93">
                <a:latin typeface="Times New Roman"/>
                <a:cs typeface="Times New Roman"/>
              </a:rPr>
              <a:t>a</a:t>
            </a:r>
            <a:r>
              <a:rPr dirty="0" smtClean="0" sz="1400" spc="93">
                <a:latin typeface="Times New Roman"/>
                <a:cs typeface="Times New Roman"/>
              </a:rPr>
              <a:t>ta</a:t>
            </a:r>
            <a:endParaRPr sz="1400">
              <a:latin typeface="Times New Roman"/>
              <a:cs typeface="Times New Roman"/>
            </a:endParaRPr>
          </a:p>
          <a:p>
            <a:pPr marL="243536">
              <a:lnSpc>
                <a:spcPts val="1410"/>
              </a:lnSpc>
            </a:pPr>
            <a:r>
              <a:rPr dirty="0" smtClean="0" sz="1400" spc="99">
                <a:latin typeface="Times New Roman"/>
                <a:cs typeface="Times New Roman"/>
              </a:rPr>
              <a:t>•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L</a:t>
            </a:r>
            <a:r>
              <a:rPr dirty="0" smtClean="0" sz="1400" spc="99">
                <a:latin typeface="Times New Roman"/>
                <a:cs typeface="Times New Roman"/>
              </a:rPr>
              <a:t>o</a:t>
            </a:r>
            <a:r>
              <a:rPr dirty="0" smtClean="0" sz="1400" spc="99">
                <a:latin typeface="Times New Roman"/>
                <a:cs typeface="Times New Roman"/>
              </a:rPr>
              <a:t>ng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t</a:t>
            </a:r>
            <a:r>
              <a:rPr dirty="0" smtClean="0" sz="1400" spc="99">
                <a:latin typeface="Times New Roman"/>
                <a:cs typeface="Times New Roman"/>
              </a:rPr>
              <a:t>e</a:t>
            </a:r>
            <a:r>
              <a:rPr dirty="0" smtClean="0" sz="1400" spc="99">
                <a:latin typeface="Times New Roman"/>
                <a:cs typeface="Times New Roman"/>
              </a:rPr>
              <a:t>r</a:t>
            </a:r>
            <a:r>
              <a:rPr dirty="0" smtClean="0" sz="1400" spc="99">
                <a:latin typeface="Times New Roman"/>
                <a:cs typeface="Times New Roman"/>
              </a:rPr>
              <a:t>m</a:t>
            </a:r>
            <a:r>
              <a:rPr dirty="0" smtClean="0" sz="1400" spc="99">
                <a:latin typeface="Times New Roman"/>
                <a:cs typeface="Times New Roman"/>
              </a:rPr>
              <a:t> </a:t>
            </a:r>
            <a:r>
              <a:rPr dirty="0" smtClean="0" sz="1400" spc="99">
                <a:latin typeface="Times New Roman"/>
                <a:cs typeface="Times New Roman"/>
              </a:rPr>
              <a:t>f</a:t>
            </a:r>
            <a:r>
              <a:rPr dirty="0" smtClean="0" sz="1400" spc="99">
                <a:latin typeface="Times New Roman"/>
                <a:cs typeface="Times New Roman"/>
              </a:rPr>
              <a:t>a</a:t>
            </a:r>
            <a:r>
              <a:rPr dirty="0" smtClean="0" sz="1400" spc="99">
                <a:latin typeface="Times New Roman"/>
                <a:cs typeface="Times New Roman"/>
              </a:rPr>
              <a:t>ding</a:t>
            </a:r>
            <a:endParaRPr sz="1400">
              <a:latin typeface="Times New Roman"/>
              <a:cs typeface="Times New Roman"/>
            </a:endParaRPr>
          </a:p>
          <a:p>
            <a:pPr marL="421172">
              <a:lnSpc>
                <a:spcPts val="1475"/>
              </a:lnSpc>
              <a:spcBef>
                <a:spcPts val="3"/>
              </a:spcBef>
            </a:pPr>
            <a:r>
              <a:rPr dirty="0" smtClean="0" sz="1400" spc="100">
                <a:latin typeface="Times New Roman"/>
                <a:cs typeface="Times New Roman"/>
              </a:rPr>
              <a:t>(</a:t>
            </a:r>
            <a:r>
              <a:rPr dirty="0" smtClean="0" sz="1400" spc="100">
                <a:latin typeface="Times New Roman"/>
                <a:cs typeface="Times New Roman"/>
              </a:rPr>
              <a:t> </a:t>
            </a:r>
            <a:r>
              <a:rPr dirty="0" smtClean="0" sz="1400" spc="100">
                <a:latin typeface="Times New Roman"/>
                <a:cs typeface="Times New Roman"/>
              </a:rPr>
              <a:t>l</a:t>
            </a:r>
            <a:r>
              <a:rPr dirty="0" smtClean="0" sz="1400" spc="100">
                <a:latin typeface="Times New Roman"/>
                <a:cs typeface="Times New Roman"/>
              </a:rPr>
              <a:t>o</a:t>
            </a:r>
            <a:r>
              <a:rPr dirty="0" smtClean="0" sz="1400" spc="100">
                <a:latin typeface="Times New Roman"/>
                <a:cs typeface="Times New Roman"/>
              </a:rPr>
              <a:t>g</a:t>
            </a:r>
            <a:r>
              <a:rPr dirty="0" smtClean="0" sz="1400" spc="100">
                <a:latin typeface="Times New Roman"/>
                <a:cs typeface="Times New Roman"/>
              </a:rPr>
              <a:t>n</a:t>
            </a:r>
            <a:r>
              <a:rPr dirty="0" smtClean="0" sz="1400" spc="100">
                <a:latin typeface="Times New Roman"/>
                <a:cs typeface="Times New Roman"/>
              </a:rPr>
              <a:t>o</a:t>
            </a:r>
            <a:r>
              <a:rPr dirty="0" smtClean="0" sz="1400" spc="100">
                <a:latin typeface="Times New Roman"/>
                <a:cs typeface="Times New Roman"/>
              </a:rPr>
              <a:t>r</a:t>
            </a:r>
            <a:r>
              <a:rPr dirty="0" smtClean="0" sz="1400" spc="100">
                <a:latin typeface="Times New Roman"/>
                <a:cs typeface="Times New Roman"/>
              </a:rPr>
              <a:t>m</a:t>
            </a:r>
            <a:r>
              <a:rPr dirty="0" smtClean="0" sz="1400" spc="100">
                <a:latin typeface="Times New Roman"/>
                <a:cs typeface="Times New Roman"/>
              </a:rPr>
              <a:t>a</a:t>
            </a:r>
            <a:r>
              <a:rPr dirty="0" smtClean="0" sz="1400" spc="100">
                <a:latin typeface="Times New Roman"/>
                <a:cs typeface="Times New Roman"/>
              </a:rPr>
              <a:t>l</a:t>
            </a:r>
            <a:r>
              <a:rPr dirty="0" smtClean="0" sz="1400" spc="100">
                <a:latin typeface="Times New Roman"/>
                <a:cs typeface="Times New Roman"/>
              </a:rPr>
              <a:t> </a:t>
            </a:r>
            <a:r>
              <a:rPr dirty="0" smtClean="0" sz="1400" spc="10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281628">
              <a:lnSpc>
                <a:spcPct val="95825"/>
              </a:lnSpc>
              <a:spcBef>
                <a:spcPts val="1133"/>
              </a:spcBef>
            </a:pPr>
            <a:r>
              <a:rPr dirty="0" smtClean="0" sz="1400" spc="104">
                <a:latin typeface="Times New Roman"/>
                <a:cs typeface="Times New Roman"/>
              </a:rPr>
              <a:t>•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S</a:t>
            </a:r>
            <a:r>
              <a:rPr dirty="0" smtClean="0" sz="1400" spc="104">
                <a:latin typeface="Times New Roman"/>
                <a:cs typeface="Times New Roman"/>
              </a:rPr>
              <a:t>h</a:t>
            </a:r>
            <a:r>
              <a:rPr dirty="0" smtClean="0" sz="1400" spc="104">
                <a:latin typeface="Times New Roman"/>
                <a:cs typeface="Times New Roman"/>
              </a:rPr>
              <a:t>o</a:t>
            </a:r>
            <a:r>
              <a:rPr dirty="0" smtClean="0" sz="1400" spc="104">
                <a:latin typeface="Times New Roman"/>
                <a:cs typeface="Times New Roman"/>
              </a:rPr>
              <a:t>r</a:t>
            </a:r>
            <a:r>
              <a:rPr dirty="0" smtClean="0" sz="1400" spc="104">
                <a:latin typeface="Times New Roman"/>
                <a:cs typeface="Times New Roman"/>
              </a:rPr>
              <a:t>t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T</a:t>
            </a:r>
            <a:r>
              <a:rPr dirty="0" smtClean="0" sz="1400" spc="104">
                <a:latin typeface="Times New Roman"/>
                <a:cs typeface="Times New Roman"/>
              </a:rPr>
              <a:t>e</a:t>
            </a:r>
            <a:r>
              <a:rPr dirty="0" smtClean="0" sz="1400" spc="104">
                <a:latin typeface="Times New Roman"/>
                <a:cs typeface="Times New Roman"/>
              </a:rPr>
              <a:t>r</a:t>
            </a:r>
            <a:r>
              <a:rPr dirty="0" smtClean="0" sz="1400" spc="104">
                <a:latin typeface="Times New Roman"/>
                <a:cs typeface="Times New Roman"/>
              </a:rPr>
              <a:t>m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F</a:t>
            </a:r>
            <a:r>
              <a:rPr dirty="0" smtClean="0" sz="1400" spc="104">
                <a:latin typeface="Times New Roman"/>
                <a:cs typeface="Times New Roman"/>
              </a:rPr>
              <a:t>a</a:t>
            </a:r>
            <a:r>
              <a:rPr dirty="0" smtClean="0" sz="1400" spc="104">
                <a:latin typeface="Times New Roman"/>
                <a:cs typeface="Times New Roman"/>
              </a:rPr>
              <a:t>ding</a:t>
            </a:r>
            <a:endParaRPr sz="1400">
              <a:latin typeface="Times New Roman"/>
              <a:cs typeface="Times New Roman"/>
            </a:endParaRPr>
          </a:p>
          <a:p>
            <a:pPr marL="446440">
              <a:lnSpc>
                <a:spcPct val="95825"/>
              </a:lnSpc>
              <a:spcBef>
                <a:spcPts val="114"/>
              </a:spcBef>
            </a:pPr>
            <a:r>
              <a:rPr dirty="0" smtClean="0" sz="1400" spc="102">
                <a:latin typeface="Times New Roman"/>
                <a:cs typeface="Times New Roman"/>
              </a:rPr>
              <a:t>(</a:t>
            </a:r>
            <a:r>
              <a:rPr dirty="0" smtClean="0" sz="1400" spc="102">
                <a:latin typeface="Times New Roman"/>
                <a:cs typeface="Times New Roman"/>
              </a:rPr>
              <a:t> </a:t>
            </a:r>
            <a:r>
              <a:rPr dirty="0" smtClean="0" sz="1400" spc="102">
                <a:latin typeface="Times New Roman"/>
                <a:cs typeface="Times New Roman"/>
              </a:rPr>
              <a:t>R</a:t>
            </a:r>
            <a:r>
              <a:rPr dirty="0" smtClean="0" sz="1400" spc="102">
                <a:latin typeface="Times New Roman"/>
                <a:cs typeface="Times New Roman"/>
              </a:rPr>
              <a:t>a</a:t>
            </a:r>
            <a:r>
              <a:rPr dirty="0" smtClean="0" sz="1400" spc="102">
                <a:latin typeface="Times New Roman"/>
                <a:cs typeface="Times New Roman"/>
              </a:rPr>
              <a:t>y</a:t>
            </a:r>
            <a:r>
              <a:rPr dirty="0" smtClean="0" sz="1400" spc="102">
                <a:latin typeface="Times New Roman"/>
                <a:cs typeface="Times New Roman"/>
              </a:rPr>
              <a:t>l</a:t>
            </a:r>
            <a:r>
              <a:rPr dirty="0" smtClean="0" sz="1400" spc="102">
                <a:latin typeface="Times New Roman"/>
                <a:cs typeface="Times New Roman"/>
              </a:rPr>
              <a:t>e</a:t>
            </a:r>
            <a:r>
              <a:rPr dirty="0" smtClean="0" sz="1400" spc="102">
                <a:latin typeface="Times New Roman"/>
                <a:cs typeface="Times New Roman"/>
              </a:rPr>
              <a:t>i</a:t>
            </a:r>
            <a:r>
              <a:rPr dirty="0" smtClean="0" sz="1400" spc="102">
                <a:latin typeface="Times New Roman"/>
                <a:cs typeface="Times New Roman"/>
              </a:rPr>
              <a:t>g</a:t>
            </a:r>
            <a:r>
              <a:rPr dirty="0" smtClean="0" sz="1400" spc="102">
                <a:latin typeface="Times New Roman"/>
                <a:cs typeface="Times New Roman"/>
              </a:rPr>
              <a:t>h</a:t>
            </a:r>
            <a:r>
              <a:rPr dirty="0" smtClean="0" sz="1400" spc="102">
                <a:latin typeface="Times New Roman"/>
                <a:cs typeface="Times New Roman"/>
              </a:rPr>
              <a:t>,</a:t>
            </a:r>
            <a:r>
              <a:rPr dirty="0" smtClean="0" sz="1400" spc="102">
                <a:latin typeface="Times New Roman"/>
                <a:cs typeface="Times New Roman"/>
              </a:rPr>
              <a:t> </a:t>
            </a:r>
            <a:r>
              <a:rPr dirty="0" smtClean="0" sz="1400" spc="102">
                <a:latin typeface="Times New Roman"/>
                <a:cs typeface="Times New Roman"/>
              </a:rPr>
              <a:t>R</a:t>
            </a:r>
            <a:r>
              <a:rPr dirty="0" smtClean="0" sz="1400" spc="102">
                <a:latin typeface="Times New Roman"/>
                <a:cs typeface="Times New Roman"/>
              </a:rPr>
              <a:t>i</a:t>
            </a:r>
            <a:r>
              <a:rPr dirty="0" smtClean="0" sz="1400" spc="102">
                <a:latin typeface="Times New Roman"/>
                <a:cs typeface="Times New Roman"/>
              </a:rPr>
              <a:t>c</a:t>
            </a:r>
            <a:r>
              <a:rPr dirty="0" smtClean="0" sz="1400" spc="102">
                <a:latin typeface="Times New Roman"/>
                <a:cs typeface="Times New Roman"/>
              </a:rPr>
              <a:t>i</a:t>
            </a:r>
            <a:r>
              <a:rPr dirty="0" smtClean="0" sz="1400" spc="102">
                <a:latin typeface="Times New Roman"/>
                <a:cs typeface="Times New Roman"/>
              </a:rPr>
              <a:t>a</a:t>
            </a:r>
            <a:r>
              <a:rPr dirty="0" smtClean="0" sz="1400" spc="102">
                <a:latin typeface="Times New Roman"/>
                <a:cs typeface="Times New Roman"/>
              </a:rPr>
              <a:t>n</a:t>
            </a:r>
            <a:r>
              <a:rPr dirty="0" smtClean="0" sz="1400" spc="102">
                <a:latin typeface="Times New Roman"/>
                <a:cs typeface="Times New Roman"/>
              </a:rPr>
              <a:t>,</a:t>
            </a:r>
            <a:r>
              <a:rPr dirty="0" smtClean="0" sz="1400" spc="102">
                <a:latin typeface="Times New Roman"/>
                <a:cs typeface="Times New Roman"/>
              </a:rPr>
              <a:t> </a:t>
            </a:r>
            <a:r>
              <a:rPr dirty="0" smtClean="0" sz="1400" spc="102">
                <a:latin typeface="Times New Roman"/>
                <a:cs typeface="Times New Roman"/>
              </a:rPr>
              <a:t>D</a:t>
            </a:r>
            <a:r>
              <a:rPr dirty="0" smtClean="0" sz="1400" spc="102">
                <a:latin typeface="Times New Roman"/>
                <a:cs typeface="Times New Roman"/>
              </a:rPr>
              <a:t>e</a:t>
            </a:r>
            <a:r>
              <a:rPr dirty="0" smtClean="0" sz="1400" spc="102">
                <a:latin typeface="Times New Roman"/>
                <a:cs typeface="Times New Roman"/>
              </a:rPr>
              <a:t>l</a:t>
            </a:r>
            <a:r>
              <a:rPr dirty="0" smtClean="0" sz="1400" spc="102">
                <a:latin typeface="Times New Roman"/>
                <a:cs typeface="Times New Roman"/>
              </a:rPr>
              <a:t>a</a:t>
            </a:r>
            <a:r>
              <a:rPr dirty="0" smtClean="0" sz="1400" spc="102"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616" y="1666284"/>
            <a:ext cx="2865547" cy="2185476"/>
          </a:xfrm>
          <a:prstGeom prst="rect">
            <a:avLst/>
          </a:prstGeom>
        </p:spPr>
        <p:txBody>
          <a:bodyPr wrap="square" lIns="0" tIns="3648" rIns="0" bIns="0" rtlCol="0">
            <a:noAutofit/>
          </a:bodyPr>
          <a:lstStyle/>
          <a:p>
            <a:pPr>
              <a:lnSpc>
                <a:spcPts val="900"/>
              </a:lnSpc>
            </a:pPr>
            <a:endParaRPr sz="900"/>
          </a:p>
          <a:p>
            <a:pPr marL="617223" marR="616795" algn="ctr">
              <a:lnSpc>
                <a:spcPct val="95825"/>
              </a:lnSpc>
            </a:pP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adio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112" b="1" i="1">
                <a:solidFill>
                  <a:srgbClr val="0000FF"/>
                </a:solidFill>
                <a:latin typeface="Times New Roman"/>
                <a:cs typeface="Times New Roman"/>
              </a:rPr>
              <a:t>gn</a:t>
            </a:r>
            <a:endParaRPr sz="1400">
              <a:latin typeface="Times New Roman"/>
              <a:cs typeface="Times New Roman"/>
            </a:endParaRPr>
          </a:p>
          <a:p>
            <a:pPr marL="129386">
              <a:lnSpc>
                <a:spcPts val="1510"/>
              </a:lnSpc>
              <a:spcBef>
                <a:spcPts val="75"/>
              </a:spcBef>
            </a:pPr>
            <a:r>
              <a:rPr dirty="0" smtClean="0" sz="1400" spc="97" u="sng">
                <a:latin typeface="Times New Roman"/>
                <a:cs typeface="Times New Roman"/>
              </a:rPr>
              <a:t>S</a:t>
            </a:r>
            <a:r>
              <a:rPr dirty="0" smtClean="0" sz="1400" spc="97" u="sng">
                <a:latin typeface="Times New Roman"/>
                <a:cs typeface="Times New Roman"/>
              </a:rPr>
              <a:t>y</a:t>
            </a:r>
            <a:r>
              <a:rPr dirty="0" smtClean="0" sz="1400" spc="97" u="sng">
                <a:latin typeface="Times New Roman"/>
                <a:cs typeface="Times New Roman"/>
              </a:rPr>
              <a:t>a</a:t>
            </a:r>
            <a:r>
              <a:rPr dirty="0" smtClean="0" sz="1400" spc="97" u="sng">
                <a:latin typeface="Times New Roman"/>
                <a:cs typeface="Times New Roman"/>
              </a:rPr>
              <a:t>r</a:t>
            </a:r>
            <a:r>
              <a:rPr dirty="0" smtClean="0" sz="1400" spc="97" u="sng">
                <a:latin typeface="Times New Roman"/>
                <a:cs typeface="Times New Roman"/>
              </a:rPr>
              <a:t>a</a:t>
            </a:r>
            <a:r>
              <a:rPr dirty="0" smtClean="0" sz="1400" spc="97" u="sng">
                <a:latin typeface="Times New Roman"/>
                <a:cs typeface="Times New Roman"/>
              </a:rPr>
              <a:t>t</a:t>
            </a:r>
            <a:r>
              <a:rPr dirty="0" smtClean="0" sz="1400" spc="97">
                <a:latin typeface="Times New Roman"/>
                <a:cs typeface="Times New Roman"/>
              </a:rPr>
              <a:t>-</a:t>
            </a:r>
            <a:r>
              <a:rPr dirty="0" smtClean="0" sz="1400" spc="97">
                <a:latin typeface="Times New Roman"/>
                <a:cs typeface="Times New Roman"/>
              </a:rPr>
              <a:t>s</a:t>
            </a:r>
            <a:r>
              <a:rPr dirty="0" smtClean="0" sz="1400" spc="97">
                <a:latin typeface="Times New Roman"/>
                <a:cs typeface="Times New Roman"/>
              </a:rPr>
              <a:t>y</a:t>
            </a:r>
            <a:r>
              <a:rPr dirty="0" smtClean="0" sz="1400" spc="97">
                <a:latin typeface="Times New Roman"/>
                <a:cs typeface="Times New Roman"/>
              </a:rPr>
              <a:t>a</a:t>
            </a:r>
            <a:r>
              <a:rPr dirty="0" smtClean="0" sz="1400" spc="97">
                <a:latin typeface="Times New Roman"/>
                <a:cs typeface="Times New Roman"/>
              </a:rPr>
              <a:t>r</a:t>
            </a:r>
            <a:r>
              <a:rPr dirty="0" smtClean="0" sz="1400" spc="97">
                <a:latin typeface="Times New Roman"/>
                <a:cs typeface="Times New Roman"/>
              </a:rPr>
              <a:t>a</a:t>
            </a:r>
            <a:r>
              <a:rPr dirty="0" smtClean="0" sz="1400" spc="97">
                <a:latin typeface="Times New Roman"/>
                <a:cs typeface="Times New Roman"/>
              </a:rPr>
              <a:t>t</a:t>
            </a:r>
            <a:r>
              <a:rPr dirty="0" smtClean="0" sz="1400" spc="97">
                <a:latin typeface="Times New Roman"/>
                <a:cs typeface="Times New Roman"/>
              </a:rPr>
              <a:t> </a:t>
            </a:r>
            <a:r>
              <a:rPr dirty="0" smtClean="0" sz="1400" spc="97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69235">
              <a:lnSpc>
                <a:spcPts val="1550"/>
              </a:lnSpc>
              <a:spcBef>
                <a:spcPts val="47"/>
              </a:spcBef>
            </a:pPr>
            <a:r>
              <a:rPr dirty="0" smtClean="0" sz="1400" spc="101">
                <a:latin typeface="Times New Roman"/>
                <a:cs typeface="Times New Roman"/>
              </a:rPr>
              <a:t>•</a:t>
            </a:r>
            <a:r>
              <a:rPr dirty="0" smtClean="0" sz="1400" spc="101">
                <a:latin typeface="Times New Roman"/>
                <a:cs typeface="Times New Roman"/>
              </a:rPr>
              <a:t> </a:t>
            </a:r>
            <a:r>
              <a:rPr dirty="0" smtClean="0" sz="1400" spc="101">
                <a:latin typeface="Times New Roman"/>
                <a:cs typeface="Times New Roman"/>
              </a:rPr>
              <a:t> </a:t>
            </a:r>
            <a:r>
              <a:rPr dirty="0" smtClean="0" sz="1400" spc="101">
                <a:latin typeface="Times New Roman"/>
                <a:cs typeface="Times New Roman"/>
              </a:rPr>
              <a:t>S</a:t>
            </a:r>
            <a:r>
              <a:rPr dirty="0" smtClean="0" sz="1400" spc="101">
                <a:latin typeface="Times New Roman"/>
                <a:cs typeface="Times New Roman"/>
              </a:rPr>
              <a:t>e</a:t>
            </a:r>
            <a:r>
              <a:rPr dirty="0" smtClean="0" sz="1400" spc="101">
                <a:latin typeface="Times New Roman"/>
                <a:cs typeface="Times New Roman"/>
              </a:rPr>
              <a:t>r</a:t>
            </a:r>
            <a:r>
              <a:rPr dirty="0" smtClean="0" sz="1400" spc="101">
                <a:latin typeface="Times New Roman"/>
                <a:cs typeface="Times New Roman"/>
              </a:rPr>
              <a:t>v</a:t>
            </a:r>
            <a:r>
              <a:rPr dirty="0" smtClean="0" sz="1400" spc="101">
                <a:latin typeface="Times New Roman"/>
                <a:cs typeface="Times New Roman"/>
              </a:rPr>
              <a:t>i</a:t>
            </a:r>
            <a:r>
              <a:rPr dirty="0" smtClean="0" sz="1400" spc="101">
                <a:latin typeface="Times New Roman"/>
                <a:cs typeface="Times New Roman"/>
              </a:rPr>
              <a:t>c</a:t>
            </a:r>
            <a:r>
              <a:rPr dirty="0" smtClean="0" sz="1400" spc="101">
                <a:latin typeface="Times New Roman"/>
                <a:cs typeface="Times New Roman"/>
              </a:rPr>
              <a:t>e</a:t>
            </a:r>
            <a:r>
              <a:rPr dirty="0" smtClean="0" sz="1400" spc="101">
                <a:latin typeface="Times New Roman"/>
                <a:cs typeface="Times New Roman"/>
              </a:rPr>
              <a:t> </a:t>
            </a:r>
            <a:r>
              <a:rPr dirty="0" smtClean="0" sz="1400" spc="101">
                <a:latin typeface="Times New Roman"/>
                <a:cs typeface="Times New Roman"/>
              </a:rPr>
              <a:t>y</a:t>
            </a:r>
            <a:r>
              <a:rPr dirty="0" smtClean="0" sz="1400" spc="101">
                <a:latin typeface="Times New Roman"/>
                <a:cs typeface="Times New Roman"/>
              </a:rPr>
              <a:t>a</a:t>
            </a:r>
            <a:r>
              <a:rPr dirty="0" smtClean="0" sz="1400" spc="101">
                <a:latin typeface="Times New Roman"/>
                <a:cs typeface="Times New Roman"/>
              </a:rPr>
              <a:t>ng</a:t>
            </a:r>
            <a:r>
              <a:rPr dirty="0" smtClean="0" sz="1400" spc="101">
                <a:latin typeface="Times New Roman"/>
                <a:cs typeface="Times New Roman"/>
              </a:rPr>
              <a:t> </a:t>
            </a:r>
            <a:r>
              <a:rPr dirty="0" smtClean="0" sz="1400" spc="101">
                <a:latin typeface="Times New Roman"/>
                <a:cs typeface="Times New Roman"/>
              </a:rPr>
              <a:t>dib</a:t>
            </a:r>
            <a:r>
              <a:rPr dirty="0" smtClean="0" sz="1400" spc="101">
                <a:latin typeface="Times New Roman"/>
                <a:cs typeface="Times New Roman"/>
              </a:rPr>
              <a:t>e</a:t>
            </a:r>
            <a:r>
              <a:rPr dirty="0" smtClean="0" sz="1400" spc="101">
                <a:latin typeface="Times New Roman"/>
                <a:cs typeface="Times New Roman"/>
              </a:rPr>
              <a:t>r</a:t>
            </a:r>
            <a:r>
              <a:rPr dirty="0" smtClean="0" sz="1400" spc="101">
                <a:latin typeface="Times New Roman"/>
                <a:cs typeface="Times New Roman"/>
              </a:rPr>
              <a:t>i</a:t>
            </a:r>
            <a:r>
              <a:rPr dirty="0" smtClean="0" sz="1400" spc="101">
                <a:latin typeface="Times New Roman"/>
                <a:cs typeface="Times New Roman"/>
              </a:rPr>
              <a:t>k</a:t>
            </a:r>
            <a:r>
              <a:rPr dirty="0" smtClean="0" sz="1400" spc="101">
                <a:latin typeface="Times New Roman"/>
                <a:cs typeface="Times New Roman"/>
              </a:rPr>
              <a:t>a</a:t>
            </a:r>
            <a:r>
              <a:rPr dirty="0" smtClean="0" sz="1400" spc="101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256550">
              <a:lnSpc>
                <a:spcPts val="1410"/>
              </a:lnSpc>
            </a:pPr>
            <a:r>
              <a:rPr dirty="0" smtClean="0" sz="1400" spc="95">
                <a:latin typeface="Times New Roman"/>
                <a:cs typeface="Times New Roman"/>
              </a:rPr>
              <a:t>•</a:t>
            </a:r>
            <a:r>
              <a:rPr dirty="0" smtClean="0" sz="1400" spc="95">
                <a:latin typeface="Times New Roman"/>
                <a:cs typeface="Times New Roman"/>
              </a:rPr>
              <a:t> </a:t>
            </a:r>
            <a:r>
              <a:rPr dirty="0" smtClean="0" sz="1400" spc="95">
                <a:latin typeface="Times New Roman"/>
                <a:cs typeface="Times New Roman"/>
              </a:rPr>
              <a:t> </a:t>
            </a:r>
            <a:r>
              <a:rPr dirty="0" smtClean="0" sz="1400" spc="95">
                <a:latin typeface="Times New Roman"/>
                <a:cs typeface="Times New Roman"/>
              </a:rPr>
              <a:t>K</a:t>
            </a:r>
            <a:r>
              <a:rPr dirty="0" smtClean="0" sz="1400" spc="95">
                <a:latin typeface="Times New Roman"/>
                <a:cs typeface="Times New Roman"/>
              </a:rPr>
              <a:t>u</a:t>
            </a:r>
            <a:r>
              <a:rPr dirty="0" smtClean="0" sz="1400" spc="95">
                <a:latin typeface="Times New Roman"/>
                <a:cs typeface="Times New Roman"/>
              </a:rPr>
              <a:t>a</a:t>
            </a:r>
            <a:r>
              <a:rPr dirty="0" smtClean="0" sz="1400" spc="95">
                <a:latin typeface="Times New Roman"/>
                <a:cs typeface="Times New Roman"/>
              </a:rPr>
              <a:t>l</a:t>
            </a:r>
            <a:r>
              <a:rPr dirty="0" smtClean="0" sz="1400" spc="95">
                <a:latin typeface="Times New Roman"/>
                <a:cs typeface="Times New Roman"/>
              </a:rPr>
              <a:t>i</a:t>
            </a:r>
            <a:r>
              <a:rPr dirty="0" smtClean="0" sz="1400" spc="95">
                <a:latin typeface="Times New Roman"/>
                <a:cs typeface="Times New Roman"/>
              </a:rPr>
              <a:t>t</a:t>
            </a:r>
            <a:r>
              <a:rPr dirty="0" smtClean="0" sz="1400" spc="95">
                <a:latin typeface="Times New Roman"/>
                <a:cs typeface="Times New Roman"/>
              </a:rPr>
              <a:t>a</a:t>
            </a:r>
            <a:r>
              <a:rPr dirty="0" smtClean="0" sz="1400" spc="95">
                <a:latin typeface="Times New Roman"/>
                <a:cs typeface="Times New Roman"/>
              </a:rPr>
              <a:t>s</a:t>
            </a:r>
            <a:r>
              <a:rPr dirty="0" smtClean="0" sz="1400" spc="95">
                <a:latin typeface="Times New Roman"/>
                <a:cs typeface="Times New Roman"/>
              </a:rPr>
              <a:t> </a:t>
            </a:r>
            <a:r>
              <a:rPr dirty="0" smtClean="0" sz="1400" spc="95">
                <a:latin typeface="Times New Roman"/>
                <a:cs typeface="Times New Roman"/>
              </a:rPr>
              <a:t>s</a:t>
            </a:r>
            <a:r>
              <a:rPr dirty="0" smtClean="0" sz="1400" spc="95">
                <a:latin typeface="Times New Roman"/>
                <a:cs typeface="Times New Roman"/>
              </a:rPr>
              <a:t>e</a:t>
            </a:r>
            <a:r>
              <a:rPr dirty="0" smtClean="0" sz="1400" spc="95">
                <a:latin typeface="Times New Roman"/>
                <a:cs typeface="Times New Roman"/>
              </a:rPr>
              <a:t>r</a:t>
            </a:r>
            <a:r>
              <a:rPr dirty="0" smtClean="0" sz="1400" spc="95">
                <a:latin typeface="Times New Roman"/>
                <a:cs typeface="Times New Roman"/>
              </a:rPr>
              <a:t>v</a:t>
            </a:r>
            <a:r>
              <a:rPr dirty="0" smtClean="0" sz="1400" spc="95">
                <a:latin typeface="Times New Roman"/>
                <a:cs typeface="Times New Roman"/>
              </a:rPr>
              <a:t>i</a:t>
            </a:r>
            <a:r>
              <a:rPr dirty="0" smtClean="0" sz="1400" spc="95">
                <a:latin typeface="Times New Roman"/>
                <a:cs typeface="Times New Roman"/>
              </a:rPr>
              <a:t>c</a:t>
            </a:r>
            <a:r>
              <a:rPr dirty="0" smtClean="0" sz="1400" spc="95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256550">
              <a:lnSpc>
                <a:spcPts val="1475"/>
              </a:lnSpc>
              <a:spcBef>
                <a:spcPts val="3"/>
              </a:spcBef>
            </a:pPr>
            <a:r>
              <a:rPr dirty="0" smtClean="0" sz="1400" spc="104">
                <a:latin typeface="Times New Roman"/>
                <a:cs typeface="Times New Roman"/>
              </a:rPr>
              <a:t>•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C</a:t>
            </a:r>
            <a:r>
              <a:rPr dirty="0" smtClean="0" sz="1400" spc="104">
                <a:latin typeface="Times New Roman"/>
                <a:cs typeface="Times New Roman"/>
              </a:rPr>
              <a:t>o</a:t>
            </a:r>
            <a:r>
              <a:rPr dirty="0" smtClean="0" sz="1400" spc="104">
                <a:latin typeface="Times New Roman"/>
                <a:cs typeface="Times New Roman"/>
              </a:rPr>
              <a:t>v</a:t>
            </a:r>
            <a:r>
              <a:rPr dirty="0" smtClean="0" sz="1400" spc="104">
                <a:latin typeface="Times New Roman"/>
                <a:cs typeface="Times New Roman"/>
              </a:rPr>
              <a:t>e</a:t>
            </a:r>
            <a:r>
              <a:rPr dirty="0" smtClean="0" sz="1400" spc="104">
                <a:latin typeface="Times New Roman"/>
                <a:cs typeface="Times New Roman"/>
              </a:rPr>
              <a:t>r</a:t>
            </a:r>
            <a:r>
              <a:rPr dirty="0" smtClean="0" sz="1400" spc="104">
                <a:latin typeface="Times New Roman"/>
                <a:cs typeface="Times New Roman"/>
              </a:rPr>
              <a:t>a</a:t>
            </a:r>
            <a:r>
              <a:rPr dirty="0" smtClean="0" sz="1400" spc="104">
                <a:latin typeface="Times New Roman"/>
                <a:cs typeface="Times New Roman"/>
              </a:rPr>
              <a:t>g</a:t>
            </a:r>
            <a:r>
              <a:rPr dirty="0" smtClean="0" sz="1400" spc="104"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256550">
              <a:lnSpc>
                <a:spcPts val="1475"/>
              </a:lnSpc>
            </a:pPr>
            <a:r>
              <a:rPr dirty="0" smtClean="0" sz="1400" spc="94">
                <a:latin typeface="Times New Roman"/>
                <a:cs typeface="Times New Roman"/>
              </a:rPr>
              <a:t>•</a:t>
            </a:r>
            <a:r>
              <a:rPr dirty="0" smtClean="0" sz="1400" spc="94">
                <a:latin typeface="Times New Roman"/>
                <a:cs typeface="Times New Roman"/>
              </a:rPr>
              <a:t> </a:t>
            </a:r>
            <a:r>
              <a:rPr dirty="0" smtClean="0" sz="1400" spc="94">
                <a:latin typeface="Times New Roman"/>
                <a:cs typeface="Times New Roman"/>
              </a:rPr>
              <a:t> </a:t>
            </a:r>
            <a:r>
              <a:rPr dirty="0" smtClean="0" sz="1400" spc="94">
                <a:latin typeface="Times New Roman"/>
                <a:cs typeface="Times New Roman"/>
              </a:rPr>
              <a:t>C</a:t>
            </a:r>
            <a:r>
              <a:rPr dirty="0" smtClean="0" sz="1400" spc="94">
                <a:latin typeface="Times New Roman"/>
                <a:cs typeface="Times New Roman"/>
              </a:rPr>
              <a:t>o</a:t>
            </a:r>
            <a:r>
              <a:rPr dirty="0" smtClean="0" sz="1400" spc="94">
                <a:latin typeface="Times New Roman"/>
                <a:cs typeface="Times New Roman"/>
              </a:rPr>
              <a:t>st</a:t>
            </a:r>
            <a:endParaRPr sz="1400">
              <a:latin typeface="Times New Roman"/>
              <a:cs typeface="Times New Roman"/>
            </a:endParaRPr>
          </a:p>
          <a:p>
            <a:pPr marL="142071">
              <a:lnSpc>
                <a:spcPts val="1425"/>
              </a:lnSpc>
            </a:pPr>
            <a:r>
              <a:rPr dirty="0" smtClean="0" sz="1400" spc="101" u="sng">
                <a:latin typeface="Times New Roman"/>
                <a:cs typeface="Times New Roman"/>
              </a:rPr>
              <a:t>S</a:t>
            </a:r>
            <a:r>
              <a:rPr dirty="0" smtClean="0" sz="1400" spc="101" u="sng">
                <a:latin typeface="Times New Roman"/>
                <a:cs typeface="Times New Roman"/>
              </a:rPr>
              <a:t>e</a:t>
            </a:r>
            <a:r>
              <a:rPr dirty="0" smtClean="0" sz="1400" spc="101" u="sng">
                <a:latin typeface="Times New Roman"/>
                <a:cs typeface="Times New Roman"/>
              </a:rPr>
              <a:t>r</a:t>
            </a:r>
            <a:r>
              <a:rPr dirty="0" smtClean="0" sz="1400" spc="101" u="sng">
                <a:latin typeface="Times New Roman"/>
                <a:cs typeface="Times New Roman"/>
              </a:rPr>
              <a:t>v</a:t>
            </a:r>
            <a:r>
              <a:rPr dirty="0" smtClean="0" sz="1400" spc="101" u="sng">
                <a:latin typeface="Times New Roman"/>
                <a:cs typeface="Times New Roman"/>
              </a:rPr>
              <a:t>i</a:t>
            </a:r>
            <a:r>
              <a:rPr dirty="0" smtClean="0" sz="1400" spc="101" u="sng">
                <a:latin typeface="Times New Roman"/>
                <a:cs typeface="Times New Roman"/>
              </a:rPr>
              <a:t>c</a:t>
            </a:r>
            <a:r>
              <a:rPr dirty="0" smtClean="0" sz="1400" spc="101" u="sng">
                <a:latin typeface="Times New Roman"/>
                <a:cs typeface="Times New Roman"/>
              </a:rPr>
              <a:t>e</a:t>
            </a:r>
            <a:r>
              <a:rPr dirty="0" smtClean="0" sz="1400" spc="101" u="sng">
                <a:latin typeface="Times New Roman"/>
                <a:cs typeface="Times New Roman"/>
              </a:rPr>
              <a:t> </a:t>
            </a:r>
            <a:r>
              <a:rPr dirty="0" smtClean="0" sz="1400" spc="101" u="sng">
                <a:latin typeface="Times New Roman"/>
                <a:cs typeface="Times New Roman"/>
              </a:rPr>
              <a:t>y</a:t>
            </a:r>
            <a:r>
              <a:rPr dirty="0" smtClean="0" sz="1400" spc="101" u="sng">
                <a:latin typeface="Times New Roman"/>
                <a:cs typeface="Times New Roman"/>
              </a:rPr>
              <a:t>a</a:t>
            </a:r>
            <a:r>
              <a:rPr dirty="0" smtClean="0" sz="1400" spc="101" u="sng">
                <a:latin typeface="Times New Roman"/>
                <a:cs typeface="Times New Roman"/>
              </a:rPr>
              <a:t>ng</a:t>
            </a:r>
            <a:r>
              <a:rPr dirty="0" smtClean="0" sz="1400" spc="101">
                <a:latin typeface="Times New Roman"/>
                <a:cs typeface="Times New Roman"/>
              </a:rPr>
              <a:t> </a:t>
            </a:r>
            <a:r>
              <a:rPr dirty="0" smtClean="0" sz="1400" spc="101">
                <a:latin typeface="Times New Roman"/>
                <a:cs typeface="Times New Roman"/>
              </a:rPr>
              <a:t>dib</a:t>
            </a:r>
            <a:r>
              <a:rPr dirty="0" smtClean="0" sz="1400" spc="101">
                <a:latin typeface="Times New Roman"/>
                <a:cs typeface="Times New Roman"/>
              </a:rPr>
              <a:t>e</a:t>
            </a:r>
            <a:r>
              <a:rPr dirty="0" smtClean="0" sz="1400" spc="101">
                <a:latin typeface="Times New Roman"/>
                <a:cs typeface="Times New Roman"/>
              </a:rPr>
              <a:t>r</a:t>
            </a:r>
            <a:r>
              <a:rPr dirty="0" smtClean="0" sz="1400" spc="101">
                <a:latin typeface="Times New Roman"/>
                <a:cs typeface="Times New Roman"/>
              </a:rPr>
              <a:t>i</a:t>
            </a:r>
            <a:r>
              <a:rPr dirty="0" smtClean="0" sz="1400" spc="101">
                <a:latin typeface="Times New Roman"/>
                <a:cs typeface="Times New Roman"/>
              </a:rPr>
              <a:t>k</a:t>
            </a:r>
            <a:r>
              <a:rPr dirty="0" smtClean="0" sz="1400" spc="101">
                <a:latin typeface="Times New Roman"/>
                <a:cs typeface="Times New Roman"/>
              </a:rPr>
              <a:t>a</a:t>
            </a:r>
            <a:r>
              <a:rPr dirty="0" smtClean="0" sz="1400" spc="101">
                <a:latin typeface="Times New Roman"/>
                <a:cs typeface="Times New Roman"/>
              </a:rPr>
              <a:t>n</a:t>
            </a:r>
            <a:r>
              <a:rPr dirty="0" smtClean="0" sz="1400" spc="101">
                <a:latin typeface="Times New Roman"/>
                <a:cs typeface="Times New Roman"/>
              </a:rPr>
              <a:t> </a:t>
            </a:r>
            <a:r>
              <a:rPr dirty="0" smtClean="0" sz="1400" spc="10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81920">
              <a:lnSpc>
                <a:spcPts val="1540"/>
              </a:lnSpc>
              <a:spcBef>
                <a:spcPts val="310"/>
              </a:spcBef>
            </a:pPr>
            <a:r>
              <a:rPr dirty="0" smtClean="0" sz="1400" spc="104">
                <a:latin typeface="Times New Roman"/>
                <a:cs typeface="Times New Roman"/>
              </a:rPr>
              <a:t>•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A</a:t>
            </a:r>
            <a:r>
              <a:rPr dirty="0" smtClean="0" sz="1400" spc="104">
                <a:latin typeface="Times New Roman"/>
                <a:cs typeface="Times New Roman"/>
              </a:rPr>
              <a:t>l</a:t>
            </a:r>
            <a:r>
              <a:rPr dirty="0" smtClean="0" sz="1400" spc="104">
                <a:latin typeface="Times New Roman"/>
                <a:cs typeface="Times New Roman"/>
              </a:rPr>
              <a:t>o</a:t>
            </a:r>
            <a:r>
              <a:rPr dirty="0" smtClean="0" sz="1400" spc="104">
                <a:latin typeface="Times New Roman"/>
                <a:cs typeface="Times New Roman"/>
              </a:rPr>
              <a:t>k</a:t>
            </a:r>
            <a:r>
              <a:rPr dirty="0" smtClean="0" sz="1400" spc="104">
                <a:latin typeface="Times New Roman"/>
                <a:cs typeface="Times New Roman"/>
              </a:rPr>
              <a:t>a</a:t>
            </a:r>
            <a:r>
              <a:rPr dirty="0" smtClean="0" sz="1400" spc="104">
                <a:latin typeface="Times New Roman"/>
                <a:cs typeface="Times New Roman"/>
              </a:rPr>
              <a:t>si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B</a:t>
            </a:r>
            <a:r>
              <a:rPr dirty="0" smtClean="0" sz="1400" spc="104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281920">
              <a:lnSpc>
                <a:spcPts val="1400"/>
              </a:lnSpc>
            </a:pPr>
            <a:r>
              <a:rPr dirty="0" smtClean="0" sz="1400" spc="104">
                <a:latin typeface="Times New Roman"/>
                <a:cs typeface="Times New Roman"/>
              </a:rPr>
              <a:t>•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S</a:t>
            </a:r>
            <a:r>
              <a:rPr dirty="0" smtClean="0" sz="1400" spc="104">
                <a:latin typeface="Times New Roman"/>
                <a:cs typeface="Times New Roman"/>
              </a:rPr>
              <a:t>k</a:t>
            </a:r>
            <a:r>
              <a:rPr dirty="0" smtClean="0" sz="1400" spc="104">
                <a:latin typeface="Times New Roman"/>
                <a:cs typeface="Times New Roman"/>
              </a:rPr>
              <a:t>e</a:t>
            </a:r>
            <a:r>
              <a:rPr dirty="0" smtClean="0" sz="1400" spc="104">
                <a:latin typeface="Times New Roman"/>
                <a:cs typeface="Times New Roman"/>
              </a:rPr>
              <a:t>m</a:t>
            </a:r>
            <a:r>
              <a:rPr dirty="0" smtClean="0" sz="1400" spc="104">
                <a:latin typeface="Times New Roman"/>
                <a:cs typeface="Times New Roman"/>
              </a:rPr>
              <a:t>a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k</a:t>
            </a:r>
            <a:r>
              <a:rPr dirty="0" smtClean="0" sz="1400" spc="104">
                <a:latin typeface="Times New Roman"/>
                <a:cs typeface="Times New Roman"/>
              </a:rPr>
              <a:t>o</a:t>
            </a:r>
            <a:r>
              <a:rPr dirty="0" smtClean="0" sz="1400" spc="104">
                <a:latin typeface="Times New Roman"/>
                <a:cs typeface="Times New Roman"/>
              </a:rPr>
              <a:t>ntr</a:t>
            </a:r>
            <a:r>
              <a:rPr dirty="0" smtClean="0" sz="1400" spc="104">
                <a:latin typeface="Times New Roman"/>
                <a:cs typeface="Times New Roman"/>
              </a:rPr>
              <a:t>o</a:t>
            </a:r>
            <a:r>
              <a:rPr dirty="0" smtClean="0" sz="1400" spc="104">
                <a:latin typeface="Times New Roman"/>
                <a:cs typeface="Times New Roman"/>
              </a:rPr>
              <a:t>l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R</a:t>
            </a:r>
            <a:r>
              <a:rPr dirty="0" smtClean="0" sz="1400" spc="104">
                <a:latin typeface="Times New Roman"/>
                <a:cs typeface="Times New Roman"/>
              </a:rPr>
              <a:t>a</a:t>
            </a:r>
            <a:r>
              <a:rPr dirty="0" smtClean="0" sz="1400" spc="104">
                <a:latin typeface="Times New Roman"/>
                <a:cs typeface="Times New Roman"/>
              </a:rPr>
              <a:t>dio</a:t>
            </a:r>
            <a:r>
              <a:rPr dirty="0" smtClean="0" sz="1400" spc="104">
                <a:latin typeface="Times New Roman"/>
                <a:cs typeface="Times New Roman"/>
              </a:rPr>
              <a:t> </a:t>
            </a:r>
            <a:r>
              <a:rPr dirty="0" smtClean="0" sz="1400" spc="104">
                <a:latin typeface="Times New Roman"/>
                <a:cs typeface="Times New Roman"/>
              </a:rPr>
              <a:t>L</a:t>
            </a:r>
            <a:r>
              <a:rPr dirty="0" smtClean="0" sz="1400" spc="104">
                <a:latin typeface="Times New Roman"/>
                <a:cs typeface="Times New Roman"/>
              </a:rPr>
              <a:t>ink</a:t>
            </a:r>
            <a:endParaRPr sz="1400">
              <a:latin typeface="Times New Roman"/>
              <a:cs typeface="Times New Roman"/>
            </a:endParaRPr>
          </a:p>
          <a:p>
            <a:pPr marL="459518">
              <a:lnSpc>
                <a:spcPts val="1475"/>
              </a:lnSpc>
              <a:spcBef>
                <a:spcPts val="3"/>
              </a:spcBef>
            </a:pPr>
            <a:r>
              <a:rPr dirty="0" smtClean="0" sz="1400" spc="88">
                <a:latin typeface="Times New Roman"/>
                <a:cs typeface="Times New Roman"/>
              </a:rPr>
              <a:t>(</a:t>
            </a:r>
            <a:r>
              <a:rPr dirty="0" smtClean="0" sz="1400" spc="88">
                <a:latin typeface="Times New Roman"/>
                <a:cs typeface="Times New Roman"/>
              </a:rPr>
              <a:t> </a:t>
            </a:r>
            <a:r>
              <a:rPr dirty="0" smtClean="0" sz="1400" spc="88">
                <a:latin typeface="Times New Roman"/>
                <a:cs typeface="Times New Roman"/>
              </a:rPr>
              <a:t>C</a:t>
            </a:r>
            <a:r>
              <a:rPr dirty="0" smtClean="0" sz="1400" spc="88">
                <a:latin typeface="Times New Roman"/>
                <a:cs typeface="Times New Roman"/>
              </a:rPr>
              <a:t>h</a:t>
            </a:r>
            <a:r>
              <a:rPr dirty="0" smtClean="0" sz="1400" spc="88">
                <a:latin typeface="Times New Roman"/>
                <a:cs typeface="Times New Roman"/>
              </a:rPr>
              <a:t>a</a:t>
            </a:r>
            <a:r>
              <a:rPr dirty="0" smtClean="0" sz="1400" spc="88">
                <a:latin typeface="Times New Roman"/>
                <a:cs typeface="Times New Roman"/>
              </a:rPr>
              <a:t>nn</a:t>
            </a:r>
            <a:r>
              <a:rPr dirty="0" smtClean="0" sz="1400" spc="88">
                <a:latin typeface="Times New Roman"/>
                <a:cs typeface="Times New Roman"/>
              </a:rPr>
              <a:t>e</a:t>
            </a:r>
            <a:r>
              <a:rPr dirty="0" smtClean="0" sz="1400" spc="88">
                <a:latin typeface="Times New Roman"/>
                <a:cs typeface="Times New Roman"/>
              </a:rPr>
              <a:t>l</a:t>
            </a:r>
            <a:r>
              <a:rPr dirty="0" smtClean="0" sz="1400" spc="88">
                <a:latin typeface="Times New Roman"/>
                <a:cs typeface="Times New Roman"/>
              </a:rPr>
              <a:t> </a:t>
            </a:r>
            <a:r>
              <a:rPr dirty="0" smtClean="0" sz="1400" spc="88">
                <a:latin typeface="Times New Roman"/>
                <a:cs typeface="Times New Roman"/>
              </a:rPr>
              <a:t>a</a:t>
            </a:r>
            <a:r>
              <a:rPr dirty="0" smtClean="0" sz="1400" spc="88">
                <a:latin typeface="Times New Roman"/>
                <a:cs typeface="Times New Roman"/>
              </a:rPr>
              <a:t>ss</a:t>
            </a:r>
            <a:r>
              <a:rPr dirty="0" smtClean="0" sz="1400" spc="88">
                <a:latin typeface="Times New Roman"/>
                <a:cs typeface="Times New Roman"/>
              </a:rPr>
              <a:t>i</a:t>
            </a:r>
            <a:r>
              <a:rPr dirty="0" smtClean="0" sz="1400" spc="88">
                <a:latin typeface="Times New Roman"/>
                <a:cs typeface="Times New Roman"/>
              </a:rPr>
              <a:t>g</a:t>
            </a:r>
            <a:r>
              <a:rPr dirty="0" smtClean="0" sz="1400" spc="88">
                <a:latin typeface="Times New Roman"/>
                <a:cs typeface="Times New Roman"/>
              </a:rPr>
              <a:t>n</a:t>
            </a:r>
            <a:r>
              <a:rPr dirty="0" smtClean="0" sz="1400" spc="88">
                <a:latin typeface="Times New Roman"/>
                <a:cs typeface="Times New Roman"/>
              </a:rPr>
              <a:t>m</a:t>
            </a:r>
            <a:r>
              <a:rPr dirty="0" smtClean="0" sz="1400" spc="88">
                <a:latin typeface="Times New Roman"/>
                <a:cs typeface="Times New Roman"/>
              </a:rPr>
              <a:t>e</a:t>
            </a:r>
            <a:r>
              <a:rPr dirty="0" smtClean="0" sz="1400" spc="88">
                <a:latin typeface="Times New Roman"/>
                <a:cs typeface="Times New Roman"/>
              </a:rPr>
              <a:t>nt,</a:t>
            </a:r>
            <a:r>
              <a:rPr dirty="0" smtClean="0" sz="1400" spc="88">
                <a:latin typeface="Times New Roman"/>
                <a:cs typeface="Times New Roman"/>
              </a:rPr>
              <a:t> </a:t>
            </a:r>
            <a:r>
              <a:rPr dirty="0" smtClean="0" sz="1400" spc="88">
                <a:latin typeface="Times New Roman"/>
                <a:cs typeface="Times New Roman"/>
              </a:rPr>
              <a:t>HO</a:t>
            </a:r>
            <a:r>
              <a:rPr dirty="0" smtClean="0" sz="1400" spc="88">
                <a:latin typeface="Times New Roman"/>
                <a:cs typeface="Times New Roman"/>
              </a:rPr>
              <a:t> </a:t>
            </a:r>
            <a:r>
              <a:rPr dirty="0" smtClean="0" sz="1400" spc="88">
                <a:latin typeface="Times New Roman"/>
                <a:cs typeface="Times New Roman"/>
              </a:rPr>
              <a:t> </a:t>
            </a:r>
            <a:r>
              <a:rPr dirty="0" smtClean="0" sz="1400" spc="88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815929" y="2933425"/>
            <a:ext cx="5175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8740" y="109374"/>
            <a:ext cx="30824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34" b="1">
                <a:latin typeface="Arial"/>
                <a:cs typeface="Arial"/>
              </a:rPr>
              <a:t>F</a:t>
            </a:r>
            <a:r>
              <a:rPr dirty="0" smtClean="0" sz="2400" spc="-13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808" y="109374"/>
            <a:ext cx="782221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aimana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 i="1">
                <a:latin typeface="Arial"/>
                <a:cs typeface="Arial"/>
              </a:rPr>
              <a:t>Stan</a:t>
            </a:r>
            <a:r>
              <a:rPr dirty="0" smtClean="0" sz="2400" spc="-2" b="1" i="1">
                <a:latin typeface="Arial"/>
                <a:cs typeface="Arial"/>
              </a:rPr>
              <a:t>d</a:t>
            </a:r>
            <a:r>
              <a:rPr dirty="0" smtClean="0" sz="2400" spc="-2" b="1" i="1">
                <a:latin typeface="Arial"/>
                <a:cs typeface="Arial"/>
              </a:rPr>
              <a:t>ar</a:t>
            </a:r>
            <a:r>
              <a:rPr dirty="0" smtClean="0" sz="2400" spc="-2" b="1" i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Komu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k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si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W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r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457" y="1400037"/>
            <a:ext cx="3654298" cy="844516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>
                <a:latin typeface="Times New Roman"/>
                <a:cs typeface="Times New Roman"/>
              </a:rPr>
              <a:t>De</a:t>
            </a:r>
            <a:r>
              <a:rPr dirty="0" smtClean="0" sz="2800" spc="0" b="1">
                <a:latin typeface="Times New Roman"/>
                <a:cs typeface="Times New Roman"/>
              </a:rPr>
              <a:t>s</a:t>
            </a:r>
            <a:r>
              <a:rPr dirty="0" smtClean="0" sz="2800" spc="0" b="1">
                <a:latin typeface="Times New Roman"/>
                <a:cs typeface="Times New Roman"/>
              </a:rPr>
              <a:t>ain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subs</a:t>
            </a:r>
            <a:r>
              <a:rPr dirty="0" smtClean="0" sz="2800" spc="0" b="1">
                <a:latin typeface="Times New Roman"/>
                <a:cs typeface="Times New Roman"/>
              </a:rPr>
              <a:t>y</a:t>
            </a:r>
            <a:r>
              <a:rPr dirty="0" smtClean="0" sz="2800" spc="0" b="1">
                <a:latin typeface="Times New Roman"/>
                <a:cs typeface="Times New Roman"/>
              </a:rPr>
              <a:t>s</a:t>
            </a:r>
            <a:r>
              <a:rPr dirty="0" smtClean="0" sz="2800" spc="0" b="1">
                <a:latin typeface="Times New Roman"/>
                <a:cs typeface="Times New Roman"/>
              </a:rPr>
              <a:t>tem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radio</a:t>
            </a:r>
            <a:endParaRPr sz="2800">
              <a:latin typeface="Times New Roman"/>
              <a:cs typeface="Times New Roman"/>
            </a:endParaRPr>
          </a:p>
          <a:p>
            <a:pPr marL="495299" marR="53339">
              <a:lnSpc>
                <a:spcPct val="95825"/>
              </a:lnSpc>
              <a:spcBef>
                <a:spcPts val="1185"/>
              </a:spcBef>
            </a:pPr>
            <a:r>
              <a:rPr dirty="0" smtClean="0" sz="2000" spc="-28" b="1">
                <a:latin typeface="Times New Roman"/>
                <a:cs typeface="Times New Roman"/>
              </a:rPr>
              <a:t>T</a:t>
            </a:r>
            <a:r>
              <a:rPr dirty="0" smtClean="0" sz="2000" spc="-28" b="1">
                <a:latin typeface="Times New Roman"/>
                <a:cs typeface="Times New Roman"/>
              </a:rPr>
              <a:t>u</a:t>
            </a:r>
            <a:r>
              <a:rPr dirty="0" smtClean="0" sz="2000" spc="-28" b="1">
                <a:latin typeface="Times New Roman"/>
                <a:cs typeface="Times New Roman"/>
              </a:rPr>
              <a:t>juan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1107" y="2342096"/>
            <a:ext cx="180533" cy="889254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 marR="193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ts val="2400"/>
              </a:lnSpc>
              <a:spcBef>
                <a:spcPts val="11"/>
              </a:spcBef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  <a:p>
            <a:pPr marL="12700" marR="193">
              <a:lnSpc>
                <a:spcPts val="240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3944" y="2346153"/>
            <a:ext cx="7763379" cy="1498916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31111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Komb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opt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nta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bia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fitas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rima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c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nsi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ivi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c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iv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ng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  <a:spcBef>
                <a:spcPts val="100"/>
              </a:spcBef>
            </a:pPr>
            <a:r>
              <a:rPr dirty="0" smtClean="0" sz="2000">
                <a:latin typeface="Times New Roman"/>
                <a:cs typeface="Times New Roman"/>
              </a:rPr>
              <a:t>Men</a:t>
            </a:r>
            <a:r>
              <a:rPr dirty="0" smtClean="0" sz="2000" spc="-9">
                <a:latin typeface="Times New Roman"/>
                <a:cs typeface="Times New Roman"/>
              </a:rPr>
              <a:t>c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p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b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ndwidth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ns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s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-3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ses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pit</a:t>
            </a:r>
            <a:r>
              <a:rPr dirty="0" smtClean="0" sz="2000" spc="-3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un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kin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un</a:t>
            </a:r>
            <a:r>
              <a:rPr dirty="0" smtClean="0" sz="2000" spc="4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uk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tr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ns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s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-3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info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si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seb</a:t>
            </a:r>
            <a:r>
              <a:rPr dirty="0" smtClean="0" sz="2000" spc="-14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sar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un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kin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den</a:t>
            </a:r>
            <a:r>
              <a:rPr dirty="0" smtClean="0" sz="2000" spc="-25">
                <a:latin typeface="Times New Roman"/>
                <a:cs typeface="Times New Roman"/>
              </a:rPr>
              <a:t>g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3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p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f</a:t>
            </a:r>
            <a:r>
              <a:rPr dirty="0" smtClean="0" sz="2000" spc="0">
                <a:latin typeface="Times New Roman"/>
                <a:cs typeface="Times New Roman"/>
              </a:rPr>
              <a:t>orm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nsi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seb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ik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9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un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kin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dan</a:t>
            </a:r>
            <a:r>
              <a:rPr dirty="0" smtClean="0" sz="2000" spc="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bia</a:t>
            </a:r>
            <a:r>
              <a:rPr dirty="0" smtClean="0" sz="2000" spc="-64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5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semur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mun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kin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2057" y="4099261"/>
            <a:ext cx="5086096" cy="279399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7" b="1">
                <a:latin typeface="Times New Roman"/>
                <a:cs typeface="Times New Roman"/>
              </a:rPr>
              <a:t>Y</a:t>
            </a:r>
            <a:r>
              <a:rPr dirty="0" smtClean="0" sz="2000" spc="-7" b="1">
                <a:latin typeface="Times New Roman"/>
                <a:cs typeface="Times New Roman"/>
              </a:rPr>
              <a:t>a</a:t>
            </a:r>
            <a:r>
              <a:rPr dirty="0" smtClean="0" sz="2000" spc="-7" b="1">
                <a:latin typeface="Times New Roman"/>
                <a:cs typeface="Times New Roman"/>
              </a:rPr>
              <a:t>n</a:t>
            </a:r>
            <a:r>
              <a:rPr dirty="0" smtClean="0" sz="2000" spc="-7" b="1">
                <a:latin typeface="Times New Roman"/>
                <a:cs typeface="Times New Roman"/>
              </a:rPr>
              <a:t>g</a:t>
            </a:r>
            <a:r>
              <a:rPr dirty="0" smtClean="0" sz="2000" spc="-7" b="1">
                <a:latin typeface="Times New Roman"/>
                <a:cs typeface="Times New Roman"/>
              </a:rPr>
              <a:t> </a:t>
            </a:r>
            <a:r>
              <a:rPr dirty="0" smtClean="0" sz="2000" spc="-7" b="1">
                <a:latin typeface="Times New Roman"/>
                <a:cs typeface="Times New Roman"/>
              </a:rPr>
              <a:t>d</a:t>
            </a:r>
            <a:r>
              <a:rPr dirty="0" smtClean="0" sz="2000" spc="-7" b="1">
                <a:latin typeface="Times New Roman"/>
                <a:cs typeface="Times New Roman"/>
              </a:rPr>
              <a:t>i</a:t>
            </a:r>
            <a:r>
              <a:rPr dirty="0" smtClean="0" sz="2000" spc="-7" b="1">
                <a:latin typeface="Times New Roman"/>
                <a:cs typeface="Times New Roman"/>
              </a:rPr>
              <a:t>l</a:t>
            </a:r>
            <a:r>
              <a:rPr dirty="0" smtClean="0" sz="2000" spc="-7" b="1">
                <a:latin typeface="Times New Roman"/>
                <a:cs typeface="Times New Roman"/>
              </a:rPr>
              <a:t>a</a:t>
            </a:r>
            <a:r>
              <a:rPr dirty="0" smtClean="0" sz="2000" spc="-7" b="1">
                <a:latin typeface="Times New Roman"/>
                <a:cs typeface="Times New Roman"/>
              </a:rPr>
              <a:t>k</a:t>
            </a:r>
            <a:r>
              <a:rPr dirty="0" smtClean="0" sz="2000" spc="-7" b="1">
                <a:latin typeface="Times New Roman"/>
                <a:cs typeface="Times New Roman"/>
              </a:rPr>
              <a:t>u</a:t>
            </a:r>
            <a:r>
              <a:rPr dirty="0" smtClean="0" sz="2000" spc="-7" b="1">
                <a:latin typeface="Times New Roman"/>
                <a:cs typeface="Times New Roman"/>
              </a:rPr>
              <a:t>k</a:t>
            </a:r>
            <a:r>
              <a:rPr dirty="0" smtClean="0" sz="2000" spc="-7" b="1">
                <a:latin typeface="Times New Roman"/>
                <a:cs typeface="Times New Roman"/>
              </a:rPr>
              <a:t>an</a:t>
            </a:r>
            <a:r>
              <a:rPr dirty="0" smtClean="0" sz="2000" spc="-7" b="1">
                <a:latin typeface="Times New Roman"/>
                <a:cs typeface="Times New Roman"/>
              </a:rPr>
              <a:t> </a:t>
            </a:r>
            <a:r>
              <a:rPr dirty="0" smtClean="0" sz="2000" spc="-7" b="1">
                <a:latin typeface="Times New Roman"/>
                <a:cs typeface="Times New Roman"/>
              </a:rPr>
              <a:t>d</a:t>
            </a:r>
            <a:r>
              <a:rPr dirty="0" smtClean="0" sz="2000" spc="-7" b="1">
                <a:latin typeface="Times New Roman"/>
                <a:cs typeface="Times New Roman"/>
              </a:rPr>
              <a:t>alam</a:t>
            </a:r>
            <a:r>
              <a:rPr dirty="0" smtClean="0" sz="2000" spc="-7" b="1">
                <a:latin typeface="Times New Roman"/>
                <a:cs typeface="Times New Roman"/>
              </a:rPr>
              <a:t> </a:t>
            </a:r>
            <a:r>
              <a:rPr dirty="0" smtClean="0" sz="2000" spc="-7" b="1">
                <a:latin typeface="Times New Roman"/>
                <a:cs typeface="Times New Roman"/>
              </a:rPr>
              <a:t>d</a:t>
            </a:r>
            <a:r>
              <a:rPr dirty="0" smtClean="0" sz="2000" spc="-7" b="1">
                <a:latin typeface="Times New Roman"/>
                <a:cs typeface="Times New Roman"/>
              </a:rPr>
              <a:t>e</a:t>
            </a:r>
            <a:r>
              <a:rPr dirty="0" smtClean="0" sz="2000" spc="-7" b="1">
                <a:latin typeface="Times New Roman"/>
                <a:cs typeface="Times New Roman"/>
              </a:rPr>
              <a:t>sa</a:t>
            </a:r>
            <a:r>
              <a:rPr dirty="0" smtClean="0" sz="2000" spc="-7" b="1">
                <a:latin typeface="Times New Roman"/>
                <a:cs typeface="Times New Roman"/>
              </a:rPr>
              <a:t>i</a:t>
            </a:r>
            <a:r>
              <a:rPr dirty="0" smtClean="0" sz="2000" spc="-7" b="1">
                <a:latin typeface="Times New Roman"/>
                <a:cs typeface="Times New Roman"/>
              </a:rPr>
              <a:t>n</a:t>
            </a:r>
            <a:r>
              <a:rPr dirty="0" smtClean="0" sz="2000" spc="-7" b="1">
                <a:latin typeface="Times New Roman"/>
                <a:cs typeface="Times New Roman"/>
              </a:rPr>
              <a:t> </a:t>
            </a:r>
            <a:r>
              <a:rPr dirty="0" smtClean="0" sz="2000" spc="-7" b="1">
                <a:latin typeface="Times New Roman"/>
                <a:cs typeface="Times New Roman"/>
              </a:rPr>
              <a:t>s</a:t>
            </a:r>
            <a:r>
              <a:rPr dirty="0" smtClean="0" sz="2000" spc="-7" b="1">
                <a:latin typeface="Times New Roman"/>
                <a:cs typeface="Times New Roman"/>
              </a:rPr>
              <a:t>u</a:t>
            </a:r>
            <a:r>
              <a:rPr dirty="0" smtClean="0" sz="2000" spc="-7" b="1">
                <a:latin typeface="Times New Roman"/>
                <a:cs typeface="Times New Roman"/>
              </a:rPr>
              <a:t>b</a:t>
            </a:r>
            <a:r>
              <a:rPr dirty="0" smtClean="0" sz="2000" spc="-7" b="1">
                <a:latin typeface="Times New Roman"/>
                <a:cs typeface="Times New Roman"/>
              </a:rPr>
              <a:t>syst</a:t>
            </a:r>
            <a:r>
              <a:rPr dirty="0" smtClean="0" sz="2000" spc="-7" b="1">
                <a:latin typeface="Times New Roman"/>
                <a:cs typeface="Times New Roman"/>
              </a:rPr>
              <a:t>e</a:t>
            </a:r>
            <a:r>
              <a:rPr dirty="0" smtClean="0" sz="2000" spc="-7" b="1">
                <a:latin typeface="Times New Roman"/>
                <a:cs typeface="Times New Roman"/>
              </a:rPr>
              <a:t>m</a:t>
            </a:r>
            <a:r>
              <a:rPr dirty="0" smtClean="0" sz="2000" spc="-7" b="1">
                <a:latin typeface="Times New Roman"/>
                <a:cs typeface="Times New Roman"/>
              </a:rPr>
              <a:t> </a:t>
            </a:r>
            <a:r>
              <a:rPr dirty="0" smtClean="0" sz="2000" spc="-7" b="1">
                <a:latin typeface="Times New Roman"/>
                <a:cs typeface="Times New Roman"/>
              </a:rPr>
              <a:t>r</a:t>
            </a:r>
            <a:r>
              <a:rPr dirty="0" smtClean="0" sz="2000" spc="-7" b="1">
                <a:latin typeface="Times New Roman"/>
                <a:cs typeface="Times New Roman"/>
              </a:rPr>
              <a:t>a</a:t>
            </a:r>
            <a:r>
              <a:rPr dirty="0" smtClean="0" sz="2000" spc="-7" b="1">
                <a:latin typeface="Times New Roman"/>
                <a:cs typeface="Times New Roman"/>
              </a:rPr>
              <a:t>d</a:t>
            </a:r>
            <a:r>
              <a:rPr dirty="0" smtClean="0" sz="2000" spc="-7" b="1">
                <a:latin typeface="Times New Roman"/>
                <a:cs typeface="Times New Roman"/>
              </a:rPr>
              <a:t>io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1107" y="4492460"/>
            <a:ext cx="180533" cy="889056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 marR="193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  <a:p>
            <a:pPr marL="12700" marR="193">
              <a:lnSpc>
                <a:spcPts val="2400"/>
              </a:lnSpc>
              <a:spcBef>
                <a:spcPts val="11"/>
              </a:spcBef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ts val="240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3944" y="4496517"/>
            <a:ext cx="7875856" cy="1194117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43811">
              <a:lnSpc>
                <a:spcPts val="2140"/>
              </a:lnSpc>
            </a:pP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ihan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teknolo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(RF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/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HF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c</a:t>
            </a:r>
            <a:r>
              <a:rPr dirty="0" smtClean="0" sz="2000" spc="-3">
                <a:latin typeface="Times New Roman"/>
                <a:cs typeface="Times New Roman"/>
              </a:rPr>
              <a:t>o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pon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nt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</a:pP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sain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odulator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sk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ks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-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lam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subs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stem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dio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nj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db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os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sain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Radio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ink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8800" y="6472848"/>
            <a:ext cx="34439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40" y="109374"/>
            <a:ext cx="30824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34" b="1">
                <a:latin typeface="Arial"/>
                <a:cs typeface="Arial"/>
              </a:rPr>
              <a:t>F</a:t>
            </a:r>
            <a:r>
              <a:rPr dirty="0" smtClean="0" sz="2400" spc="-13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808" y="109374"/>
            <a:ext cx="782221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aimana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 i="1">
                <a:latin typeface="Arial"/>
                <a:cs typeface="Arial"/>
              </a:rPr>
              <a:t>Stan</a:t>
            </a:r>
            <a:r>
              <a:rPr dirty="0" smtClean="0" sz="2400" spc="-2" b="1" i="1">
                <a:latin typeface="Arial"/>
                <a:cs typeface="Arial"/>
              </a:rPr>
              <a:t>d</a:t>
            </a:r>
            <a:r>
              <a:rPr dirty="0" smtClean="0" sz="2400" spc="-2" b="1" i="1">
                <a:latin typeface="Arial"/>
                <a:cs typeface="Arial"/>
              </a:rPr>
              <a:t>ar</a:t>
            </a:r>
            <a:r>
              <a:rPr dirty="0" smtClean="0" sz="2400" spc="-2" b="1" i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Komu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k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si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W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r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045" y="775576"/>
            <a:ext cx="2697272" cy="856853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0" b="1">
                <a:latin typeface="Times New Roman"/>
                <a:cs typeface="Times New Roman"/>
              </a:rPr>
              <a:t>De</a:t>
            </a:r>
            <a:r>
              <a:rPr dirty="0" smtClean="0" sz="2800" spc="0" b="1">
                <a:latin typeface="Times New Roman"/>
                <a:cs typeface="Times New Roman"/>
              </a:rPr>
              <a:t>s</a:t>
            </a:r>
            <a:r>
              <a:rPr dirty="0" smtClean="0" sz="2800" spc="0" b="1">
                <a:latin typeface="Times New Roman"/>
                <a:cs typeface="Times New Roman"/>
              </a:rPr>
              <a:t>ain</a:t>
            </a:r>
            <a:r>
              <a:rPr dirty="0" smtClean="0" sz="2800" spc="0" b="1">
                <a:latin typeface="Times New Roman"/>
                <a:cs typeface="Times New Roman"/>
              </a:rPr>
              <a:t> </a:t>
            </a:r>
            <a:r>
              <a:rPr dirty="0" smtClean="0" sz="2800" spc="0" b="1">
                <a:latin typeface="Times New Roman"/>
                <a:cs typeface="Times New Roman"/>
              </a:rPr>
              <a:t>Radiolink</a:t>
            </a:r>
            <a:endParaRPr sz="2800">
              <a:latin typeface="Times New Roman"/>
              <a:cs typeface="Times New Roman"/>
            </a:endParaRPr>
          </a:p>
          <a:p>
            <a:pPr marL="450849" marR="53387">
              <a:lnSpc>
                <a:spcPct val="95825"/>
              </a:lnSpc>
              <a:spcBef>
                <a:spcPts val="828"/>
              </a:spcBef>
            </a:pPr>
            <a:r>
              <a:rPr dirty="0" smtClean="0" sz="2400" spc="-34" b="1">
                <a:latin typeface="Times New Roman"/>
                <a:cs typeface="Times New Roman"/>
              </a:rPr>
              <a:t>T</a:t>
            </a:r>
            <a:r>
              <a:rPr dirty="0" smtClean="0" sz="2400" spc="-34" b="1">
                <a:latin typeface="Times New Roman"/>
                <a:cs typeface="Times New Roman"/>
              </a:rPr>
              <a:t>uj</a:t>
            </a:r>
            <a:r>
              <a:rPr dirty="0" smtClean="0" sz="2400" spc="-34" b="1">
                <a:latin typeface="Times New Roman"/>
                <a:cs typeface="Times New Roman"/>
              </a:rPr>
              <a:t>u</a:t>
            </a:r>
            <a:r>
              <a:rPr dirty="0" smtClean="0" sz="2400" spc="-34" b="1">
                <a:latin typeface="Times New Roman"/>
                <a:cs typeface="Times New Roman"/>
              </a:rPr>
              <a:t>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1107" y="1671530"/>
            <a:ext cx="180533" cy="279717"/>
          </a:xfrm>
          <a:prstGeom prst="rect">
            <a:avLst/>
          </a:prstGeom>
        </p:spPr>
        <p:txBody>
          <a:bodyPr wrap="square" lIns="0" tIns="13874" rIns="0" bIns="0" rtlCol="0">
            <a:noAutofit/>
          </a:bodyPr>
          <a:lstStyle/>
          <a:p>
            <a:pPr marL="12700">
              <a:lnSpc>
                <a:spcPts val="2185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3944" y="1675592"/>
            <a:ext cx="7614281" cy="88963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1111">
              <a:lnSpc>
                <a:spcPts val="2145"/>
              </a:lnSpc>
            </a:pP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f</a:t>
            </a:r>
            <a:r>
              <a:rPr dirty="0" smtClean="0" sz="2000" spc="-1">
                <a:latin typeface="Times New Roman"/>
                <a:cs typeface="Times New Roman"/>
              </a:rPr>
              <a:t>o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mansi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opti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(</a:t>
            </a:r>
            <a:r>
              <a:rPr dirty="0" smtClean="0" sz="2000" spc="-1">
                <a:latin typeface="Times New Roman"/>
                <a:cs typeface="Times New Roman"/>
              </a:rPr>
              <a:t>te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ukur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ER,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ob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bil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tas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2000">
                <a:latin typeface="Times New Roman"/>
                <a:cs typeface="Times New Roman"/>
              </a:rPr>
              <a:t>blockin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,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trou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hput,</a:t>
            </a:r>
            <a:r>
              <a:rPr dirty="0" smtClean="0" sz="2000" spc="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la</a:t>
            </a:r>
            <a:r>
              <a:rPr dirty="0" smtClean="0" sz="2000" spc="-204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,</a:t>
            </a:r>
            <a:r>
              <a:rPr dirty="0" smtClean="0" sz="2000" spc="5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dsb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)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untuk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b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rb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un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kinan</a:t>
            </a:r>
            <a:r>
              <a:rPr dirty="0" smtClean="0" sz="2000" spc="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ko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unikasi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-59">
                <a:latin typeface="Times New Roman"/>
                <a:cs typeface="Times New Roman"/>
              </a:rPr>
              <a:t>y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ng</a:t>
            </a:r>
            <a:r>
              <a:rPr dirty="0" smtClean="0" sz="2000" spc="5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te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jadi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(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s</a:t>
            </a:r>
            <a:r>
              <a:rPr dirty="0" smtClean="0" sz="2000" spc="0">
                <a:latin typeface="Times New Roman"/>
                <a:cs typeface="Times New Roman"/>
              </a:rPr>
              <a:t>.</a:t>
            </a:r>
            <a:r>
              <a:rPr dirty="0" smtClean="0" sz="2000" spc="-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sa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kond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si</a:t>
            </a:r>
            <a:r>
              <a:rPr dirty="0" smtClean="0" sz="2000" spc="-3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te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buruk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p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da</a:t>
            </a:r>
            <a:r>
              <a:rPr dirty="0" smtClean="0" sz="2000" spc="-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tepi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sel,</a:t>
            </a:r>
            <a:r>
              <a:rPr dirty="0" smtClean="0" sz="2000" spc="-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sa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handov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-84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,</a:t>
            </a:r>
            <a:r>
              <a:rPr dirty="0" smtClean="0" sz="2000" spc="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dsb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4757" y="2689703"/>
            <a:ext cx="520293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8" b="1">
                <a:latin typeface="Times New Roman"/>
                <a:cs typeface="Times New Roman"/>
              </a:rPr>
              <a:t>Y</a:t>
            </a:r>
            <a:r>
              <a:rPr dirty="0" smtClean="0" sz="2400" spc="-8" b="1">
                <a:latin typeface="Times New Roman"/>
                <a:cs typeface="Times New Roman"/>
              </a:rPr>
              <a:t>ang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di</a:t>
            </a:r>
            <a:r>
              <a:rPr dirty="0" smtClean="0" sz="2400" spc="-8" b="1">
                <a:latin typeface="Times New Roman"/>
                <a:cs typeface="Times New Roman"/>
              </a:rPr>
              <a:t>l</a:t>
            </a:r>
            <a:r>
              <a:rPr dirty="0" smtClean="0" sz="2400" spc="-8" b="1">
                <a:latin typeface="Times New Roman"/>
                <a:cs typeface="Times New Roman"/>
              </a:rPr>
              <a:t>aku</a:t>
            </a:r>
            <a:r>
              <a:rPr dirty="0" smtClean="0" sz="2400" spc="-8" b="1">
                <a:latin typeface="Times New Roman"/>
                <a:cs typeface="Times New Roman"/>
              </a:rPr>
              <a:t>k</a:t>
            </a:r>
            <a:r>
              <a:rPr dirty="0" smtClean="0" sz="2400" spc="-8" b="1">
                <a:latin typeface="Times New Roman"/>
                <a:cs typeface="Times New Roman"/>
              </a:rPr>
              <a:t>an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dalam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desain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r</a:t>
            </a:r>
            <a:r>
              <a:rPr dirty="0" smtClean="0" sz="2400" spc="-8" b="1">
                <a:latin typeface="Times New Roman"/>
                <a:cs typeface="Times New Roman"/>
              </a:rPr>
              <a:t>adio</a:t>
            </a:r>
            <a:r>
              <a:rPr dirty="0" smtClean="0" sz="2400" spc="-8" b="1">
                <a:latin typeface="Times New Roman"/>
                <a:cs typeface="Times New Roman"/>
              </a:rPr>
              <a:t>l</a:t>
            </a:r>
            <a:r>
              <a:rPr dirty="0" smtClean="0" sz="2400" spc="-8" b="1">
                <a:latin typeface="Times New Roman"/>
                <a:cs typeface="Times New Roman"/>
              </a:rPr>
              <a:t>i</a:t>
            </a:r>
            <a:r>
              <a:rPr dirty="0" smtClean="0" sz="2400" spc="-8" b="1">
                <a:latin typeface="Times New Roman"/>
                <a:cs typeface="Times New Roman"/>
              </a:rPr>
              <a:t>nk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1107" y="3059900"/>
            <a:ext cx="180533" cy="584256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 marR="193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ts val="2400"/>
              </a:lnSpc>
              <a:spcBef>
                <a:spcPts val="11"/>
              </a:spcBef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3944" y="3063957"/>
            <a:ext cx="7602604" cy="1194053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43811">
              <a:lnSpc>
                <a:spcPts val="2140"/>
              </a:lnSpc>
            </a:pPr>
            <a:r>
              <a:rPr dirty="0" smtClean="0" sz="2000" spc="-1">
                <a:latin typeface="Times New Roman"/>
                <a:cs typeface="Times New Roman"/>
              </a:rPr>
              <a:t>Men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ntukan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lok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(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f</a:t>
            </a:r>
            <a:r>
              <a:rPr dirty="0" smtClean="0" sz="2000" spc="-1">
                <a:latin typeface="Times New Roman"/>
                <a:cs typeface="Times New Roman"/>
              </a:rPr>
              <a:t>ield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tri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000" spc="4">
                <a:latin typeface="Times New Roman"/>
                <a:cs typeface="Times New Roman"/>
              </a:rPr>
              <a:t>M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ntuk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sk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ma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k</a:t>
            </a:r>
            <a:r>
              <a:rPr dirty="0" smtClean="0" sz="2000" spc="4">
                <a:latin typeface="Times New Roman"/>
                <a:cs typeface="Times New Roman"/>
              </a:rPr>
              <a:t>ont</a:t>
            </a:r>
            <a:r>
              <a:rPr dirty="0" smtClean="0" sz="2000" spc="4">
                <a:latin typeface="Times New Roman"/>
                <a:cs typeface="Times New Roman"/>
              </a:rPr>
              <a:t>r</a:t>
            </a:r>
            <a:r>
              <a:rPr dirty="0" smtClean="0" sz="2000" spc="4">
                <a:latin typeface="Times New Roman"/>
                <a:cs typeface="Times New Roman"/>
              </a:rPr>
              <a:t>ol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r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dio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l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4">
                <a:latin typeface="Times New Roman"/>
                <a:cs typeface="Times New Roman"/>
              </a:rPr>
              <a:t>nk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(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s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p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r</a:t>
            </a:r>
            <a:r>
              <a:rPr dirty="0" smtClean="0" sz="2000" spc="4">
                <a:latin typeface="Times New Roman"/>
                <a:cs typeface="Times New Roman"/>
              </a:rPr>
              <a:t>ti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sk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ma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c</a:t>
            </a:r>
            <a:r>
              <a:rPr dirty="0" smtClean="0" sz="2000" spc="4">
                <a:latin typeface="Times New Roman"/>
                <a:cs typeface="Times New Roman"/>
              </a:rPr>
              <a:t>h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nn</a:t>
            </a:r>
            <a:r>
              <a:rPr dirty="0" smtClean="0" sz="2000" spc="4">
                <a:latin typeface="Times New Roman"/>
                <a:cs typeface="Times New Roman"/>
              </a:rPr>
              <a:t>e</a:t>
            </a:r>
            <a:r>
              <a:rPr dirty="0" smtClean="0" sz="2000" spc="4">
                <a:latin typeface="Times New Roman"/>
                <a:cs typeface="Times New Roman"/>
              </a:rPr>
              <a:t>l</a:t>
            </a:r>
            <a:r>
              <a:rPr dirty="0" smtClean="0" sz="2000" spc="4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a</a:t>
            </a:r>
            <a:r>
              <a:rPr dirty="0" smtClean="0" sz="2000" spc="4">
                <a:latin typeface="Times New Roman"/>
                <a:cs typeface="Times New Roman"/>
              </a:rPr>
              <a:t>ssi</a:t>
            </a:r>
            <a:r>
              <a:rPr dirty="0" smtClean="0" sz="2000" spc="4">
                <a:latin typeface="Times New Roman"/>
                <a:cs typeface="Times New Roman"/>
              </a:rPr>
              <a:t>g</a:t>
            </a:r>
            <a:r>
              <a:rPr dirty="0" smtClean="0" sz="2000" spc="4">
                <a:latin typeface="Times New Roman"/>
                <a:cs typeface="Times New Roman"/>
              </a:rPr>
              <a:t>nme</a:t>
            </a:r>
            <a:r>
              <a:rPr dirty="0" smtClean="0" sz="2000" spc="4">
                <a:latin typeface="Times New Roman"/>
                <a:cs typeface="Times New Roman"/>
              </a:rPr>
              <a:t>n</a:t>
            </a:r>
            <a:r>
              <a:rPr dirty="0" smtClean="0" sz="2000" spc="4">
                <a:latin typeface="Times New Roman"/>
                <a:cs typeface="Times New Roman"/>
              </a:rPr>
              <a:t>t</a:t>
            </a:r>
            <a:endParaRPr sz="2000">
              <a:latin typeface="Times New Roman"/>
              <a:cs typeface="Times New Roman"/>
            </a:endParaRPr>
          </a:p>
          <a:p>
            <a:pPr marL="12700" marR="4919478">
              <a:lnSpc>
                <a:spcPct val="100041"/>
              </a:lnSpc>
              <a:spcBef>
                <a:spcPts val="100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ju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orit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h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ndov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)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ulasi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ko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unikasi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0916" y="3368502"/>
            <a:ext cx="429764" cy="27971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1107" y="3974554"/>
            <a:ext cx="180340" cy="279400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4757" y="4366865"/>
            <a:ext cx="2917913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Data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y</a:t>
            </a:r>
            <a:r>
              <a:rPr dirty="0" smtClean="0" sz="2400" spc="0" b="1">
                <a:latin typeface="Times New Roman"/>
                <a:cs typeface="Times New Roman"/>
              </a:rPr>
              <a:t>ang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dipe</a:t>
            </a:r>
            <a:r>
              <a:rPr dirty="0" smtClean="0" sz="2400" spc="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1107" y="4736935"/>
            <a:ext cx="180340" cy="279400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3944" y="4740992"/>
            <a:ext cx="7966709" cy="1194117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Model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th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oss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dian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ukup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w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ki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0">
                <a:latin typeface="Times New Roman"/>
                <a:cs typeface="Times New Roman"/>
              </a:rPr>
              <a:t>(d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ri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p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ukur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ns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f)</a:t>
            </a:r>
            <a:endParaRPr sz="2000">
              <a:latin typeface="Times New Roman"/>
              <a:cs typeface="Times New Roman"/>
            </a:endParaRPr>
          </a:p>
          <a:p>
            <a:pPr marL="12700" marR="517782">
              <a:lnSpc>
                <a:spcPct val="99945"/>
              </a:lnSpc>
              <a:spcBef>
                <a:spcPts val="10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Model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ik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long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ding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(sh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dowin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)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tab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se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ta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topolo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rta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kondi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1107" y="5346916"/>
            <a:ext cx="180340" cy="279400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48800" y="6472848"/>
            <a:ext cx="34394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33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295400" y="5471160"/>
            <a:ext cx="8305800" cy="642620"/>
          </a:xfrm>
          <a:custGeom>
            <a:avLst/>
            <a:gdLst/>
            <a:ahLst/>
            <a:cxnLst/>
            <a:rect l="l" t="t" r="r" b="b"/>
            <a:pathLst>
              <a:path w="8305800" h="642620">
                <a:moveTo>
                  <a:pt x="0" y="642619"/>
                </a:moveTo>
                <a:lnTo>
                  <a:pt x="8305800" y="642619"/>
                </a:lnTo>
                <a:lnTo>
                  <a:pt x="8305800" y="0"/>
                </a:lnTo>
                <a:lnTo>
                  <a:pt x="0" y="0"/>
                </a:lnTo>
                <a:lnTo>
                  <a:pt x="0" y="642619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8740" y="109374"/>
            <a:ext cx="30824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34" b="1">
                <a:latin typeface="Arial"/>
                <a:cs typeface="Arial"/>
              </a:rPr>
              <a:t>F</a:t>
            </a:r>
            <a:r>
              <a:rPr dirty="0" smtClean="0" sz="2400" spc="-13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808" y="109374"/>
            <a:ext cx="782221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aimana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 i="1">
                <a:latin typeface="Arial"/>
                <a:cs typeface="Arial"/>
              </a:rPr>
              <a:t>Stan</a:t>
            </a:r>
            <a:r>
              <a:rPr dirty="0" smtClean="0" sz="2400" spc="-2" b="1" i="1">
                <a:latin typeface="Arial"/>
                <a:cs typeface="Arial"/>
              </a:rPr>
              <a:t>d</a:t>
            </a:r>
            <a:r>
              <a:rPr dirty="0" smtClean="0" sz="2400" spc="-2" b="1" i="1">
                <a:latin typeface="Arial"/>
                <a:cs typeface="Arial"/>
              </a:rPr>
              <a:t>ar</a:t>
            </a:r>
            <a:r>
              <a:rPr dirty="0" smtClean="0" sz="2400" spc="-2" b="1" i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Komu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k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si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W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r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9457" y="927976"/>
            <a:ext cx="4146568" cy="766429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" b="1">
                <a:latin typeface="Times New Roman"/>
                <a:cs typeface="Times New Roman"/>
              </a:rPr>
              <a:t>De</a:t>
            </a:r>
            <a:r>
              <a:rPr dirty="0" smtClean="0" sz="2800" spc="-1" b="1">
                <a:latin typeface="Times New Roman"/>
                <a:cs typeface="Times New Roman"/>
              </a:rPr>
              <a:t>s</a:t>
            </a:r>
            <a:r>
              <a:rPr dirty="0" smtClean="0" sz="2800" spc="-1" b="1">
                <a:latin typeface="Times New Roman"/>
                <a:cs typeface="Times New Roman"/>
              </a:rPr>
              <a:t>ain</a:t>
            </a:r>
            <a:r>
              <a:rPr dirty="0" smtClean="0" sz="2800" spc="-1" b="1">
                <a:latin typeface="Times New Roman"/>
                <a:cs typeface="Times New Roman"/>
              </a:rPr>
              <a:t> </a:t>
            </a:r>
            <a:r>
              <a:rPr dirty="0" smtClean="0" sz="2800" spc="-1" b="1">
                <a:latin typeface="Times New Roman"/>
                <a:cs typeface="Times New Roman"/>
              </a:rPr>
              <a:t>Jaringan</a:t>
            </a:r>
            <a:r>
              <a:rPr dirty="0" smtClean="0" sz="2800" spc="-1" b="1">
                <a:latin typeface="Times New Roman"/>
                <a:cs typeface="Times New Roman"/>
              </a:rPr>
              <a:t> </a:t>
            </a:r>
            <a:r>
              <a:rPr dirty="0" smtClean="0" sz="2800" spc="-1" b="1">
                <a:latin typeface="Times New Roman"/>
                <a:cs typeface="Times New Roman"/>
              </a:rPr>
              <a:t>(net</a:t>
            </a:r>
            <a:r>
              <a:rPr dirty="0" smtClean="0" sz="2800" spc="-1" b="1">
                <a:latin typeface="Times New Roman"/>
                <a:cs typeface="Times New Roman"/>
              </a:rPr>
              <a:t>w</a:t>
            </a:r>
            <a:r>
              <a:rPr dirty="0" smtClean="0" sz="2800" spc="-1" b="1">
                <a:latin typeface="Times New Roman"/>
                <a:cs typeface="Times New Roman"/>
              </a:rPr>
              <a:t>or</a:t>
            </a:r>
            <a:r>
              <a:rPr dirty="0" smtClean="0" sz="2800" spc="-1" b="1">
                <a:latin typeface="Times New Roman"/>
                <a:cs typeface="Times New Roman"/>
              </a:rPr>
              <a:t>k</a:t>
            </a:r>
            <a:r>
              <a:rPr dirty="0" smtClean="0" sz="2800" spc="-1" b="1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90499" marR="53387">
              <a:lnSpc>
                <a:spcPct val="95825"/>
              </a:lnSpc>
              <a:spcBef>
                <a:spcPts val="116"/>
              </a:spcBef>
            </a:pPr>
            <a:r>
              <a:rPr dirty="0" smtClean="0" sz="2400" spc="-34" b="1">
                <a:latin typeface="Times New Roman"/>
                <a:cs typeface="Times New Roman"/>
              </a:rPr>
              <a:t>T</a:t>
            </a:r>
            <a:r>
              <a:rPr dirty="0" smtClean="0" sz="2400" spc="-34" b="1">
                <a:latin typeface="Times New Roman"/>
                <a:cs typeface="Times New Roman"/>
              </a:rPr>
              <a:t>uj</a:t>
            </a:r>
            <a:r>
              <a:rPr dirty="0" smtClean="0" sz="2400" spc="-34" b="1">
                <a:latin typeface="Times New Roman"/>
                <a:cs typeface="Times New Roman"/>
              </a:rPr>
              <a:t>u</a:t>
            </a:r>
            <a:r>
              <a:rPr dirty="0" smtClean="0" sz="2400" spc="-34" b="1">
                <a:latin typeface="Times New Roman"/>
                <a:cs typeface="Times New Roman"/>
              </a:rPr>
              <a:t>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1107" y="1717504"/>
            <a:ext cx="180533" cy="279717"/>
          </a:xfrm>
          <a:prstGeom prst="rect">
            <a:avLst/>
          </a:prstGeom>
        </p:spPr>
        <p:txBody>
          <a:bodyPr wrap="square" lIns="0" tIns="13874" rIns="0" bIns="0" rtlCol="0">
            <a:noAutofit/>
          </a:bodyPr>
          <a:lstStyle/>
          <a:p>
            <a:pPr marL="12700">
              <a:lnSpc>
                <a:spcPts val="2185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3944" y="1721566"/>
            <a:ext cx="7936708" cy="58483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ntuk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kon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ja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(k</a:t>
            </a:r>
            <a:r>
              <a:rPr dirty="0" smtClean="0" sz="2000" spc="-2">
                <a:latin typeface="Times New Roman"/>
                <a:cs typeface="Times New Roman"/>
              </a:rPr>
              <a:t>o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f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otokol)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untuk</a:t>
            </a:r>
            <a:endParaRPr sz="2000">
              <a:latin typeface="Times New Roman"/>
              <a:cs typeface="Times New Roman"/>
            </a:endParaRPr>
          </a:p>
          <a:p>
            <a:pPr marL="12700" marR="38147">
              <a:lnSpc>
                <a:spcPct val="9582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ng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dir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c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257" y="2507204"/>
            <a:ext cx="520293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8" b="1">
                <a:latin typeface="Times New Roman"/>
                <a:cs typeface="Times New Roman"/>
              </a:rPr>
              <a:t>Y</a:t>
            </a:r>
            <a:r>
              <a:rPr dirty="0" smtClean="0" sz="2400" spc="-8" b="1">
                <a:latin typeface="Times New Roman"/>
                <a:cs typeface="Times New Roman"/>
              </a:rPr>
              <a:t>ang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di</a:t>
            </a:r>
            <a:r>
              <a:rPr dirty="0" smtClean="0" sz="2400" spc="-8" b="1">
                <a:latin typeface="Times New Roman"/>
                <a:cs typeface="Times New Roman"/>
              </a:rPr>
              <a:t>l</a:t>
            </a:r>
            <a:r>
              <a:rPr dirty="0" smtClean="0" sz="2400" spc="-8" b="1">
                <a:latin typeface="Times New Roman"/>
                <a:cs typeface="Times New Roman"/>
              </a:rPr>
              <a:t>aku</a:t>
            </a:r>
            <a:r>
              <a:rPr dirty="0" smtClean="0" sz="2400" spc="-8" b="1">
                <a:latin typeface="Times New Roman"/>
                <a:cs typeface="Times New Roman"/>
              </a:rPr>
              <a:t>k</a:t>
            </a:r>
            <a:r>
              <a:rPr dirty="0" smtClean="0" sz="2400" spc="-8" b="1">
                <a:latin typeface="Times New Roman"/>
                <a:cs typeface="Times New Roman"/>
              </a:rPr>
              <a:t>an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dalam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desain</a:t>
            </a:r>
            <a:r>
              <a:rPr dirty="0" smtClean="0" sz="2400" spc="-8" b="1">
                <a:latin typeface="Times New Roman"/>
                <a:cs typeface="Times New Roman"/>
              </a:rPr>
              <a:t> </a:t>
            </a:r>
            <a:r>
              <a:rPr dirty="0" smtClean="0" sz="2400" spc="-8" b="1">
                <a:latin typeface="Times New Roman"/>
                <a:cs typeface="Times New Roman"/>
              </a:rPr>
              <a:t>r</a:t>
            </a:r>
            <a:r>
              <a:rPr dirty="0" smtClean="0" sz="2400" spc="-8" b="1">
                <a:latin typeface="Times New Roman"/>
                <a:cs typeface="Times New Roman"/>
              </a:rPr>
              <a:t>adio</a:t>
            </a:r>
            <a:r>
              <a:rPr dirty="0" smtClean="0" sz="2400" spc="-8" b="1">
                <a:latin typeface="Times New Roman"/>
                <a:cs typeface="Times New Roman"/>
              </a:rPr>
              <a:t>l</a:t>
            </a:r>
            <a:r>
              <a:rPr dirty="0" smtClean="0" sz="2400" spc="-8" b="1">
                <a:latin typeface="Times New Roman"/>
                <a:cs typeface="Times New Roman"/>
              </a:rPr>
              <a:t>i</a:t>
            </a:r>
            <a:r>
              <a:rPr dirty="0" smtClean="0" sz="2400" spc="-8" b="1">
                <a:latin typeface="Times New Roman"/>
                <a:cs typeface="Times New Roman"/>
              </a:rPr>
              <a:t>nk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1107" y="2937599"/>
            <a:ext cx="180340" cy="279400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3944" y="2941656"/>
            <a:ext cx="8158095" cy="2413824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 marR="31111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Men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ntukan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sk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rkon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ksi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puti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protokol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un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,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dirty="0" smtClean="0" sz="2000">
                <a:latin typeface="Times New Roman"/>
                <a:cs typeface="Times New Roman"/>
              </a:rPr>
              <a:t>b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ik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skema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si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4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ing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4">
                <a:latin typeface="Times New Roman"/>
                <a:cs typeface="Times New Roman"/>
              </a:rPr>
              <a:t>t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f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-9">
                <a:latin typeface="Times New Roman"/>
                <a:cs typeface="Times New Roman"/>
              </a:rPr>
              <a:t>c</a:t>
            </a:r>
            <a:r>
              <a:rPr dirty="0" smtClean="0" sz="2000" spc="0">
                <a:latin typeface="Times New Roman"/>
                <a:cs typeface="Times New Roman"/>
              </a:rPr>
              <a:t>e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dio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dan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ju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4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ing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ntar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sent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M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mpe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si</a:t>
            </a:r>
            <a:r>
              <a:rPr dirty="0" smtClean="0" sz="2000" spc="9">
                <a:latin typeface="Times New Roman"/>
                <a:cs typeface="Times New Roman"/>
              </a:rPr>
              <a:t>l</a:t>
            </a:r>
            <a:r>
              <a:rPr dirty="0" smtClean="0" sz="2000" spc="-4">
                <a:latin typeface="Times New Roman"/>
                <a:cs typeface="Times New Roman"/>
              </a:rPr>
              <a:t>-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sil</a:t>
            </a:r>
            <a:r>
              <a:rPr dirty="0" smtClean="0" sz="2000" spc="-3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lam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Ra</a:t>
            </a:r>
            <a:r>
              <a:rPr dirty="0" smtClean="0" sz="2000" spc="-4">
                <a:latin typeface="Times New Roman"/>
                <a:cs typeface="Times New Roman"/>
              </a:rPr>
              <a:t>d</a:t>
            </a:r>
            <a:r>
              <a:rPr dirty="0" smtClean="0" sz="2000" spc="0">
                <a:latin typeface="Times New Roman"/>
                <a:cs typeface="Times New Roman"/>
              </a:rPr>
              <a:t>io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-44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ink</a:t>
            </a:r>
            <a:r>
              <a:rPr dirty="0" smtClean="0" sz="2000" spc="3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ju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14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S</a:t>
            </a:r>
            <a:r>
              <a:rPr dirty="0" smtClean="0" sz="2000" spc="0">
                <a:latin typeface="Times New Roman"/>
                <a:cs typeface="Times New Roman"/>
              </a:rPr>
              <a:t>ubs</a:t>
            </a:r>
            <a:r>
              <a:rPr dirty="0" smtClean="0" sz="2000" spc="-59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4">
                <a:latin typeface="Times New Roman"/>
                <a:cs typeface="Times New Roman"/>
              </a:rPr>
              <a:t>t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m</a:t>
            </a:r>
            <a:r>
              <a:rPr dirty="0" smtClean="0" sz="2000" spc="3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Radio</a:t>
            </a:r>
            <a:r>
              <a:rPr dirty="0" smtClean="0" sz="2000" spc="-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seb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-19">
                <a:latin typeface="Times New Roman"/>
                <a:cs typeface="Times New Roman"/>
              </a:rPr>
              <a:t>g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</a:t>
            </a:r>
            <a:r>
              <a:rPr dirty="0" smtClean="0" sz="2000" spc="3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input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lam</a:t>
            </a:r>
            <a:r>
              <a:rPr dirty="0" smtClean="0" sz="2000" spc="-1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sain</a:t>
            </a:r>
            <a:r>
              <a:rPr dirty="0" smtClean="0" sz="2000" spc="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twork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(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ntu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saja</a:t>
            </a:r>
            <a:r>
              <a:rPr dirty="0" smtClean="0" sz="2000" spc="-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-59">
                <a:latin typeface="Times New Roman"/>
                <a:cs typeface="Times New Roman"/>
              </a:rPr>
              <a:t>y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29">
                <a:latin typeface="Times New Roman"/>
                <a:cs typeface="Times New Roman"/>
              </a:rPr>
              <a:t>t</a:t>
            </a:r>
            <a:r>
              <a:rPr dirty="0" smtClean="0" sz="2000" spc="-4">
                <a:latin typeface="Times New Roman"/>
                <a:cs typeface="Times New Roman"/>
              </a:rPr>
              <a:t>-</a:t>
            </a:r>
            <a:r>
              <a:rPr dirty="0" smtClean="0" sz="2000" spc="19">
                <a:latin typeface="Times New Roman"/>
                <a:cs typeface="Times New Roman"/>
              </a:rPr>
              <a:t>s</a:t>
            </a:r>
            <a:r>
              <a:rPr dirty="0" smtClean="0" sz="2000" spc="-39">
                <a:latin typeface="Times New Roman"/>
                <a:cs typeface="Times New Roman"/>
              </a:rPr>
              <a:t>y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lam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des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netwo</a:t>
            </a:r>
            <a:r>
              <a:rPr dirty="0" smtClean="0" sz="2000" spc="-9">
                <a:latin typeface="Times New Roman"/>
                <a:cs typeface="Times New Roman"/>
              </a:rPr>
              <a:t>r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ju</a:t>
            </a:r>
            <a:r>
              <a:rPr dirty="0" smtClean="0" sz="2000" spc="-14">
                <a:latin typeface="Times New Roman"/>
                <a:cs typeface="Times New Roman"/>
              </a:rPr>
              <a:t>g</a:t>
            </a:r>
            <a:r>
              <a:rPr dirty="0" smtClean="0" sz="2000" spc="0">
                <a:latin typeface="Times New Roman"/>
                <a:cs typeface="Times New Roman"/>
              </a:rPr>
              <a:t>a</a:t>
            </a:r>
            <a:r>
              <a:rPr dirty="0" smtClean="0" sz="2000" spc="9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h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rus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dip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rh</a:t>
            </a:r>
            <a:r>
              <a:rPr dirty="0" smtClean="0" sz="2000" spc="-14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t</a:t>
            </a:r>
            <a:r>
              <a:rPr dirty="0" smtClean="0" sz="2000" spc="4">
                <a:latin typeface="Times New Roman"/>
                <a:cs typeface="Times New Roman"/>
              </a:rPr>
              <a:t>i</a:t>
            </a:r>
            <a:r>
              <a:rPr dirty="0" smtClean="0" sz="2000" spc="0">
                <a:latin typeface="Times New Roman"/>
                <a:cs typeface="Times New Roman"/>
              </a:rPr>
              <a:t>k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lam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des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dio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4">
                <a:latin typeface="Times New Roman"/>
                <a:cs typeface="Times New Roman"/>
              </a:rPr>
              <a:t>l</a:t>
            </a:r>
            <a:r>
              <a:rPr dirty="0" smtClean="0" sz="2000" spc="0">
                <a:latin typeface="Times New Roman"/>
                <a:cs typeface="Times New Roman"/>
              </a:rPr>
              <a:t>ink</a:t>
            </a:r>
            <a:r>
              <a:rPr dirty="0" smtClean="0" sz="2000" spc="-14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d</a:t>
            </a:r>
            <a:r>
              <a:rPr dirty="0" smtClean="0" sz="2000" spc="-9">
                <a:latin typeface="Times New Roman"/>
                <a:cs typeface="Times New Roman"/>
              </a:rPr>
              <a:t>e</a:t>
            </a:r>
            <a:r>
              <a:rPr dirty="0" smtClean="0" sz="2000" spc="0">
                <a:latin typeface="Times New Roman"/>
                <a:cs typeface="Times New Roman"/>
              </a:rPr>
              <a:t>s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in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subs</a:t>
            </a:r>
            <a:r>
              <a:rPr dirty="0" smtClean="0" sz="2000" spc="-59">
                <a:latin typeface="Times New Roman"/>
                <a:cs typeface="Times New Roman"/>
              </a:rPr>
              <a:t>y</a:t>
            </a:r>
            <a:r>
              <a:rPr dirty="0" smtClean="0" sz="2000" spc="0">
                <a:latin typeface="Times New Roman"/>
                <a:cs typeface="Times New Roman"/>
              </a:rPr>
              <a:t>stem</a:t>
            </a:r>
            <a:r>
              <a:rPr dirty="0" smtClean="0" sz="2000" spc="39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0">
                <a:latin typeface="Times New Roman"/>
                <a:cs typeface="Times New Roman"/>
              </a:rPr>
              <a:t>dio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r>
              <a:rPr dirty="0" smtClean="0" sz="2000" spc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  <a:spcBef>
                <a:spcPts val="5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lam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des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in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netwo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ju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h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rus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memp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rh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kondi</a:t>
            </a:r>
            <a:r>
              <a:rPr dirty="0" smtClean="0" sz="2000" spc="-1">
                <a:latin typeface="Times New Roman"/>
                <a:cs typeface="Times New Roman"/>
              </a:rPr>
              <a:t>s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ja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in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kro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di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j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kita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bu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pk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1107" y="3547066"/>
            <a:ext cx="180533" cy="279717"/>
          </a:xfrm>
          <a:prstGeom prst="rect">
            <a:avLst/>
          </a:prstGeom>
        </p:spPr>
        <p:txBody>
          <a:bodyPr wrap="square" lIns="0" tIns="13874" rIns="0" bIns="0" rtlCol="0">
            <a:noAutofit/>
          </a:bodyPr>
          <a:lstStyle/>
          <a:p>
            <a:pPr marL="12700">
              <a:lnSpc>
                <a:spcPts val="2185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1107" y="4767034"/>
            <a:ext cx="180340" cy="279400"/>
          </a:xfrm>
          <a:prstGeom prst="rect">
            <a:avLst/>
          </a:prstGeom>
        </p:spPr>
        <p:txBody>
          <a:bodyPr wrap="square" lIns="0" tIns="13843" rIns="0" bIns="0" rtlCol="0">
            <a:noAutofit/>
          </a:bodyPr>
          <a:lstStyle/>
          <a:p>
            <a:pPr marL="12700">
              <a:lnSpc>
                <a:spcPts val="2180"/>
              </a:lnSpc>
            </a:pPr>
            <a:r>
              <a:rPr dirty="0" smtClean="0" sz="2000">
                <a:latin typeface="Symbol"/>
                <a:cs typeface="Symbol"/>
              </a:rPr>
              <a:t>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43720" y="6472848"/>
            <a:ext cx="34963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400" y="5471160"/>
            <a:ext cx="8305800" cy="642619"/>
          </a:xfrm>
          <a:prstGeom prst="rect">
            <a:avLst/>
          </a:prstGeom>
        </p:spPr>
        <p:txBody>
          <a:bodyPr wrap="square" lIns="0" tIns="27305" rIns="0" bIns="0" rtlCol="0">
            <a:noAutofit/>
          </a:bodyPr>
          <a:lstStyle/>
          <a:p>
            <a:pPr marL="91693">
              <a:lnSpc>
                <a:spcPct val="95825"/>
              </a:lnSpc>
            </a:pP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an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e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ai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agai</a:t>
            </a:r>
            <a:r>
              <a:rPr dirty="0" smtClean="0" sz="2000" spc="-2" b="1">
                <a:latin typeface="Times New Roman"/>
                <a:cs typeface="Times New Roman"/>
              </a:rPr>
              <a:t>m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r</a:t>
            </a:r>
            <a:r>
              <a:rPr dirty="0" smtClean="0" sz="2000" spc="-2" b="1">
                <a:latin typeface="Times New Roman"/>
                <a:cs typeface="Times New Roman"/>
              </a:rPr>
              <a:t>otokol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b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g</a:t>
            </a:r>
            <a:r>
              <a:rPr dirty="0" smtClean="0" sz="2000" spc="-2" b="1">
                <a:latin typeface="Times New Roman"/>
                <a:cs typeface="Times New Roman"/>
              </a:rPr>
              <a:t>u</a:t>
            </a:r>
            <a:r>
              <a:rPr dirty="0" smtClean="0" sz="2000" spc="-2" b="1">
                <a:latin typeface="Times New Roman"/>
                <a:cs typeface="Times New Roman"/>
              </a:rPr>
              <a:t>n</a:t>
            </a:r>
            <a:r>
              <a:rPr dirty="0" smtClean="0" sz="2000" spc="-2" b="1">
                <a:latin typeface="Times New Roman"/>
                <a:cs typeface="Times New Roman"/>
              </a:rPr>
              <a:t>,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at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l</a:t>
            </a:r>
            <a:r>
              <a:rPr dirty="0" smtClean="0" sz="2000" spc="-2" b="1">
                <a:latin typeface="Times New Roman"/>
                <a:cs typeface="Times New Roman"/>
              </a:rPr>
              <a:t>i</a:t>
            </a:r>
            <a:r>
              <a:rPr dirty="0" smtClean="0" sz="2000" spc="-2" b="1">
                <a:latin typeface="Times New Roman"/>
                <a:cs typeface="Times New Roman"/>
              </a:rPr>
              <a:t>h</a:t>
            </a:r>
            <a:r>
              <a:rPr dirty="0" smtClean="0" sz="2000" spc="-2" b="1">
                <a:latin typeface="Times New Roman"/>
                <a:cs typeface="Times New Roman"/>
              </a:rPr>
              <a:t>at</a:t>
            </a:r>
            <a:r>
              <a:rPr dirty="0" smtClean="0" sz="2000" spc="-2" b="1">
                <a:latin typeface="Times New Roman"/>
                <a:cs typeface="Times New Roman"/>
              </a:rPr>
              <a:t> </a:t>
            </a:r>
            <a:r>
              <a:rPr dirty="0" smtClean="0" sz="2000" spc="-2" b="1">
                <a:latin typeface="Times New Roman"/>
                <a:cs typeface="Times New Roman"/>
              </a:rPr>
              <a:t>p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r>
              <a:rPr dirty="0" smtClean="0" sz="2000" spc="-2" b="1">
                <a:latin typeface="Times New Roman"/>
                <a:cs typeface="Times New Roman"/>
              </a:rPr>
              <a:t>d</a:t>
            </a:r>
            <a:r>
              <a:rPr dirty="0" smtClean="0" sz="2000" spc="-2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91693">
              <a:lnSpc>
                <a:spcPts val="2160"/>
              </a:lnSpc>
              <a:spcBef>
                <a:spcPts val="108"/>
              </a:spcBef>
            </a:pPr>
            <a:r>
              <a:rPr dirty="0" smtClean="0" sz="2000" spc="-9" b="1">
                <a:latin typeface="Times New Roman"/>
                <a:cs typeface="Times New Roman"/>
              </a:rPr>
              <a:t>M</a:t>
            </a:r>
            <a:r>
              <a:rPr dirty="0" smtClean="0" sz="2000" spc="-9" b="1">
                <a:latin typeface="Times New Roman"/>
                <a:cs typeface="Times New Roman"/>
              </a:rPr>
              <a:t>o</a:t>
            </a:r>
            <a:r>
              <a:rPr dirty="0" smtClean="0" sz="2000" spc="-9" b="1">
                <a:latin typeface="Times New Roman"/>
                <a:cs typeface="Times New Roman"/>
              </a:rPr>
              <a:t>d</a:t>
            </a:r>
            <a:r>
              <a:rPr dirty="0" smtClean="0" sz="2000" spc="-9" b="1">
                <a:latin typeface="Times New Roman"/>
                <a:cs typeface="Times New Roman"/>
              </a:rPr>
              <a:t>u</a:t>
            </a:r>
            <a:r>
              <a:rPr dirty="0" smtClean="0" sz="2000" spc="-9" b="1">
                <a:latin typeface="Times New Roman"/>
                <a:cs typeface="Times New Roman"/>
              </a:rPr>
              <a:t>l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-9" b="1">
                <a:latin typeface="Times New Roman"/>
                <a:cs typeface="Times New Roman"/>
              </a:rPr>
              <a:t>4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-9" b="1">
                <a:latin typeface="Times New Roman"/>
                <a:cs typeface="Times New Roman"/>
              </a:rPr>
              <a:t>m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n</a:t>
            </a:r>
            <a:r>
              <a:rPr dirty="0" smtClean="0" sz="2000" spc="-9" b="1">
                <a:latin typeface="Times New Roman"/>
                <a:cs typeface="Times New Roman"/>
              </a:rPr>
              <a:t>g</a:t>
            </a:r>
            <a:r>
              <a:rPr dirty="0" smtClean="0" sz="2000" spc="-9" b="1">
                <a:latin typeface="Times New Roman"/>
                <a:cs typeface="Times New Roman"/>
              </a:rPr>
              <a:t>e</a:t>
            </a:r>
            <a:r>
              <a:rPr dirty="0" smtClean="0" sz="2000" spc="-9" b="1">
                <a:latin typeface="Times New Roman"/>
                <a:cs typeface="Times New Roman"/>
              </a:rPr>
              <a:t>n</a:t>
            </a:r>
            <a:r>
              <a:rPr dirty="0" smtClean="0" sz="2000" spc="-9" b="1">
                <a:latin typeface="Times New Roman"/>
                <a:cs typeface="Times New Roman"/>
              </a:rPr>
              <a:t>ai</a:t>
            </a:r>
            <a:r>
              <a:rPr dirty="0" smtClean="0" sz="2000" spc="-9" b="1">
                <a:latin typeface="Times New Roman"/>
                <a:cs typeface="Times New Roman"/>
              </a:rPr>
              <a:t> </a:t>
            </a:r>
            <a:r>
              <a:rPr dirty="0" smtClean="0" sz="2000" spc="-9" b="1" i="1">
                <a:latin typeface="Times New Roman"/>
                <a:cs typeface="Times New Roman"/>
              </a:rPr>
              <a:t> </a:t>
            </a:r>
            <a:r>
              <a:rPr dirty="0" smtClean="0" sz="2000" spc="-9" b="1" i="1" u="heavy">
                <a:latin typeface="Times New Roman"/>
                <a:cs typeface="Times New Roman"/>
              </a:rPr>
              <a:t>P</a:t>
            </a:r>
            <a:r>
              <a:rPr dirty="0" smtClean="0" sz="2000" spc="-9" b="1" i="1" u="heavy">
                <a:latin typeface="Times New Roman"/>
                <a:cs typeface="Times New Roman"/>
              </a:rPr>
              <a:t>e</a:t>
            </a:r>
            <a:r>
              <a:rPr dirty="0" smtClean="0" sz="2000" spc="-9" b="1" i="1" u="heavy">
                <a:latin typeface="Times New Roman"/>
                <a:cs typeface="Times New Roman"/>
              </a:rPr>
              <a:t>n</a:t>
            </a:r>
            <a:r>
              <a:rPr dirty="0" smtClean="0" sz="2000" spc="-9" b="1" i="1" u="heavy">
                <a:latin typeface="Times New Roman"/>
                <a:cs typeface="Times New Roman"/>
              </a:rPr>
              <a:t>gka</a:t>
            </a:r>
            <a:r>
              <a:rPr dirty="0" smtClean="0" sz="2000" spc="-9" b="1" i="1" u="heavy">
                <a:latin typeface="Times New Roman"/>
                <a:cs typeface="Times New Roman"/>
              </a:rPr>
              <a:t>n</a:t>
            </a:r>
            <a:r>
              <a:rPr dirty="0" smtClean="0" sz="2000" spc="-9" b="1" i="1" u="heavy">
                <a:latin typeface="Times New Roman"/>
                <a:cs typeface="Times New Roman"/>
              </a:rPr>
              <a:t>alan</a:t>
            </a:r>
            <a:r>
              <a:rPr dirty="0" smtClean="0" sz="2000" spc="-9" b="1" i="1" u="heavy">
                <a:latin typeface="Times New Roman"/>
                <a:cs typeface="Times New Roman"/>
              </a:rPr>
              <a:t> </a:t>
            </a:r>
            <a:r>
              <a:rPr dirty="0" smtClean="0" sz="2000" spc="-9" b="1" i="1" u="heavy">
                <a:latin typeface="Times New Roman"/>
                <a:cs typeface="Times New Roman"/>
              </a:rPr>
              <a:t>dan</a:t>
            </a:r>
            <a:r>
              <a:rPr dirty="0" smtClean="0" sz="2000" spc="-9" b="1" i="1" u="heavy">
                <a:latin typeface="Times New Roman"/>
                <a:cs typeface="Times New Roman"/>
              </a:rPr>
              <a:t> </a:t>
            </a:r>
            <a:r>
              <a:rPr dirty="0" smtClean="0" sz="2000" spc="-9" b="1" i="1" u="heavy">
                <a:latin typeface="Times New Roman"/>
                <a:cs typeface="Times New Roman"/>
              </a:rPr>
              <a:t>Ma</a:t>
            </a:r>
            <a:r>
              <a:rPr dirty="0" smtClean="0" sz="2000" spc="-9" b="1" i="1" u="heavy">
                <a:latin typeface="Times New Roman"/>
                <a:cs typeface="Times New Roman"/>
              </a:rPr>
              <a:t>n</a:t>
            </a:r>
            <a:r>
              <a:rPr dirty="0" smtClean="0" sz="2000" spc="-9" b="1" i="1" u="heavy">
                <a:latin typeface="Times New Roman"/>
                <a:cs typeface="Times New Roman"/>
              </a:rPr>
              <a:t>aje</a:t>
            </a:r>
            <a:r>
              <a:rPr dirty="0" smtClean="0" sz="2000" spc="-9" b="1" i="1" u="heavy">
                <a:latin typeface="Times New Roman"/>
                <a:cs typeface="Times New Roman"/>
              </a:rPr>
              <a:t>m</a:t>
            </a:r>
            <a:r>
              <a:rPr dirty="0" smtClean="0" sz="2000" spc="-9" b="1" i="1" u="heavy">
                <a:latin typeface="Times New Roman"/>
                <a:cs typeface="Times New Roman"/>
              </a:rPr>
              <a:t>e</a:t>
            </a:r>
            <a:r>
              <a:rPr dirty="0" smtClean="0" sz="2000" spc="-9" b="1" i="1" u="heavy">
                <a:latin typeface="Times New Roman"/>
                <a:cs typeface="Times New Roman"/>
              </a:rPr>
              <a:t>n</a:t>
            </a:r>
            <a:r>
              <a:rPr dirty="0" smtClean="0" sz="2000" spc="-9" b="1" i="1" u="heavy">
                <a:latin typeface="Times New Roman"/>
                <a:cs typeface="Times New Roman"/>
              </a:rPr>
              <a:t> </a:t>
            </a:r>
            <a:r>
              <a:rPr dirty="0" smtClean="0" sz="2000" spc="-9" b="1" i="1" u="heavy">
                <a:latin typeface="Times New Roman"/>
                <a:cs typeface="Times New Roman"/>
              </a:rPr>
              <a:t>Ko</a:t>
            </a:r>
            <a:r>
              <a:rPr dirty="0" smtClean="0" sz="2000" spc="-9" b="1" i="1" u="heavy">
                <a:latin typeface="Times New Roman"/>
                <a:cs typeface="Times New Roman"/>
              </a:rPr>
              <a:t>m</a:t>
            </a:r>
            <a:r>
              <a:rPr dirty="0" smtClean="0" sz="2000" spc="-9" b="1" i="1" u="heavy">
                <a:latin typeface="Times New Roman"/>
                <a:cs typeface="Times New Roman"/>
              </a:rPr>
              <a:t>u</a:t>
            </a:r>
            <a:r>
              <a:rPr dirty="0" smtClean="0" sz="2000" spc="-9" b="1" i="1" u="heavy">
                <a:latin typeface="Times New Roman"/>
                <a:cs typeface="Times New Roman"/>
              </a:rPr>
              <a:t>n</a:t>
            </a:r>
            <a:r>
              <a:rPr dirty="0" smtClean="0" sz="2000" spc="-9" b="1" i="1" u="heavy">
                <a:latin typeface="Times New Roman"/>
                <a:cs typeface="Times New Roman"/>
              </a:rPr>
              <a:t>ikasi</a:t>
            </a:r>
            <a:r>
              <a:rPr dirty="0" smtClean="0" sz="2000" spc="-9" b="1" i="1" u="heavy">
                <a:latin typeface="Times New Roman"/>
                <a:cs typeface="Times New Roman"/>
              </a:rPr>
              <a:t> </a:t>
            </a:r>
            <a:r>
              <a:rPr dirty="0" smtClean="0" sz="2000" spc="-9" b="1" i="1" u="heavy">
                <a:latin typeface="Times New Roman"/>
                <a:cs typeface="Times New Roman"/>
              </a:rPr>
              <a:t>!!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5624" y="5870575"/>
            <a:ext cx="6223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323078" y="5870575"/>
            <a:ext cx="6172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643116" y="5870575"/>
            <a:ext cx="5918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7977885" y="5870575"/>
            <a:ext cx="5689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3293906" y="2577028"/>
            <a:ext cx="3232312" cy="1342366"/>
          </a:xfrm>
          <a:custGeom>
            <a:avLst/>
            <a:gdLst/>
            <a:ahLst/>
            <a:cxnLst/>
            <a:rect l="l" t="t" r="r" b="b"/>
            <a:pathLst>
              <a:path w="3232312" h="1342366">
                <a:moveTo>
                  <a:pt x="0" y="670998"/>
                </a:moveTo>
                <a:lnTo>
                  <a:pt x="7185" y="733602"/>
                </a:lnTo>
                <a:lnTo>
                  <a:pt x="28742" y="793644"/>
                </a:lnTo>
                <a:lnTo>
                  <a:pt x="61078" y="856106"/>
                </a:lnTo>
                <a:lnTo>
                  <a:pt x="107785" y="912933"/>
                </a:lnTo>
                <a:lnTo>
                  <a:pt x="168684" y="969760"/>
                </a:lnTo>
                <a:lnTo>
                  <a:pt x="240541" y="1023756"/>
                </a:lnTo>
                <a:lnTo>
                  <a:pt x="326770" y="1074906"/>
                </a:lnTo>
                <a:lnTo>
                  <a:pt x="423597" y="1123211"/>
                </a:lnTo>
                <a:lnTo>
                  <a:pt x="528149" y="1165838"/>
                </a:lnTo>
                <a:lnTo>
                  <a:pt x="642941" y="1205620"/>
                </a:lnTo>
                <a:lnTo>
                  <a:pt x="765098" y="1242556"/>
                </a:lnTo>
                <a:lnTo>
                  <a:pt x="897854" y="1270970"/>
                </a:lnTo>
                <a:lnTo>
                  <a:pt x="1034203" y="1296552"/>
                </a:lnTo>
                <a:lnTo>
                  <a:pt x="1174145" y="1316798"/>
                </a:lnTo>
                <a:lnTo>
                  <a:pt x="1318218" y="1330998"/>
                </a:lnTo>
                <a:lnTo>
                  <a:pt x="1468938" y="1339521"/>
                </a:lnTo>
                <a:lnTo>
                  <a:pt x="1616066" y="1342366"/>
                </a:lnTo>
                <a:lnTo>
                  <a:pt x="1766966" y="1339521"/>
                </a:lnTo>
                <a:lnTo>
                  <a:pt x="1914093" y="1330998"/>
                </a:lnTo>
                <a:lnTo>
                  <a:pt x="2058167" y="1316798"/>
                </a:lnTo>
                <a:lnTo>
                  <a:pt x="2201701" y="1296552"/>
                </a:lnTo>
                <a:lnTo>
                  <a:pt x="2338050" y="1270970"/>
                </a:lnTo>
                <a:lnTo>
                  <a:pt x="2467213" y="1242556"/>
                </a:lnTo>
                <a:lnTo>
                  <a:pt x="2589370" y="1205620"/>
                </a:lnTo>
                <a:lnTo>
                  <a:pt x="2704162" y="1165838"/>
                </a:lnTo>
                <a:lnTo>
                  <a:pt x="2812307" y="1123211"/>
                </a:lnTo>
                <a:lnTo>
                  <a:pt x="2905541" y="1074906"/>
                </a:lnTo>
                <a:lnTo>
                  <a:pt x="2991770" y="1023756"/>
                </a:lnTo>
                <a:lnTo>
                  <a:pt x="3063627" y="969760"/>
                </a:lnTo>
                <a:lnTo>
                  <a:pt x="3124526" y="912933"/>
                </a:lnTo>
                <a:lnTo>
                  <a:pt x="3171233" y="856106"/>
                </a:lnTo>
                <a:lnTo>
                  <a:pt x="3203569" y="793644"/>
                </a:lnTo>
                <a:lnTo>
                  <a:pt x="3225126" y="733602"/>
                </a:lnTo>
                <a:lnTo>
                  <a:pt x="3232312" y="670998"/>
                </a:lnTo>
                <a:lnTo>
                  <a:pt x="3225126" y="608537"/>
                </a:lnTo>
                <a:lnTo>
                  <a:pt x="3203569" y="546075"/>
                </a:lnTo>
                <a:lnTo>
                  <a:pt x="3171233" y="486317"/>
                </a:lnTo>
                <a:lnTo>
                  <a:pt x="3124526" y="429547"/>
                </a:lnTo>
                <a:lnTo>
                  <a:pt x="3063627" y="372634"/>
                </a:lnTo>
                <a:lnTo>
                  <a:pt x="2991770" y="315864"/>
                </a:lnTo>
                <a:lnTo>
                  <a:pt x="2905541" y="264643"/>
                </a:lnTo>
                <a:lnTo>
                  <a:pt x="2812307" y="219255"/>
                </a:lnTo>
                <a:lnTo>
                  <a:pt x="2704162" y="173440"/>
                </a:lnTo>
                <a:lnTo>
                  <a:pt x="2589370" y="133602"/>
                </a:lnTo>
                <a:lnTo>
                  <a:pt x="2467213" y="99454"/>
                </a:lnTo>
                <a:lnTo>
                  <a:pt x="2338050" y="68295"/>
                </a:lnTo>
                <a:lnTo>
                  <a:pt x="2201701" y="45530"/>
                </a:lnTo>
                <a:lnTo>
                  <a:pt x="2058167" y="25610"/>
                </a:lnTo>
                <a:lnTo>
                  <a:pt x="1914093" y="11382"/>
                </a:lnTo>
                <a:lnTo>
                  <a:pt x="1766966" y="2845"/>
                </a:lnTo>
                <a:lnTo>
                  <a:pt x="1616066" y="0"/>
                </a:lnTo>
                <a:lnTo>
                  <a:pt x="1468938" y="2845"/>
                </a:lnTo>
                <a:lnTo>
                  <a:pt x="1318218" y="11382"/>
                </a:lnTo>
                <a:lnTo>
                  <a:pt x="1174145" y="25610"/>
                </a:lnTo>
                <a:lnTo>
                  <a:pt x="1034203" y="45529"/>
                </a:lnTo>
                <a:lnTo>
                  <a:pt x="897854" y="68294"/>
                </a:lnTo>
                <a:lnTo>
                  <a:pt x="765098" y="99454"/>
                </a:lnTo>
                <a:lnTo>
                  <a:pt x="642941" y="133602"/>
                </a:lnTo>
                <a:lnTo>
                  <a:pt x="528149" y="173440"/>
                </a:lnTo>
                <a:lnTo>
                  <a:pt x="423597" y="219255"/>
                </a:lnTo>
                <a:lnTo>
                  <a:pt x="326770" y="264643"/>
                </a:lnTo>
                <a:lnTo>
                  <a:pt x="240541" y="315864"/>
                </a:lnTo>
                <a:lnTo>
                  <a:pt x="168684" y="372634"/>
                </a:lnTo>
                <a:lnTo>
                  <a:pt x="107785" y="429547"/>
                </a:lnTo>
                <a:lnTo>
                  <a:pt x="61078" y="486317"/>
                </a:lnTo>
                <a:lnTo>
                  <a:pt x="28742" y="546075"/>
                </a:lnTo>
                <a:lnTo>
                  <a:pt x="7185" y="608536"/>
                </a:lnTo>
                <a:lnTo>
                  <a:pt x="0" y="67099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3293906" y="2577028"/>
            <a:ext cx="3232312" cy="1342366"/>
          </a:xfrm>
          <a:custGeom>
            <a:avLst/>
            <a:gdLst/>
            <a:ahLst/>
            <a:cxnLst/>
            <a:rect l="l" t="t" r="r" b="b"/>
            <a:pathLst>
              <a:path w="3232312" h="1342366">
                <a:moveTo>
                  <a:pt x="0" y="670998"/>
                </a:moveTo>
                <a:lnTo>
                  <a:pt x="7185" y="608536"/>
                </a:lnTo>
                <a:lnTo>
                  <a:pt x="28742" y="546075"/>
                </a:lnTo>
                <a:lnTo>
                  <a:pt x="61078" y="486317"/>
                </a:lnTo>
                <a:lnTo>
                  <a:pt x="107785" y="429547"/>
                </a:lnTo>
                <a:lnTo>
                  <a:pt x="168684" y="372634"/>
                </a:lnTo>
                <a:lnTo>
                  <a:pt x="240541" y="315864"/>
                </a:lnTo>
                <a:lnTo>
                  <a:pt x="326770" y="264643"/>
                </a:lnTo>
                <a:lnTo>
                  <a:pt x="423597" y="219255"/>
                </a:lnTo>
                <a:lnTo>
                  <a:pt x="528149" y="173440"/>
                </a:lnTo>
                <a:lnTo>
                  <a:pt x="642941" y="133602"/>
                </a:lnTo>
                <a:lnTo>
                  <a:pt x="765098" y="99454"/>
                </a:lnTo>
                <a:lnTo>
                  <a:pt x="897854" y="68294"/>
                </a:lnTo>
                <a:lnTo>
                  <a:pt x="1034203" y="45529"/>
                </a:lnTo>
                <a:lnTo>
                  <a:pt x="1174145" y="25610"/>
                </a:lnTo>
                <a:lnTo>
                  <a:pt x="1318218" y="11382"/>
                </a:lnTo>
                <a:lnTo>
                  <a:pt x="1468938" y="2845"/>
                </a:lnTo>
                <a:lnTo>
                  <a:pt x="1616066" y="0"/>
                </a:lnTo>
                <a:lnTo>
                  <a:pt x="1766966" y="2845"/>
                </a:lnTo>
                <a:lnTo>
                  <a:pt x="1914093" y="11382"/>
                </a:lnTo>
                <a:lnTo>
                  <a:pt x="2058167" y="25610"/>
                </a:lnTo>
                <a:lnTo>
                  <a:pt x="2201701" y="45530"/>
                </a:lnTo>
                <a:lnTo>
                  <a:pt x="2338050" y="68295"/>
                </a:lnTo>
                <a:lnTo>
                  <a:pt x="2467213" y="99454"/>
                </a:lnTo>
                <a:lnTo>
                  <a:pt x="2589370" y="133602"/>
                </a:lnTo>
                <a:lnTo>
                  <a:pt x="2704162" y="173440"/>
                </a:lnTo>
                <a:lnTo>
                  <a:pt x="2812307" y="219255"/>
                </a:lnTo>
                <a:lnTo>
                  <a:pt x="2905541" y="264643"/>
                </a:lnTo>
                <a:lnTo>
                  <a:pt x="2991770" y="315864"/>
                </a:lnTo>
                <a:lnTo>
                  <a:pt x="3063627" y="372634"/>
                </a:lnTo>
                <a:lnTo>
                  <a:pt x="3124526" y="429547"/>
                </a:lnTo>
                <a:lnTo>
                  <a:pt x="3171233" y="486317"/>
                </a:lnTo>
                <a:lnTo>
                  <a:pt x="3203569" y="546075"/>
                </a:lnTo>
                <a:lnTo>
                  <a:pt x="3225126" y="608537"/>
                </a:lnTo>
                <a:lnTo>
                  <a:pt x="3232312" y="670998"/>
                </a:lnTo>
                <a:lnTo>
                  <a:pt x="3225126" y="733602"/>
                </a:lnTo>
                <a:lnTo>
                  <a:pt x="3203569" y="793644"/>
                </a:lnTo>
                <a:lnTo>
                  <a:pt x="3171233" y="856106"/>
                </a:lnTo>
                <a:lnTo>
                  <a:pt x="3124526" y="912933"/>
                </a:lnTo>
                <a:lnTo>
                  <a:pt x="3063627" y="969760"/>
                </a:lnTo>
                <a:lnTo>
                  <a:pt x="2991770" y="1023756"/>
                </a:lnTo>
                <a:lnTo>
                  <a:pt x="2905541" y="1074906"/>
                </a:lnTo>
                <a:lnTo>
                  <a:pt x="2812307" y="1123211"/>
                </a:lnTo>
                <a:lnTo>
                  <a:pt x="2704162" y="1165838"/>
                </a:lnTo>
                <a:lnTo>
                  <a:pt x="2589370" y="1205620"/>
                </a:lnTo>
                <a:lnTo>
                  <a:pt x="2467213" y="1242556"/>
                </a:lnTo>
                <a:lnTo>
                  <a:pt x="2338050" y="1270970"/>
                </a:lnTo>
                <a:lnTo>
                  <a:pt x="2201701" y="1296552"/>
                </a:lnTo>
                <a:lnTo>
                  <a:pt x="2058167" y="1316798"/>
                </a:lnTo>
                <a:lnTo>
                  <a:pt x="1914093" y="1330998"/>
                </a:lnTo>
                <a:lnTo>
                  <a:pt x="1766966" y="1339521"/>
                </a:lnTo>
                <a:lnTo>
                  <a:pt x="1616066" y="1342366"/>
                </a:lnTo>
                <a:lnTo>
                  <a:pt x="1468938" y="1339521"/>
                </a:lnTo>
                <a:lnTo>
                  <a:pt x="1318218" y="1330998"/>
                </a:lnTo>
                <a:lnTo>
                  <a:pt x="1174145" y="1316798"/>
                </a:lnTo>
                <a:lnTo>
                  <a:pt x="1034203" y="1296552"/>
                </a:lnTo>
                <a:lnTo>
                  <a:pt x="897854" y="1270970"/>
                </a:lnTo>
                <a:lnTo>
                  <a:pt x="765098" y="1242556"/>
                </a:lnTo>
                <a:lnTo>
                  <a:pt x="642941" y="1205620"/>
                </a:lnTo>
                <a:lnTo>
                  <a:pt x="528149" y="1165838"/>
                </a:lnTo>
                <a:lnTo>
                  <a:pt x="423597" y="1123211"/>
                </a:lnTo>
                <a:lnTo>
                  <a:pt x="326770" y="1074906"/>
                </a:lnTo>
                <a:lnTo>
                  <a:pt x="240541" y="1023756"/>
                </a:lnTo>
                <a:lnTo>
                  <a:pt x="168684" y="969760"/>
                </a:lnTo>
                <a:lnTo>
                  <a:pt x="107785" y="912933"/>
                </a:lnTo>
                <a:lnTo>
                  <a:pt x="61078" y="856106"/>
                </a:lnTo>
                <a:lnTo>
                  <a:pt x="28742" y="793644"/>
                </a:lnTo>
                <a:lnTo>
                  <a:pt x="7185" y="733602"/>
                </a:lnTo>
                <a:lnTo>
                  <a:pt x="0" y="670998"/>
                </a:lnTo>
                <a:close/>
              </a:path>
            </a:pathLst>
          </a:custGeom>
          <a:ln w="324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192867" y="3248026"/>
            <a:ext cx="1871455" cy="0"/>
          </a:xfrm>
          <a:custGeom>
            <a:avLst/>
            <a:gdLst/>
            <a:ahLst/>
            <a:cxnLst/>
            <a:rect l="l" t="t" r="r" b="b"/>
            <a:pathLst>
              <a:path w="1871455" h="0">
                <a:moveTo>
                  <a:pt x="0" y="0"/>
                </a:moveTo>
                <a:lnTo>
                  <a:pt x="1871455" y="0"/>
                </a:lnTo>
              </a:path>
            </a:pathLst>
          </a:custGeom>
          <a:ln w="312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3042765" y="3179874"/>
            <a:ext cx="251140" cy="133602"/>
          </a:xfrm>
          <a:custGeom>
            <a:avLst/>
            <a:gdLst/>
            <a:ahLst/>
            <a:cxnLst/>
            <a:rect l="l" t="t" r="r" b="b"/>
            <a:pathLst>
              <a:path w="251140" h="133602">
                <a:moveTo>
                  <a:pt x="0" y="0"/>
                </a:moveTo>
                <a:lnTo>
                  <a:pt x="0" y="133602"/>
                </a:lnTo>
                <a:lnTo>
                  <a:pt x="251140" y="681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6526218" y="3248026"/>
            <a:ext cx="1063305" cy="0"/>
          </a:xfrm>
          <a:custGeom>
            <a:avLst/>
            <a:gdLst/>
            <a:ahLst/>
            <a:cxnLst/>
            <a:rect l="l" t="t" r="r" b="b"/>
            <a:pathLst>
              <a:path w="1063305" h="0">
                <a:moveTo>
                  <a:pt x="0" y="0"/>
                </a:moveTo>
                <a:lnTo>
                  <a:pt x="1063305" y="0"/>
                </a:lnTo>
              </a:path>
            </a:pathLst>
          </a:custGeom>
          <a:ln w="312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7567966" y="3179874"/>
            <a:ext cx="251320" cy="133602"/>
          </a:xfrm>
          <a:custGeom>
            <a:avLst/>
            <a:gdLst/>
            <a:ahLst/>
            <a:cxnLst/>
            <a:rect l="l" t="t" r="r" b="b"/>
            <a:pathLst>
              <a:path w="251320" h="133602">
                <a:moveTo>
                  <a:pt x="0" y="0"/>
                </a:moveTo>
                <a:lnTo>
                  <a:pt x="0" y="133602"/>
                </a:lnTo>
                <a:lnTo>
                  <a:pt x="251320" y="681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4538980" y="4114800"/>
            <a:ext cx="660400" cy="990600"/>
          </a:xfrm>
          <a:custGeom>
            <a:avLst/>
            <a:gdLst/>
            <a:ahLst/>
            <a:cxnLst/>
            <a:rect l="l" t="t" r="r" b="b"/>
            <a:pathLst>
              <a:path w="660400" h="990600">
                <a:moveTo>
                  <a:pt x="330200" y="0"/>
                </a:moveTo>
                <a:lnTo>
                  <a:pt x="0" y="247650"/>
                </a:lnTo>
                <a:lnTo>
                  <a:pt x="165100" y="247650"/>
                </a:lnTo>
                <a:lnTo>
                  <a:pt x="165100" y="990600"/>
                </a:lnTo>
                <a:lnTo>
                  <a:pt x="495300" y="990600"/>
                </a:lnTo>
                <a:lnTo>
                  <a:pt x="495300" y="247650"/>
                </a:lnTo>
                <a:lnTo>
                  <a:pt x="660400" y="247650"/>
                </a:lnTo>
                <a:lnTo>
                  <a:pt x="3302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4538980" y="4114800"/>
            <a:ext cx="660400" cy="990600"/>
          </a:xfrm>
          <a:custGeom>
            <a:avLst/>
            <a:gdLst/>
            <a:ahLst/>
            <a:cxnLst/>
            <a:rect l="l" t="t" r="r" b="b"/>
            <a:pathLst>
              <a:path w="660400" h="990600">
                <a:moveTo>
                  <a:pt x="0" y="247650"/>
                </a:moveTo>
                <a:lnTo>
                  <a:pt x="330200" y="0"/>
                </a:lnTo>
                <a:lnTo>
                  <a:pt x="660400" y="247650"/>
                </a:lnTo>
                <a:lnTo>
                  <a:pt x="495300" y="247650"/>
                </a:lnTo>
                <a:lnTo>
                  <a:pt x="495300" y="990600"/>
                </a:lnTo>
                <a:lnTo>
                  <a:pt x="165100" y="990600"/>
                </a:lnTo>
                <a:lnTo>
                  <a:pt x="165100" y="247650"/>
                </a:lnTo>
                <a:lnTo>
                  <a:pt x="0" y="2476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7508240" y="4191000"/>
            <a:ext cx="660400" cy="990600"/>
          </a:xfrm>
          <a:custGeom>
            <a:avLst/>
            <a:gdLst/>
            <a:ahLst/>
            <a:cxnLst/>
            <a:rect l="l" t="t" r="r" b="b"/>
            <a:pathLst>
              <a:path w="660400" h="990600">
                <a:moveTo>
                  <a:pt x="330200" y="0"/>
                </a:moveTo>
                <a:lnTo>
                  <a:pt x="0" y="247650"/>
                </a:lnTo>
                <a:lnTo>
                  <a:pt x="165100" y="247650"/>
                </a:lnTo>
                <a:lnTo>
                  <a:pt x="165100" y="990600"/>
                </a:lnTo>
                <a:lnTo>
                  <a:pt x="495300" y="990600"/>
                </a:lnTo>
                <a:lnTo>
                  <a:pt x="495300" y="247650"/>
                </a:lnTo>
                <a:lnTo>
                  <a:pt x="660400" y="247650"/>
                </a:lnTo>
                <a:lnTo>
                  <a:pt x="3302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7508240" y="4191000"/>
            <a:ext cx="660400" cy="990600"/>
          </a:xfrm>
          <a:custGeom>
            <a:avLst/>
            <a:gdLst/>
            <a:ahLst/>
            <a:cxnLst/>
            <a:rect l="l" t="t" r="r" b="b"/>
            <a:pathLst>
              <a:path w="660400" h="990600">
                <a:moveTo>
                  <a:pt x="0" y="247650"/>
                </a:moveTo>
                <a:lnTo>
                  <a:pt x="330200" y="0"/>
                </a:lnTo>
                <a:lnTo>
                  <a:pt x="660400" y="247650"/>
                </a:lnTo>
                <a:lnTo>
                  <a:pt x="495300" y="247650"/>
                </a:lnTo>
                <a:lnTo>
                  <a:pt x="495300" y="990600"/>
                </a:lnTo>
                <a:lnTo>
                  <a:pt x="165100" y="990600"/>
                </a:lnTo>
                <a:lnTo>
                  <a:pt x="165100" y="247650"/>
                </a:lnTo>
                <a:lnTo>
                  <a:pt x="0" y="2476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320800" y="4876800"/>
            <a:ext cx="660400" cy="533400"/>
          </a:xfrm>
          <a:custGeom>
            <a:avLst/>
            <a:gdLst/>
            <a:ahLst/>
            <a:cxnLst/>
            <a:rect l="l" t="t" r="r" b="b"/>
            <a:pathLst>
              <a:path w="660400" h="533400">
                <a:moveTo>
                  <a:pt x="330200" y="0"/>
                </a:moveTo>
                <a:lnTo>
                  <a:pt x="0" y="133350"/>
                </a:lnTo>
                <a:lnTo>
                  <a:pt x="165100" y="133350"/>
                </a:lnTo>
                <a:lnTo>
                  <a:pt x="165100" y="533400"/>
                </a:lnTo>
                <a:lnTo>
                  <a:pt x="495300" y="533400"/>
                </a:lnTo>
                <a:lnTo>
                  <a:pt x="495300" y="133350"/>
                </a:lnTo>
                <a:lnTo>
                  <a:pt x="660400" y="133350"/>
                </a:lnTo>
                <a:lnTo>
                  <a:pt x="330200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320800" y="4876800"/>
            <a:ext cx="660400" cy="533400"/>
          </a:xfrm>
          <a:custGeom>
            <a:avLst/>
            <a:gdLst/>
            <a:ahLst/>
            <a:cxnLst/>
            <a:rect l="l" t="t" r="r" b="b"/>
            <a:pathLst>
              <a:path w="660400" h="533400">
                <a:moveTo>
                  <a:pt x="0" y="133350"/>
                </a:moveTo>
                <a:lnTo>
                  <a:pt x="330200" y="0"/>
                </a:lnTo>
                <a:lnTo>
                  <a:pt x="660400" y="133350"/>
                </a:lnTo>
                <a:lnTo>
                  <a:pt x="495300" y="133350"/>
                </a:lnTo>
                <a:lnTo>
                  <a:pt x="495300" y="533400"/>
                </a:lnTo>
                <a:lnTo>
                  <a:pt x="165100" y="533400"/>
                </a:lnTo>
                <a:lnTo>
                  <a:pt x="165100" y="133350"/>
                </a:lnTo>
                <a:lnTo>
                  <a:pt x="0" y="1333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8740" y="109374"/>
            <a:ext cx="308243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134" b="1">
                <a:latin typeface="Arial"/>
                <a:cs typeface="Arial"/>
              </a:rPr>
              <a:t>F</a:t>
            </a:r>
            <a:r>
              <a:rPr dirty="0" smtClean="0" sz="2400" spc="-13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808" y="109374"/>
            <a:ext cx="7552795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aimana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 i="1">
                <a:latin typeface="Arial"/>
                <a:cs typeface="Arial"/>
              </a:rPr>
              <a:t>Stan</a:t>
            </a:r>
            <a:r>
              <a:rPr dirty="0" smtClean="0" sz="2400" spc="-2" b="1" i="1">
                <a:latin typeface="Arial"/>
                <a:cs typeface="Arial"/>
              </a:rPr>
              <a:t>d</a:t>
            </a:r>
            <a:r>
              <a:rPr dirty="0" smtClean="0" sz="2400" spc="-2" b="1" i="1">
                <a:latin typeface="Arial"/>
                <a:cs typeface="Arial"/>
              </a:rPr>
              <a:t>ar</a:t>
            </a:r>
            <a:r>
              <a:rPr dirty="0" smtClean="0" sz="2400" spc="-2" b="1" i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Komu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k</a:t>
            </a:r>
            <a:r>
              <a:rPr dirty="0" smtClean="0" sz="2400" spc="-2" b="1">
                <a:latin typeface="Arial"/>
                <a:cs typeface="Arial"/>
              </a:rPr>
              <a:t>a</a:t>
            </a:r>
            <a:r>
              <a:rPr dirty="0" smtClean="0" sz="2400" spc="-2" b="1">
                <a:latin typeface="Arial"/>
                <a:cs typeface="Arial"/>
              </a:rPr>
              <a:t>si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W</a:t>
            </a:r>
            <a:r>
              <a:rPr dirty="0" smtClean="0" sz="2400" spc="-2" b="1">
                <a:latin typeface="Arial"/>
                <a:cs typeface="Arial"/>
              </a:rPr>
              <a:t>i</a:t>
            </a:r>
            <a:r>
              <a:rPr dirty="0" smtClean="0" sz="2400" spc="-2" b="1">
                <a:latin typeface="Arial"/>
                <a:cs typeface="Arial"/>
              </a:rPr>
              <a:t>r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l</a:t>
            </a:r>
            <a:r>
              <a:rPr dirty="0" smtClean="0" sz="2400" spc="-2" b="1">
                <a:latin typeface="Arial"/>
                <a:cs typeface="Arial"/>
              </a:rPr>
              <a:t>e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s</a:t>
            </a:r>
            <a:r>
              <a:rPr dirty="0" smtClean="0" sz="2400" spc="-2" b="1">
                <a:latin typeface="Arial"/>
                <a:cs typeface="Arial"/>
              </a:rPr>
              <a:t> </a:t>
            </a:r>
            <a:r>
              <a:rPr dirty="0" smtClean="0" sz="2400" spc="-2" b="1">
                <a:latin typeface="Arial"/>
                <a:cs typeface="Arial"/>
              </a:rPr>
              <a:t>Di</a:t>
            </a:r>
            <a:r>
              <a:rPr dirty="0" smtClean="0" sz="2400" spc="-2" b="1">
                <a:latin typeface="Arial"/>
                <a:cs typeface="Arial"/>
              </a:rPr>
              <a:t>b</a:t>
            </a:r>
            <a:r>
              <a:rPr dirty="0" smtClean="0" sz="2400" spc="-2" b="1">
                <a:latin typeface="Arial"/>
                <a:cs typeface="Arial"/>
              </a:rPr>
              <a:t>an</a:t>
            </a: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u</a:t>
            </a:r>
            <a:r>
              <a:rPr dirty="0" smtClean="0" sz="2400" spc="-2" b="1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63428" y="109374"/>
            <a:ext cx="257594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9657" y="923133"/>
            <a:ext cx="5810427" cy="709296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5" b="1">
                <a:latin typeface="Times New Roman"/>
                <a:cs typeface="Times New Roman"/>
              </a:rPr>
              <a:t>M</a:t>
            </a:r>
            <a:r>
              <a:rPr dirty="0" smtClean="0" sz="2400" spc="-5" b="1">
                <a:latin typeface="Times New Roman"/>
                <a:cs typeface="Times New Roman"/>
              </a:rPr>
              <a:t>odel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F</a:t>
            </a:r>
            <a:r>
              <a:rPr dirty="0" smtClean="0" sz="2400" spc="-5" b="1">
                <a:latin typeface="Times New Roman"/>
                <a:cs typeface="Times New Roman"/>
              </a:rPr>
              <a:t>i</a:t>
            </a:r>
            <a:r>
              <a:rPr dirty="0" smtClean="0" sz="2400" spc="-5" b="1">
                <a:latin typeface="Times New Roman"/>
                <a:cs typeface="Times New Roman"/>
              </a:rPr>
              <a:t>e</a:t>
            </a:r>
            <a:r>
              <a:rPr dirty="0" smtClean="0" sz="2400" spc="-5" b="1">
                <a:latin typeface="Times New Roman"/>
                <a:cs typeface="Times New Roman"/>
              </a:rPr>
              <a:t>l</a:t>
            </a:r>
            <a:r>
              <a:rPr dirty="0" smtClean="0" sz="2400" spc="-5" b="1">
                <a:latin typeface="Times New Roman"/>
                <a:cs typeface="Times New Roman"/>
              </a:rPr>
              <a:t>d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T</a:t>
            </a:r>
            <a:r>
              <a:rPr dirty="0" smtClean="0" sz="2400" spc="-5" b="1">
                <a:latin typeface="Times New Roman"/>
                <a:cs typeface="Times New Roman"/>
              </a:rPr>
              <a:t>r</a:t>
            </a:r>
            <a:r>
              <a:rPr dirty="0" smtClean="0" sz="2400" spc="-5" b="1">
                <a:latin typeface="Times New Roman"/>
                <a:cs typeface="Times New Roman"/>
              </a:rPr>
              <a:t>i</a:t>
            </a:r>
            <a:r>
              <a:rPr dirty="0" smtClean="0" sz="2400" spc="-5" b="1">
                <a:latin typeface="Times New Roman"/>
                <a:cs typeface="Times New Roman"/>
              </a:rPr>
              <a:t>al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dan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S</a:t>
            </a:r>
            <a:r>
              <a:rPr dirty="0" smtClean="0" sz="2400" spc="-5" b="1">
                <a:latin typeface="Times New Roman"/>
                <a:cs typeface="Times New Roman"/>
              </a:rPr>
              <a:t>i</a:t>
            </a:r>
            <a:r>
              <a:rPr dirty="0" smtClean="0" sz="2400" spc="-5" b="1">
                <a:latin typeface="Times New Roman"/>
                <a:cs typeface="Times New Roman"/>
              </a:rPr>
              <a:t>m</a:t>
            </a:r>
            <a:r>
              <a:rPr dirty="0" smtClean="0" sz="2400" spc="-5" b="1">
                <a:latin typeface="Times New Roman"/>
                <a:cs typeface="Times New Roman"/>
              </a:rPr>
              <a:t>ulasi</a:t>
            </a:r>
            <a:r>
              <a:rPr dirty="0" smtClean="0" sz="2400" spc="-5" b="1">
                <a:latin typeface="Times New Roman"/>
                <a:cs typeface="Times New Roman"/>
              </a:rPr>
              <a:t> </a:t>
            </a:r>
            <a:r>
              <a:rPr dirty="0" smtClean="0" sz="2400" spc="-5" b="1">
                <a:latin typeface="Times New Roman"/>
                <a:cs typeface="Times New Roman"/>
              </a:rPr>
              <a:t>P</a:t>
            </a:r>
            <a:r>
              <a:rPr dirty="0" smtClean="0" sz="2400" spc="-5" b="1">
                <a:latin typeface="Times New Roman"/>
                <a:cs typeface="Times New Roman"/>
              </a:rPr>
              <a:t>e</a:t>
            </a:r>
            <a:r>
              <a:rPr dirty="0" smtClean="0" sz="2400" spc="-5" b="1">
                <a:latin typeface="Times New Roman"/>
                <a:cs typeface="Times New Roman"/>
              </a:rPr>
              <a:t>r</a:t>
            </a:r>
            <a:r>
              <a:rPr dirty="0" smtClean="0" sz="2400" spc="-5" b="1">
                <a:latin typeface="Times New Roman"/>
                <a:cs typeface="Times New Roman"/>
              </a:rPr>
              <a:t>f</a:t>
            </a:r>
            <a:r>
              <a:rPr dirty="0" smtClean="0" sz="2400" spc="-5" b="1">
                <a:latin typeface="Times New Roman"/>
                <a:cs typeface="Times New Roman"/>
              </a:rPr>
              <a:t>o</a:t>
            </a:r>
            <a:r>
              <a:rPr dirty="0" smtClean="0" sz="2400" spc="-5" b="1">
                <a:latin typeface="Times New Roman"/>
                <a:cs typeface="Times New Roman"/>
              </a:rPr>
              <a:t>r</a:t>
            </a:r>
            <a:r>
              <a:rPr dirty="0" smtClean="0" sz="2400" spc="-5" b="1">
                <a:latin typeface="Times New Roman"/>
                <a:cs typeface="Times New Roman"/>
              </a:rPr>
              <a:t>m</a:t>
            </a:r>
            <a:r>
              <a:rPr dirty="0" smtClean="0" sz="2400" spc="-5" b="1">
                <a:latin typeface="Times New Roman"/>
                <a:cs typeface="Times New Roman"/>
              </a:rPr>
              <a:t>an</a:t>
            </a:r>
            <a:r>
              <a:rPr dirty="0" smtClean="0" sz="2400" spc="-5" b="1">
                <a:latin typeface="Times New Roman"/>
                <a:cs typeface="Times New Roman"/>
              </a:rPr>
              <a:t>s</a:t>
            </a:r>
            <a:r>
              <a:rPr dirty="0" smtClean="0" sz="2400" spc="-5" b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12700" marR="45767">
              <a:lnSpc>
                <a:spcPct val="95825"/>
              </a:lnSpc>
              <a:spcBef>
                <a:spcPts val="92"/>
              </a:spcBef>
            </a:pPr>
            <a:r>
              <a:rPr dirty="0" smtClean="0" sz="2400" spc="0">
                <a:latin typeface="Times New Roman"/>
                <a:cs typeface="Times New Roman"/>
              </a:rPr>
              <a:t>Pengu</a:t>
            </a:r>
            <a:r>
              <a:rPr dirty="0" smtClean="0" sz="2400" spc="0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perfor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ansi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kukan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se</a:t>
            </a:r>
            <a:r>
              <a:rPr dirty="0" smtClean="0" sz="2400" spc="0">
                <a:latin typeface="Times New Roman"/>
                <a:cs typeface="Times New Roman"/>
              </a:rPr>
              <a:t>c</a:t>
            </a:r>
            <a:r>
              <a:rPr dirty="0" smtClean="0" sz="2400" spc="0">
                <a:latin typeface="Times New Roman"/>
                <a:cs typeface="Times New Roman"/>
              </a:rPr>
              <a:t>ara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2925" y="1677894"/>
            <a:ext cx="177958" cy="69646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  <a:p>
            <a:pPr marL="12700" marR="158">
              <a:lnSpc>
                <a:spcPct val="95825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5825" y="1677894"/>
            <a:ext cx="1231188" cy="696469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dirty="0" smtClean="0" sz="2400" spc="-5">
                <a:latin typeface="Times New Roman"/>
                <a:cs typeface="Times New Roman"/>
              </a:rPr>
              <a:t>Si</a:t>
            </a:r>
            <a:r>
              <a:rPr dirty="0" smtClean="0" sz="2400" spc="-5">
                <a:latin typeface="Times New Roman"/>
                <a:cs typeface="Times New Roman"/>
              </a:rPr>
              <a:t>m</a:t>
            </a:r>
            <a:r>
              <a:rPr dirty="0" smtClean="0" sz="2400" spc="-5">
                <a:latin typeface="Times New Roman"/>
                <a:cs typeface="Times New Roman"/>
              </a:rPr>
              <a:t>u</a:t>
            </a:r>
            <a:r>
              <a:rPr dirty="0" smtClean="0" sz="2400" spc="-5">
                <a:latin typeface="Times New Roman"/>
                <a:cs typeface="Times New Roman"/>
              </a:rPr>
              <a:t>l</a:t>
            </a:r>
            <a:r>
              <a:rPr dirty="0" smtClean="0" sz="2400" spc="-5">
                <a:latin typeface="Times New Roman"/>
                <a:cs typeface="Times New Roman"/>
              </a:rPr>
              <a:t>asi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400">
                <a:latin typeface="Times New Roman"/>
                <a:cs typeface="Times New Roman"/>
              </a:rPr>
              <a:t>U</a:t>
            </a:r>
            <a:r>
              <a:rPr dirty="0" smtClean="0" sz="2400">
                <a:latin typeface="Times New Roman"/>
                <a:cs typeface="Times New Roman"/>
              </a:rPr>
              <a:t>j</a:t>
            </a:r>
            <a:r>
              <a:rPr dirty="0" smtClean="0" sz="2400">
                <a:latin typeface="Times New Roman"/>
                <a:cs typeface="Times New Roman"/>
              </a:rPr>
              <a:t>i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un</a:t>
            </a:r>
            <a:r>
              <a:rPr dirty="0" smtClean="0" sz="2400">
                <a:latin typeface="Times New Roman"/>
                <a:cs typeface="Times New Roman"/>
              </a:rPr>
              <a:t>j</a:t>
            </a:r>
            <a:r>
              <a:rPr dirty="0" smtClean="0" sz="2400">
                <a:latin typeface="Times New Roman"/>
                <a:cs typeface="Times New Roman"/>
              </a:rPr>
              <a:t>uk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89655" y="2044164"/>
            <a:ext cx="681024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>
                <a:latin typeface="Times New Roman"/>
                <a:cs typeface="Times New Roman"/>
              </a:rPr>
              <a:t>ker</a:t>
            </a:r>
            <a:r>
              <a:rPr dirty="0" smtClean="0" sz="2400" spc="0">
                <a:latin typeface="Times New Roman"/>
                <a:cs typeface="Times New Roman"/>
              </a:rPr>
              <a:t>j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75760" y="2044164"/>
            <a:ext cx="221477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y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di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l</a:t>
            </a:r>
            <a:r>
              <a:rPr dirty="0" smtClean="0" sz="2400" spc="-2">
                <a:latin typeface="Times New Roman"/>
                <a:cs typeface="Times New Roman"/>
              </a:rPr>
              <a:t>ap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ngan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7142" y="2044164"/>
            <a:ext cx="72979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1">
                <a:latin typeface="Times New Roman"/>
                <a:cs typeface="Times New Roman"/>
              </a:rPr>
              <a:t>(fi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ld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1101" y="2044164"/>
            <a:ext cx="66121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ri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l)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5167" y="3046035"/>
            <a:ext cx="1579493" cy="400894"/>
          </a:xfrm>
          <a:prstGeom prst="rect">
            <a:avLst/>
          </a:prstGeom>
        </p:spPr>
        <p:txBody>
          <a:bodyPr wrap="square" lIns="0" tIns="9366" rIns="0" bIns="0" rtlCol="0">
            <a:noAutofit/>
          </a:bodyPr>
          <a:lstStyle/>
          <a:p>
            <a:pPr algn="ctr">
              <a:lnSpc>
                <a:spcPts val="1475"/>
              </a:lnSpc>
            </a:pPr>
            <a:r>
              <a:rPr dirty="0" smtClean="0" sz="1350" spc="187" b="1">
                <a:latin typeface="Arial"/>
                <a:cs typeface="Arial"/>
              </a:rPr>
              <a:t>K</a:t>
            </a:r>
            <a:r>
              <a:rPr dirty="0" smtClean="0" sz="1350" spc="187" b="1">
                <a:latin typeface="Arial"/>
                <a:cs typeface="Arial"/>
              </a:rPr>
              <a:t>A</a:t>
            </a:r>
            <a:r>
              <a:rPr dirty="0" smtClean="0" sz="1350" spc="187" b="1">
                <a:latin typeface="Arial"/>
                <a:cs typeface="Arial"/>
              </a:rPr>
              <a:t>N</a:t>
            </a:r>
            <a:r>
              <a:rPr dirty="0" smtClean="0" sz="1350" spc="187" b="1">
                <a:latin typeface="Arial"/>
                <a:cs typeface="Arial"/>
              </a:rPr>
              <a:t>A</a:t>
            </a:r>
            <a:r>
              <a:rPr dirty="0" smtClean="0" sz="1350" spc="187" b="1">
                <a:latin typeface="Arial"/>
                <a:cs typeface="Arial"/>
              </a:rPr>
              <a:t>L</a:t>
            </a:r>
            <a:r>
              <a:rPr dirty="0" smtClean="0" sz="1350" spc="187" b="1">
                <a:latin typeface="Arial"/>
                <a:cs typeface="Arial"/>
              </a:rPr>
              <a:t> </a:t>
            </a:r>
            <a:r>
              <a:rPr dirty="0" smtClean="0" sz="1350" spc="187" b="1">
                <a:latin typeface="Arial"/>
                <a:cs typeface="Arial"/>
              </a:rPr>
              <a:t> </a:t>
            </a:r>
            <a:r>
              <a:rPr dirty="0" smtClean="0" sz="1350" spc="187" b="1">
                <a:latin typeface="Arial"/>
                <a:cs typeface="Arial"/>
              </a:rPr>
              <a:t>R</a:t>
            </a:r>
            <a:r>
              <a:rPr dirty="0" smtClean="0" sz="1350" spc="187" b="1">
                <a:latin typeface="Arial"/>
                <a:cs typeface="Arial"/>
              </a:rPr>
              <a:t>A</a:t>
            </a:r>
            <a:r>
              <a:rPr dirty="0" smtClean="0" sz="1350" spc="187" b="1">
                <a:latin typeface="Arial"/>
                <a:cs typeface="Arial"/>
              </a:rPr>
              <a:t>D</a:t>
            </a:r>
            <a:r>
              <a:rPr dirty="0" smtClean="0" sz="1350" spc="187" b="1">
                <a:latin typeface="Arial"/>
                <a:cs typeface="Arial"/>
              </a:rPr>
              <a:t>I</a:t>
            </a:r>
            <a:r>
              <a:rPr dirty="0" smtClean="0" sz="1350" spc="187" b="1">
                <a:latin typeface="Arial"/>
                <a:cs typeface="Arial"/>
              </a:rPr>
              <a:t>O</a:t>
            </a:r>
            <a:endParaRPr sz="1350">
              <a:latin typeface="Arial"/>
              <a:cs typeface="Arial"/>
            </a:endParaRPr>
          </a:p>
          <a:p>
            <a:pPr marL="338948" marR="346873" algn="ctr">
              <a:lnSpc>
                <a:spcPct val="95825"/>
              </a:lnSpc>
            </a:pPr>
            <a:r>
              <a:rPr dirty="0" smtClean="0" sz="1350" spc="224" b="1">
                <a:latin typeface="Arial"/>
                <a:cs typeface="Arial"/>
              </a:rPr>
              <a:t>M</a:t>
            </a:r>
            <a:r>
              <a:rPr dirty="0" smtClean="0" sz="1350" spc="224" b="1">
                <a:latin typeface="Arial"/>
                <a:cs typeface="Arial"/>
              </a:rPr>
              <a:t>O</a:t>
            </a:r>
            <a:r>
              <a:rPr dirty="0" smtClean="0" sz="1350" spc="224" b="1">
                <a:latin typeface="Arial"/>
                <a:cs typeface="Arial"/>
              </a:rPr>
              <a:t>B</a:t>
            </a:r>
            <a:r>
              <a:rPr dirty="0" smtClean="0" sz="1350" spc="224" b="1">
                <a:latin typeface="Arial"/>
                <a:cs typeface="Arial"/>
              </a:rPr>
              <a:t>I</a:t>
            </a:r>
            <a:r>
              <a:rPr dirty="0" smtClean="0" sz="1350" spc="224" b="1">
                <a:latin typeface="Arial"/>
                <a:cs typeface="Arial"/>
              </a:rPr>
              <a:t>L</a:t>
            </a:r>
            <a:r>
              <a:rPr dirty="0" smtClean="0" sz="1350" spc="224" b="1">
                <a:latin typeface="Arial"/>
                <a:cs typeface="Arial"/>
              </a:rPr>
              <a:t>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7352" y="3327744"/>
            <a:ext cx="149617" cy="400567"/>
          </a:xfrm>
          <a:prstGeom prst="rect">
            <a:avLst/>
          </a:prstGeom>
        </p:spPr>
        <p:txBody>
          <a:bodyPr wrap="square" lIns="0" tIns="9366" rIns="0" bIns="0" rtlCol="0">
            <a:noAutofit/>
          </a:bodyPr>
          <a:lstStyle/>
          <a:p>
            <a:pPr marL="12700" marR="0">
              <a:lnSpc>
                <a:spcPts val="1475"/>
              </a:lnSpc>
            </a:pPr>
            <a:r>
              <a:rPr dirty="0" smtClean="0" sz="1350">
                <a:latin typeface="Wingdings"/>
                <a:cs typeface="Wingdings"/>
              </a:rPr>
              <a:t>Ÿ</a:t>
            </a:r>
            <a:endParaRPr sz="135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36"/>
              </a:spcBef>
            </a:pPr>
            <a:r>
              <a:rPr dirty="0" smtClean="0" sz="1350">
                <a:latin typeface="Wingdings"/>
                <a:cs typeface="Wingdings"/>
              </a:rPr>
              <a:t>Ÿ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30709" y="3327680"/>
            <a:ext cx="1158461" cy="605509"/>
          </a:xfrm>
          <a:prstGeom prst="rect">
            <a:avLst/>
          </a:prstGeom>
        </p:spPr>
        <p:txBody>
          <a:bodyPr wrap="square" lIns="0" tIns="9366" rIns="0" bIns="0" rtlCol="0">
            <a:noAutofit/>
          </a:bodyPr>
          <a:lstStyle/>
          <a:p>
            <a:pPr marL="12700" marR="16872">
              <a:lnSpc>
                <a:spcPts val="1475"/>
              </a:lnSpc>
            </a:pPr>
            <a:r>
              <a:rPr dirty="0" smtClean="0" sz="1350" spc="230">
                <a:latin typeface="Arial"/>
                <a:cs typeface="Arial"/>
              </a:rPr>
              <a:t>BER</a:t>
            </a:r>
            <a:endParaRPr sz="1350">
              <a:latin typeface="Arial"/>
              <a:cs typeface="Arial"/>
            </a:endParaRPr>
          </a:p>
          <a:p>
            <a:pPr marL="12700" indent="0">
              <a:lnSpc>
                <a:spcPct val="99658"/>
              </a:lnSpc>
            </a:pPr>
            <a:r>
              <a:rPr dirty="0" smtClean="0" sz="1350" spc="167">
                <a:latin typeface="Arial"/>
                <a:cs typeface="Arial"/>
              </a:rPr>
              <a:t>Pr</a:t>
            </a:r>
            <a:r>
              <a:rPr dirty="0" smtClean="0" sz="1350" spc="176">
                <a:latin typeface="Arial"/>
                <a:cs typeface="Arial"/>
              </a:rPr>
              <a:t>o</a:t>
            </a:r>
            <a:r>
              <a:rPr dirty="0" smtClean="0" sz="1350" spc="176">
                <a:latin typeface="Arial"/>
                <a:cs typeface="Arial"/>
              </a:rPr>
              <a:t>b</a:t>
            </a:r>
            <a:r>
              <a:rPr dirty="0" smtClean="0" sz="1350" spc="176">
                <a:latin typeface="Arial"/>
                <a:cs typeface="Arial"/>
              </a:rPr>
              <a:t>a</a:t>
            </a:r>
            <a:r>
              <a:rPr dirty="0" smtClean="0" sz="1350" spc="176">
                <a:latin typeface="Arial"/>
                <a:cs typeface="Arial"/>
              </a:rPr>
              <a:t>b</a:t>
            </a:r>
            <a:r>
              <a:rPr dirty="0" smtClean="0" sz="1350" spc="63">
                <a:latin typeface="Arial"/>
                <a:cs typeface="Arial"/>
              </a:rPr>
              <a:t>i</a:t>
            </a:r>
            <a:r>
              <a:rPr dirty="0" smtClean="0" sz="1350" spc="63">
                <a:latin typeface="Arial"/>
                <a:cs typeface="Arial"/>
              </a:rPr>
              <a:t>l</a:t>
            </a:r>
            <a:r>
              <a:rPr dirty="0" smtClean="0" sz="1350" spc="63">
                <a:latin typeface="Arial"/>
                <a:cs typeface="Arial"/>
              </a:rPr>
              <a:t>i</a:t>
            </a:r>
            <a:r>
              <a:rPr dirty="0" smtClean="0" sz="1350" spc="101">
                <a:latin typeface="Arial"/>
                <a:cs typeface="Arial"/>
              </a:rPr>
              <a:t>t</a:t>
            </a:r>
            <a:r>
              <a:rPr dirty="0" smtClean="0" sz="1350" spc="176">
                <a:latin typeface="Arial"/>
                <a:cs typeface="Arial"/>
              </a:rPr>
              <a:t>a</a:t>
            </a:r>
            <a:r>
              <a:rPr dirty="0" smtClean="0" sz="1350" spc="167">
                <a:latin typeface="Arial"/>
                <a:cs typeface="Arial"/>
              </a:rPr>
              <a:t>s</a:t>
            </a:r>
            <a:r>
              <a:rPr dirty="0" smtClean="0" sz="1350" spc="92">
                <a:latin typeface="Arial"/>
                <a:cs typeface="Arial"/>
              </a:rPr>
              <a:t> </a:t>
            </a:r>
            <a:r>
              <a:rPr dirty="0" smtClean="0" sz="1350" spc="176">
                <a:latin typeface="Arial"/>
                <a:cs typeface="Arial"/>
              </a:rPr>
              <a:t>b</a:t>
            </a:r>
            <a:r>
              <a:rPr dirty="0" smtClean="0" sz="1350" spc="63">
                <a:latin typeface="Arial"/>
                <a:cs typeface="Arial"/>
              </a:rPr>
              <a:t>l</a:t>
            </a:r>
            <a:r>
              <a:rPr dirty="0" smtClean="0" sz="1350" spc="176">
                <a:latin typeface="Arial"/>
                <a:cs typeface="Arial"/>
              </a:rPr>
              <a:t>o</a:t>
            </a:r>
            <a:r>
              <a:rPr dirty="0" smtClean="0" sz="1350" spc="167">
                <a:latin typeface="Arial"/>
                <a:cs typeface="Arial"/>
              </a:rPr>
              <a:t>c</a:t>
            </a:r>
            <a:r>
              <a:rPr dirty="0" smtClean="0" sz="1350" spc="192">
                <a:latin typeface="Arial"/>
                <a:cs typeface="Arial"/>
              </a:rPr>
              <a:t>k</a:t>
            </a:r>
            <a:r>
              <a:rPr dirty="0" smtClean="0" sz="1350" spc="63">
                <a:latin typeface="Arial"/>
                <a:cs typeface="Arial"/>
              </a:rPr>
              <a:t>i</a:t>
            </a:r>
            <a:r>
              <a:rPr dirty="0" smtClean="0" sz="1350" spc="176">
                <a:latin typeface="Arial"/>
                <a:cs typeface="Arial"/>
              </a:rPr>
              <a:t>n</a:t>
            </a:r>
            <a:r>
              <a:rPr dirty="0" smtClean="0" sz="1350" spc="186">
                <a:latin typeface="Arial"/>
                <a:cs typeface="Arial"/>
              </a:rPr>
              <a:t>g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470" y="3364680"/>
            <a:ext cx="149617" cy="400567"/>
          </a:xfrm>
          <a:prstGeom prst="rect">
            <a:avLst/>
          </a:prstGeom>
        </p:spPr>
        <p:txBody>
          <a:bodyPr wrap="square" lIns="0" tIns="9366" rIns="0" bIns="0" rtlCol="0">
            <a:noAutofit/>
          </a:bodyPr>
          <a:lstStyle/>
          <a:p>
            <a:pPr marL="12700" marR="0">
              <a:lnSpc>
                <a:spcPts val="1475"/>
              </a:lnSpc>
            </a:pPr>
            <a:r>
              <a:rPr dirty="0" smtClean="0" sz="1350">
                <a:latin typeface="Wingdings"/>
                <a:cs typeface="Wingdings"/>
              </a:rPr>
              <a:t>Ÿ</a:t>
            </a:r>
            <a:endParaRPr sz="135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36"/>
              </a:spcBef>
            </a:pPr>
            <a:r>
              <a:rPr dirty="0" smtClean="0" sz="1350">
                <a:latin typeface="Wingdings"/>
                <a:cs typeface="Wingdings"/>
              </a:rPr>
              <a:t>Ÿ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5958" y="3364616"/>
            <a:ext cx="1640428" cy="1424252"/>
          </a:xfrm>
          <a:prstGeom prst="rect">
            <a:avLst/>
          </a:prstGeom>
        </p:spPr>
        <p:txBody>
          <a:bodyPr wrap="square" lIns="0" tIns="9366" rIns="0" bIns="0" rtlCol="0">
            <a:noAutofit/>
          </a:bodyPr>
          <a:lstStyle/>
          <a:p>
            <a:pPr marL="12700" marR="16872">
              <a:lnSpc>
                <a:spcPts val="1475"/>
              </a:lnSpc>
            </a:pPr>
            <a:r>
              <a:rPr dirty="0" smtClean="0" sz="1350" spc="177">
                <a:latin typeface="Arial"/>
                <a:cs typeface="Arial"/>
              </a:rPr>
              <a:t>M</a:t>
            </a:r>
            <a:r>
              <a:rPr dirty="0" smtClean="0" sz="1350" spc="177">
                <a:latin typeface="Arial"/>
                <a:cs typeface="Arial"/>
              </a:rPr>
              <a:t>o</a:t>
            </a:r>
            <a:r>
              <a:rPr dirty="0" smtClean="0" sz="1350" spc="177">
                <a:latin typeface="Arial"/>
                <a:cs typeface="Arial"/>
              </a:rPr>
              <a:t>d</a:t>
            </a:r>
            <a:r>
              <a:rPr dirty="0" smtClean="0" sz="1350" spc="177">
                <a:latin typeface="Arial"/>
                <a:cs typeface="Arial"/>
              </a:rPr>
              <a:t>u</a:t>
            </a:r>
            <a:r>
              <a:rPr dirty="0" smtClean="0" sz="1350" spc="177">
                <a:latin typeface="Arial"/>
                <a:cs typeface="Arial"/>
              </a:rPr>
              <a:t>l</a:t>
            </a:r>
            <a:r>
              <a:rPr dirty="0" smtClean="0" sz="1350" spc="177">
                <a:latin typeface="Arial"/>
                <a:cs typeface="Arial"/>
              </a:rPr>
              <a:t>a</a:t>
            </a:r>
            <a:r>
              <a:rPr dirty="0" smtClean="0" sz="1350" spc="177">
                <a:latin typeface="Arial"/>
                <a:cs typeface="Arial"/>
              </a:rPr>
              <a:t>si</a:t>
            </a:r>
            <a:r>
              <a:rPr dirty="0" smtClean="0" sz="1350" spc="177">
                <a:latin typeface="Arial"/>
                <a:cs typeface="Arial"/>
              </a:rPr>
              <a:t> </a:t>
            </a:r>
            <a:r>
              <a:rPr dirty="0" smtClean="0" sz="1350" spc="177">
                <a:latin typeface="Arial"/>
                <a:cs typeface="Arial"/>
              </a:rPr>
              <a:t>Q</a:t>
            </a:r>
            <a:r>
              <a:rPr dirty="0" smtClean="0" sz="1350" spc="177">
                <a:latin typeface="Arial"/>
                <a:cs typeface="Arial"/>
              </a:rPr>
              <a:t>PSK</a:t>
            </a:r>
            <a:endParaRPr sz="1350">
              <a:latin typeface="Arial"/>
              <a:cs typeface="Arial"/>
            </a:endParaRPr>
          </a:p>
          <a:p>
            <a:pPr marL="12700" indent="0">
              <a:lnSpc>
                <a:spcPct val="99562"/>
              </a:lnSpc>
            </a:pPr>
            <a:r>
              <a:rPr dirty="0" smtClean="0" sz="1350" spc="209">
                <a:latin typeface="Arial"/>
                <a:cs typeface="Arial"/>
              </a:rPr>
              <a:t>F</a:t>
            </a:r>
            <a:r>
              <a:rPr dirty="0" smtClean="0" sz="1350" spc="223">
                <a:latin typeface="Arial"/>
                <a:cs typeface="Arial"/>
              </a:rPr>
              <a:t>EC</a:t>
            </a:r>
            <a:r>
              <a:rPr dirty="0" smtClean="0" sz="1350" spc="118">
                <a:latin typeface="Arial"/>
                <a:cs typeface="Arial"/>
              </a:rPr>
              <a:t> </a:t>
            </a:r>
            <a:r>
              <a:rPr dirty="0" smtClean="0" sz="1350" spc="116">
                <a:latin typeface="Arial"/>
                <a:cs typeface="Arial"/>
              </a:rPr>
              <a:t>(</a:t>
            </a:r>
            <a:r>
              <a:rPr dirty="0" smtClean="0" sz="1350" spc="214" i="1">
                <a:latin typeface="Arial"/>
                <a:cs typeface="Arial"/>
              </a:rPr>
              <a:t>F</a:t>
            </a:r>
            <a:r>
              <a:rPr dirty="0" smtClean="0" sz="1350" spc="176" i="1">
                <a:latin typeface="Arial"/>
                <a:cs typeface="Arial"/>
              </a:rPr>
              <a:t>o</a:t>
            </a:r>
            <a:r>
              <a:rPr dirty="0" smtClean="0" sz="1350" spc="111" i="1">
                <a:latin typeface="Arial"/>
                <a:cs typeface="Arial"/>
              </a:rPr>
              <a:t>r</a:t>
            </a:r>
            <a:r>
              <a:rPr dirty="0" smtClean="0" sz="1350" spc="233" i="1">
                <a:latin typeface="Arial"/>
                <a:cs typeface="Arial"/>
              </a:rPr>
              <a:t>w</a:t>
            </a:r>
            <a:r>
              <a:rPr dirty="0" smtClean="0" sz="1350" spc="176" i="1">
                <a:latin typeface="Arial"/>
                <a:cs typeface="Arial"/>
              </a:rPr>
              <a:t>a</a:t>
            </a:r>
            <a:r>
              <a:rPr dirty="0" smtClean="0" sz="1350" spc="150" i="1">
                <a:latin typeface="Arial"/>
                <a:cs typeface="Arial"/>
              </a:rPr>
              <a:t>rd</a:t>
            </a:r>
            <a:r>
              <a:rPr dirty="0" smtClean="0" sz="1350" spc="92" i="1">
                <a:latin typeface="Arial"/>
                <a:cs typeface="Arial"/>
              </a:rPr>
              <a:t> </a:t>
            </a:r>
            <a:r>
              <a:rPr dirty="0" smtClean="0" sz="1350" spc="148" i="1">
                <a:latin typeface="Arial"/>
                <a:cs typeface="Arial"/>
              </a:rPr>
              <a:t>Err</a:t>
            </a:r>
            <a:r>
              <a:rPr dirty="0" smtClean="0" sz="1350" spc="174" i="1">
                <a:latin typeface="Arial"/>
                <a:cs typeface="Arial"/>
              </a:rPr>
              <a:t>o</a:t>
            </a:r>
            <a:r>
              <a:rPr dirty="0" smtClean="0" sz="1350" spc="111" i="1">
                <a:latin typeface="Arial"/>
                <a:cs typeface="Arial"/>
              </a:rPr>
              <a:t>r</a:t>
            </a:r>
            <a:r>
              <a:rPr dirty="0" smtClean="0" sz="1350" spc="106" i="1">
                <a:latin typeface="Arial"/>
                <a:cs typeface="Arial"/>
              </a:rPr>
              <a:t> </a:t>
            </a:r>
            <a:r>
              <a:rPr dirty="0" smtClean="0" sz="1350" spc="233" i="1">
                <a:latin typeface="Arial"/>
                <a:cs typeface="Arial"/>
              </a:rPr>
              <a:t>C</a:t>
            </a:r>
            <a:r>
              <a:rPr dirty="0" smtClean="0" sz="1350" spc="176" i="1">
                <a:latin typeface="Arial"/>
                <a:cs typeface="Arial"/>
              </a:rPr>
              <a:t>o</a:t>
            </a:r>
            <a:r>
              <a:rPr dirty="0" smtClean="0" sz="1350" spc="111" i="1">
                <a:latin typeface="Arial"/>
                <a:cs typeface="Arial"/>
              </a:rPr>
              <a:t>rr</a:t>
            </a:r>
            <a:r>
              <a:rPr dirty="0" smtClean="0" sz="1350" spc="176" i="1">
                <a:latin typeface="Arial"/>
                <a:cs typeface="Arial"/>
              </a:rPr>
              <a:t>e</a:t>
            </a:r>
            <a:r>
              <a:rPr dirty="0" smtClean="0" sz="1350" spc="167" i="1">
                <a:latin typeface="Arial"/>
                <a:cs typeface="Arial"/>
              </a:rPr>
              <a:t>c</a:t>
            </a:r>
            <a:r>
              <a:rPr dirty="0" smtClean="0" sz="1350" spc="97" i="1">
                <a:latin typeface="Arial"/>
                <a:cs typeface="Arial"/>
              </a:rPr>
              <a:t>t</a:t>
            </a:r>
            <a:r>
              <a:rPr dirty="0" smtClean="0" sz="1350" spc="63" i="1">
                <a:latin typeface="Arial"/>
                <a:cs typeface="Arial"/>
              </a:rPr>
              <a:t>i</a:t>
            </a:r>
            <a:r>
              <a:rPr dirty="0" smtClean="0" sz="1350" spc="176" i="1">
                <a:latin typeface="Arial"/>
                <a:cs typeface="Arial"/>
              </a:rPr>
              <a:t>o</a:t>
            </a:r>
            <a:r>
              <a:rPr dirty="0" smtClean="0" sz="1350" spc="186" i="1">
                <a:latin typeface="Arial"/>
                <a:cs typeface="Arial"/>
              </a:rPr>
              <a:t>n</a:t>
            </a:r>
            <a:r>
              <a:rPr dirty="0" smtClean="0" sz="1350" spc="111">
                <a:latin typeface="Arial"/>
                <a:cs typeface="Arial"/>
              </a:rPr>
              <a:t>)</a:t>
            </a:r>
            <a:r>
              <a:rPr dirty="0" smtClean="0" sz="1350" spc="92">
                <a:latin typeface="Arial"/>
                <a:cs typeface="Arial"/>
              </a:rPr>
              <a:t> </a:t>
            </a:r>
            <a:r>
              <a:rPr dirty="0" smtClean="0" sz="1350" spc="77">
                <a:latin typeface="Arial"/>
                <a:cs typeface="Arial"/>
              </a:rPr>
              <a:t>I</a:t>
            </a:r>
            <a:r>
              <a:rPr dirty="0" smtClean="0" sz="1350" spc="176">
                <a:latin typeface="Arial"/>
                <a:cs typeface="Arial"/>
              </a:rPr>
              <a:t>n</a:t>
            </a:r>
            <a:r>
              <a:rPr dirty="0" smtClean="0" sz="1350" spc="101">
                <a:latin typeface="Arial"/>
                <a:cs typeface="Arial"/>
              </a:rPr>
              <a:t>t</a:t>
            </a:r>
            <a:r>
              <a:rPr dirty="0" smtClean="0" sz="1350" spc="176">
                <a:latin typeface="Arial"/>
                <a:cs typeface="Arial"/>
              </a:rPr>
              <a:t>e</a:t>
            </a:r>
            <a:r>
              <a:rPr dirty="0" smtClean="0" sz="1350" spc="111">
                <a:latin typeface="Arial"/>
                <a:cs typeface="Arial"/>
              </a:rPr>
              <a:t>r</a:t>
            </a:r>
            <a:r>
              <a:rPr dirty="0" smtClean="0" sz="1350" spc="63">
                <a:latin typeface="Arial"/>
                <a:cs typeface="Arial"/>
              </a:rPr>
              <a:t>l</a:t>
            </a:r>
            <a:r>
              <a:rPr dirty="0" smtClean="0" sz="1350" spc="176">
                <a:latin typeface="Arial"/>
                <a:cs typeface="Arial"/>
              </a:rPr>
              <a:t>e</a:t>
            </a:r>
            <a:r>
              <a:rPr dirty="0" smtClean="0" sz="1350" spc="176">
                <a:latin typeface="Arial"/>
                <a:cs typeface="Arial"/>
              </a:rPr>
              <a:t>a</a:t>
            </a:r>
            <a:r>
              <a:rPr dirty="0" smtClean="0" sz="1350" spc="192">
                <a:latin typeface="Arial"/>
                <a:cs typeface="Arial"/>
              </a:rPr>
              <a:t>v</a:t>
            </a:r>
            <a:r>
              <a:rPr dirty="0" smtClean="0" sz="1350" spc="176">
                <a:latin typeface="Arial"/>
                <a:cs typeface="Arial"/>
              </a:rPr>
              <a:t>e</a:t>
            </a:r>
            <a:r>
              <a:rPr dirty="0" smtClean="0" sz="1350" spc="111">
                <a:latin typeface="Arial"/>
                <a:cs typeface="Arial"/>
              </a:rPr>
              <a:t>r</a:t>
            </a:r>
            <a:endParaRPr sz="1350">
              <a:latin typeface="Arial"/>
              <a:cs typeface="Arial"/>
            </a:endParaRPr>
          </a:p>
          <a:p>
            <a:pPr marL="12700" marR="398624" indent="0" algn="just">
              <a:lnSpc>
                <a:spcPct val="99562"/>
              </a:lnSpc>
            </a:pPr>
            <a:r>
              <a:rPr dirty="0" smtClean="0" sz="1350" spc="150" i="1">
                <a:latin typeface="Arial"/>
                <a:cs typeface="Arial"/>
              </a:rPr>
              <a:t>S</a:t>
            </a:r>
            <a:r>
              <a:rPr dirty="0" smtClean="0" sz="1350" spc="150" i="1">
                <a:latin typeface="Arial"/>
                <a:cs typeface="Arial"/>
              </a:rPr>
              <a:t>o</a:t>
            </a:r>
            <a:r>
              <a:rPr dirty="0" smtClean="0" sz="1350" spc="150" i="1">
                <a:latin typeface="Arial"/>
                <a:cs typeface="Arial"/>
              </a:rPr>
              <a:t>f</a:t>
            </a:r>
            <a:r>
              <a:rPr dirty="0" smtClean="0" sz="1350" spc="150" i="1">
                <a:latin typeface="Arial"/>
                <a:cs typeface="Arial"/>
              </a:rPr>
              <a:t>t</a:t>
            </a:r>
            <a:r>
              <a:rPr dirty="0" smtClean="0" sz="1350" spc="150" i="1">
                <a:latin typeface="Arial"/>
                <a:cs typeface="Arial"/>
              </a:rPr>
              <a:t> </a:t>
            </a:r>
            <a:r>
              <a:rPr dirty="0" smtClean="0" sz="1350" spc="150" i="1">
                <a:latin typeface="Arial"/>
                <a:cs typeface="Arial"/>
              </a:rPr>
              <a:t>H</a:t>
            </a:r>
            <a:r>
              <a:rPr dirty="0" smtClean="0" sz="1350" spc="150" i="1">
                <a:latin typeface="Arial"/>
                <a:cs typeface="Arial"/>
              </a:rPr>
              <a:t>a</a:t>
            </a:r>
            <a:r>
              <a:rPr dirty="0" smtClean="0" sz="1350" spc="150" i="1">
                <a:latin typeface="Arial"/>
                <a:cs typeface="Arial"/>
              </a:rPr>
              <a:t>n</a:t>
            </a:r>
            <a:r>
              <a:rPr dirty="0" smtClean="0" sz="1350" spc="150" i="1">
                <a:latin typeface="Arial"/>
                <a:cs typeface="Arial"/>
              </a:rPr>
              <a:t>d</a:t>
            </a:r>
            <a:r>
              <a:rPr dirty="0" smtClean="0" sz="1350" spc="150" i="1">
                <a:latin typeface="Arial"/>
                <a:cs typeface="Arial"/>
              </a:rPr>
              <a:t>o</a:t>
            </a:r>
            <a:r>
              <a:rPr dirty="0" smtClean="0" sz="1350" spc="150" i="1">
                <a:latin typeface="Arial"/>
                <a:cs typeface="Arial"/>
              </a:rPr>
              <a:t>f</a:t>
            </a:r>
            <a:r>
              <a:rPr dirty="0" smtClean="0" sz="1350" spc="150" i="1">
                <a:latin typeface="Arial"/>
                <a:cs typeface="Arial"/>
              </a:rPr>
              <a:t>f</a:t>
            </a:r>
            <a:r>
              <a:rPr dirty="0" smtClean="0" sz="1350" spc="150" i="1">
                <a:latin typeface="Arial"/>
                <a:cs typeface="Arial"/>
              </a:rPr>
              <a:t> </a:t>
            </a:r>
            <a:r>
              <a:rPr dirty="0" smtClean="0" sz="1350" spc="150">
                <a:latin typeface="Arial"/>
                <a:cs typeface="Arial"/>
              </a:rPr>
              <a:t>K</a:t>
            </a:r>
            <a:r>
              <a:rPr dirty="0" smtClean="0" sz="1350" spc="150">
                <a:latin typeface="Arial"/>
                <a:cs typeface="Arial"/>
              </a:rPr>
              <a:t>o</a:t>
            </a:r>
            <a:r>
              <a:rPr dirty="0" smtClean="0" sz="1350" spc="150">
                <a:latin typeface="Arial"/>
                <a:cs typeface="Arial"/>
              </a:rPr>
              <a:t>n</a:t>
            </a:r>
            <a:r>
              <a:rPr dirty="0" smtClean="0" sz="1350" spc="150">
                <a:latin typeface="Arial"/>
                <a:cs typeface="Arial"/>
              </a:rPr>
              <a:t>t</a:t>
            </a:r>
            <a:r>
              <a:rPr dirty="0" smtClean="0" sz="1350" spc="150">
                <a:latin typeface="Arial"/>
                <a:cs typeface="Arial"/>
              </a:rPr>
              <a:t>r</a:t>
            </a:r>
            <a:r>
              <a:rPr dirty="0" smtClean="0" sz="1350" spc="150">
                <a:latin typeface="Arial"/>
                <a:cs typeface="Arial"/>
              </a:rPr>
              <a:t>o</a:t>
            </a:r>
            <a:r>
              <a:rPr dirty="0" smtClean="0" sz="1350" spc="150">
                <a:latin typeface="Arial"/>
                <a:cs typeface="Arial"/>
              </a:rPr>
              <a:t>l</a:t>
            </a:r>
            <a:r>
              <a:rPr dirty="0" smtClean="0" sz="1350" spc="150">
                <a:latin typeface="Arial"/>
                <a:cs typeface="Arial"/>
              </a:rPr>
              <a:t> </a:t>
            </a:r>
            <a:r>
              <a:rPr dirty="0" smtClean="0" sz="1350" spc="150">
                <a:latin typeface="Arial"/>
                <a:cs typeface="Arial"/>
              </a:rPr>
              <a:t>d</a:t>
            </a:r>
            <a:r>
              <a:rPr dirty="0" smtClean="0" sz="1350" spc="150">
                <a:latin typeface="Arial"/>
                <a:cs typeface="Arial"/>
              </a:rPr>
              <a:t>a</a:t>
            </a:r>
            <a:r>
              <a:rPr dirty="0" smtClean="0" sz="1350" spc="150">
                <a:latin typeface="Arial"/>
                <a:cs typeface="Arial"/>
              </a:rPr>
              <a:t>y</a:t>
            </a:r>
            <a:r>
              <a:rPr dirty="0" smtClean="0" sz="1350" spc="150">
                <a:latin typeface="Arial"/>
                <a:cs typeface="Arial"/>
              </a:rPr>
              <a:t>a</a:t>
            </a:r>
            <a:r>
              <a:rPr dirty="0" smtClean="0" sz="1350" spc="150">
                <a:latin typeface="Arial"/>
                <a:cs typeface="Arial"/>
              </a:rPr>
              <a:t> </a:t>
            </a:r>
            <a:r>
              <a:rPr dirty="0" smtClean="0" sz="1350" spc="150">
                <a:latin typeface="Arial"/>
                <a:cs typeface="Arial"/>
              </a:rPr>
              <a:t>d</a:t>
            </a:r>
            <a:r>
              <a:rPr dirty="0" smtClean="0" sz="1350" spc="150">
                <a:latin typeface="Arial"/>
                <a:cs typeface="Arial"/>
              </a:rPr>
              <a:t>sb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2470" y="3978823"/>
            <a:ext cx="139875" cy="810109"/>
          </a:xfrm>
          <a:prstGeom prst="rect">
            <a:avLst/>
          </a:prstGeom>
        </p:spPr>
        <p:txBody>
          <a:bodyPr wrap="square" lIns="0" tIns="9366" rIns="0" bIns="0" rtlCol="0">
            <a:noAutofit/>
          </a:bodyPr>
          <a:lstStyle/>
          <a:p>
            <a:pPr marL="12700" marR="2957" algn="just">
              <a:lnSpc>
                <a:spcPts val="1475"/>
              </a:lnSpc>
            </a:pPr>
            <a:r>
              <a:rPr dirty="0" smtClean="0" sz="1350">
                <a:latin typeface="Wingdings"/>
                <a:cs typeface="Wingdings"/>
              </a:rPr>
              <a:t>Ÿ</a:t>
            </a:r>
            <a:endParaRPr sz="1350">
              <a:latin typeface="Wingdings"/>
              <a:cs typeface="Wingdings"/>
            </a:endParaRPr>
          </a:p>
          <a:p>
            <a:pPr marL="12700" indent="0" algn="just">
              <a:lnSpc>
                <a:spcPts val="1498"/>
              </a:lnSpc>
              <a:spcBef>
                <a:spcPts val="36"/>
              </a:spcBef>
            </a:pPr>
            <a:r>
              <a:rPr dirty="0" smtClean="0" sz="1350">
                <a:latin typeface="Wingdings"/>
                <a:cs typeface="Wingdings"/>
              </a:rPr>
              <a:t>Ÿ</a:t>
            </a:r>
            <a:r>
              <a:rPr dirty="0" smtClean="0" sz="1350" spc="83">
                <a:latin typeface="Times New Roman"/>
                <a:cs typeface="Times New Roman"/>
              </a:rPr>
              <a:t> </a:t>
            </a:r>
            <a:endParaRPr sz="1350">
              <a:latin typeface="Wingdings"/>
              <a:cs typeface="Wingdings"/>
            </a:endParaRPr>
          </a:p>
          <a:p>
            <a:pPr marL="12700" algn="just">
              <a:lnSpc>
                <a:spcPts val="1498"/>
              </a:lnSpc>
              <a:spcBef>
                <a:spcPts val="113"/>
              </a:spcBef>
            </a:pPr>
            <a:r>
              <a:rPr dirty="0" smtClean="0" sz="1350">
                <a:latin typeface="Wingdings"/>
                <a:cs typeface="Wingdings"/>
              </a:rPr>
              <a:t>Ÿ</a:t>
            </a:r>
            <a:r>
              <a:rPr dirty="0" smtClean="0" sz="1350" spc="83">
                <a:latin typeface="Times New Roman"/>
                <a:cs typeface="Times New Roman"/>
              </a:rPr>
              <a:t> </a:t>
            </a:r>
            <a:endParaRPr sz="1350">
              <a:latin typeface="Wingdings"/>
              <a:cs typeface="Wingdings"/>
            </a:endParaRPr>
          </a:p>
          <a:p>
            <a:pPr marL="12700" algn="just">
              <a:lnSpc>
                <a:spcPts val="1498"/>
              </a:lnSpc>
              <a:spcBef>
                <a:spcPts val="113"/>
              </a:spcBef>
            </a:pPr>
            <a:r>
              <a:rPr dirty="0" smtClean="0" sz="1350">
                <a:latin typeface="Wingdings"/>
                <a:cs typeface="Wingdings"/>
              </a:rPr>
              <a:t>Ÿ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6229" y="5227782"/>
            <a:ext cx="2622235" cy="828612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D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op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</a:t>
            </a:r>
            <a:endParaRPr sz="2000">
              <a:latin typeface="Times New Roman"/>
              <a:cs typeface="Times New Roman"/>
            </a:endParaRPr>
          </a:p>
          <a:p>
            <a:pPr marL="12700" marR="451936">
              <a:lnSpc>
                <a:spcPts val="2160"/>
              </a:lnSpc>
              <a:spcBef>
                <a:spcPts val="0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lo</a:t>
            </a:r>
            <a:r>
              <a:rPr dirty="0" smtClean="0" sz="2000" spc="-1">
                <a:latin typeface="Times New Roman"/>
                <a:cs typeface="Times New Roman"/>
              </a:rPr>
              <a:t>m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EM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da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f</a:t>
            </a:r>
            <a:r>
              <a:rPr dirty="0" smtClean="0" sz="2000" spc="-1">
                <a:latin typeface="Times New Roman"/>
                <a:cs typeface="Times New Roman"/>
              </a:rPr>
              <a:t>r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ku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nsi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rja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3194" y="5334462"/>
            <a:ext cx="1867277" cy="88963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43811">
              <a:lnSpc>
                <a:spcPts val="2145"/>
              </a:lnSpc>
            </a:pP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ud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su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ik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dirty="0" smtClean="0" sz="2000" spc="-4">
                <a:latin typeface="Times New Roman"/>
                <a:cs typeface="Times New Roman"/>
              </a:rPr>
              <a:t>d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g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QoS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y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ng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ditet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pk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107" y="5533155"/>
            <a:ext cx="499872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Ca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6979" y="5533155"/>
            <a:ext cx="1257299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9">
                <a:latin typeface="Times New Roman"/>
                <a:cs typeface="Times New Roman"/>
              </a:rPr>
              <a:t>s</a:t>
            </a:r>
            <a:r>
              <a:rPr dirty="0" smtClean="0" sz="2000" spc="-9">
                <a:latin typeface="Times New Roman"/>
                <a:cs typeface="Times New Roman"/>
              </a:rPr>
              <a:t>i</a:t>
            </a:r>
            <a:r>
              <a:rPr dirty="0" smtClean="0" sz="2000" spc="-9">
                <a:latin typeface="Times New Roman"/>
                <a:cs typeface="Times New Roman"/>
              </a:rPr>
              <a:t>s</a:t>
            </a:r>
            <a:r>
              <a:rPr dirty="0" smtClean="0" sz="2000" spc="-9">
                <a:latin typeface="Times New Roman"/>
                <a:cs typeface="Times New Roman"/>
              </a:rPr>
              <a:t>tem</a:t>
            </a:r>
            <a:r>
              <a:rPr dirty="0" smtClean="0" sz="2000" spc="-9">
                <a:latin typeface="Times New Roman"/>
                <a:cs typeface="Times New Roman"/>
              </a:rPr>
              <a:t> </a:t>
            </a:r>
            <a:r>
              <a:rPr dirty="0" smtClean="0" sz="2000" spc="-9">
                <a:latin typeface="Times New Roman"/>
                <a:cs typeface="Times New Roman"/>
              </a:rPr>
              <a:t>y</a:t>
            </a:r>
            <a:r>
              <a:rPr dirty="0" smtClean="0" sz="2000" spc="-9">
                <a:latin typeface="Times New Roman"/>
                <a:cs typeface="Times New Roman"/>
              </a:rPr>
              <a:t>a</a:t>
            </a:r>
            <a:r>
              <a:rPr dirty="0" smtClean="0" sz="2000" spc="-9">
                <a:latin typeface="Times New Roman"/>
                <a:cs typeface="Times New Roman"/>
              </a:rPr>
              <a:t>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107" y="5807475"/>
            <a:ext cx="1435353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ng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fisien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53880" y="6472848"/>
            <a:ext cx="338142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35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3959860" y="1917700"/>
            <a:ext cx="414019" cy="2819400"/>
          </a:xfrm>
          <a:custGeom>
            <a:avLst/>
            <a:gdLst/>
            <a:ahLst/>
            <a:cxnLst/>
            <a:rect l="l" t="t" r="r" b="b"/>
            <a:pathLst>
              <a:path w="414019" h="2819400">
                <a:moveTo>
                  <a:pt x="414019" y="2819400"/>
                </a:moveTo>
                <a:lnTo>
                  <a:pt x="364282" y="2812549"/>
                </a:lnTo>
                <a:lnTo>
                  <a:pt x="318899" y="2793089"/>
                </a:lnTo>
                <a:lnTo>
                  <a:pt x="279311" y="2762658"/>
                </a:lnTo>
                <a:lnTo>
                  <a:pt x="246959" y="2722894"/>
                </a:lnTo>
                <a:lnTo>
                  <a:pt x="223281" y="2675435"/>
                </a:lnTo>
                <a:lnTo>
                  <a:pt x="209720" y="2621920"/>
                </a:lnTo>
                <a:lnTo>
                  <a:pt x="207010" y="2583688"/>
                </a:lnTo>
                <a:lnTo>
                  <a:pt x="207010" y="1126998"/>
                </a:lnTo>
                <a:lnTo>
                  <a:pt x="206323" y="1107684"/>
                </a:lnTo>
                <a:lnTo>
                  <a:pt x="204299" y="1088799"/>
                </a:lnTo>
                <a:lnTo>
                  <a:pt x="200992" y="1070404"/>
                </a:lnTo>
                <a:lnTo>
                  <a:pt x="196453" y="1052558"/>
                </a:lnTo>
                <a:lnTo>
                  <a:pt x="190738" y="1035323"/>
                </a:lnTo>
                <a:lnTo>
                  <a:pt x="183898" y="1018760"/>
                </a:lnTo>
                <a:lnTo>
                  <a:pt x="175988" y="1002929"/>
                </a:lnTo>
                <a:lnTo>
                  <a:pt x="167060" y="987891"/>
                </a:lnTo>
                <a:lnTo>
                  <a:pt x="157169" y="973707"/>
                </a:lnTo>
                <a:lnTo>
                  <a:pt x="146367" y="960437"/>
                </a:lnTo>
                <a:lnTo>
                  <a:pt x="134708" y="948143"/>
                </a:lnTo>
                <a:lnTo>
                  <a:pt x="122245" y="936885"/>
                </a:lnTo>
                <a:lnTo>
                  <a:pt x="109031" y="926723"/>
                </a:lnTo>
                <a:lnTo>
                  <a:pt x="95120" y="917720"/>
                </a:lnTo>
                <a:lnTo>
                  <a:pt x="80565" y="909935"/>
                </a:lnTo>
                <a:lnTo>
                  <a:pt x="65420" y="903429"/>
                </a:lnTo>
                <a:lnTo>
                  <a:pt x="49737" y="898263"/>
                </a:lnTo>
                <a:lnTo>
                  <a:pt x="33571" y="894498"/>
                </a:lnTo>
                <a:lnTo>
                  <a:pt x="16974" y="892194"/>
                </a:lnTo>
                <a:lnTo>
                  <a:pt x="0" y="891413"/>
                </a:lnTo>
                <a:lnTo>
                  <a:pt x="16974" y="890631"/>
                </a:lnTo>
                <a:lnTo>
                  <a:pt x="49737" y="884562"/>
                </a:lnTo>
                <a:lnTo>
                  <a:pt x="80565" y="872888"/>
                </a:lnTo>
                <a:lnTo>
                  <a:pt x="109031" y="856096"/>
                </a:lnTo>
                <a:lnTo>
                  <a:pt x="134708" y="834671"/>
                </a:lnTo>
                <a:lnTo>
                  <a:pt x="157169" y="809097"/>
                </a:lnTo>
                <a:lnTo>
                  <a:pt x="175988" y="779861"/>
                </a:lnTo>
                <a:lnTo>
                  <a:pt x="190738" y="747448"/>
                </a:lnTo>
                <a:lnTo>
                  <a:pt x="200992" y="712343"/>
                </a:lnTo>
                <a:lnTo>
                  <a:pt x="206323" y="675032"/>
                </a:lnTo>
                <a:lnTo>
                  <a:pt x="207010" y="655701"/>
                </a:lnTo>
                <a:lnTo>
                  <a:pt x="207010" y="235712"/>
                </a:lnTo>
                <a:lnTo>
                  <a:pt x="207696" y="216380"/>
                </a:lnTo>
                <a:lnTo>
                  <a:pt x="209720" y="197479"/>
                </a:lnTo>
                <a:lnTo>
                  <a:pt x="213027" y="179069"/>
                </a:lnTo>
                <a:lnTo>
                  <a:pt x="217566" y="161210"/>
                </a:lnTo>
                <a:lnTo>
                  <a:pt x="223281" y="143964"/>
                </a:lnTo>
                <a:lnTo>
                  <a:pt x="230121" y="127391"/>
                </a:lnTo>
                <a:lnTo>
                  <a:pt x="238031" y="111551"/>
                </a:lnTo>
                <a:lnTo>
                  <a:pt x="246959" y="96505"/>
                </a:lnTo>
                <a:lnTo>
                  <a:pt x="256850" y="82315"/>
                </a:lnTo>
                <a:lnTo>
                  <a:pt x="267652" y="69040"/>
                </a:lnTo>
                <a:lnTo>
                  <a:pt x="279311" y="56741"/>
                </a:lnTo>
                <a:lnTo>
                  <a:pt x="291774" y="45480"/>
                </a:lnTo>
                <a:lnTo>
                  <a:pt x="304988" y="35316"/>
                </a:lnTo>
                <a:lnTo>
                  <a:pt x="318899" y="26310"/>
                </a:lnTo>
                <a:lnTo>
                  <a:pt x="333454" y="18524"/>
                </a:lnTo>
                <a:lnTo>
                  <a:pt x="348599" y="12017"/>
                </a:lnTo>
                <a:lnTo>
                  <a:pt x="364282" y="6850"/>
                </a:lnTo>
                <a:lnTo>
                  <a:pt x="380448" y="3085"/>
                </a:lnTo>
                <a:lnTo>
                  <a:pt x="397045" y="781"/>
                </a:lnTo>
                <a:lnTo>
                  <a:pt x="41401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914400" y="5041900"/>
            <a:ext cx="8534400" cy="1076960"/>
          </a:xfrm>
          <a:custGeom>
            <a:avLst/>
            <a:gdLst/>
            <a:ahLst/>
            <a:cxnLst/>
            <a:rect l="l" t="t" r="r" b="b"/>
            <a:pathLst>
              <a:path w="8534400" h="1076960">
                <a:moveTo>
                  <a:pt x="0" y="1076960"/>
                </a:moveTo>
                <a:lnTo>
                  <a:pt x="8534400" y="1076960"/>
                </a:lnTo>
                <a:lnTo>
                  <a:pt x="8534400" y="0"/>
                </a:lnTo>
                <a:lnTo>
                  <a:pt x="0" y="0"/>
                </a:lnTo>
                <a:lnTo>
                  <a:pt x="0" y="107696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740" y="77342"/>
            <a:ext cx="515518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Arial"/>
                <a:cs typeface="Arial"/>
              </a:rPr>
              <a:t>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9252" y="77342"/>
            <a:ext cx="1418945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b="1">
                <a:latin typeface="Arial"/>
                <a:cs typeface="Arial"/>
              </a:rPr>
              <a:t>Sistem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64004" y="77342"/>
            <a:ext cx="2390648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0" b="1">
                <a:latin typeface="Arial"/>
                <a:cs typeface="Arial"/>
              </a:rPr>
              <a:t>K</a:t>
            </a:r>
            <a:r>
              <a:rPr dirty="0" smtClean="0" sz="3200" spc="0" b="1">
                <a:latin typeface="Arial"/>
                <a:cs typeface="Arial"/>
              </a:rPr>
              <a:t>omunikasi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6800" y="77342"/>
            <a:ext cx="3313176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1" b="1">
                <a:latin typeface="Arial"/>
                <a:cs typeface="Arial"/>
              </a:rPr>
              <a:t>B</a:t>
            </a:r>
            <a:r>
              <a:rPr dirty="0" smtClean="0" sz="3200" spc="-1" b="1">
                <a:latin typeface="Arial"/>
                <a:cs typeface="Arial"/>
              </a:rPr>
              <a:t>ergerak</a:t>
            </a:r>
            <a:r>
              <a:rPr dirty="0" smtClean="0" sz="3200" spc="-1" b="1">
                <a:latin typeface="Arial"/>
                <a:cs typeface="Arial"/>
              </a:rPr>
              <a:t> </a:t>
            </a:r>
            <a:r>
              <a:rPr dirty="0" smtClean="0" sz="3200" spc="-1" b="1">
                <a:latin typeface="Arial"/>
                <a:cs typeface="Arial"/>
              </a:rPr>
              <a:t>Seluler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1210" y="1391130"/>
            <a:ext cx="174812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 u="heavy">
                <a:latin typeface="Times New Roman"/>
                <a:cs typeface="Times New Roman"/>
              </a:rPr>
              <a:t>3</a:t>
            </a:r>
            <a:r>
              <a:rPr dirty="0" smtClean="0" sz="2400" spc="0" b="1" u="heavy"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latin typeface="Times New Roman"/>
                <a:cs typeface="Times New Roman"/>
              </a:rPr>
              <a:t>K</a:t>
            </a:r>
            <a:r>
              <a:rPr dirty="0" smtClean="0" sz="2400" spc="0" b="1" u="heavy">
                <a:latin typeface="Times New Roman"/>
                <a:cs typeface="Times New Roman"/>
              </a:rPr>
              <a:t>ata</a:t>
            </a:r>
            <a:r>
              <a:rPr dirty="0" smtClean="0" sz="2400" spc="0" b="1" u="heavy">
                <a:latin typeface="Times New Roman"/>
                <a:cs typeface="Times New Roman"/>
              </a:rPr>
              <a:t> </a:t>
            </a:r>
            <a:r>
              <a:rPr dirty="0" smtClean="0" sz="2400" spc="0" b="1" u="heavy">
                <a:latin typeface="Times New Roman"/>
                <a:cs typeface="Times New Roman"/>
              </a:rPr>
              <a:t>k</a:t>
            </a:r>
            <a:r>
              <a:rPr dirty="0" smtClean="0" sz="2400" spc="0" b="1" u="heavy">
                <a:latin typeface="Times New Roman"/>
                <a:cs typeface="Times New Roman"/>
              </a:rPr>
              <a:t>u</a:t>
            </a:r>
            <a:r>
              <a:rPr dirty="0" smtClean="0" sz="2400" spc="0" b="1" u="heavy">
                <a:latin typeface="Times New Roman"/>
                <a:cs typeface="Times New Roman"/>
              </a:rPr>
              <a:t>nci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18609" y="1848074"/>
            <a:ext cx="17795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2830" y="1848074"/>
            <a:ext cx="4880987" cy="2617406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55499" marR="31111">
              <a:lnSpc>
                <a:spcPts val="2550"/>
              </a:lnSpc>
            </a:pPr>
            <a:r>
              <a:rPr dirty="0" smtClean="0" sz="2400" spc="-13" b="1">
                <a:latin typeface="Times New Roman"/>
                <a:cs typeface="Times New Roman"/>
              </a:rPr>
              <a:t>W</a:t>
            </a:r>
            <a:r>
              <a:rPr dirty="0" smtClean="0" sz="2400" spc="-13" b="1">
                <a:latin typeface="Times New Roman"/>
                <a:cs typeface="Times New Roman"/>
              </a:rPr>
              <a:t>i</a:t>
            </a:r>
            <a:r>
              <a:rPr dirty="0" smtClean="0" sz="2400" spc="-13" b="1">
                <a:latin typeface="Times New Roman"/>
                <a:cs typeface="Times New Roman"/>
              </a:rPr>
              <a:t>r</a:t>
            </a:r>
            <a:r>
              <a:rPr dirty="0" smtClean="0" sz="2400" spc="-13" b="1">
                <a:latin typeface="Times New Roman"/>
                <a:cs typeface="Times New Roman"/>
              </a:rPr>
              <a:t>e</a:t>
            </a:r>
            <a:r>
              <a:rPr dirty="0" smtClean="0" sz="2400" spc="-13" b="1">
                <a:latin typeface="Times New Roman"/>
                <a:cs typeface="Times New Roman"/>
              </a:rPr>
              <a:t>l</a:t>
            </a:r>
            <a:r>
              <a:rPr dirty="0" smtClean="0" sz="2400" spc="-13" b="1">
                <a:latin typeface="Times New Roman"/>
                <a:cs typeface="Times New Roman"/>
              </a:rPr>
              <a:t>ess</a:t>
            </a:r>
            <a:endParaRPr sz="2400">
              <a:latin typeface="Times New Roman"/>
              <a:cs typeface="Times New Roman"/>
            </a:endParaRPr>
          </a:p>
          <a:p>
            <a:pPr marL="98679">
              <a:lnSpc>
                <a:spcPts val="2299"/>
              </a:lnSpc>
              <a:spcBef>
                <a:spcPts val="580"/>
              </a:spcBef>
            </a:pP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d</a:t>
            </a:r>
            <a:r>
              <a:rPr dirty="0" smtClean="0" sz="2000" spc="0" b="1">
                <a:latin typeface="Times New Roman"/>
                <a:cs typeface="Times New Roman"/>
              </a:rPr>
              <a:t>ia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m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s</a:t>
            </a:r>
            <a:r>
              <a:rPr dirty="0" smtClean="0" sz="2000" spc="0" b="1">
                <a:latin typeface="Times New Roman"/>
                <a:cs typeface="Times New Roman"/>
              </a:rPr>
              <a:t>i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ta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p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k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b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l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(</a:t>
            </a:r>
            <a:r>
              <a:rPr dirty="0" smtClean="0" sz="2000" spc="0" b="1">
                <a:latin typeface="Times New Roman"/>
                <a:cs typeface="Times New Roman"/>
              </a:rPr>
              <a:t>r</a:t>
            </a:r>
            <a:r>
              <a:rPr dirty="0" smtClean="0" sz="2000" spc="0" b="1">
                <a:latin typeface="Times New Roman"/>
                <a:cs typeface="Times New Roman"/>
              </a:rPr>
              <a:t>u</a:t>
            </a:r>
            <a:r>
              <a:rPr dirty="0" smtClean="0" sz="2000" spc="0" b="1">
                <a:latin typeface="Times New Roman"/>
                <a:cs typeface="Times New Roman"/>
              </a:rPr>
              <a:t>a</a:t>
            </a:r>
            <a:r>
              <a:rPr dirty="0" smtClean="0" sz="2000" spc="0" b="1">
                <a:latin typeface="Times New Roman"/>
                <a:cs typeface="Times New Roman"/>
              </a:rPr>
              <a:t>n</a:t>
            </a:r>
            <a:r>
              <a:rPr dirty="0" smtClean="0" sz="2000" spc="0" b="1">
                <a:latin typeface="Times New Roman"/>
                <a:cs typeface="Times New Roman"/>
              </a:rPr>
              <a:t>g</a:t>
            </a:r>
            <a:r>
              <a:rPr dirty="0" smtClean="0" sz="2000" spc="0" b="1">
                <a:latin typeface="Times New Roman"/>
                <a:cs typeface="Times New Roman"/>
              </a:rPr>
              <a:t> </a:t>
            </a:r>
            <a:r>
              <a:rPr dirty="0" smtClean="0" sz="2000" spc="0" b="1">
                <a:latin typeface="Times New Roman"/>
                <a:cs typeface="Times New Roman"/>
              </a:rPr>
              <a:t>b</a:t>
            </a:r>
            <a:r>
              <a:rPr dirty="0" smtClean="0" sz="2000" spc="0" b="1">
                <a:latin typeface="Times New Roman"/>
                <a:cs typeface="Times New Roman"/>
              </a:rPr>
              <a:t>e</a:t>
            </a:r>
            <a:r>
              <a:rPr dirty="0" smtClean="0" sz="2000" spc="0" b="1">
                <a:latin typeface="Times New Roman"/>
                <a:cs typeface="Times New Roman"/>
              </a:rPr>
              <a:t>b</a:t>
            </a:r>
            <a:r>
              <a:rPr dirty="0" smtClean="0" sz="2000" spc="0" b="1">
                <a:latin typeface="Times New Roman"/>
                <a:cs typeface="Times New Roman"/>
              </a:rPr>
              <a:t>as</a:t>
            </a:r>
            <a:r>
              <a:rPr dirty="0" smtClean="0" sz="2000" spc="0" b="1">
                <a:latin typeface="Times New Roman"/>
                <a:cs typeface="Times New Roman"/>
              </a:rPr>
              <a:t>)</a:t>
            </a:r>
            <a:r>
              <a:rPr dirty="0" smtClean="0" sz="2000" spc="0">
                <a:latin typeface="Times New Roman"/>
                <a:cs typeface="Times New Roman"/>
              </a:rPr>
              <a:t>,</a:t>
            </a:r>
            <a:r>
              <a:rPr dirty="0" smtClean="0" sz="2000" spc="0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8679">
              <a:lnSpc>
                <a:spcPts val="2299"/>
              </a:lnSpc>
            </a:pP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mpu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untuk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mb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ik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jat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mobil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tas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8679">
              <a:lnSpc>
                <a:spcPts val="2299"/>
              </a:lnSpc>
            </a:pPr>
            <a:r>
              <a:rPr dirty="0" smtClean="0" sz="2000" spc="-1">
                <a:latin typeface="Times New Roman"/>
                <a:cs typeface="Times New Roman"/>
              </a:rPr>
              <a:t>y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ng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b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ik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pada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l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nt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(MS)</a:t>
            </a:r>
            <a:endParaRPr sz="2000">
              <a:latin typeface="Times New Roman"/>
              <a:cs typeface="Times New Roman"/>
            </a:endParaRPr>
          </a:p>
          <a:p>
            <a:pPr marL="55499" marR="31111">
              <a:lnSpc>
                <a:spcPct val="95825"/>
              </a:lnSpc>
              <a:spcBef>
                <a:spcPts val="112"/>
              </a:spcBef>
            </a:pPr>
            <a:r>
              <a:rPr dirty="0" smtClean="0" sz="2400" spc="-2" b="1">
                <a:latin typeface="Times New Roman"/>
                <a:cs typeface="Times New Roman"/>
              </a:rPr>
              <a:t>Be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ge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ak</a:t>
            </a:r>
            <a:endParaRPr sz="2400">
              <a:latin typeface="Times New Roman"/>
              <a:cs typeface="Times New Roman"/>
            </a:endParaRPr>
          </a:p>
          <a:p>
            <a:pPr marL="98679" marR="31111">
              <a:lnSpc>
                <a:spcPts val="2295"/>
              </a:lnSpc>
              <a:spcBef>
                <a:spcPts val="114"/>
              </a:spcBef>
            </a:pPr>
            <a:r>
              <a:rPr dirty="0" smtClean="0" sz="2000" spc="-4">
                <a:latin typeface="Times New Roman"/>
                <a:cs typeface="Times New Roman"/>
              </a:rPr>
              <a:t>M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y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-4">
                <a:latin typeface="Times New Roman"/>
                <a:cs typeface="Times New Roman"/>
              </a:rPr>
              <a:t>b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bk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k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kt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4">
                <a:latin typeface="Times New Roman"/>
                <a:cs typeface="Times New Roman"/>
              </a:rPr>
              <a:t>is</a:t>
            </a:r>
            <a:r>
              <a:rPr dirty="0" smtClean="0" sz="2000" spc="-4">
                <a:latin typeface="Times New Roman"/>
                <a:cs typeface="Times New Roman"/>
              </a:rPr>
              <a:t>t</a:t>
            </a:r>
            <a:r>
              <a:rPr dirty="0" smtClean="0" sz="2000" spc="-4">
                <a:latin typeface="Times New Roman"/>
                <a:cs typeface="Times New Roman"/>
              </a:rPr>
              <a:t>ik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ndom</a:t>
            </a:r>
            <a:r>
              <a:rPr dirty="0" smtClean="0" sz="2000" spc="-4">
                <a:latin typeface="Times New Roman"/>
                <a:cs typeface="Times New Roman"/>
              </a:rPr>
              <a:t> </a:t>
            </a:r>
            <a:r>
              <a:rPr dirty="0" smtClean="0" sz="2000" spc="-4">
                <a:latin typeface="Times New Roman"/>
                <a:cs typeface="Times New Roman"/>
              </a:rPr>
              <a:t>sin</a:t>
            </a:r>
            <a:r>
              <a:rPr dirty="0" smtClean="0" sz="2000" spc="-4">
                <a:latin typeface="Times New Roman"/>
                <a:cs typeface="Times New Roman"/>
              </a:rPr>
              <a:t>y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  <a:p>
            <a:pPr marL="98679" marR="31111">
              <a:lnSpc>
                <a:spcPts val="2165"/>
              </a:lnSpc>
            </a:pPr>
            <a:r>
              <a:rPr dirty="0" smtClean="0" sz="2000" spc="-3">
                <a:latin typeface="Times New Roman"/>
                <a:cs typeface="Times New Roman"/>
              </a:rPr>
              <a:t>p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da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ns</a:t>
            </a:r>
            <a:r>
              <a:rPr dirty="0" smtClean="0" sz="2000" spc="-3">
                <a:latin typeface="Times New Roman"/>
                <a:cs typeface="Times New Roman"/>
              </a:rPr>
              <a:t>m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in</a:t>
            </a:r>
            <a:r>
              <a:rPr dirty="0" smtClean="0" sz="2000" spc="-3">
                <a:latin typeface="Times New Roman"/>
                <a:cs typeface="Times New Roman"/>
              </a:rPr>
              <a:t>y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  <a:spcBef>
                <a:spcPts val="477"/>
              </a:spcBef>
            </a:pPr>
            <a:r>
              <a:rPr dirty="0" smtClean="0" sz="2400" spc="-2" b="1">
                <a:latin typeface="Times New Roman"/>
                <a:cs typeface="Times New Roman"/>
              </a:rPr>
              <a:t>Se</a:t>
            </a:r>
            <a:r>
              <a:rPr dirty="0" smtClean="0" sz="2400" spc="-2" b="1">
                <a:latin typeface="Times New Roman"/>
                <a:cs typeface="Times New Roman"/>
              </a:rPr>
              <a:t>l</a:t>
            </a:r>
            <a:r>
              <a:rPr dirty="0" smtClean="0" sz="2400" spc="-2" b="1">
                <a:latin typeface="Times New Roman"/>
                <a:cs typeface="Times New Roman"/>
              </a:rPr>
              <a:t>ul</a:t>
            </a:r>
            <a:r>
              <a:rPr dirty="0" smtClean="0" sz="2400" spc="-2" b="1">
                <a:latin typeface="Times New Roman"/>
                <a:cs typeface="Times New Roman"/>
              </a:rPr>
              <a:t>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9457" y="2686528"/>
            <a:ext cx="2608524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1" b="1">
                <a:latin typeface="Times New Roman"/>
                <a:cs typeface="Times New Roman"/>
              </a:rPr>
              <a:t>Sistem</a:t>
            </a:r>
            <a:r>
              <a:rPr dirty="0" smtClean="0" sz="2400" spc="1" b="1">
                <a:latin typeface="Times New Roman"/>
                <a:cs typeface="Times New Roman"/>
              </a:rPr>
              <a:t> </a:t>
            </a:r>
            <a:r>
              <a:rPr dirty="0" smtClean="0" sz="2400" spc="1" b="1">
                <a:latin typeface="Times New Roman"/>
                <a:cs typeface="Times New Roman"/>
              </a:rPr>
              <a:t>K</a:t>
            </a:r>
            <a:r>
              <a:rPr dirty="0" smtClean="0" sz="2400" spc="1" b="1">
                <a:latin typeface="Times New Roman"/>
                <a:cs typeface="Times New Roman"/>
              </a:rPr>
              <a:t>o</a:t>
            </a:r>
            <a:r>
              <a:rPr dirty="0" smtClean="0" sz="2400" spc="1" b="1">
                <a:latin typeface="Times New Roman"/>
                <a:cs typeface="Times New Roman"/>
              </a:rPr>
              <a:t>m</a:t>
            </a:r>
            <a:r>
              <a:rPr dirty="0" smtClean="0" sz="2400" spc="1" b="1">
                <a:latin typeface="Times New Roman"/>
                <a:cs typeface="Times New Roman"/>
              </a:rPr>
              <a:t>u</a:t>
            </a:r>
            <a:r>
              <a:rPr dirty="0" smtClean="0" sz="2400" spc="1" b="1">
                <a:latin typeface="Times New Roman"/>
                <a:cs typeface="Times New Roman"/>
              </a:rPr>
              <a:t>n</a:t>
            </a:r>
            <a:r>
              <a:rPr dirty="0" smtClean="0" sz="2400" spc="1" b="1">
                <a:latin typeface="Times New Roman"/>
                <a:cs typeface="Times New Roman"/>
              </a:rPr>
              <a:t>i</a:t>
            </a:r>
            <a:r>
              <a:rPr dirty="0" smtClean="0" sz="2400" spc="1" b="1">
                <a:latin typeface="Times New Roman"/>
                <a:cs typeface="Times New Roman"/>
              </a:rPr>
              <a:t>ka</a:t>
            </a:r>
            <a:r>
              <a:rPr dirty="0" smtClean="0" sz="2400" spc="1" b="1">
                <a:latin typeface="Times New Roman"/>
                <a:cs typeface="Times New Roman"/>
              </a:rPr>
              <a:t>s</a:t>
            </a:r>
            <a:r>
              <a:rPr dirty="0" smtClean="0" sz="2400" spc="1" b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9457" y="3052925"/>
            <a:ext cx="128696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2" b="1">
                <a:latin typeface="Times New Roman"/>
                <a:cs typeface="Times New Roman"/>
              </a:rPr>
              <a:t>Be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ge</a:t>
            </a:r>
            <a:r>
              <a:rPr dirty="0" smtClean="0" sz="2400" spc="-2" b="1">
                <a:latin typeface="Times New Roman"/>
                <a:cs typeface="Times New Roman"/>
              </a:rPr>
              <a:t>r</a:t>
            </a:r>
            <a:r>
              <a:rPr dirty="0" smtClean="0" sz="2400" spc="-2" b="1">
                <a:latin typeface="Times New Roman"/>
                <a:cs typeface="Times New Roman"/>
              </a:rPr>
              <a:t>ak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1504" y="3052925"/>
            <a:ext cx="985215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latin typeface="Times New Roman"/>
                <a:cs typeface="Times New Roman"/>
              </a:rPr>
              <a:t>S</a:t>
            </a:r>
            <a:r>
              <a:rPr dirty="0" smtClean="0" sz="2400" b="1">
                <a:latin typeface="Times New Roman"/>
                <a:cs typeface="Times New Roman"/>
              </a:rPr>
              <a:t>e</a:t>
            </a:r>
            <a:r>
              <a:rPr dirty="0" smtClean="0" sz="2400" b="1">
                <a:latin typeface="Times New Roman"/>
                <a:cs typeface="Times New Roman"/>
              </a:rPr>
              <a:t>l</a:t>
            </a:r>
            <a:r>
              <a:rPr dirty="0" smtClean="0" sz="2400" b="1">
                <a:latin typeface="Times New Roman"/>
                <a:cs typeface="Times New Roman"/>
              </a:rPr>
              <a:t>uler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8609" y="3144365"/>
            <a:ext cx="177800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5810" y="4134963"/>
            <a:ext cx="17795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6010" y="4509217"/>
            <a:ext cx="1032256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4">
                <a:latin typeface="Times New Roman"/>
                <a:cs typeface="Times New Roman"/>
              </a:rPr>
              <a:t>Cove</a:t>
            </a:r>
            <a:r>
              <a:rPr dirty="0" smtClean="0" sz="2000" spc="-4">
                <a:latin typeface="Times New Roman"/>
                <a:cs typeface="Times New Roman"/>
              </a:rPr>
              <a:t>r</a:t>
            </a:r>
            <a:r>
              <a:rPr dirty="0" smtClean="0" sz="2000" spc="-4">
                <a:latin typeface="Times New Roman"/>
                <a:cs typeface="Times New Roman"/>
              </a:rPr>
              <a:t>a</a:t>
            </a:r>
            <a:r>
              <a:rPr dirty="0" smtClean="0" sz="2000" spc="-4">
                <a:latin typeface="Times New Roman"/>
                <a:cs typeface="Times New Roman"/>
              </a:rPr>
              <a:t>g</a:t>
            </a:r>
            <a:r>
              <a:rPr dirty="0" smtClean="0" sz="2000" spc="-4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2076" y="4509217"/>
            <a:ext cx="1589277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2">
                <a:latin typeface="Times New Roman"/>
                <a:cs typeface="Times New Roman"/>
              </a:rPr>
              <a:t>ja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in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diba</a:t>
            </a:r>
            <a:r>
              <a:rPr dirty="0" smtClean="0" sz="2000" spc="-2">
                <a:latin typeface="Times New Roman"/>
                <a:cs typeface="Times New Roman"/>
              </a:rPr>
              <a:t>g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1354" y="4509217"/>
            <a:ext cx="1396619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latin typeface="Times New Roman"/>
                <a:cs typeface="Times New Roman"/>
              </a:rPr>
              <a:t>dal</a:t>
            </a:r>
            <a:r>
              <a:rPr dirty="0" smtClean="0" sz="2000">
                <a:latin typeface="Times New Roman"/>
                <a:cs typeface="Times New Roman"/>
              </a:rPr>
              <a:t>a</a:t>
            </a:r>
            <a:r>
              <a:rPr dirty="0" smtClean="0" sz="2000">
                <a:latin typeface="Times New Roman"/>
                <a:cs typeface="Times New Roman"/>
              </a:rPr>
              <a:t>m</a:t>
            </a:r>
            <a:r>
              <a:rPr dirty="0" smtClean="0" sz="2000">
                <a:latin typeface="Times New Roman"/>
                <a:cs typeface="Times New Roman"/>
              </a:rPr>
              <a:t> </a:t>
            </a:r>
            <a:r>
              <a:rPr dirty="0" smtClean="0" sz="2000">
                <a:latin typeface="Times New Roman"/>
                <a:cs typeface="Times New Roman"/>
              </a:rPr>
              <a:t>se</a:t>
            </a:r>
            <a:r>
              <a:rPr dirty="0" smtClean="0" sz="2000">
                <a:latin typeface="Times New Roman"/>
                <a:cs typeface="Times New Roman"/>
              </a:rPr>
              <a:t>l</a:t>
            </a:r>
            <a:r>
              <a:rPr dirty="0" smtClean="0" sz="2000">
                <a:latin typeface="Times New Roman"/>
                <a:cs typeface="Times New Roman"/>
              </a:rPr>
              <a:t>-</a:t>
            </a:r>
            <a:r>
              <a:rPr dirty="0" smtClean="0" sz="2000">
                <a:latin typeface="Times New Roman"/>
                <a:cs typeface="Times New Roman"/>
              </a:rPr>
              <a:t>sel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43720" y="6472848"/>
            <a:ext cx="34930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5041900"/>
            <a:ext cx="8534400" cy="1076960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91757">
              <a:lnSpc>
                <a:spcPct val="95825"/>
              </a:lnSpc>
            </a:pPr>
            <a:r>
              <a:rPr dirty="0" smtClean="0" sz="2400" spc="0" b="1">
                <a:latin typeface="Times New Roman"/>
                <a:cs typeface="Times New Roman"/>
              </a:rPr>
              <a:t>3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kata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nci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t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rs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b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t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penga</a:t>
            </a:r>
            <a:r>
              <a:rPr dirty="0" smtClean="0" sz="2400" spc="0" b="1">
                <a:latin typeface="Times New Roman"/>
                <a:cs typeface="Times New Roman"/>
              </a:rPr>
              <a:t>r</a:t>
            </a:r>
            <a:r>
              <a:rPr dirty="0" smtClean="0" sz="2400" spc="0" b="1">
                <a:latin typeface="Times New Roman"/>
                <a:cs typeface="Times New Roman"/>
              </a:rPr>
              <a:t>u</a:t>
            </a:r>
            <a:r>
              <a:rPr dirty="0" smtClean="0" sz="2400" spc="0" b="1">
                <a:latin typeface="Times New Roman"/>
                <a:cs typeface="Times New Roman"/>
              </a:rPr>
              <a:t>h</a:t>
            </a:r>
            <a:r>
              <a:rPr dirty="0" smtClean="0" sz="2400" spc="0" b="1">
                <a:latin typeface="Times New Roman"/>
                <a:cs typeface="Times New Roman"/>
              </a:rPr>
              <a:t>i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91757" marR="722824">
              <a:lnSpc>
                <a:spcPts val="2600"/>
              </a:lnSpc>
              <a:spcBef>
                <a:spcPts val="130"/>
              </a:spcBef>
            </a:pPr>
            <a:r>
              <a:rPr dirty="0" smtClean="0" sz="2400" spc="-1">
                <a:latin typeface="Times New Roman"/>
                <a:cs typeface="Times New Roman"/>
              </a:rPr>
              <a:t>desa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stand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risasi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sist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,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per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nc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na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p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en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asi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j</a:t>
            </a:r>
            <a:r>
              <a:rPr dirty="0" smtClean="0" sz="2400" spc="-1">
                <a:latin typeface="Times New Roman"/>
                <a:cs typeface="Times New Roman"/>
              </a:rPr>
              <a:t>ar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ngan,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op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asi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j</a:t>
            </a:r>
            <a:r>
              <a:rPr dirty="0" smtClean="0" sz="2400" spc="-1">
                <a:latin typeface="Times New Roman"/>
                <a:cs typeface="Times New Roman"/>
              </a:rPr>
              <a:t>ar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ngan,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dsb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6310" y="1509395"/>
            <a:ext cx="762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85028" y="1509395"/>
            <a:ext cx="762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5257800" y="1295400"/>
            <a:ext cx="4267200" cy="1525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8740" y="85498"/>
            <a:ext cx="392151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4" b="1">
                <a:latin typeface="Arial"/>
                <a:cs typeface="Arial"/>
              </a:rPr>
              <a:t>G</a:t>
            </a:r>
            <a:r>
              <a:rPr dirty="0" smtClean="0" sz="2400" spc="-4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715" y="85498"/>
            <a:ext cx="5390586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st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m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Kom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n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si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rger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Se</a:t>
            </a:r>
            <a:r>
              <a:rPr dirty="0" smtClean="0" sz="2400" spc="0" b="1">
                <a:latin typeface="Arial"/>
                <a:cs typeface="Arial"/>
              </a:rPr>
              <a:t>l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l</a:t>
            </a:r>
            <a:r>
              <a:rPr dirty="0" smtClean="0" sz="2400" spc="0" b="1">
                <a:latin typeface="Arial"/>
                <a:cs typeface="Arial"/>
              </a:rPr>
              <a:t>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790" y="713727"/>
            <a:ext cx="3631912" cy="381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Latar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bela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k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ang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j</a:t>
            </a:r>
            <a:r>
              <a:rPr dirty="0" smtClean="0" sz="2800" spc="-1" b="1">
                <a:solidFill>
                  <a:srgbClr val="FF3300"/>
                </a:solidFill>
                <a:latin typeface="Times New Roman"/>
                <a:cs typeface="Times New Roman"/>
              </a:rPr>
              <a:t>arah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857" y="1152370"/>
            <a:ext cx="17779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1877" y="1152370"/>
            <a:ext cx="4566261" cy="2385694"/>
          </a:xfrm>
          <a:prstGeom prst="rect">
            <a:avLst/>
          </a:prstGeom>
        </p:spPr>
        <p:txBody>
          <a:bodyPr wrap="square" lIns="0" tIns="20320" rIns="0" bIns="0" rtlCol="0">
            <a:noAutofit/>
          </a:bodyPr>
          <a:lstStyle/>
          <a:p>
            <a:pPr marL="12700" marR="401123">
              <a:lnSpc>
                <a:spcPts val="2759"/>
              </a:lnSpc>
            </a:pPr>
            <a:r>
              <a:rPr dirty="0" smtClean="0" sz="2400" spc="-1">
                <a:latin typeface="Times New Roman"/>
                <a:cs typeface="Times New Roman"/>
              </a:rPr>
              <a:t>Sebe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um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konsep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u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er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 marR="401123">
              <a:lnSpc>
                <a:spcPts val="2759"/>
              </a:lnSpc>
            </a:pPr>
            <a:r>
              <a:rPr dirty="0" smtClean="0" sz="2400" spc="-1">
                <a:latin typeface="Times New Roman"/>
                <a:cs typeface="Times New Roman"/>
              </a:rPr>
              <a:t>d</a:t>
            </a:r>
            <a:r>
              <a:rPr dirty="0" smtClean="0" sz="2400" spc="-1">
                <a:latin typeface="Times New Roman"/>
                <a:cs typeface="Times New Roman"/>
              </a:rPr>
              <a:t>i</a:t>
            </a:r>
            <a:r>
              <a:rPr dirty="0" smtClean="0" sz="2400" spc="-1">
                <a:latin typeface="Times New Roman"/>
                <a:cs typeface="Times New Roman"/>
              </a:rPr>
              <a:t>ke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ukan,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hubungan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kan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 marR="401123">
              <a:lnSpc>
                <a:spcPts val="2759"/>
              </a:lnSpc>
            </a:pP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er</a:t>
            </a:r>
            <a:r>
              <a:rPr dirty="0" smtClean="0" sz="2400" spc="-2">
                <a:latin typeface="Times New Roman"/>
                <a:cs typeface="Times New Roman"/>
              </a:rPr>
              <a:t>p</a:t>
            </a:r>
            <a:r>
              <a:rPr dirty="0" smtClean="0" sz="2400" spc="-2">
                <a:latin typeface="Times New Roman"/>
                <a:cs typeface="Times New Roman"/>
              </a:rPr>
              <a:t>u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us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pada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b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t</a:t>
            </a:r>
            <a:r>
              <a:rPr dirty="0" smtClean="0" sz="2400" spc="-2">
                <a:latin typeface="Times New Roman"/>
                <a:cs typeface="Times New Roman"/>
              </a:rPr>
              <a:t>as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rea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r>
              <a:rPr dirty="0" smtClean="0" sz="2400" spc="-2">
                <a:latin typeface="Times New Roman"/>
                <a:cs typeface="Times New Roman"/>
              </a:rPr>
              <a:t>c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k</a:t>
            </a:r>
            <a:r>
              <a:rPr dirty="0" smtClean="0" sz="2400" spc="-2">
                <a:latin typeface="Times New Roman"/>
                <a:cs typeface="Times New Roman"/>
              </a:rPr>
              <a:t>up</a:t>
            </a:r>
            <a:r>
              <a:rPr dirty="0" smtClean="0" sz="2400" spc="-2">
                <a:latin typeface="Times New Roman"/>
                <a:cs typeface="Times New Roman"/>
              </a:rPr>
              <a:t>a</a:t>
            </a:r>
            <a:r>
              <a:rPr dirty="0" smtClean="0" sz="2400" spc="-2">
                <a:latin typeface="Times New Roman"/>
                <a:cs typeface="Times New Roman"/>
              </a:rPr>
              <a:t>n</a:t>
            </a:r>
            <a:r>
              <a:rPr dirty="0" smtClean="0" sz="2400" spc="-2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 marR="401123">
              <a:lnSpc>
                <a:spcPts val="2759"/>
              </a:lnSpc>
            </a:pPr>
            <a:r>
              <a:rPr dirty="0" smtClean="0" sz="2400" spc="-1">
                <a:latin typeface="Times New Roman"/>
                <a:cs typeface="Times New Roman"/>
              </a:rPr>
              <a:t>dan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user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h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rus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m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akuk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c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ll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set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 marR="401123">
              <a:lnSpc>
                <a:spcPts val="2759"/>
              </a:lnSpc>
            </a:pPr>
            <a:r>
              <a:rPr dirty="0" smtClean="0" sz="2400" spc="0">
                <a:latin typeface="Times New Roman"/>
                <a:cs typeface="Times New Roman"/>
              </a:rPr>
              <a:t>up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agi</a:t>
            </a:r>
            <a:endParaRPr sz="2400">
              <a:latin typeface="Times New Roman"/>
              <a:cs typeface="Times New Roman"/>
            </a:endParaRPr>
          </a:p>
          <a:p>
            <a:pPr marL="12700" marR="54650">
              <a:lnSpc>
                <a:spcPct val="95825"/>
              </a:lnSpc>
              <a:spcBef>
                <a:spcPts val="613"/>
              </a:spcBef>
            </a:pPr>
            <a:r>
              <a:rPr dirty="0" smtClean="0" sz="2400" spc="0" b="1"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latin typeface="Times New Roman"/>
                <a:cs typeface="Times New Roman"/>
              </a:rPr>
              <a:t>m</a:t>
            </a:r>
            <a:r>
              <a:rPr dirty="0" smtClean="0" sz="2400" spc="0" b="1">
                <a:latin typeface="Times New Roman"/>
                <a:cs typeface="Times New Roman"/>
              </a:rPr>
              <a:t>ahan</a:t>
            </a:r>
            <a:r>
              <a:rPr dirty="0" smtClean="0" sz="2400" spc="0" b="1"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35216">
              <a:lnSpc>
                <a:spcPct val="95825"/>
              </a:lnSpc>
              <a:spcBef>
                <a:spcPts val="300"/>
              </a:spcBef>
            </a:pPr>
            <a:r>
              <a:rPr dirty="0" smtClean="0" sz="2400">
                <a:latin typeface="Marlett"/>
                <a:cs typeface="Marlett"/>
              </a:rPr>
              <a:t>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ahal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(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da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a,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ng</a:t>
            </a:r>
            <a:r>
              <a:rPr dirty="0" smtClean="0" sz="2400" spc="0">
                <a:latin typeface="Times New Roman"/>
                <a:cs typeface="Times New Roman"/>
              </a:rPr>
              <a:t>g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an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ena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857" y="2798925"/>
            <a:ext cx="17779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6117" y="3207865"/>
            <a:ext cx="17261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4394" y="3452812"/>
            <a:ext cx="4229514" cy="390114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dirty="0" smtClean="0" sz="2400">
                <a:latin typeface="Marlett"/>
                <a:cs typeface="Marlett"/>
              </a:rPr>
              <a:t></a:t>
            </a:r>
            <a:r>
              <a:rPr dirty="0" smtClean="0" sz="2400" spc="0">
                <a:latin typeface="Times New Roman"/>
                <a:cs typeface="Times New Roman"/>
              </a:rPr>
              <a:t>K</a:t>
            </a:r>
            <a:r>
              <a:rPr dirty="0" smtClean="0" sz="2400" spc="0">
                <a:latin typeface="Times New Roman"/>
                <a:cs typeface="Times New Roman"/>
              </a:rPr>
              <a:t>en</a:t>
            </a:r>
            <a:r>
              <a:rPr dirty="0" smtClean="0" sz="2400" spc="0">
                <a:latin typeface="Times New Roman"/>
                <a:cs typeface="Times New Roman"/>
              </a:rPr>
              <a:t>y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m</a:t>
            </a:r>
            <a:r>
              <a:rPr dirty="0" smtClean="0" sz="2400" spc="0">
                <a:latin typeface="Times New Roman"/>
                <a:cs typeface="Times New Roman"/>
              </a:rPr>
              <a:t>anan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pe</a:t>
            </a:r>
            <a:r>
              <a:rPr dirty="0" smtClean="0" sz="2400" spc="0">
                <a:latin typeface="Times New Roman"/>
                <a:cs typeface="Times New Roman"/>
              </a:rPr>
              <a:t>l</a:t>
            </a:r>
            <a:r>
              <a:rPr dirty="0" smtClean="0" sz="2400" spc="0">
                <a:latin typeface="Times New Roman"/>
                <a:cs typeface="Times New Roman"/>
              </a:rPr>
              <a:t>anggan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e</a:t>
            </a:r>
            <a:r>
              <a:rPr dirty="0" smtClean="0" sz="2400" spc="0">
                <a:latin typeface="Times New Roman"/>
                <a:cs typeface="Times New Roman"/>
              </a:rPr>
              <a:t>ndah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394" y="3758183"/>
            <a:ext cx="5295610" cy="389735"/>
          </a:xfrm>
          <a:prstGeom prst="rect">
            <a:avLst/>
          </a:prstGeom>
        </p:spPr>
        <p:txBody>
          <a:bodyPr wrap="square" lIns="0" tIns="1270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dirty="0" smtClean="0" sz="2400">
                <a:latin typeface="Marlett"/>
                <a:cs typeface="Marlett"/>
              </a:rPr>
              <a:t></a:t>
            </a:r>
            <a:r>
              <a:rPr dirty="0" smtClean="0" sz="2400">
                <a:latin typeface="Times New Roman"/>
                <a:cs typeface="Times New Roman"/>
              </a:rPr>
              <a:t>K</a:t>
            </a:r>
            <a:r>
              <a:rPr dirty="0" smtClean="0" sz="2400">
                <a:latin typeface="Times New Roman"/>
                <a:cs typeface="Times New Roman"/>
              </a:rPr>
              <a:t>apasi</a:t>
            </a:r>
            <a:r>
              <a:rPr dirty="0" smtClean="0" sz="2400">
                <a:latin typeface="Times New Roman"/>
                <a:cs typeface="Times New Roman"/>
              </a:rPr>
              <a:t>t</a:t>
            </a:r>
            <a:r>
              <a:rPr dirty="0" smtClean="0" sz="2400">
                <a:latin typeface="Times New Roman"/>
                <a:cs typeface="Times New Roman"/>
              </a:rPr>
              <a:t>as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d</a:t>
            </a:r>
            <a:r>
              <a:rPr dirty="0" smtClean="0" sz="2400">
                <a:latin typeface="Times New Roman"/>
                <a:cs typeface="Times New Roman"/>
              </a:rPr>
              <a:t>an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ef</a:t>
            </a:r>
            <a:r>
              <a:rPr dirty="0" smtClean="0" sz="2400">
                <a:latin typeface="Times New Roman"/>
                <a:cs typeface="Times New Roman"/>
              </a:rPr>
              <a:t>i</a:t>
            </a:r>
            <a:r>
              <a:rPr dirty="0" smtClean="0" sz="2400">
                <a:latin typeface="Times New Roman"/>
                <a:cs typeface="Times New Roman"/>
              </a:rPr>
              <a:t>s</a:t>
            </a:r>
            <a:r>
              <a:rPr dirty="0" smtClean="0" sz="2400">
                <a:latin typeface="Times New Roman"/>
                <a:cs typeface="Times New Roman"/>
              </a:rPr>
              <a:t>i</a:t>
            </a:r>
            <a:r>
              <a:rPr dirty="0" smtClean="0" sz="2400">
                <a:latin typeface="Times New Roman"/>
                <a:cs typeface="Times New Roman"/>
              </a:rPr>
              <a:t>e</a:t>
            </a:r>
            <a:r>
              <a:rPr dirty="0" smtClean="0" sz="2400">
                <a:latin typeface="Times New Roman"/>
                <a:cs typeface="Times New Roman"/>
              </a:rPr>
              <a:t>n</a:t>
            </a:r>
            <a:r>
              <a:rPr dirty="0" smtClean="0" sz="2400">
                <a:latin typeface="Times New Roman"/>
                <a:cs typeface="Times New Roman"/>
              </a:rPr>
              <a:t>s</a:t>
            </a:r>
            <a:r>
              <a:rPr dirty="0" smtClean="0" sz="2400">
                <a:latin typeface="Times New Roman"/>
                <a:cs typeface="Times New Roman"/>
              </a:rPr>
              <a:t>i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s</a:t>
            </a:r>
            <a:r>
              <a:rPr dirty="0" smtClean="0" sz="2400">
                <a:latin typeface="Times New Roman"/>
                <a:cs typeface="Times New Roman"/>
              </a:rPr>
              <a:t>pektrum</a:t>
            </a:r>
            <a:r>
              <a:rPr dirty="0" smtClean="0" sz="2400">
                <a:latin typeface="Times New Roman"/>
                <a:cs typeface="Times New Roman"/>
              </a:rPr>
              <a:t> </a:t>
            </a:r>
            <a:r>
              <a:rPr dirty="0" smtClean="0" sz="2400">
                <a:latin typeface="Times New Roman"/>
                <a:cs typeface="Times New Roman"/>
              </a:rPr>
              <a:t>rendah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857" y="4299428"/>
            <a:ext cx="177958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1877" y="4299428"/>
            <a:ext cx="6160092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h</a:t>
            </a:r>
            <a:r>
              <a:rPr dirty="0" smtClean="0" sz="2400" spc="-9">
                <a:latin typeface="Times New Roman"/>
                <a:cs typeface="Times New Roman"/>
              </a:rPr>
              <a:t>un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1946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: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sisko</a:t>
            </a:r>
            <a:r>
              <a:rPr dirty="0" smtClean="0" sz="2400" spc="-9">
                <a:latin typeface="Times New Roman"/>
                <a:cs typeface="Times New Roman"/>
              </a:rPr>
              <a:t>m</a:t>
            </a:r>
            <a:r>
              <a:rPr dirty="0" smtClean="0" sz="2400" spc="-9">
                <a:latin typeface="Times New Roman"/>
                <a:cs typeface="Times New Roman"/>
              </a:rPr>
              <a:t>b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-9">
                <a:latin typeface="Times New Roman"/>
                <a:cs typeface="Times New Roman"/>
              </a:rPr>
              <a:t>r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y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n</a:t>
            </a:r>
            <a:r>
              <a:rPr dirty="0" smtClean="0" sz="2400" spc="-9">
                <a:latin typeface="Times New Roman"/>
                <a:cs typeface="Times New Roman"/>
              </a:rPr>
              <a:t>g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p</a:t>
            </a:r>
            <a:r>
              <a:rPr dirty="0" smtClean="0" sz="2400" spc="-9">
                <a:latin typeface="Times New Roman"/>
                <a:cs typeface="Times New Roman"/>
              </a:rPr>
              <a:t>e</a:t>
            </a:r>
            <a:r>
              <a:rPr dirty="0" smtClean="0" sz="2400" spc="-9">
                <a:latin typeface="Times New Roman"/>
                <a:cs typeface="Times New Roman"/>
              </a:rPr>
              <a:t>r</a:t>
            </a:r>
            <a:r>
              <a:rPr dirty="0" smtClean="0" sz="2400" spc="-9">
                <a:latin typeface="Times New Roman"/>
                <a:cs typeface="Times New Roman"/>
              </a:rPr>
              <a:t>t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m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di</a:t>
            </a:r>
            <a:r>
              <a:rPr dirty="0" smtClean="0" sz="2400" spc="-9">
                <a:latin typeface="Times New Roman"/>
                <a:cs typeface="Times New Roman"/>
              </a:rPr>
              <a:t> </a:t>
            </a:r>
            <a:r>
              <a:rPr dirty="0" smtClean="0" sz="2400" spc="-9">
                <a:latin typeface="Times New Roman"/>
                <a:cs typeface="Times New Roman"/>
              </a:rPr>
              <a:t>A</a:t>
            </a:r>
            <a:r>
              <a:rPr dirty="0" smtClean="0" sz="2400" spc="-9">
                <a:latin typeface="Times New Roman"/>
                <a:cs typeface="Times New Roman"/>
              </a:rPr>
              <a:t>m</a:t>
            </a:r>
            <a:r>
              <a:rPr dirty="0" smtClean="0" sz="2400" spc="-9">
                <a:latin typeface="Times New Roman"/>
                <a:cs typeface="Times New Roman"/>
              </a:rPr>
              <a:t>er</a:t>
            </a:r>
            <a:r>
              <a:rPr dirty="0" smtClean="0" sz="2400" spc="-9">
                <a:latin typeface="Times New Roman"/>
                <a:cs typeface="Times New Roman"/>
              </a:rPr>
              <a:t>i</a:t>
            </a:r>
            <a:r>
              <a:rPr dirty="0" smtClean="0" sz="2400" spc="-9">
                <a:latin typeface="Times New Roman"/>
                <a:cs typeface="Times New Roman"/>
              </a:rPr>
              <a:t>ka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0743" y="4299428"/>
            <a:ext cx="2258860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-3">
                <a:latin typeface="Times New Roman"/>
                <a:cs typeface="Times New Roman"/>
              </a:rPr>
              <a:t>un</a:t>
            </a:r>
            <a:r>
              <a:rPr dirty="0" smtClean="0" sz="2400" spc="-3">
                <a:latin typeface="Times New Roman"/>
                <a:cs typeface="Times New Roman"/>
              </a:rPr>
              <a:t>t</a:t>
            </a:r>
            <a:r>
              <a:rPr dirty="0" smtClean="0" sz="2400" spc="-3">
                <a:latin typeface="Times New Roman"/>
                <a:cs typeface="Times New Roman"/>
              </a:rPr>
              <a:t>uk</a:t>
            </a:r>
            <a:r>
              <a:rPr dirty="0" smtClean="0" sz="2400" spc="-3">
                <a:latin typeface="Times New Roman"/>
                <a:cs typeface="Times New Roman"/>
              </a:rPr>
              <a:t> </a:t>
            </a:r>
            <a:r>
              <a:rPr dirty="0" smtClean="0" sz="2400" spc="-3">
                <a:latin typeface="Times New Roman"/>
                <a:cs typeface="Times New Roman"/>
              </a:rPr>
              <a:t>ko</a:t>
            </a:r>
            <a:r>
              <a:rPr dirty="0" smtClean="0" sz="2400" spc="-3">
                <a:latin typeface="Times New Roman"/>
                <a:cs typeface="Times New Roman"/>
              </a:rPr>
              <a:t>m</a:t>
            </a:r>
            <a:r>
              <a:rPr dirty="0" smtClean="0" sz="2400" spc="-3">
                <a:latin typeface="Times New Roman"/>
                <a:cs typeface="Times New Roman"/>
              </a:rPr>
              <a:t>un</a:t>
            </a:r>
            <a:r>
              <a:rPr dirty="0" smtClean="0" sz="2400" spc="-3">
                <a:latin typeface="Times New Roman"/>
                <a:cs typeface="Times New Roman"/>
              </a:rPr>
              <a:t>i</a:t>
            </a:r>
            <a:r>
              <a:rPr dirty="0" smtClean="0" sz="2400" spc="-3">
                <a:latin typeface="Times New Roman"/>
                <a:cs typeface="Times New Roman"/>
              </a:rPr>
              <a:t>k</a:t>
            </a:r>
            <a:r>
              <a:rPr dirty="0" smtClean="0" sz="2400" spc="-3">
                <a:latin typeface="Times New Roman"/>
                <a:cs typeface="Times New Roman"/>
              </a:rPr>
              <a:t>a</a:t>
            </a:r>
            <a:r>
              <a:rPr dirty="0" smtClean="0" sz="2400" spc="-3">
                <a:latin typeface="Times New Roman"/>
                <a:cs typeface="Times New Roman"/>
              </a:rPr>
              <a:t>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1877" y="4592165"/>
            <a:ext cx="8802636" cy="1689479"/>
          </a:xfrm>
          <a:prstGeom prst="rect">
            <a:avLst/>
          </a:prstGeom>
        </p:spPr>
        <p:txBody>
          <a:bodyPr wrap="square" lIns="0" tIns="15716" rIns="0" bIns="0" rtlCol="0">
            <a:noAutofit/>
          </a:bodyPr>
          <a:lstStyle/>
          <a:p>
            <a:pPr marL="12700" marR="52573">
              <a:lnSpc>
                <a:spcPts val="2475"/>
              </a:lnSpc>
            </a:pPr>
            <a:r>
              <a:rPr dirty="0" smtClean="0" sz="2400" spc="-1">
                <a:latin typeface="Times New Roman"/>
                <a:cs typeface="Times New Roman"/>
              </a:rPr>
              <a:t>pe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angg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be</a:t>
            </a:r>
            <a:r>
              <a:rPr dirty="0" smtClean="0" sz="2400" spc="-1">
                <a:latin typeface="Times New Roman"/>
                <a:cs typeface="Times New Roman"/>
              </a:rPr>
              <a:t>r</a:t>
            </a:r>
            <a:r>
              <a:rPr dirty="0" smtClean="0" sz="2400" spc="-1">
                <a:latin typeface="Times New Roman"/>
                <a:cs typeface="Times New Roman"/>
              </a:rPr>
              <a:t>ger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deng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n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P</a:t>
            </a:r>
            <a:r>
              <a:rPr dirty="0" smtClean="0" sz="2400" spc="-1">
                <a:latin typeface="Times New Roman"/>
                <a:cs typeface="Times New Roman"/>
              </a:rPr>
              <a:t>S</a:t>
            </a:r>
            <a:r>
              <a:rPr dirty="0" smtClean="0" sz="2400" spc="-1">
                <a:latin typeface="Times New Roman"/>
                <a:cs typeface="Times New Roman"/>
              </a:rPr>
              <a:t>TN,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ha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f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dupl</a:t>
            </a:r>
            <a:r>
              <a:rPr dirty="0" smtClean="0" sz="2400" spc="-1">
                <a:latin typeface="Times New Roman"/>
                <a:cs typeface="Times New Roman"/>
              </a:rPr>
              <a:t>e</a:t>
            </a:r>
            <a:r>
              <a:rPr dirty="0" smtClean="0" sz="2400" spc="-1">
                <a:latin typeface="Times New Roman"/>
                <a:cs typeface="Times New Roman"/>
              </a:rPr>
              <a:t>x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(pu</a:t>
            </a:r>
            <a:r>
              <a:rPr dirty="0" smtClean="0" sz="2400" spc="-1">
                <a:latin typeface="Times New Roman"/>
                <a:cs typeface="Times New Roman"/>
              </a:rPr>
              <a:t>s</a:t>
            </a:r>
            <a:r>
              <a:rPr dirty="0" smtClean="0" sz="2400" spc="-1">
                <a:latin typeface="Times New Roman"/>
                <a:cs typeface="Times New Roman"/>
              </a:rPr>
              <a:t>h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o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t</a:t>
            </a:r>
            <a:r>
              <a:rPr dirty="0" smtClean="0" sz="2400" spc="-1">
                <a:latin typeface="Times New Roman"/>
                <a:cs typeface="Times New Roman"/>
              </a:rPr>
              <a:t>a</a:t>
            </a:r>
            <a:r>
              <a:rPr dirty="0" smtClean="0" sz="2400" spc="-1">
                <a:latin typeface="Times New Roman"/>
                <a:cs typeface="Times New Roman"/>
              </a:rPr>
              <a:t>l</a:t>
            </a:r>
            <a:r>
              <a:rPr dirty="0" smtClean="0" sz="2400" spc="-1">
                <a:latin typeface="Times New Roman"/>
                <a:cs typeface="Times New Roman"/>
              </a:rPr>
              <a:t>k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s</a:t>
            </a:r>
            <a:r>
              <a:rPr dirty="0" smtClean="0" sz="2400" spc="-1">
                <a:latin typeface="Times New Roman"/>
                <a:cs typeface="Times New Roman"/>
              </a:rPr>
              <a:t>y</a:t>
            </a:r>
            <a:r>
              <a:rPr dirty="0" smtClean="0" sz="2400" spc="-1">
                <a:latin typeface="Times New Roman"/>
                <a:cs typeface="Times New Roman"/>
              </a:rPr>
              <a:t>stem</a:t>
            </a:r>
            <a:r>
              <a:rPr dirty="0" smtClean="0" sz="2400" spc="-1">
                <a:latin typeface="Times New Roman"/>
                <a:cs typeface="Times New Roman"/>
              </a:rPr>
              <a:t> </a:t>
            </a:r>
            <a:r>
              <a:rPr dirty="0" smtClean="0" sz="2400" spc="-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ts val="2375"/>
              </a:lnSpc>
            </a:pPr>
            <a:r>
              <a:rPr dirty="0" smtClean="0" sz="2400" spc="0">
                <a:latin typeface="Times New Roman"/>
                <a:cs typeface="Times New Roman"/>
              </a:rPr>
              <a:t>dan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d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us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panc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r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50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km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21"/>
              </a:spcBef>
            </a:pP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h</a:t>
            </a:r>
            <a:r>
              <a:rPr dirty="0" smtClean="0" sz="2400" spc="-4">
                <a:latin typeface="Times New Roman"/>
                <a:cs typeface="Times New Roman"/>
              </a:rPr>
              <a:t>un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195</a:t>
            </a:r>
            <a:r>
              <a:rPr dirty="0" smtClean="0" sz="2400" spc="-4">
                <a:latin typeface="Times New Roman"/>
                <a:cs typeface="Times New Roman"/>
              </a:rPr>
              <a:t>0</a:t>
            </a:r>
            <a:r>
              <a:rPr dirty="0" smtClean="0" sz="2400" spc="-4">
                <a:latin typeface="Times New Roman"/>
                <a:cs typeface="Times New Roman"/>
              </a:rPr>
              <a:t>-1960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d</a:t>
            </a:r>
            <a:r>
              <a:rPr dirty="0" smtClean="0" sz="2400" spc="-4">
                <a:latin typeface="Times New Roman"/>
                <a:cs typeface="Times New Roman"/>
              </a:rPr>
              <a:t>i</a:t>
            </a:r>
            <a:r>
              <a:rPr dirty="0" smtClean="0" sz="2400" spc="-4">
                <a:latin typeface="Times New Roman"/>
                <a:cs typeface="Times New Roman"/>
              </a:rPr>
              <a:t>p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rk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IMTS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y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n</a:t>
            </a:r>
            <a:r>
              <a:rPr dirty="0" smtClean="0" sz="2400" spc="-4">
                <a:latin typeface="Times New Roman"/>
                <a:cs typeface="Times New Roman"/>
              </a:rPr>
              <a:t>g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sudah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b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rsif</a:t>
            </a:r>
            <a:r>
              <a:rPr dirty="0" smtClean="0" sz="2400" spc="-4">
                <a:latin typeface="Times New Roman"/>
                <a:cs typeface="Times New Roman"/>
              </a:rPr>
              <a:t>a</a:t>
            </a:r>
            <a:r>
              <a:rPr dirty="0" smtClean="0" sz="2400" spc="-4">
                <a:latin typeface="Times New Roman"/>
                <a:cs typeface="Times New Roman"/>
              </a:rPr>
              <a:t>t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fu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 </a:t>
            </a:r>
            <a:r>
              <a:rPr dirty="0" smtClean="0" sz="2400" spc="-4">
                <a:latin typeface="Times New Roman"/>
                <a:cs typeface="Times New Roman"/>
              </a:rPr>
              <a:t>dup</a:t>
            </a:r>
            <a:r>
              <a:rPr dirty="0" smtClean="0" sz="2400" spc="-4">
                <a:latin typeface="Times New Roman"/>
                <a:cs typeface="Times New Roman"/>
              </a:rPr>
              <a:t>l</a:t>
            </a:r>
            <a:r>
              <a:rPr dirty="0" smtClean="0" sz="2400" spc="-4">
                <a:latin typeface="Times New Roman"/>
                <a:cs typeface="Times New Roman"/>
              </a:rPr>
              <a:t>e</a:t>
            </a:r>
            <a:r>
              <a:rPr dirty="0" smtClean="0" sz="2400" spc="-4">
                <a:latin typeface="Times New Roman"/>
                <a:cs typeface="Times New Roman"/>
              </a:rPr>
              <a:t>k</a:t>
            </a:r>
            <a:r>
              <a:rPr dirty="0" smtClean="0" sz="2400" spc="-4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ts val="2685"/>
              </a:lnSpc>
              <a:spcBef>
                <a:spcPts val="474"/>
              </a:spcBef>
            </a:pPr>
            <a:r>
              <a:rPr dirty="0" smtClean="0" sz="2400" spc="-5">
                <a:latin typeface="Times New Roman"/>
                <a:cs typeface="Times New Roman"/>
              </a:rPr>
              <a:t>T</a:t>
            </a:r>
            <a:r>
              <a:rPr dirty="0" smtClean="0" sz="2400" spc="-5">
                <a:latin typeface="Times New Roman"/>
                <a:cs typeface="Times New Roman"/>
              </a:rPr>
              <a:t>ahun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195</a:t>
            </a:r>
            <a:r>
              <a:rPr dirty="0" smtClean="0" sz="2400" spc="-5">
                <a:latin typeface="Times New Roman"/>
                <a:cs typeface="Times New Roman"/>
              </a:rPr>
              <a:t>0</a:t>
            </a:r>
            <a:r>
              <a:rPr dirty="0" smtClean="0" sz="2400" spc="-5">
                <a:latin typeface="Times New Roman"/>
                <a:cs typeface="Times New Roman"/>
              </a:rPr>
              <a:t>-1960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ol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r>
              <a:rPr dirty="0" smtClean="0" sz="2400" spc="-5">
                <a:latin typeface="Times New Roman"/>
                <a:cs typeface="Times New Roman"/>
              </a:rPr>
              <a:t>h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Be</a:t>
            </a:r>
            <a:r>
              <a:rPr dirty="0" smtClean="0" sz="2400" spc="-5">
                <a:latin typeface="Times New Roman"/>
                <a:cs typeface="Times New Roman"/>
              </a:rPr>
              <a:t>l</a:t>
            </a:r>
            <a:r>
              <a:rPr dirty="0" smtClean="0" sz="2400" spc="-5">
                <a:latin typeface="Times New Roman"/>
                <a:cs typeface="Times New Roman"/>
              </a:rPr>
              <a:t>l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L</a:t>
            </a:r>
            <a:r>
              <a:rPr dirty="0" smtClean="0" sz="2400" spc="-5">
                <a:latin typeface="Times New Roman"/>
                <a:cs typeface="Times New Roman"/>
              </a:rPr>
              <a:t>a</a:t>
            </a:r>
            <a:r>
              <a:rPr dirty="0" smtClean="0" sz="2400" spc="-5">
                <a:latin typeface="Times New Roman"/>
                <a:cs typeface="Times New Roman"/>
              </a:rPr>
              <a:t>bora</a:t>
            </a:r>
            <a:r>
              <a:rPr dirty="0" smtClean="0" sz="2400" spc="-5">
                <a:latin typeface="Times New Roman"/>
                <a:cs typeface="Times New Roman"/>
              </a:rPr>
              <a:t>t</a:t>
            </a:r>
            <a:r>
              <a:rPr dirty="0" smtClean="0" sz="2400" spc="-5">
                <a:latin typeface="Times New Roman"/>
                <a:cs typeface="Times New Roman"/>
              </a:rPr>
              <a:t>ori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r>
              <a:rPr dirty="0" smtClean="0" sz="2400" spc="-5">
                <a:latin typeface="Times New Roman"/>
                <a:cs typeface="Times New Roman"/>
              </a:rPr>
              <a:t>s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na</a:t>
            </a:r>
            <a:r>
              <a:rPr dirty="0" smtClean="0" sz="2400" spc="-5">
                <a:latin typeface="Times New Roman"/>
                <a:cs typeface="Times New Roman"/>
              </a:rPr>
              <a:t>m</a:t>
            </a:r>
            <a:r>
              <a:rPr dirty="0" smtClean="0" sz="2400" spc="-5">
                <a:latin typeface="Times New Roman"/>
                <a:cs typeface="Times New Roman"/>
              </a:rPr>
              <a:t>un</a:t>
            </a:r>
            <a:r>
              <a:rPr dirty="0" smtClean="0" sz="2400" spc="-5">
                <a:latin typeface="Times New Roman"/>
                <a:cs typeface="Times New Roman"/>
              </a:rPr>
              <a:t> </a:t>
            </a:r>
            <a:r>
              <a:rPr dirty="0" smtClean="0" sz="2400" spc="-5">
                <a:latin typeface="Times New Roman"/>
                <a:cs typeface="Times New Roman"/>
              </a:rPr>
              <a:t>i</a:t>
            </a:r>
            <a:r>
              <a:rPr dirty="0" smtClean="0" sz="2400" spc="-5">
                <a:latin typeface="Times New Roman"/>
                <a:cs typeface="Times New Roman"/>
              </a:rPr>
              <a:t>m</a:t>
            </a:r>
            <a:r>
              <a:rPr dirty="0" smtClean="0" sz="2400" spc="-5">
                <a:latin typeface="Times New Roman"/>
                <a:cs typeface="Times New Roman"/>
              </a:rPr>
              <a:t>p</a:t>
            </a:r>
            <a:r>
              <a:rPr dirty="0" smtClean="0" sz="2400" spc="-5">
                <a:latin typeface="Times New Roman"/>
                <a:cs typeface="Times New Roman"/>
              </a:rPr>
              <a:t>l</a:t>
            </a:r>
            <a:r>
              <a:rPr dirty="0" smtClean="0" sz="2400" spc="-5">
                <a:latin typeface="Times New Roman"/>
                <a:cs typeface="Times New Roman"/>
              </a:rPr>
              <a:t>e</a:t>
            </a:r>
            <a:r>
              <a:rPr dirty="0" smtClean="0" sz="2400" spc="-5">
                <a:latin typeface="Times New Roman"/>
                <a:cs typeface="Times New Roman"/>
              </a:rPr>
              <a:t>m</a:t>
            </a:r>
            <a:r>
              <a:rPr dirty="0" smtClean="0" sz="2400" spc="-5">
                <a:latin typeface="Times New Roman"/>
                <a:cs typeface="Times New Roman"/>
              </a:rPr>
              <a:t>en</a:t>
            </a:r>
            <a:r>
              <a:rPr dirty="0" smtClean="0" sz="2400" spc="-5">
                <a:latin typeface="Times New Roman"/>
                <a:cs typeface="Times New Roman"/>
              </a:rPr>
              <a:t>t</a:t>
            </a:r>
            <a:r>
              <a:rPr dirty="0" smtClean="0" sz="2400" spc="-5">
                <a:latin typeface="Times New Roman"/>
                <a:cs typeface="Times New Roman"/>
              </a:rPr>
              <a:t>asi</a:t>
            </a:r>
            <a:r>
              <a:rPr dirty="0" smtClean="0" sz="2400" spc="-5">
                <a:latin typeface="Times New Roman"/>
                <a:cs typeface="Times New Roman"/>
              </a:rPr>
              <a:t>n</a:t>
            </a:r>
            <a:r>
              <a:rPr dirty="0" smtClean="0" sz="2400" spc="-5">
                <a:latin typeface="Times New Roman"/>
                <a:cs typeface="Times New Roman"/>
              </a:rPr>
              <a:t>y</a:t>
            </a:r>
            <a:r>
              <a:rPr dirty="0" smtClean="0" sz="2400" spc="-5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ts val="2375"/>
              </a:lnSpc>
            </a:pPr>
            <a:r>
              <a:rPr dirty="0" smtClean="0" sz="2400" spc="0">
                <a:latin typeface="Times New Roman"/>
                <a:cs typeface="Times New Roman"/>
              </a:rPr>
              <a:t>b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ru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t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h</a:t>
            </a:r>
            <a:r>
              <a:rPr dirty="0" smtClean="0" sz="2400" spc="0">
                <a:latin typeface="Times New Roman"/>
                <a:cs typeface="Times New Roman"/>
              </a:rPr>
              <a:t>un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1983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di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Ch</a:t>
            </a:r>
            <a:r>
              <a:rPr dirty="0" smtClean="0" sz="2400" spc="0">
                <a:latin typeface="Times New Roman"/>
                <a:cs typeface="Times New Roman"/>
              </a:rPr>
              <a:t>i</a:t>
            </a:r>
            <a:r>
              <a:rPr dirty="0" smtClean="0" sz="2400" spc="0">
                <a:latin typeface="Times New Roman"/>
                <a:cs typeface="Times New Roman"/>
              </a:rPr>
              <a:t>c</a:t>
            </a:r>
            <a:r>
              <a:rPr dirty="0" smtClean="0" sz="2400" spc="0">
                <a:latin typeface="Times New Roman"/>
                <a:cs typeface="Times New Roman"/>
              </a:rPr>
              <a:t>a</a:t>
            </a:r>
            <a:r>
              <a:rPr dirty="0" smtClean="0" sz="2400" spc="0">
                <a:latin typeface="Times New Roman"/>
                <a:cs typeface="Times New Roman"/>
              </a:rPr>
              <a:t>go</a:t>
            </a:r>
            <a:r>
              <a:rPr dirty="0" smtClean="0" sz="2400" spc="0">
                <a:latin typeface="Times New Roman"/>
                <a:cs typeface="Times New Roman"/>
              </a:rPr>
              <a:t> </a:t>
            </a:r>
            <a:r>
              <a:rPr dirty="0" smtClean="0" sz="2400" spc="0">
                <a:latin typeface="Times New Roman"/>
                <a:cs typeface="Times New Roman"/>
              </a:rPr>
              <a:t>(AM</a:t>
            </a:r>
            <a:r>
              <a:rPr dirty="0" smtClean="0" sz="2400" spc="0">
                <a:latin typeface="Times New Roman"/>
                <a:cs typeface="Times New Roman"/>
              </a:rPr>
              <a:t>P</a:t>
            </a:r>
            <a:r>
              <a:rPr dirty="0" smtClean="0" sz="2400" spc="0">
                <a:latin typeface="Times New Roman"/>
                <a:cs typeface="Times New Roman"/>
              </a:rPr>
              <a:t>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857" y="5265009"/>
            <a:ext cx="177958" cy="724472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  <a:p>
            <a:pPr marL="12700" marR="158">
              <a:lnSpc>
                <a:spcPct val="95825"/>
              </a:lnSpc>
              <a:spcBef>
                <a:spcPts val="212"/>
              </a:spcBef>
            </a:pPr>
            <a:r>
              <a:rPr dirty="0" smtClean="0" sz="240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464040" y="6472848"/>
            <a:ext cx="32787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67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4508500" y="3497579"/>
            <a:ext cx="1315720" cy="528320"/>
          </a:xfrm>
          <a:custGeom>
            <a:avLst/>
            <a:gdLst/>
            <a:ahLst/>
            <a:cxnLst/>
            <a:rect l="l" t="t" r="r" b="b"/>
            <a:pathLst>
              <a:path w="1315720" h="528320">
                <a:moveTo>
                  <a:pt x="0" y="528320"/>
                </a:moveTo>
                <a:lnTo>
                  <a:pt x="1315720" y="528320"/>
                </a:lnTo>
                <a:lnTo>
                  <a:pt x="1315720" y="0"/>
                </a:lnTo>
                <a:lnTo>
                  <a:pt x="0" y="0"/>
                </a:lnTo>
                <a:lnTo>
                  <a:pt x="0" y="528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5821680" y="3497579"/>
            <a:ext cx="774700" cy="528320"/>
          </a:xfrm>
          <a:custGeom>
            <a:avLst/>
            <a:gdLst/>
            <a:ahLst/>
            <a:cxnLst/>
            <a:rect l="l" t="t" r="r" b="b"/>
            <a:pathLst>
              <a:path w="774700" h="528320">
                <a:moveTo>
                  <a:pt x="0" y="528320"/>
                </a:moveTo>
                <a:lnTo>
                  <a:pt x="774700" y="528320"/>
                </a:lnTo>
                <a:lnTo>
                  <a:pt x="774700" y="0"/>
                </a:lnTo>
                <a:lnTo>
                  <a:pt x="0" y="0"/>
                </a:lnTo>
                <a:lnTo>
                  <a:pt x="0" y="528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7368540" y="3497579"/>
            <a:ext cx="1315720" cy="528320"/>
          </a:xfrm>
          <a:custGeom>
            <a:avLst/>
            <a:gdLst/>
            <a:ahLst/>
            <a:cxnLst/>
            <a:rect l="l" t="t" r="r" b="b"/>
            <a:pathLst>
              <a:path w="1315720" h="528320">
                <a:moveTo>
                  <a:pt x="0" y="528320"/>
                </a:moveTo>
                <a:lnTo>
                  <a:pt x="1315720" y="528320"/>
                </a:lnTo>
                <a:lnTo>
                  <a:pt x="1315720" y="0"/>
                </a:lnTo>
                <a:lnTo>
                  <a:pt x="0" y="0"/>
                </a:lnTo>
                <a:lnTo>
                  <a:pt x="0" y="528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6596380" y="3497579"/>
            <a:ext cx="774700" cy="528320"/>
          </a:xfrm>
          <a:custGeom>
            <a:avLst/>
            <a:gdLst/>
            <a:ahLst/>
            <a:cxnLst/>
            <a:rect l="l" t="t" r="r" b="b"/>
            <a:pathLst>
              <a:path w="774700" h="528320">
                <a:moveTo>
                  <a:pt x="0" y="528320"/>
                </a:moveTo>
                <a:lnTo>
                  <a:pt x="774700" y="528320"/>
                </a:lnTo>
                <a:lnTo>
                  <a:pt x="774700" y="0"/>
                </a:lnTo>
                <a:lnTo>
                  <a:pt x="0" y="0"/>
                </a:lnTo>
                <a:lnTo>
                  <a:pt x="0" y="528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4508500" y="4169453"/>
            <a:ext cx="1315720" cy="47751"/>
          </a:xfrm>
          <a:custGeom>
            <a:avLst/>
            <a:gdLst/>
            <a:ahLst/>
            <a:cxnLst/>
            <a:rect l="l" t="t" r="r" b="b"/>
            <a:pathLst>
              <a:path w="1315720" h="47751">
                <a:moveTo>
                  <a:pt x="34114" y="0"/>
                </a:moveTo>
                <a:lnTo>
                  <a:pt x="15366" y="972"/>
                </a:lnTo>
                <a:lnTo>
                  <a:pt x="23922" y="6354"/>
                </a:lnTo>
                <a:lnTo>
                  <a:pt x="34114" y="0"/>
                </a:lnTo>
                <a:close/>
              </a:path>
              <a:path w="1315720" h="47751">
                <a:moveTo>
                  <a:pt x="59309" y="43517"/>
                </a:moveTo>
                <a:lnTo>
                  <a:pt x="62229" y="45422"/>
                </a:lnTo>
                <a:lnTo>
                  <a:pt x="66166" y="44533"/>
                </a:lnTo>
                <a:lnTo>
                  <a:pt x="68072" y="41612"/>
                </a:lnTo>
                <a:lnTo>
                  <a:pt x="69976" y="38564"/>
                </a:lnTo>
                <a:lnTo>
                  <a:pt x="68961" y="34627"/>
                </a:lnTo>
                <a:lnTo>
                  <a:pt x="66039" y="32849"/>
                </a:lnTo>
                <a:lnTo>
                  <a:pt x="34009" y="12699"/>
                </a:lnTo>
                <a:lnTo>
                  <a:pt x="11937" y="12656"/>
                </a:lnTo>
                <a:lnTo>
                  <a:pt x="34009" y="12699"/>
                </a:lnTo>
                <a:lnTo>
                  <a:pt x="15239" y="11767"/>
                </a:lnTo>
                <a:lnTo>
                  <a:pt x="11937" y="-43"/>
                </a:lnTo>
                <a:lnTo>
                  <a:pt x="0" y="6306"/>
                </a:lnTo>
                <a:lnTo>
                  <a:pt x="59309" y="43517"/>
                </a:lnTo>
                <a:close/>
              </a:path>
              <a:path w="1315720" h="47751">
                <a:moveTo>
                  <a:pt x="1249552" y="-29380"/>
                </a:moveTo>
                <a:lnTo>
                  <a:pt x="1247648" y="-26459"/>
                </a:lnTo>
                <a:lnTo>
                  <a:pt x="1245742" y="-23411"/>
                </a:lnTo>
                <a:lnTo>
                  <a:pt x="1246632" y="-19474"/>
                </a:lnTo>
                <a:lnTo>
                  <a:pt x="1249679" y="-17696"/>
                </a:lnTo>
                <a:lnTo>
                  <a:pt x="1281710" y="2452"/>
                </a:lnTo>
                <a:lnTo>
                  <a:pt x="1303782" y="2496"/>
                </a:lnTo>
                <a:lnTo>
                  <a:pt x="1303782" y="15196"/>
                </a:lnTo>
                <a:lnTo>
                  <a:pt x="1256284" y="45803"/>
                </a:lnTo>
                <a:lnTo>
                  <a:pt x="1315720" y="8846"/>
                </a:lnTo>
                <a:lnTo>
                  <a:pt x="1256411" y="-28364"/>
                </a:lnTo>
                <a:lnTo>
                  <a:pt x="1253489" y="-30269"/>
                </a:lnTo>
                <a:lnTo>
                  <a:pt x="1249552" y="-29380"/>
                </a:lnTo>
                <a:close/>
              </a:path>
              <a:path w="1315720" h="47751">
                <a:moveTo>
                  <a:pt x="1303782" y="2496"/>
                </a:moveTo>
                <a:lnTo>
                  <a:pt x="1281710" y="2452"/>
                </a:lnTo>
                <a:lnTo>
                  <a:pt x="1300479" y="3385"/>
                </a:lnTo>
                <a:lnTo>
                  <a:pt x="1303782" y="15196"/>
                </a:lnTo>
                <a:lnTo>
                  <a:pt x="1303782" y="2496"/>
                </a:lnTo>
                <a:close/>
              </a:path>
              <a:path w="1315720" h="47751">
                <a:moveTo>
                  <a:pt x="1281605" y="15152"/>
                </a:moveTo>
                <a:lnTo>
                  <a:pt x="1300352" y="14180"/>
                </a:lnTo>
                <a:lnTo>
                  <a:pt x="1291797" y="8798"/>
                </a:lnTo>
                <a:lnTo>
                  <a:pt x="1281605" y="15152"/>
                </a:lnTo>
                <a:close/>
              </a:path>
              <a:path w="1315720" h="47751">
                <a:moveTo>
                  <a:pt x="1247521" y="43771"/>
                </a:moveTo>
                <a:lnTo>
                  <a:pt x="1249426" y="46819"/>
                </a:lnTo>
                <a:lnTo>
                  <a:pt x="1253236" y="47708"/>
                </a:lnTo>
                <a:lnTo>
                  <a:pt x="1256284" y="45803"/>
                </a:lnTo>
                <a:lnTo>
                  <a:pt x="1303782" y="15196"/>
                </a:lnTo>
                <a:lnTo>
                  <a:pt x="1300479" y="3385"/>
                </a:lnTo>
                <a:lnTo>
                  <a:pt x="1281710" y="2452"/>
                </a:lnTo>
                <a:lnTo>
                  <a:pt x="34114" y="0"/>
                </a:lnTo>
                <a:lnTo>
                  <a:pt x="23922" y="6354"/>
                </a:lnTo>
                <a:lnTo>
                  <a:pt x="15366" y="972"/>
                </a:lnTo>
                <a:lnTo>
                  <a:pt x="34114" y="0"/>
                </a:lnTo>
                <a:lnTo>
                  <a:pt x="66166" y="-19982"/>
                </a:lnTo>
                <a:lnTo>
                  <a:pt x="69087" y="-21760"/>
                </a:lnTo>
                <a:lnTo>
                  <a:pt x="70103" y="-25697"/>
                </a:lnTo>
                <a:lnTo>
                  <a:pt x="68199" y="-28618"/>
                </a:lnTo>
                <a:lnTo>
                  <a:pt x="66294" y="-31666"/>
                </a:lnTo>
                <a:lnTo>
                  <a:pt x="62484" y="-32555"/>
                </a:lnTo>
                <a:lnTo>
                  <a:pt x="59436" y="-30777"/>
                </a:lnTo>
                <a:lnTo>
                  <a:pt x="0" y="6306"/>
                </a:lnTo>
                <a:lnTo>
                  <a:pt x="11937" y="-43"/>
                </a:lnTo>
                <a:lnTo>
                  <a:pt x="15239" y="11767"/>
                </a:lnTo>
                <a:lnTo>
                  <a:pt x="34009" y="12699"/>
                </a:lnTo>
                <a:lnTo>
                  <a:pt x="1281605" y="15152"/>
                </a:lnTo>
                <a:lnTo>
                  <a:pt x="1291797" y="8798"/>
                </a:lnTo>
                <a:lnTo>
                  <a:pt x="1300352" y="14180"/>
                </a:lnTo>
                <a:lnTo>
                  <a:pt x="1281605" y="15152"/>
                </a:lnTo>
                <a:lnTo>
                  <a:pt x="1249552" y="35135"/>
                </a:lnTo>
                <a:lnTo>
                  <a:pt x="1246632" y="36913"/>
                </a:lnTo>
                <a:lnTo>
                  <a:pt x="1245615" y="40850"/>
                </a:lnTo>
                <a:lnTo>
                  <a:pt x="1247521" y="43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5821680" y="4169485"/>
            <a:ext cx="774700" cy="47625"/>
          </a:xfrm>
          <a:custGeom>
            <a:avLst/>
            <a:gdLst/>
            <a:ahLst/>
            <a:cxnLst/>
            <a:rect l="l" t="t" r="r" b="b"/>
            <a:pathLst>
              <a:path w="774700" h="47625">
                <a:moveTo>
                  <a:pt x="34140" y="0"/>
                </a:moveTo>
                <a:lnTo>
                  <a:pt x="15367" y="940"/>
                </a:lnTo>
                <a:lnTo>
                  <a:pt x="23939" y="6333"/>
                </a:lnTo>
                <a:lnTo>
                  <a:pt x="34140" y="0"/>
                </a:lnTo>
                <a:close/>
              </a:path>
              <a:path w="774700" h="47625">
                <a:moveTo>
                  <a:pt x="59309" y="43612"/>
                </a:moveTo>
                <a:lnTo>
                  <a:pt x="62230" y="45517"/>
                </a:lnTo>
                <a:lnTo>
                  <a:pt x="66167" y="44628"/>
                </a:lnTo>
                <a:lnTo>
                  <a:pt x="67945" y="41580"/>
                </a:lnTo>
                <a:lnTo>
                  <a:pt x="69850" y="38659"/>
                </a:lnTo>
                <a:lnTo>
                  <a:pt x="68961" y="34722"/>
                </a:lnTo>
                <a:lnTo>
                  <a:pt x="66040" y="32817"/>
                </a:lnTo>
                <a:lnTo>
                  <a:pt x="34059" y="12699"/>
                </a:lnTo>
                <a:lnTo>
                  <a:pt x="11937" y="12624"/>
                </a:lnTo>
                <a:lnTo>
                  <a:pt x="34059" y="12699"/>
                </a:lnTo>
                <a:lnTo>
                  <a:pt x="15240" y="11735"/>
                </a:lnTo>
                <a:lnTo>
                  <a:pt x="11937" y="-75"/>
                </a:lnTo>
                <a:lnTo>
                  <a:pt x="0" y="6274"/>
                </a:lnTo>
                <a:lnTo>
                  <a:pt x="59309" y="43612"/>
                </a:lnTo>
                <a:close/>
              </a:path>
              <a:path w="774700" h="47625">
                <a:moveTo>
                  <a:pt x="708533" y="-29539"/>
                </a:moveTo>
                <a:lnTo>
                  <a:pt x="706627" y="-26491"/>
                </a:lnTo>
                <a:lnTo>
                  <a:pt x="704850" y="-23570"/>
                </a:lnTo>
                <a:lnTo>
                  <a:pt x="705739" y="-19633"/>
                </a:lnTo>
                <a:lnTo>
                  <a:pt x="708660" y="-17728"/>
                </a:lnTo>
                <a:lnTo>
                  <a:pt x="740640" y="2390"/>
                </a:lnTo>
                <a:lnTo>
                  <a:pt x="762762" y="2464"/>
                </a:lnTo>
                <a:lnTo>
                  <a:pt x="762762" y="15164"/>
                </a:lnTo>
                <a:lnTo>
                  <a:pt x="715264" y="45771"/>
                </a:lnTo>
                <a:lnTo>
                  <a:pt x="774700" y="8814"/>
                </a:lnTo>
                <a:lnTo>
                  <a:pt x="715391" y="-28523"/>
                </a:lnTo>
                <a:lnTo>
                  <a:pt x="712470" y="-30428"/>
                </a:lnTo>
                <a:lnTo>
                  <a:pt x="708533" y="-29539"/>
                </a:lnTo>
                <a:close/>
              </a:path>
              <a:path w="774700" h="47625">
                <a:moveTo>
                  <a:pt x="762762" y="2464"/>
                </a:moveTo>
                <a:lnTo>
                  <a:pt x="740640" y="2390"/>
                </a:lnTo>
                <a:lnTo>
                  <a:pt x="759460" y="3353"/>
                </a:lnTo>
                <a:lnTo>
                  <a:pt x="762762" y="15164"/>
                </a:lnTo>
                <a:lnTo>
                  <a:pt x="762762" y="2464"/>
                </a:lnTo>
                <a:close/>
              </a:path>
              <a:path w="774700" h="47625">
                <a:moveTo>
                  <a:pt x="740560" y="15089"/>
                </a:moveTo>
                <a:lnTo>
                  <a:pt x="759333" y="14148"/>
                </a:lnTo>
                <a:lnTo>
                  <a:pt x="750760" y="8756"/>
                </a:lnTo>
                <a:lnTo>
                  <a:pt x="740560" y="15089"/>
                </a:lnTo>
                <a:close/>
              </a:path>
              <a:path w="774700" h="47625">
                <a:moveTo>
                  <a:pt x="706501" y="43739"/>
                </a:moveTo>
                <a:lnTo>
                  <a:pt x="708278" y="46660"/>
                </a:lnTo>
                <a:lnTo>
                  <a:pt x="712216" y="47549"/>
                </a:lnTo>
                <a:lnTo>
                  <a:pt x="715264" y="45771"/>
                </a:lnTo>
                <a:lnTo>
                  <a:pt x="762762" y="15164"/>
                </a:lnTo>
                <a:lnTo>
                  <a:pt x="759460" y="3353"/>
                </a:lnTo>
                <a:lnTo>
                  <a:pt x="740640" y="2390"/>
                </a:lnTo>
                <a:lnTo>
                  <a:pt x="34140" y="0"/>
                </a:lnTo>
                <a:lnTo>
                  <a:pt x="23939" y="6333"/>
                </a:lnTo>
                <a:lnTo>
                  <a:pt x="15367" y="940"/>
                </a:lnTo>
                <a:lnTo>
                  <a:pt x="34140" y="0"/>
                </a:lnTo>
                <a:lnTo>
                  <a:pt x="66167" y="-19887"/>
                </a:lnTo>
                <a:lnTo>
                  <a:pt x="69215" y="-21665"/>
                </a:lnTo>
                <a:lnTo>
                  <a:pt x="70104" y="-25602"/>
                </a:lnTo>
                <a:lnTo>
                  <a:pt x="68199" y="-28650"/>
                </a:lnTo>
                <a:lnTo>
                  <a:pt x="66421" y="-31571"/>
                </a:lnTo>
                <a:lnTo>
                  <a:pt x="62484" y="-32460"/>
                </a:lnTo>
                <a:lnTo>
                  <a:pt x="59436" y="-30682"/>
                </a:lnTo>
                <a:lnTo>
                  <a:pt x="0" y="6274"/>
                </a:lnTo>
                <a:lnTo>
                  <a:pt x="11937" y="-75"/>
                </a:lnTo>
                <a:lnTo>
                  <a:pt x="15240" y="11735"/>
                </a:lnTo>
                <a:lnTo>
                  <a:pt x="34059" y="12699"/>
                </a:lnTo>
                <a:lnTo>
                  <a:pt x="740560" y="15089"/>
                </a:lnTo>
                <a:lnTo>
                  <a:pt x="750760" y="8756"/>
                </a:lnTo>
                <a:lnTo>
                  <a:pt x="759333" y="14148"/>
                </a:lnTo>
                <a:lnTo>
                  <a:pt x="740560" y="15089"/>
                </a:lnTo>
                <a:lnTo>
                  <a:pt x="708533" y="34976"/>
                </a:lnTo>
                <a:lnTo>
                  <a:pt x="705485" y="36754"/>
                </a:lnTo>
                <a:lnTo>
                  <a:pt x="704596" y="40691"/>
                </a:lnTo>
                <a:lnTo>
                  <a:pt x="706501" y="437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6596380" y="4169485"/>
            <a:ext cx="772160" cy="47625"/>
          </a:xfrm>
          <a:custGeom>
            <a:avLst/>
            <a:gdLst/>
            <a:ahLst/>
            <a:cxnLst/>
            <a:rect l="l" t="t" r="r" b="b"/>
            <a:pathLst>
              <a:path w="772160" h="47625">
                <a:moveTo>
                  <a:pt x="34139" y="0"/>
                </a:moveTo>
                <a:lnTo>
                  <a:pt x="15367" y="940"/>
                </a:lnTo>
                <a:lnTo>
                  <a:pt x="23939" y="6333"/>
                </a:lnTo>
                <a:lnTo>
                  <a:pt x="34139" y="0"/>
                </a:lnTo>
                <a:close/>
              </a:path>
              <a:path w="772160" h="47625">
                <a:moveTo>
                  <a:pt x="59309" y="43612"/>
                </a:moveTo>
                <a:lnTo>
                  <a:pt x="62229" y="45517"/>
                </a:lnTo>
                <a:lnTo>
                  <a:pt x="66167" y="44628"/>
                </a:lnTo>
                <a:lnTo>
                  <a:pt x="67945" y="41580"/>
                </a:lnTo>
                <a:lnTo>
                  <a:pt x="69850" y="38659"/>
                </a:lnTo>
                <a:lnTo>
                  <a:pt x="68961" y="34722"/>
                </a:lnTo>
                <a:lnTo>
                  <a:pt x="66040" y="32817"/>
                </a:lnTo>
                <a:lnTo>
                  <a:pt x="34059" y="12699"/>
                </a:lnTo>
                <a:lnTo>
                  <a:pt x="11938" y="12624"/>
                </a:lnTo>
                <a:lnTo>
                  <a:pt x="34059" y="12699"/>
                </a:lnTo>
                <a:lnTo>
                  <a:pt x="15240" y="11735"/>
                </a:lnTo>
                <a:lnTo>
                  <a:pt x="11938" y="-75"/>
                </a:lnTo>
                <a:lnTo>
                  <a:pt x="0" y="6274"/>
                </a:lnTo>
                <a:lnTo>
                  <a:pt x="59309" y="43612"/>
                </a:lnTo>
                <a:close/>
              </a:path>
              <a:path w="772160" h="47625">
                <a:moveTo>
                  <a:pt x="705993" y="-29539"/>
                </a:moveTo>
                <a:lnTo>
                  <a:pt x="704088" y="-26491"/>
                </a:lnTo>
                <a:lnTo>
                  <a:pt x="702310" y="-23570"/>
                </a:lnTo>
                <a:lnTo>
                  <a:pt x="703199" y="-19633"/>
                </a:lnTo>
                <a:lnTo>
                  <a:pt x="706120" y="-17728"/>
                </a:lnTo>
                <a:lnTo>
                  <a:pt x="738100" y="2389"/>
                </a:lnTo>
                <a:lnTo>
                  <a:pt x="760222" y="2464"/>
                </a:lnTo>
                <a:lnTo>
                  <a:pt x="760222" y="15164"/>
                </a:lnTo>
                <a:lnTo>
                  <a:pt x="712724" y="45771"/>
                </a:lnTo>
                <a:lnTo>
                  <a:pt x="772160" y="8814"/>
                </a:lnTo>
                <a:lnTo>
                  <a:pt x="712851" y="-28523"/>
                </a:lnTo>
                <a:lnTo>
                  <a:pt x="709929" y="-30428"/>
                </a:lnTo>
                <a:lnTo>
                  <a:pt x="705993" y="-29539"/>
                </a:lnTo>
                <a:close/>
              </a:path>
              <a:path w="772160" h="47625">
                <a:moveTo>
                  <a:pt x="760222" y="2464"/>
                </a:moveTo>
                <a:lnTo>
                  <a:pt x="738100" y="2389"/>
                </a:lnTo>
                <a:lnTo>
                  <a:pt x="756920" y="3353"/>
                </a:lnTo>
                <a:lnTo>
                  <a:pt x="760222" y="15164"/>
                </a:lnTo>
                <a:lnTo>
                  <a:pt x="760222" y="2464"/>
                </a:lnTo>
                <a:close/>
              </a:path>
              <a:path w="772160" h="47625">
                <a:moveTo>
                  <a:pt x="738020" y="15089"/>
                </a:moveTo>
                <a:lnTo>
                  <a:pt x="756793" y="14148"/>
                </a:lnTo>
                <a:lnTo>
                  <a:pt x="748220" y="8755"/>
                </a:lnTo>
                <a:lnTo>
                  <a:pt x="738020" y="15089"/>
                </a:lnTo>
                <a:close/>
              </a:path>
              <a:path w="772160" h="47625">
                <a:moveTo>
                  <a:pt x="703961" y="43739"/>
                </a:moveTo>
                <a:lnTo>
                  <a:pt x="705739" y="46660"/>
                </a:lnTo>
                <a:lnTo>
                  <a:pt x="709676" y="47549"/>
                </a:lnTo>
                <a:lnTo>
                  <a:pt x="712724" y="45771"/>
                </a:lnTo>
                <a:lnTo>
                  <a:pt x="760222" y="15164"/>
                </a:lnTo>
                <a:lnTo>
                  <a:pt x="756920" y="3353"/>
                </a:lnTo>
                <a:lnTo>
                  <a:pt x="738100" y="2389"/>
                </a:lnTo>
                <a:lnTo>
                  <a:pt x="34139" y="0"/>
                </a:lnTo>
                <a:lnTo>
                  <a:pt x="23939" y="6333"/>
                </a:lnTo>
                <a:lnTo>
                  <a:pt x="15367" y="940"/>
                </a:lnTo>
                <a:lnTo>
                  <a:pt x="34139" y="0"/>
                </a:lnTo>
                <a:lnTo>
                  <a:pt x="66167" y="-19887"/>
                </a:lnTo>
                <a:lnTo>
                  <a:pt x="69215" y="-21665"/>
                </a:lnTo>
                <a:lnTo>
                  <a:pt x="70103" y="-25602"/>
                </a:lnTo>
                <a:lnTo>
                  <a:pt x="68199" y="-28650"/>
                </a:lnTo>
                <a:lnTo>
                  <a:pt x="66421" y="-31571"/>
                </a:lnTo>
                <a:lnTo>
                  <a:pt x="62484" y="-32460"/>
                </a:lnTo>
                <a:lnTo>
                  <a:pt x="59436" y="-30682"/>
                </a:lnTo>
                <a:lnTo>
                  <a:pt x="0" y="6274"/>
                </a:lnTo>
                <a:lnTo>
                  <a:pt x="11938" y="-75"/>
                </a:lnTo>
                <a:lnTo>
                  <a:pt x="15240" y="11735"/>
                </a:lnTo>
                <a:lnTo>
                  <a:pt x="34059" y="12699"/>
                </a:lnTo>
                <a:lnTo>
                  <a:pt x="738020" y="15089"/>
                </a:lnTo>
                <a:lnTo>
                  <a:pt x="748220" y="8755"/>
                </a:lnTo>
                <a:lnTo>
                  <a:pt x="756793" y="14148"/>
                </a:lnTo>
                <a:lnTo>
                  <a:pt x="738020" y="15089"/>
                </a:lnTo>
                <a:lnTo>
                  <a:pt x="705993" y="34976"/>
                </a:lnTo>
                <a:lnTo>
                  <a:pt x="702945" y="36754"/>
                </a:lnTo>
                <a:lnTo>
                  <a:pt x="702055" y="40691"/>
                </a:lnTo>
                <a:lnTo>
                  <a:pt x="703961" y="437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7368540" y="4169453"/>
            <a:ext cx="1313179" cy="47751"/>
          </a:xfrm>
          <a:custGeom>
            <a:avLst/>
            <a:gdLst/>
            <a:ahLst/>
            <a:cxnLst/>
            <a:rect l="l" t="t" r="r" b="b"/>
            <a:pathLst>
              <a:path w="1313179" h="47751">
                <a:moveTo>
                  <a:pt x="34114" y="0"/>
                </a:moveTo>
                <a:lnTo>
                  <a:pt x="15366" y="972"/>
                </a:lnTo>
                <a:lnTo>
                  <a:pt x="23922" y="6354"/>
                </a:lnTo>
                <a:lnTo>
                  <a:pt x="34114" y="0"/>
                </a:lnTo>
                <a:close/>
              </a:path>
              <a:path w="1313179" h="47751">
                <a:moveTo>
                  <a:pt x="59308" y="43517"/>
                </a:moveTo>
                <a:lnTo>
                  <a:pt x="62229" y="45422"/>
                </a:lnTo>
                <a:lnTo>
                  <a:pt x="66166" y="44533"/>
                </a:lnTo>
                <a:lnTo>
                  <a:pt x="68071" y="41612"/>
                </a:lnTo>
                <a:lnTo>
                  <a:pt x="69976" y="38564"/>
                </a:lnTo>
                <a:lnTo>
                  <a:pt x="68960" y="34627"/>
                </a:lnTo>
                <a:lnTo>
                  <a:pt x="66039" y="32849"/>
                </a:lnTo>
                <a:lnTo>
                  <a:pt x="34009" y="12699"/>
                </a:lnTo>
                <a:lnTo>
                  <a:pt x="11937" y="12656"/>
                </a:lnTo>
                <a:lnTo>
                  <a:pt x="34009" y="12699"/>
                </a:lnTo>
                <a:lnTo>
                  <a:pt x="15239" y="11767"/>
                </a:lnTo>
                <a:lnTo>
                  <a:pt x="11937" y="-43"/>
                </a:lnTo>
                <a:lnTo>
                  <a:pt x="0" y="6306"/>
                </a:lnTo>
                <a:lnTo>
                  <a:pt x="59308" y="43517"/>
                </a:lnTo>
                <a:close/>
              </a:path>
              <a:path w="1313179" h="47751">
                <a:moveTo>
                  <a:pt x="1247012" y="-29380"/>
                </a:moveTo>
                <a:lnTo>
                  <a:pt x="1245107" y="-26459"/>
                </a:lnTo>
                <a:lnTo>
                  <a:pt x="1243202" y="-23411"/>
                </a:lnTo>
                <a:lnTo>
                  <a:pt x="1244091" y="-19474"/>
                </a:lnTo>
                <a:lnTo>
                  <a:pt x="1247139" y="-17696"/>
                </a:lnTo>
                <a:lnTo>
                  <a:pt x="1279170" y="2452"/>
                </a:lnTo>
                <a:lnTo>
                  <a:pt x="1301241" y="2496"/>
                </a:lnTo>
                <a:lnTo>
                  <a:pt x="1301241" y="15196"/>
                </a:lnTo>
                <a:lnTo>
                  <a:pt x="1253743" y="45803"/>
                </a:lnTo>
                <a:lnTo>
                  <a:pt x="1313179" y="8846"/>
                </a:lnTo>
                <a:lnTo>
                  <a:pt x="1253870" y="-28364"/>
                </a:lnTo>
                <a:lnTo>
                  <a:pt x="1250950" y="-30269"/>
                </a:lnTo>
                <a:lnTo>
                  <a:pt x="1247012" y="-29380"/>
                </a:lnTo>
                <a:close/>
              </a:path>
              <a:path w="1313179" h="47751">
                <a:moveTo>
                  <a:pt x="1301241" y="2496"/>
                </a:moveTo>
                <a:lnTo>
                  <a:pt x="1279170" y="2452"/>
                </a:lnTo>
                <a:lnTo>
                  <a:pt x="1297939" y="3385"/>
                </a:lnTo>
                <a:lnTo>
                  <a:pt x="1301241" y="15196"/>
                </a:lnTo>
                <a:lnTo>
                  <a:pt x="1301241" y="2496"/>
                </a:lnTo>
                <a:close/>
              </a:path>
              <a:path w="1313179" h="47751">
                <a:moveTo>
                  <a:pt x="1279065" y="15152"/>
                </a:moveTo>
                <a:lnTo>
                  <a:pt x="1297812" y="14180"/>
                </a:lnTo>
                <a:lnTo>
                  <a:pt x="1289257" y="8798"/>
                </a:lnTo>
                <a:lnTo>
                  <a:pt x="1279065" y="15152"/>
                </a:lnTo>
                <a:close/>
              </a:path>
              <a:path w="1313179" h="47751">
                <a:moveTo>
                  <a:pt x="1244980" y="43771"/>
                </a:moveTo>
                <a:lnTo>
                  <a:pt x="1246885" y="46819"/>
                </a:lnTo>
                <a:lnTo>
                  <a:pt x="1250695" y="47708"/>
                </a:lnTo>
                <a:lnTo>
                  <a:pt x="1253743" y="45803"/>
                </a:lnTo>
                <a:lnTo>
                  <a:pt x="1301241" y="15196"/>
                </a:lnTo>
                <a:lnTo>
                  <a:pt x="1297939" y="3385"/>
                </a:lnTo>
                <a:lnTo>
                  <a:pt x="1279170" y="2452"/>
                </a:lnTo>
                <a:lnTo>
                  <a:pt x="34114" y="0"/>
                </a:lnTo>
                <a:lnTo>
                  <a:pt x="23922" y="6354"/>
                </a:lnTo>
                <a:lnTo>
                  <a:pt x="15366" y="972"/>
                </a:lnTo>
                <a:lnTo>
                  <a:pt x="34114" y="0"/>
                </a:lnTo>
                <a:lnTo>
                  <a:pt x="66166" y="-19982"/>
                </a:lnTo>
                <a:lnTo>
                  <a:pt x="69087" y="-21760"/>
                </a:lnTo>
                <a:lnTo>
                  <a:pt x="70103" y="-25697"/>
                </a:lnTo>
                <a:lnTo>
                  <a:pt x="68199" y="-28618"/>
                </a:lnTo>
                <a:lnTo>
                  <a:pt x="66293" y="-31666"/>
                </a:lnTo>
                <a:lnTo>
                  <a:pt x="62356" y="-32555"/>
                </a:lnTo>
                <a:lnTo>
                  <a:pt x="59435" y="-30777"/>
                </a:lnTo>
                <a:lnTo>
                  <a:pt x="0" y="6306"/>
                </a:lnTo>
                <a:lnTo>
                  <a:pt x="11937" y="-43"/>
                </a:lnTo>
                <a:lnTo>
                  <a:pt x="15239" y="11767"/>
                </a:lnTo>
                <a:lnTo>
                  <a:pt x="34009" y="12699"/>
                </a:lnTo>
                <a:lnTo>
                  <a:pt x="1279065" y="15152"/>
                </a:lnTo>
                <a:lnTo>
                  <a:pt x="1289257" y="8798"/>
                </a:lnTo>
                <a:lnTo>
                  <a:pt x="1297812" y="14180"/>
                </a:lnTo>
                <a:lnTo>
                  <a:pt x="1279065" y="15152"/>
                </a:lnTo>
                <a:lnTo>
                  <a:pt x="1247012" y="35135"/>
                </a:lnTo>
                <a:lnTo>
                  <a:pt x="1244091" y="36913"/>
                </a:lnTo>
                <a:lnTo>
                  <a:pt x="1243076" y="40850"/>
                </a:lnTo>
                <a:lnTo>
                  <a:pt x="1244980" y="43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4508500" y="4025900"/>
            <a:ext cx="2539" cy="375919"/>
          </a:xfrm>
          <a:custGeom>
            <a:avLst/>
            <a:gdLst/>
            <a:ahLst/>
            <a:cxnLst/>
            <a:rect l="l" t="t" r="r" b="b"/>
            <a:pathLst>
              <a:path w="2539" h="375920">
                <a:moveTo>
                  <a:pt x="0" y="0"/>
                </a:moveTo>
                <a:lnTo>
                  <a:pt x="2539" y="375919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6596380" y="4025900"/>
            <a:ext cx="2540" cy="375919"/>
          </a:xfrm>
          <a:custGeom>
            <a:avLst/>
            <a:gdLst/>
            <a:ahLst/>
            <a:cxnLst/>
            <a:rect l="l" t="t" r="r" b="b"/>
            <a:pathLst>
              <a:path w="2540" h="375920">
                <a:moveTo>
                  <a:pt x="0" y="0"/>
                </a:moveTo>
                <a:lnTo>
                  <a:pt x="2540" y="375919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8681720" y="4025900"/>
            <a:ext cx="2539" cy="375919"/>
          </a:xfrm>
          <a:custGeom>
            <a:avLst/>
            <a:gdLst/>
            <a:ahLst/>
            <a:cxnLst/>
            <a:rect l="l" t="t" r="r" b="b"/>
            <a:pathLst>
              <a:path w="2539" h="375920">
                <a:moveTo>
                  <a:pt x="0" y="0"/>
                </a:moveTo>
                <a:lnTo>
                  <a:pt x="2539" y="375919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4508500" y="3341397"/>
            <a:ext cx="2085340" cy="47751"/>
          </a:xfrm>
          <a:custGeom>
            <a:avLst/>
            <a:gdLst/>
            <a:ahLst/>
            <a:cxnLst/>
            <a:rect l="l" t="t" r="r" b="b"/>
            <a:pathLst>
              <a:path w="2085340" h="47751">
                <a:moveTo>
                  <a:pt x="34140" y="0"/>
                </a:moveTo>
                <a:lnTo>
                  <a:pt x="15366" y="988"/>
                </a:lnTo>
                <a:lnTo>
                  <a:pt x="23939" y="6360"/>
                </a:lnTo>
                <a:lnTo>
                  <a:pt x="34140" y="0"/>
                </a:lnTo>
                <a:close/>
              </a:path>
              <a:path w="2085340" h="47751">
                <a:moveTo>
                  <a:pt x="59309" y="43533"/>
                </a:moveTo>
                <a:lnTo>
                  <a:pt x="62357" y="45438"/>
                </a:lnTo>
                <a:lnTo>
                  <a:pt x="66166" y="44549"/>
                </a:lnTo>
                <a:lnTo>
                  <a:pt x="68072" y="41501"/>
                </a:lnTo>
                <a:lnTo>
                  <a:pt x="69976" y="38580"/>
                </a:lnTo>
                <a:lnTo>
                  <a:pt x="69087" y="34643"/>
                </a:lnTo>
                <a:lnTo>
                  <a:pt x="66039" y="32738"/>
                </a:lnTo>
                <a:lnTo>
                  <a:pt x="34058" y="12699"/>
                </a:lnTo>
                <a:lnTo>
                  <a:pt x="11937" y="12672"/>
                </a:lnTo>
                <a:lnTo>
                  <a:pt x="34058" y="12699"/>
                </a:lnTo>
                <a:lnTo>
                  <a:pt x="15239" y="11783"/>
                </a:lnTo>
                <a:lnTo>
                  <a:pt x="11937" y="-27"/>
                </a:lnTo>
                <a:lnTo>
                  <a:pt x="0" y="6322"/>
                </a:lnTo>
                <a:lnTo>
                  <a:pt x="59309" y="43533"/>
                </a:lnTo>
                <a:close/>
              </a:path>
              <a:path w="2085340" h="47751">
                <a:moveTo>
                  <a:pt x="2019173" y="-29364"/>
                </a:moveTo>
                <a:lnTo>
                  <a:pt x="2017268" y="-26316"/>
                </a:lnTo>
                <a:lnTo>
                  <a:pt x="2015363" y="-23395"/>
                </a:lnTo>
                <a:lnTo>
                  <a:pt x="2016252" y="-19458"/>
                </a:lnTo>
                <a:lnTo>
                  <a:pt x="2019300" y="-17553"/>
                </a:lnTo>
                <a:lnTo>
                  <a:pt x="2051281" y="2485"/>
                </a:lnTo>
                <a:lnTo>
                  <a:pt x="2073402" y="2512"/>
                </a:lnTo>
                <a:lnTo>
                  <a:pt x="2073402" y="15212"/>
                </a:lnTo>
                <a:lnTo>
                  <a:pt x="2025903" y="45946"/>
                </a:lnTo>
                <a:lnTo>
                  <a:pt x="2085340" y="8862"/>
                </a:lnTo>
                <a:lnTo>
                  <a:pt x="2026030" y="-28348"/>
                </a:lnTo>
                <a:lnTo>
                  <a:pt x="2022982" y="-30253"/>
                </a:lnTo>
                <a:lnTo>
                  <a:pt x="2019173" y="-29364"/>
                </a:lnTo>
                <a:close/>
              </a:path>
              <a:path w="2085340" h="47751">
                <a:moveTo>
                  <a:pt x="2073402" y="2512"/>
                </a:moveTo>
                <a:lnTo>
                  <a:pt x="2051281" y="2485"/>
                </a:lnTo>
                <a:lnTo>
                  <a:pt x="2070100" y="3401"/>
                </a:lnTo>
                <a:lnTo>
                  <a:pt x="2073402" y="15212"/>
                </a:lnTo>
                <a:lnTo>
                  <a:pt x="2073402" y="2512"/>
                </a:lnTo>
                <a:close/>
              </a:path>
              <a:path w="2085340" h="47751">
                <a:moveTo>
                  <a:pt x="2051199" y="15185"/>
                </a:moveTo>
                <a:lnTo>
                  <a:pt x="2069973" y="14196"/>
                </a:lnTo>
                <a:lnTo>
                  <a:pt x="2061400" y="8825"/>
                </a:lnTo>
                <a:lnTo>
                  <a:pt x="2051199" y="15185"/>
                </a:lnTo>
                <a:close/>
              </a:path>
              <a:path w="2085340" h="47751">
                <a:moveTo>
                  <a:pt x="2017141" y="43914"/>
                </a:moveTo>
                <a:lnTo>
                  <a:pt x="2019046" y="46835"/>
                </a:lnTo>
                <a:lnTo>
                  <a:pt x="2022982" y="47724"/>
                </a:lnTo>
                <a:lnTo>
                  <a:pt x="2025903" y="45946"/>
                </a:lnTo>
                <a:lnTo>
                  <a:pt x="2073402" y="15212"/>
                </a:lnTo>
                <a:lnTo>
                  <a:pt x="2070100" y="3401"/>
                </a:lnTo>
                <a:lnTo>
                  <a:pt x="2051281" y="2485"/>
                </a:lnTo>
                <a:lnTo>
                  <a:pt x="34140" y="0"/>
                </a:lnTo>
                <a:lnTo>
                  <a:pt x="23939" y="6360"/>
                </a:lnTo>
                <a:lnTo>
                  <a:pt x="15366" y="988"/>
                </a:lnTo>
                <a:lnTo>
                  <a:pt x="34140" y="0"/>
                </a:lnTo>
                <a:lnTo>
                  <a:pt x="66166" y="-19966"/>
                </a:lnTo>
                <a:lnTo>
                  <a:pt x="69087" y="-21871"/>
                </a:lnTo>
                <a:lnTo>
                  <a:pt x="69976" y="-25681"/>
                </a:lnTo>
                <a:lnTo>
                  <a:pt x="68199" y="-28729"/>
                </a:lnTo>
                <a:lnTo>
                  <a:pt x="66294" y="-31650"/>
                </a:lnTo>
                <a:lnTo>
                  <a:pt x="62357" y="-32539"/>
                </a:lnTo>
                <a:lnTo>
                  <a:pt x="59436" y="-30761"/>
                </a:lnTo>
                <a:lnTo>
                  <a:pt x="0" y="6322"/>
                </a:lnTo>
                <a:lnTo>
                  <a:pt x="11937" y="-27"/>
                </a:lnTo>
                <a:lnTo>
                  <a:pt x="15239" y="11783"/>
                </a:lnTo>
                <a:lnTo>
                  <a:pt x="34058" y="12699"/>
                </a:lnTo>
                <a:lnTo>
                  <a:pt x="2051199" y="15185"/>
                </a:lnTo>
                <a:lnTo>
                  <a:pt x="2061400" y="8825"/>
                </a:lnTo>
                <a:lnTo>
                  <a:pt x="2069973" y="14196"/>
                </a:lnTo>
                <a:lnTo>
                  <a:pt x="2051199" y="15185"/>
                </a:lnTo>
                <a:lnTo>
                  <a:pt x="2019173" y="35151"/>
                </a:lnTo>
                <a:lnTo>
                  <a:pt x="2016252" y="37056"/>
                </a:lnTo>
                <a:lnTo>
                  <a:pt x="2015363" y="40866"/>
                </a:lnTo>
                <a:lnTo>
                  <a:pt x="2017141" y="43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6596380" y="3341397"/>
            <a:ext cx="2085340" cy="47751"/>
          </a:xfrm>
          <a:custGeom>
            <a:avLst/>
            <a:gdLst/>
            <a:ahLst/>
            <a:cxnLst/>
            <a:rect l="l" t="t" r="r" b="b"/>
            <a:pathLst>
              <a:path w="2085340" h="47751">
                <a:moveTo>
                  <a:pt x="34140" y="0"/>
                </a:moveTo>
                <a:lnTo>
                  <a:pt x="15367" y="988"/>
                </a:lnTo>
                <a:lnTo>
                  <a:pt x="23939" y="6360"/>
                </a:lnTo>
                <a:lnTo>
                  <a:pt x="34140" y="0"/>
                </a:lnTo>
                <a:close/>
              </a:path>
              <a:path w="2085340" h="47751">
                <a:moveTo>
                  <a:pt x="59309" y="43533"/>
                </a:moveTo>
                <a:lnTo>
                  <a:pt x="62356" y="45438"/>
                </a:lnTo>
                <a:lnTo>
                  <a:pt x="66167" y="44549"/>
                </a:lnTo>
                <a:lnTo>
                  <a:pt x="68072" y="41501"/>
                </a:lnTo>
                <a:lnTo>
                  <a:pt x="69976" y="38580"/>
                </a:lnTo>
                <a:lnTo>
                  <a:pt x="69088" y="34643"/>
                </a:lnTo>
                <a:lnTo>
                  <a:pt x="66040" y="32738"/>
                </a:lnTo>
                <a:lnTo>
                  <a:pt x="34057" y="12699"/>
                </a:lnTo>
                <a:lnTo>
                  <a:pt x="11938" y="12672"/>
                </a:lnTo>
                <a:lnTo>
                  <a:pt x="34057" y="12699"/>
                </a:lnTo>
                <a:lnTo>
                  <a:pt x="15240" y="11783"/>
                </a:lnTo>
                <a:lnTo>
                  <a:pt x="11938" y="-27"/>
                </a:lnTo>
                <a:lnTo>
                  <a:pt x="0" y="6322"/>
                </a:lnTo>
                <a:lnTo>
                  <a:pt x="59309" y="43533"/>
                </a:lnTo>
                <a:close/>
              </a:path>
              <a:path w="2085340" h="47751">
                <a:moveTo>
                  <a:pt x="2019173" y="-29364"/>
                </a:moveTo>
                <a:lnTo>
                  <a:pt x="2017268" y="-26316"/>
                </a:lnTo>
                <a:lnTo>
                  <a:pt x="2015363" y="-23395"/>
                </a:lnTo>
                <a:lnTo>
                  <a:pt x="2016252" y="-19458"/>
                </a:lnTo>
                <a:lnTo>
                  <a:pt x="2019300" y="-17553"/>
                </a:lnTo>
                <a:lnTo>
                  <a:pt x="2051281" y="2485"/>
                </a:lnTo>
                <a:lnTo>
                  <a:pt x="2073402" y="2512"/>
                </a:lnTo>
                <a:lnTo>
                  <a:pt x="2073402" y="15212"/>
                </a:lnTo>
                <a:lnTo>
                  <a:pt x="2025903" y="45946"/>
                </a:lnTo>
                <a:lnTo>
                  <a:pt x="2085340" y="8862"/>
                </a:lnTo>
                <a:lnTo>
                  <a:pt x="2026030" y="-28348"/>
                </a:lnTo>
                <a:lnTo>
                  <a:pt x="2022983" y="-30253"/>
                </a:lnTo>
                <a:lnTo>
                  <a:pt x="2019173" y="-29364"/>
                </a:lnTo>
                <a:close/>
              </a:path>
              <a:path w="2085340" h="47751">
                <a:moveTo>
                  <a:pt x="2073402" y="2512"/>
                </a:moveTo>
                <a:lnTo>
                  <a:pt x="2051281" y="2485"/>
                </a:lnTo>
                <a:lnTo>
                  <a:pt x="2070100" y="3401"/>
                </a:lnTo>
                <a:lnTo>
                  <a:pt x="2073402" y="15212"/>
                </a:lnTo>
                <a:lnTo>
                  <a:pt x="2073402" y="2512"/>
                </a:lnTo>
                <a:close/>
              </a:path>
              <a:path w="2085340" h="47751">
                <a:moveTo>
                  <a:pt x="2051199" y="15185"/>
                </a:moveTo>
                <a:lnTo>
                  <a:pt x="2069973" y="14196"/>
                </a:lnTo>
                <a:lnTo>
                  <a:pt x="2061400" y="8825"/>
                </a:lnTo>
                <a:lnTo>
                  <a:pt x="2051199" y="15185"/>
                </a:lnTo>
                <a:close/>
              </a:path>
              <a:path w="2085340" h="47751">
                <a:moveTo>
                  <a:pt x="2017141" y="43914"/>
                </a:moveTo>
                <a:lnTo>
                  <a:pt x="2019046" y="46835"/>
                </a:lnTo>
                <a:lnTo>
                  <a:pt x="2022983" y="47724"/>
                </a:lnTo>
                <a:lnTo>
                  <a:pt x="2025903" y="45946"/>
                </a:lnTo>
                <a:lnTo>
                  <a:pt x="2073402" y="15212"/>
                </a:lnTo>
                <a:lnTo>
                  <a:pt x="2070100" y="3401"/>
                </a:lnTo>
                <a:lnTo>
                  <a:pt x="2051281" y="2485"/>
                </a:lnTo>
                <a:lnTo>
                  <a:pt x="34140" y="0"/>
                </a:lnTo>
                <a:lnTo>
                  <a:pt x="23939" y="6360"/>
                </a:lnTo>
                <a:lnTo>
                  <a:pt x="15367" y="988"/>
                </a:lnTo>
                <a:lnTo>
                  <a:pt x="34140" y="0"/>
                </a:lnTo>
                <a:lnTo>
                  <a:pt x="66167" y="-19966"/>
                </a:lnTo>
                <a:lnTo>
                  <a:pt x="69088" y="-21871"/>
                </a:lnTo>
                <a:lnTo>
                  <a:pt x="69976" y="-25681"/>
                </a:lnTo>
                <a:lnTo>
                  <a:pt x="68199" y="-28729"/>
                </a:lnTo>
                <a:lnTo>
                  <a:pt x="66294" y="-31650"/>
                </a:lnTo>
                <a:lnTo>
                  <a:pt x="62356" y="-32539"/>
                </a:lnTo>
                <a:lnTo>
                  <a:pt x="59436" y="-30761"/>
                </a:lnTo>
                <a:lnTo>
                  <a:pt x="0" y="6322"/>
                </a:lnTo>
                <a:lnTo>
                  <a:pt x="11938" y="-27"/>
                </a:lnTo>
                <a:lnTo>
                  <a:pt x="15240" y="11783"/>
                </a:lnTo>
                <a:lnTo>
                  <a:pt x="34057" y="12699"/>
                </a:lnTo>
                <a:lnTo>
                  <a:pt x="2051199" y="15185"/>
                </a:lnTo>
                <a:lnTo>
                  <a:pt x="2061400" y="8825"/>
                </a:lnTo>
                <a:lnTo>
                  <a:pt x="2069973" y="14196"/>
                </a:lnTo>
                <a:lnTo>
                  <a:pt x="2051199" y="15185"/>
                </a:lnTo>
                <a:lnTo>
                  <a:pt x="2019173" y="35151"/>
                </a:lnTo>
                <a:lnTo>
                  <a:pt x="2016252" y="37056"/>
                </a:lnTo>
                <a:lnTo>
                  <a:pt x="2015363" y="40866"/>
                </a:lnTo>
                <a:lnTo>
                  <a:pt x="2017141" y="43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78740" y="159162"/>
            <a:ext cx="579434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G</a:t>
            </a:r>
            <a:r>
              <a:rPr dirty="0" smtClean="0" sz="2400" b="1">
                <a:latin typeface="Arial"/>
                <a:cs typeface="Arial"/>
              </a:rPr>
              <a:t>.</a:t>
            </a:r>
            <a:r>
              <a:rPr dirty="0" smtClean="0" sz="2400" b="1">
                <a:latin typeface="Arial"/>
                <a:cs typeface="Arial"/>
              </a:rPr>
              <a:t> </a:t>
            </a:r>
            <a:r>
              <a:rPr dirty="0" smtClean="0" sz="2400" b="1">
                <a:latin typeface="Arial"/>
                <a:cs typeface="Arial"/>
              </a:rPr>
              <a:t>S</a:t>
            </a:r>
            <a:r>
              <a:rPr dirty="0" smtClean="0" sz="2400" b="1">
                <a:latin typeface="Arial"/>
                <a:cs typeface="Arial"/>
              </a:rPr>
              <a:t>i</a:t>
            </a:r>
            <a:r>
              <a:rPr dirty="0" smtClean="0" sz="2400" b="1">
                <a:latin typeface="Arial"/>
                <a:cs typeface="Arial"/>
              </a:rPr>
              <a:t>st</a:t>
            </a:r>
            <a:r>
              <a:rPr dirty="0" smtClean="0" sz="2400" b="1">
                <a:latin typeface="Arial"/>
                <a:cs typeface="Arial"/>
              </a:rPr>
              <a:t>e</a:t>
            </a:r>
            <a:r>
              <a:rPr dirty="0" smtClean="0" sz="2400" b="1">
                <a:latin typeface="Arial"/>
                <a:cs typeface="Arial"/>
              </a:rPr>
              <a:t>m</a:t>
            </a:r>
            <a:r>
              <a:rPr dirty="0" smtClean="0" sz="2400" b="1">
                <a:latin typeface="Arial"/>
                <a:cs typeface="Arial"/>
              </a:rPr>
              <a:t> </a:t>
            </a:r>
            <a:r>
              <a:rPr dirty="0" smtClean="0" sz="2400" b="1">
                <a:latin typeface="Arial"/>
                <a:cs typeface="Arial"/>
              </a:rPr>
              <a:t>Komun</a:t>
            </a:r>
            <a:r>
              <a:rPr dirty="0" smtClean="0" sz="2400" b="1">
                <a:latin typeface="Arial"/>
                <a:cs typeface="Arial"/>
              </a:rPr>
              <a:t>i</a:t>
            </a:r>
            <a:r>
              <a:rPr dirty="0" smtClean="0" sz="2400" b="1">
                <a:latin typeface="Arial"/>
                <a:cs typeface="Arial"/>
              </a:rPr>
              <a:t>k</a:t>
            </a:r>
            <a:r>
              <a:rPr dirty="0" smtClean="0" sz="2400" b="1">
                <a:latin typeface="Arial"/>
                <a:cs typeface="Arial"/>
              </a:rPr>
              <a:t>a</a:t>
            </a:r>
            <a:r>
              <a:rPr dirty="0" smtClean="0" sz="2400" b="1">
                <a:latin typeface="Arial"/>
                <a:cs typeface="Arial"/>
              </a:rPr>
              <a:t>si</a:t>
            </a:r>
            <a:r>
              <a:rPr dirty="0" smtClean="0" sz="2400" b="1">
                <a:latin typeface="Arial"/>
                <a:cs typeface="Arial"/>
              </a:rPr>
              <a:t> </a:t>
            </a:r>
            <a:r>
              <a:rPr dirty="0" smtClean="0" sz="2400" b="1">
                <a:latin typeface="Arial"/>
                <a:cs typeface="Arial"/>
              </a:rPr>
              <a:t>B</a:t>
            </a:r>
            <a:r>
              <a:rPr dirty="0" smtClean="0" sz="2400" b="1">
                <a:latin typeface="Arial"/>
                <a:cs typeface="Arial"/>
              </a:rPr>
              <a:t>e</a:t>
            </a:r>
            <a:r>
              <a:rPr dirty="0" smtClean="0" sz="2400" b="1">
                <a:latin typeface="Arial"/>
                <a:cs typeface="Arial"/>
              </a:rPr>
              <a:t>rge</a:t>
            </a:r>
            <a:r>
              <a:rPr dirty="0" smtClean="0" sz="2400" b="1">
                <a:latin typeface="Arial"/>
                <a:cs typeface="Arial"/>
              </a:rPr>
              <a:t>r</a:t>
            </a:r>
            <a:r>
              <a:rPr dirty="0" smtClean="0" sz="2400" b="1">
                <a:latin typeface="Arial"/>
                <a:cs typeface="Arial"/>
              </a:rPr>
              <a:t>ak</a:t>
            </a:r>
            <a:r>
              <a:rPr dirty="0" smtClean="0" sz="2400" b="1">
                <a:latin typeface="Arial"/>
                <a:cs typeface="Arial"/>
              </a:rPr>
              <a:t> </a:t>
            </a:r>
            <a:r>
              <a:rPr dirty="0" smtClean="0" sz="2400" b="1">
                <a:latin typeface="Arial"/>
                <a:cs typeface="Arial"/>
              </a:rPr>
              <a:t>S</a:t>
            </a:r>
            <a:r>
              <a:rPr dirty="0" smtClean="0" sz="2400" b="1">
                <a:latin typeface="Arial"/>
                <a:cs typeface="Arial"/>
              </a:rPr>
              <a:t>el</a:t>
            </a:r>
            <a:r>
              <a:rPr dirty="0" smtClean="0" sz="2400" b="1">
                <a:latin typeface="Arial"/>
                <a:cs typeface="Arial"/>
              </a:rPr>
              <a:t>u</a:t>
            </a:r>
            <a:r>
              <a:rPr dirty="0" smtClean="0" sz="2400" b="1">
                <a:latin typeface="Arial"/>
                <a:cs typeface="Arial"/>
              </a:rPr>
              <a:t>ler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15900" y="922968"/>
            <a:ext cx="379236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0" b="1">
                <a:latin typeface="Arial"/>
                <a:cs typeface="Arial"/>
              </a:rPr>
              <a:t>(</a:t>
            </a:r>
            <a:r>
              <a:rPr dirty="0" smtClean="0" sz="1800" spc="0" b="1">
                <a:latin typeface="Arial"/>
                <a:cs typeface="Arial"/>
              </a:rPr>
              <a:t>A</a:t>
            </a:r>
            <a:r>
              <a:rPr dirty="0" smtClean="0" sz="1800" spc="0" b="1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6514" y="922968"/>
            <a:ext cx="4373657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7" b="1" u="heavy">
                <a:latin typeface="Arial"/>
                <a:cs typeface="Arial"/>
              </a:rPr>
              <a:t>A</a:t>
            </a:r>
            <a:r>
              <a:rPr dirty="0" smtClean="0" sz="1800" spc="7" b="1" u="heavy">
                <a:latin typeface="Arial"/>
                <a:cs typeface="Arial"/>
              </a:rPr>
              <a:t>M</a:t>
            </a:r>
            <a:r>
              <a:rPr dirty="0" smtClean="0" sz="1800" spc="7" b="1" u="heavy">
                <a:latin typeface="Arial"/>
                <a:cs typeface="Arial"/>
              </a:rPr>
              <a:t>P</a:t>
            </a:r>
            <a:r>
              <a:rPr dirty="0" smtClean="0" sz="1800" spc="7" b="1" u="heavy">
                <a:latin typeface="Arial"/>
                <a:cs typeface="Arial"/>
              </a:rPr>
              <a:t>S</a:t>
            </a:r>
            <a:r>
              <a:rPr dirty="0" smtClean="0" sz="1800" spc="7" b="1" u="heavy">
                <a:latin typeface="Arial"/>
                <a:cs typeface="Arial"/>
              </a:rPr>
              <a:t> </a:t>
            </a:r>
            <a:r>
              <a:rPr dirty="0" smtClean="0" sz="1800" spc="7" b="1" u="heavy">
                <a:latin typeface="Arial"/>
                <a:cs typeface="Arial"/>
              </a:rPr>
              <a:t>(</a:t>
            </a:r>
            <a:r>
              <a:rPr dirty="0" smtClean="0" sz="1800" spc="7" b="1" u="heavy">
                <a:latin typeface="Arial"/>
                <a:cs typeface="Arial"/>
              </a:rPr>
              <a:t>A</a:t>
            </a:r>
            <a:r>
              <a:rPr dirty="0" smtClean="0" sz="1800" spc="7" b="1" u="heavy">
                <a:latin typeface="Arial"/>
                <a:cs typeface="Arial"/>
              </a:rPr>
              <a:t>d</a:t>
            </a:r>
            <a:r>
              <a:rPr dirty="0" smtClean="0" sz="1800" spc="7" b="1" u="heavy">
                <a:latin typeface="Arial"/>
                <a:cs typeface="Arial"/>
              </a:rPr>
              <a:t>v</a:t>
            </a:r>
            <a:r>
              <a:rPr dirty="0" smtClean="0" sz="1800" spc="7" b="1" u="heavy">
                <a:latin typeface="Arial"/>
                <a:cs typeface="Arial"/>
              </a:rPr>
              <a:t>ance</a:t>
            </a:r>
            <a:r>
              <a:rPr dirty="0" smtClean="0" sz="1800" spc="7" b="1" u="heavy">
                <a:latin typeface="Arial"/>
                <a:cs typeface="Arial"/>
              </a:rPr>
              <a:t> </a:t>
            </a:r>
            <a:r>
              <a:rPr dirty="0" smtClean="0" sz="1800" spc="7" b="1" u="heavy">
                <a:latin typeface="Arial"/>
                <a:cs typeface="Arial"/>
              </a:rPr>
              <a:t>M</a:t>
            </a:r>
            <a:r>
              <a:rPr dirty="0" smtClean="0" sz="1800" spc="7" b="1" u="heavy">
                <a:latin typeface="Arial"/>
                <a:cs typeface="Arial"/>
              </a:rPr>
              <a:t>o</a:t>
            </a:r>
            <a:r>
              <a:rPr dirty="0" smtClean="0" sz="1800" spc="7" b="1" u="heavy">
                <a:latin typeface="Arial"/>
                <a:cs typeface="Arial"/>
              </a:rPr>
              <a:t>b</a:t>
            </a:r>
            <a:r>
              <a:rPr dirty="0" smtClean="0" sz="1800" spc="7" b="1" u="heavy">
                <a:latin typeface="Arial"/>
                <a:cs typeface="Arial"/>
              </a:rPr>
              <a:t>i</a:t>
            </a:r>
            <a:r>
              <a:rPr dirty="0" smtClean="0" sz="1800" spc="7" b="1" u="heavy">
                <a:latin typeface="Arial"/>
                <a:cs typeface="Arial"/>
              </a:rPr>
              <a:t>l</a:t>
            </a:r>
            <a:r>
              <a:rPr dirty="0" smtClean="0" sz="1800" spc="7" b="1" u="heavy">
                <a:latin typeface="Arial"/>
                <a:cs typeface="Arial"/>
              </a:rPr>
              <a:t>e</a:t>
            </a:r>
            <a:r>
              <a:rPr dirty="0" smtClean="0" sz="1800" spc="7" b="1" u="heavy">
                <a:latin typeface="Arial"/>
                <a:cs typeface="Arial"/>
              </a:rPr>
              <a:t> </a:t>
            </a:r>
            <a:r>
              <a:rPr dirty="0" smtClean="0" sz="1800" spc="7" b="1" u="heavy">
                <a:latin typeface="Arial"/>
                <a:cs typeface="Arial"/>
              </a:rPr>
              <a:t>P</a:t>
            </a:r>
            <a:r>
              <a:rPr dirty="0" smtClean="0" sz="1800" spc="7" b="1" u="heavy">
                <a:latin typeface="Arial"/>
                <a:cs typeface="Arial"/>
              </a:rPr>
              <a:t>h</a:t>
            </a:r>
            <a:r>
              <a:rPr dirty="0" smtClean="0" sz="1800" spc="7" b="1" u="heavy">
                <a:latin typeface="Arial"/>
                <a:cs typeface="Arial"/>
              </a:rPr>
              <a:t>o</a:t>
            </a:r>
            <a:r>
              <a:rPr dirty="0" smtClean="0" sz="1800" spc="7" b="1" u="heavy">
                <a:latin typeface="Arial"/>
                <a:cs typeface="Arial"/>
              </a:rPr>
              <a:t>ne</a:t>
            </a:r>
            <a:r>
              <a:rPr dirty="0" smtClean="0" sz="1800" spc="7" b="1" u="heavy">
                <a:latin typeface="Arial"/>
                <a:cs typeface="Arial"/>
              </a:rPr>
              <a:t> </a:t>
            </a:r>
            <a:r>
              <a:rPr dirty="0" smtClean="0" sz="1800" spc="7" b="1" u="heavy">
                <a:latin typeface="Arial"/>
                <a:cs typeface="Arial"/>
              </a:rPr>
              <a:t>S</a:t>
            </a:r>
            <a:r>
              <a:rPr dirty="0" smtClean="0" sz="1800" spc="7" b="1" u="heavy">
                <a:latin typeface="Arial"/>
                <a:cs typeface="Arial"/>
              </a:rPr>
              <a:t>y</a:t>
            </a:r>
            <a:r>
              <a:rPr dirty="0" smtClean="0" sz="1800" spc="7" b="1" u="heavy">
                <a:latin typeface="Arial"/>
                <a:cs typeface="Arial"/>
              </a:rPr>
              <a:t>s</a:t>
            </a:r>
            <a:r>
              <a:rPr dirty="0" smtClean="0" sz="1800" spc="7" b="1" u="heavy">
                <a:latin typeface="Arial"/>
                <a:cs typeface="Arial"/>
              </a:rPr>
              <a:t>t</a:t>
            </a:r>
            <a:r>
              <a:rPr dirty="0" smtClean="0" sz="1800" spc="7" b="1" u="heavy">
                <a:latin typeface="Arial"/>
                <a:cs typeface="Arial"/>
              </a:rPr>
              <a:t>e</a:t>
            </a:r>
            <a:r>
              <a:rPr dirty="0" smtClean="0" sz="1800" spc="7" b="1" u="heavy">
                <a:latin typeface="Arial"/>
                <a:cs typeface="Arial"/>
              </a:rPr>
              <a:t>m</a:t>
            </a:r>
            <a:r>
              <a:rPr dirty="0" smtClean="0" sz="1800" spc="7" b="1" u="heavy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6514" y="1187229"/>
            <a:ext cx="1566553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6" i="1">
                <a:latin typeface="Arial"/>
                <a:cs typeface="Arial"/>
              </a:rPr>
              <a:t>U</a:t>
            </a:r>
            <a:r>
              <a:rPr dirty="0" smtClean="0" sz="1800" spc="6" i="1">
                <a:latin typeface="Arial"/>
                <a:cs typeface="Arial"/>
              </a:rPr>
              <a:t>S</a:t>
            </a:r>
            <a:r>
              <a:rPr dirty="0" smtClean="0" sz="1800" spc="6" i="1">
                <a:latin typeface="Arial"/>
                <a:cs typeface="Arial"/>
              </a:rPr>
              <a:t>A</a:t>
            </a:r>
            <a:r>
              <a:rPr dirty="0" smtClean="0" sz="1800" spc="6" i="1">
                <a:latin typeface="Arial"/>
                <a:cs typeface="Arial"/>
              </a:rPr>
              <a:t>,</a:t>
            </a:r>
            <a:r>
              <a:rPr dirty="0" smtClean="0" sz="1800" spc="6" i="1">
                <a:latin typeface="Arial"/>
                <a:cs typeface="Arial"/>
              </a:rPr>
              <a:t> </a:t>
            </a:r>
            <a:r>
              <a:rPr dirty="0" smtClean="0" sz="1800" spc="6" i="1">
                <a:latin typeface="Arial"/>
                <a:cs typeface="Arial"/>
              </a:rPr>
              <a:t>M</a:t>
            </a:r>
            <a:r>
              <a:rPr dirty="0" smtClean="0" sz="1800" spc="6" i="1">
                <a:latin typeface="Arial"/>
                <a:cs typeface="Arial"/>
              </a:rPr>
              <a:t>o</a:t>
            </a:r>
            <a:r>
              <a:rPr dirty="0" smtClean="0" sz="1800" spc="6" i="1">
                <a:latin typeface="Arial"/>
                <a:cs typeface="Arial"/>
              </a:rPr>
              <a:t>t</a:t>
            </a:r>
            <a:r>
              <a:rPr dirty="0" smtClean="0" sz="1800" spc="6" i="1">
                <a:latin typeface="Arial"/>
                <a:cs typeface="Arial"/>
              </a:rPr>
              <a:t>o</a:t>
            </a:r>
            <a:r>
              <a:rPr dirty="0" smtClean="0" sz="1800" spc="6" i="1">
                <a:latin typeface="Arial"/>
                <a:cs typeface="Arial"/>
              </a:rPr>
              <a:t>r</a:t>
            </a:r>
            <a:r>
              <a:rPr dirty="0" smtClean="0" sz="1800" spc="6" i="1">
                <a:latin typeface="Arial"/>
                <a:cs typeface="Arial"/>
              </a:rPr>
              <a:t>o</a:t>
            </a:r>
            <a:r>
              <a:rPr dirty="0" smtClean="0" sz="1800" spc="6" i="1">
                <a:latin typeface="Arial"/>
                <a:cs typeface="Arial"/>
              </a:rPr>
              <a:t>l</a:t>
            </a:r>
            <a:r>
              <a:rPr dirty="0" smtClean="0" sz="1800" spc="6" i="1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86514" y="1719035"/>
            <a:ext cx="1941887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7">
                <a:latin typeface="Arial"/>
                <a:cs typeface="Arial"/>
              </a:rPr>
              <a:t>I</a:t>
            </a:r>
            <a:r>
              <a:rPr dirty="0" smtClean="0" sz="1800" spc="7">
                <a:latin typeface="Arial"/>
                <a:cs typeface="Arial"/>
              </a:rPr>
              <a:t>n</a:t>
            </a:r>
            <a:r>
              <a:rPr dirty="0" smtClean="0" sz="1800" spc="7">
                <a:latin typeface="Arial"/>
                <a:cs typeface="Arial"/>
              </a:rPr>
              <a:t>f</a:t>
            </a:r>
            <a:r>
              <a:rPr dirty="0" smtClean="0" sz="1800" spc="7">
                <a:latin typeface="Arial"/>
                <a:cs typeface="Arial"/>
              </a:rPr>
              <a:t>o</a:t>
            </a:r>
            <a:r>
              <a:rPr dirty="0" smtClean="0" sz="1800" spc="7">
                <a:latin typeface="Arial"/>
                <a:cs typeface="Arial"/>
              </a:rPr>
              <a:t>r</a:t>
            </a:r>
            <a:r>
              <a:rPr dirty="0" smtClean="0" sz="1800" spc="7">
                <a:latin typeface="Arial"/>
                <a:cs typeface="Arial"/>
              </a:rPr>
              <a:t>m</a:t>
            </a:r>
            <a:r>
              <a:rPr dirty="0" smtClean="0" sz="1800" spc="7">
                <a:latin typeface="Arial"/>
                <a:cs typeface="Arial"/>
              </a:rPr>
              <a:t>asi</a:t>
            </a:r>
            <a:r>
              <a:rPr dirty="0" smtClean="0" sz="1800" spc="7">
                <a:latin typeface="Arial"/>
                <a:cs typeface="Arial"/>
              </a:rPr>
              <a:t> </a:t>
            </a:r>
            <a:r>
              <a:rPr dirty="0" smtClean="0" sz="1800" spc="7">
                <a:latin typeface="Arial"/>
                <a:cs typeface="Arial"/>
              </a:rPr>
              <a:t>/</a:t>
            </a:r>
            <a:r>
              <a:rPr dirty="0" smtClean="0" sz="1800" spc="7">
                <a:latin typeface="Arial"/>
                <a:cs typeface="Arial"/>
              </a:rPr>
              <a:t> </a:t>
            </a:r>
            <a:r>
              <a:rPr dirty="0" smtClean="0" sz="1800" spc="7">
                <a:latin typeface="Arial"/>
                <a:cs typeface="Arial"/>
              </a:rPr>
              <a:t>S</a:t>
            </a:r>
            <a:r>
              <a:rPr dirty="0" smtClean="0" sz="1800" spc="7">
                <a:latin typeface="Arial"/>
                <a:cs typeface="Arial"/>
              </a:rPr>
              <a:t>ou</a:t>
            </a:r>
            <a:r>
              <a:rPr dirty="0" smtClean="0" sz="1800" spc="7">
                <a:latin typeface="Arial"/>
                <a:cs typeface="Arial"/>
              </a:rPr>
              <a:t>r</a:t>
            </a:r>
            <a:r>
              <a:rPr dirty="0" smtClean="0" sz="1800" spc="7">
                <a:latin typeface="Arial"/>
                <a:cs typeface="Arial"/>
              </a:rPr>
              <a:t>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35878" y="1719035"/>
            <a:ext cx="195750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9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71483" y="1719035"/>
            <a:ext cx="785228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11">
                <a:latin typeface="Arial"/>
                <a:cs typeface="Arial"/>
              </a:rPr>
              <a:t>A</a:t>
            </a:r>
            <a:r>
              <a:rPr dirty="0" smtClean="0" sz="1800" spc="11">
                <a:latin typeface="Arial"/>
                <a:cs typeface="Arial"/>
              </a:rPr>
              <a:t>na</a:t>
            </a:r>
            <a:r>
              <a:rPr dirty="0" smtClean="0" sz="1800" spc="11">
                <a:latin typeface="Arial"/>
                <a:cs typeface="Arial"/>
              </a:rPr>
              <a:t>l</a:t>
            </a:r>
            <a:r>
              <a:rPr dirty="0" smtClean="0" sz="1800" spc="11">
                <a:latin typeface="Arial"/>
                <a:cs typeface="Arial"/>
              </a:rPr>
              <a:t>og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878959" y="1760779"/>
            <a:ext cx="139858" cy="80327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158">
              <a:lnSpc>
                <a:spcPct val="95825"/>
              </a:lnSpc>
              <a:spcBef>
                <a:spcPts val="90"/>
              </a:spcBef>
            </a:pPr>
            <a:r>
              <a:rPr dirty="0" smtClean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07559" y="1760779"/>
            <a:ext cx="3427361" cy="80327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4290">
              <a:lnSpc>
                <a:spcPts val="1939"/>
              </a:lnSpc>
            </a:pPr>
            <a:r>
              <a:rPr dirty="0" smtClean="0" sz="1800" spc="-3">
                <a:latin typeface="Arial"/>
                <a:cs typeface="Arial"/>
              </a:rPr>
              <a:t>Ch</a:t>
            </a:r>
            <a:r>
              <a:rPr dirty="0" smtClean="0" sz="1800" spc="-3">
                <a:latin typeface="Arial"/>
                <a:cs typeface="Arial"/>
              </a:rPr>
              <a:t>a</a:t>
            </a:r>
            <a:r>
              <a:rPr dirty="0" smtClean="0" sz="1800" spc="-3">
                <a:latin typeface="Arial"/>
                <a:cs typeface="Arial"/>
              </a:rPr>
              <a:t>nn</a:t>
            </a:r>
            <a:r>
              <a:rPr dirty="0" smtClean="0" sz="1800" spc="-3">
                <a:latin typeface="Arial"/>
                <a:cs typeface="Arial"/>
              </a:rPr>
              <a:t>e</a:t>
            </a:r>
            <a:r>
              <a:rPr dirty="0" smtClean="0" sz="1800" spc="-3">
                <a:latin typeface="Arial"/>
                <a:cs typeface="Arial"/>
              </a:rPr>
              <a:t>l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sp</a:t>
            </a:r>
            <a:r>
              <a:rPr dirty="0" smtClean="0" sz="1800" spc="-3">
                <a:latin typeface="Arial"/>
                <a:cs typeface="Arial"/>
              </a:rPr>
              <a:t>a</a:t>
            </a:r>
            <a:r>
              <a:rPr dirty="0" smtClean="0" sz="1800" spc="-3">
                <a:latin typeface="Arial"/>
                <a:cs typeface="Arial"/>
              </a:rPr>
              <a:t>cing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U/L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d</a:t>
            </a:r>
            <a:r>
              <a:rPr dirty="0" smtClean="0" sz="1800" spc="-3">
                <a:latin typeface="Arial"/>
                <a:cs typeface="Arial"/>
              </a:rPr>
              <a:t>a</a:t>
            </a:r>
            <a:r>
              <a:rPr dirty="0" smtClean="0" sz="1800" spc="-3">
                <a:latin typeface="Arial"/>
                <a:cs typeface="Arial"/>
              </a:rPr>
              <a:t>n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D</a:t>
            </a:r>
            <a:r>
              <a:rPr dirty="0" smtClean="0" sz="1800" spc="-3">
                <a:latin typeface="Arial"/>
                <a:cs typeface="Arial"/>
              </a:rPr>
              <a:t>/</a:t>
            </a:r>
            <a:r>
              <a:rPr dirty="0" smtClean="0" sz="1800" spc="-3"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  <a:p>
            <a:pPr marL="12700" marR="34290">
              <a:lnSpc>
                <a:spcPct val="95825"/>
              </a:lnSpc>
            </a:pPr>
            <a:r>
              <a:rPr dirty="0" smtClean="0" sz="1800" spc="0">
                <a:latin typeface="Arial"/>
                <a:cs typeface="Arial"/>
              </a:rPr>
              <a:t>Band</a:t>
            </a:r>
            <a:r>
              <a:rPr dirty="0" smtClean="0" sz="1800" spc="0">
                <a:latin typeface="Arial"/>
                <a:cs typeface="Arial"/>
              </a:rPr>
              <a:t>w</a:t>
            </a:r>
            <a:r>
              <a:rPr dirty="0" smtClean="0" sz="1800" spc="0">
                <a:latin typeface="Arial"/>
                <a:cs typeface="Arial"/>
              </a:rPr>
              <a:t>idth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per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user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chan</a:t>
            </a:r>
            <a:r>
              <a:rPr dirty="0" smtClean="0" sz="1800" spc="0">
                <a:latin typeface="Arial"/>
                <a:cs typeface="Arial"/>
              </a:rPr>
              <a:t>n</a:t>
            </a:r>
            <a:r>
              <a:rPr dirty="0" smtClean="0" sz="1800" spc="0">
                <a:latin typeface="Arial"/>
                <a:cs typeface="Arial"/>
              </a:rPr>
              <a:t>el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0"/>
              </a:spcBef>
            </a:pPr>
            <a:r>
              <a:rPr dirty="0" smtClean="0" sz="1800" spc="0">
                <a:latin typeface="Arial"/>
                <a:cs typeface="Arial"/>
              </a:rPr>
              <a:t>Indonesia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m</a:t>
            </a:r>
            <a:r>
              <a:rPr dirty="0" smtClean="0" sz="1800" spc="0">
                <a:latin typeface="Arial"/>
                <a:cs typeface="Arial"/>
              </a:rPr>
              <a:t>engguna</a:t>
            </a:r>
            <a:r>
              <a:rPr dirty="0" smtClean="0" sz="1800" spc="0">
                <a:latin typeface="Arial"/>
                <a:cs typeface="Arial"/>
              </a:rPr>
              <a:t>k</a:t>
            </a:r>
            <a:r>
              <a:rPr dirty="0" smtClean="0" sz="1800" spc="0">
                <a:latin typeface="Arial"/>
                <a:cs typeface="Arial"/>
              </a:rPr>
              <a:t>an</a:t>
            </a:r>
            <a:r>
              <a:rPr dirty="0" smtClean="0" sz="1800" spc="0">
                <a:latin typeface="Arial"/>
                <a:cs typeface="Arial"/>
              </a:rPr>
              <a:t> </a:t>
            </a:r>
            <a:r>
              <a:rPr dirty="0" smtClean="0" sz="1800" spc="0">
                <a:latin typeface="Arial"/>
                <a:cs typeface="Arial"/>
              </a:rPr>
              <a:t>B</a:t>
            </a:r>
            <a:r>
              <a:rPr dirty="0" smtClean="0" sz="1800" spc="0">
                <a:latin typeface="Arial"/>
                <a:cs typeface="Arial"/>
              </a:rPr>
              <a:t>-band.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37575" y="1760779"/>
            <a:ext cx="193425" cy="528831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  <a:p>
            <a:pPr marL="12700" marR="233">
              <a:lnSpc>
                <a:spcPct val="95825"/>
              </a:lnSpc>
            </a:pPr>
            <a:r>
              <a:rPr dirty="0" smtClean="0" sz="1800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35588" y="1760779"/>
            <a:ext cx="908105" cy="25431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3">
                <a:latin typeface="Arial"/>
                <a:cs typeface="Arial"/>
              </a:rPr>
              <a:t>45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MH</a:t>
            </a:r>
            <a:r>
              <a:rPr dirty="0" smtClean="0" sz="1800" spc="-3">
                <a:latin typeface="Arial"/>
                <a:cs typeface="Arial"/>
              </a:rPr>
              <a:t>z</a:t>
            </a:r>
            <a:r>
              <a:rPr dirty="0" smtClean="0" sz="1800" spc="-3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1008" y="1784372"/>
            <a:ext cx="116466" cy="174272"/>
          </a:xfrm>
          <a:prstGeom prst="rect">
            <a:avLst/>
          </a:prstGeom>
        </p:spPr>
        <p:txBody>
          <a:bodyPr wrap="square" lIns="0" tIns="8350" rIns="0" bIns="0" rtlCol="0">
            <a:noAutofit/>
          </a:bodyPr>
          <a:lstStyle/>
          <a:p>
            <a:pPr marL="12700">
              <a:lnSpc>
                <a:spcPts val="1315"/>
              </a:lnSpc>
            </a:pPr>
            <a:r>
              <a:rPr dirty="0" smtClean="0" sz="115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6514" y="1986546"/>
            <a:ext cx="1064281" cy="520684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 marR="34710">
              <a:lnSpc>
                <a:spcPts val="1960"/>
              </a:lnSpc>
            </a:pPr>
            <a:r>
              <a:rPr dirty="0" smtClean="0" sz="1800" spc="8" i="1">
                <a:latin typeface="Arial"/>
                <a:cs typeface="Arial"/>
              </a:rPr>
              <a:t>vo</a:t>
            </a:r>
            <a:r>
              <a:rPr dirty="0" smtClean="0" sz="1800" spc="8" i="1">
                <a:latin typeface="Arial"/>
                <a:cs typeface="Arial"/>
              </a:rPr>
              <a:t>i</a:t>
            </a:r>
            <a:r>
              <a:rPr dirty="0" smtClean="0" sz="1800" spc="8" i="1">
                <a:latin typeface="Arial"/>
                <a:cs typeface="Arial"/>
              </a:rPr>
              <a:t>ce</a:t>
            </a:r>
            <a:r>
              <a:rPr dirty="0" smtClean="0" sz="1800" spc="8" i="1">
                <a:latin typeface="Arial"/>
                <a:cs typeface="Arial"/>
              </a:rPr>
              <a:t> </a:t>
            </a:r>
            <a:r>
              <a:rPr dirty="0" smtClean="0" sz="1800" spc="8" i="1">
                <a:latin typeface="Arial"/>
                <a:cs typeface="Arial"/>
              </a:rPr>
              <a:t>ch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800" spc="6" i="1">
                <a:latin typeface="Arial"/>
                <a:cs typeface="Arial"/>
              </a:rPr>
              <a:t>con</a:t>
            </a:r>
            <a:r>
              <a:rPr dirty="0" smtClean="0" sz="1800" spc="6" i="1">
                <a:latin typeface="Arial"/>
                <a:cs typeface="Arial"/>
              </a:rPr>
              <a:t>t</a:t>
            </a:r>
            <a:r>
              <a:rPr dirty="0" smtClean="0" sz="1800" spc="6" i="1">
                <a:latin typeface="Arial"/>
                <a:cs typeface="Arial"/>
              </a:rPr>
              <a:t>r</a:t>
            </a:r>
            <a:r>
              <a:rPr dirty="0" smtClean="0" sz="1800" spc="6" i="1">
                <a:latin typeface="Arial"/>
                <a:cs typeface="Arial"/>
              </a:rPr>
              <a:t>ol</a:t>
            </a:r>
            <a:r>
              <a:rPr dirty="0" smtClean="0" sz="1800" spc="6" i="1">
                <a:latin typeface="Arial"/>
                <a:cs typeface="Arial"/>
              </a:rPr>
              <a:t> </a:t>
            </a:r>
            <a:r>
              <a:rPr dirty="0" smtClean="0" sz="1800" spc="6" i="1">
                <a:latin typeface="Arial"/>
                <a:cs typeface="Arial"/>
              </a:rPr>
              <a:t>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95112" y="1986547"/>
            <a:ext cx="993859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45" i="1">
                <a:latin typeface="Arial"/>
                <a:cs typeface="Arial"/>
              </a:rPr>
              <a:t>:</a:t>
            </a:r>
            <a:r>
              <a:rPr dirty="0" smtClean="0" sz="1800" spc="45" i="1">
                <a:latin typeface="Arial"/>
                <a:cs typeface="Arial"/>
              </a:rPr>
              <a:t> </a:t>
            </a:r>
            <a:r>
              <a:rPr dirty="0" smtClean="0" sz="1800" spc="45" i="1">
                <a:latin typeface="Arial"/>
                <a:cs typeface="Arial"/>
              </a:rPr>
              <a:t> </a:t>
            </a:r>
            <a:r>
              <a:rPr dirty="0" smtClean="0" sz="1800" spc="45" i="1">
                <a:latin typeface="Arial"/>
                <a:cs typeface="Arial"/>
              </a:rPr>
              <a:t>ana</a:t>
            </a:r>
            <a:r>
              <a:rPr dirty="0" smtClean="0" sz="1800" spc="45" i="1">
                <a:latin typeface="Arial"/>
                <a:cs typeface="Arial"/>
              </a:rPr>
              <a:t>l</a:t>
            </a:r>
            <a:r>
              <a:rPr dirty="0" smtClean="0" sz="1800" spc="45" i="1">
                <a:latin typeface="Arial"/>
                <a:cs typeface="Arial"/>
              </a:rPr>
              <a:t>og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35542" y="2035611"/>
            <a:ext cx="313893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30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53296" y="2035611"/>
            <a:ext cx="491515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>
                <a:latin typeface="Arial"/>
                <a:cs typeface="Arial"/>
              </a:rPr>
              <a:t>KHz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95112" y="2250429"/>
            <a:ext cx="124678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3" i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30221" y="2250429"/>
            <a:ext cx="633226" cy="788574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R="12700" algn="r">
              <a:lnSpc>
                <a:spcPts val="1960"/>
              </a:lnSpc>
            </a:pPr>
            <a:r>
              <a:rPr dirty="0" smtClean="0" sz="1800" spc="6" i="1">
                <a:latin typeface="Arial"/>
                <a:cs typeface="Arial"/>
              </a:rPr>
              <a:t>d</a:t>
            </a:r>
            <a:r>
              <a:rPr dirty="0" smtClean="0" sz="1800" spc="6" i="1">
                <a:latin typeface="Arial"/>
                <a:cs typeface="Arial"/>
              </a:rPr>
              <a:t>i</a:t>
            </a:r>
            <a:r>
              <a:rPr dirty="0" smtClean="0" sz="1800" spc="6" i="1">
                <a:latin typeface="Arial"/>
                <a:cs typeface="Arial"/>
              </a:rPr>
              <a:t>g</a:t>
            </a:r>
            <a:r>
              <a:rPr dirty="0" smtClean="0" sz="1800" spc="6" i="1">
                <a:latin typeface="Arial"/>
                <a:cs typeface="Arial"/>
              </a:rPr>
              <a:t>i</a:t>
            </a:r>
            <a:r>
              <a:rPr dirty="0" smtClean="0" sz="1800" spc="6" i="1">
                <a:latin typeface="Arial"/>
                <a:cs typeface="Arial"/>
              </a:rPr>
              <a:t>t</a:t>
            </a:r>
            <a:r>
              <a:rPr dirty="0" smtClean="0" sz="1800" spc="6" i="1">
                <a:latin typeface="Arial"/>
                <a:cs typeface="Arial"/>
              </a:rPr>
              <a:t>al</a:t>
            </a:r>
            <a:endParaRPr sz="1800">
              <a:latin typeface="Arial"/>
              <a:cs typeface="Arial"/>
            </a:endParaRPr>
          </a:p>
          <a:p>
            <a:pPr marR="14337" algn="r">
              <a:lnSpc>
                <a:spcPct val="95825"/>
              </a:lnSpc>
            </a:pPr>
            <a:r>
              <a:rPr dirty="0" smtClean="0" sz="1800" spc="9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  <a:p>
            <a:pPr marR="14337" algn="r">
              <a:lnSpc>
                <a:spcPct val="95825"/>
              </a:lnSpc>
              <a:spcBef>
                <a:spcPts val="10"/>
              </a:spcBef>
            </a:pPr>
            <a:r>
              <a:rPr dirty="0" smtClean="0" sz="1800" spc="9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6514" y="2517940"/>
            <a:ext cx="1670374" cy="521063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6">
                <a:latin typeface="Arial"/>
                <a:cs typeface="Arial"/>
              </a:rPr>
              <a:t>M</a:t>
            </a:r>
            <a:r>
              <a:rPr dirty="0" smtClean="0" sz="1800" spc="6">
                <a:latin typeface="Arial"/>
                <a:cs typeface="Arial"/>
              </a:rPr>
              <a:t>u</a:t>
            </a:r>
            <a:r>
              <a:rPr dirty="0" smtClean="0" sz="1800" spc="6">
                <a:latin typeface="Arial"/>
                <a:cs typeface="Arial"/>
              </a:rPr>
              <a:t>l</a:t>
            </a:r>
            <a:r>
              <a:rPr dirty="0" smtClean="0" sz="1800" spc="6">
                <a:latin typeface="Arial"/>
                <a:cs typeface="Arial"/>
              </a:rPr>
              <a:t>t</a:t>
            </a:r>
            <a:r>
              <a:rPr dirty="0" smtClean="0" sz="1800" spc="6">
                <a:latin typeface="Arial"/>
                <a:cs typeface="Arial"/>
              </a:rPr>
              <a:t>i</a:t>
            </a:r>
            <a:r>
              <a:rPr dirty="0" smtClean="0" sz="1800" spc="6">
                <a:latin typeface="Arial"/>
                <a:cs typeface="Arial"/>
              </a:rPr>
              <a:t>p</a:t>
            </a:r>
            <a:r>
              <a:rPr dirty="0" smtClean="0" sz="1800" spc="6">
                <a:latin typeface="Arial"/>
                <a:cs typeface="Arial"/>
              </a:rPr>
              <a:t>l</a:t>
            </a:r>
            <a:r>
              <a:rPr dirty="0" smtClean="0" sz="1800" spc="6">
                <a:latin typeface="Arial"/>
                <a:cs typeface="Arial"/>
              </a:rPr>
              <a:t>e</a:t>
            </a:r>
            <a:r>
              <a:rPr dirty="0" smtClean="0" sz="1800" spc="6">
                <a:latin typeface="Arial"/>
                <a:cs typeface="Arial"/>
              </a:rPr>
              <a:t> </a:t>
            </a:r>
            <a:r>
              <a:rPr dirty="0" smtClean="0" sz="1800" spc="6">
                <a:latin typeface="Arial"/>
                <a:cs typeface="Arial"/>
              </a:rPr>
              <a:t>A</a:t>
            </a:r>
            <a:r>
              <a:rPr dirty="0" smtClean="0" sz="1800" spc="6">
                <a:latin typeface="Arial"/>
                <a:cs typeface="Arial"/>
              </a:rPr>
              <a:t>ccess</a:t>
            </a:r>
            <a:endParaRPr sz="1800">
              <a:latin typeface="Arial"/>
              <a:cs typeface="Arial"/>
            </a:endParaRPr>
          </a:p>
          <a:p>
            <a:pPr marL="12700" marR="34710">
              <a:lnSpc>
                <a:spcPct val="95825"/>
              </a:lnSpc>
            </a:pPr>
            <a:r>
              <a:rPr dirty="0" smtClean="0" sz="1800" spc="5">
                <a:latin typeface="Arial"/>
                <a:cs typeface="Arial"/>
              </a:rPr>
              <a:t>M</a:t>
            </a:r>
            <a:r>
              <a:rPr dirty="0" smtClean="0" sz="1800" spc="5">
                <a:latin typeface="Arial"/>
                <a:cs typeface="Arial"/>
              </a:rPr>
              <a:t>odu</a:t>
            </a:r>
            <a:r>
              <a:rPr dirty="0" smtClean="0" sz="1800" spc="5">
                <a:latin typeface="Arial"/>
                <a:cs typeface="Arial"/>
              </a:rPr>
              <a:t>l</a:t>
            </a:r>
            <a:r>
              <a:rPr dirty="0" smtClean="0" sz="1800" spc="5">
                <a:latin typeface="Arial"/>
                <a:cs typeface="Arial"/>
              </a:rPr>
              <a:t>asi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19652" y="2517940"/>
            <a:ext cx="1071754" cy="788583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28925" marR="26730">
              <a:lnSpc>
                <a:spcPts val="1960"/>
              </a:lnSpc>
            </a:pPr>
            <a:r>
              <a:rPr dirty="0" smtClean="0" sz="1800" spc="6">
                <a:latin typeface="Arial"/>
                <a:cs typeface="Arial"/>
              </a:rPr>
              <a:t>F</a:t>
            </a:r>
            <a:r>
              <a:rPr dirty="0" smtClean="0" sz="1800" spc="6">
                <a:latin typeface="Arial"/>
                <a:cs typeface="Arial"/>
              </a:rPr>
              <a:t>D</a:t>
            </a:r>
            <a:r>
              <a:rPr dirty="0" smtClean="0" sz="1800" spc="6">
                <a:latin typeface="Arial"/>
                <a:cs typeface="Arial"/>
              </a:rPr>
              <a:t>M</a:t>
            </a:r>
            <a:r>
              <a:rPr dirty="0" smtClean="0" sz="1800" spc="6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12700" indent="16225">
              <a:lnSpc>
                <a:spcPct val="97550"/>
              </a:lnSpc>
            </a:pPr>
            <a:r>
              <a:rPr dirty="0" smtClean="0" sz="1800" spc="16">
                <a:latin typeface="Arial"/>
                <a:cs typeface="Arial"/>
              </a:rPr>
              <a:t>FM</a:t>
            </a:r>
            <a:r>
              <a:rPr dirty="0" smtClean="0" sz="1800" spc="8">
                <a:latin typeface="Arial"/>
                <a:cs typeface="Arial"/>
              </a:rPr>
              <a:t> </a:t>
            </a:r>
            <a:r>
              <a:rPr dirty="0" smtClean="0" sz="1800" spc="7">
                <a:latin typeface="Arial"/>
                <a:cs typeface="Arial"/>
              </a:rPr>
              <a:t>Frekuensi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1008" y="2583277"/>
            <a:ext cx="116466" cy="706053"/>
          </a:xfrm>
          <a:prstGeom prst="rect">
            <a:avLst/>
          </a:prstGeom>
        </p:spPr>
        <p:txBody>
          <a:bodyPr wrap="square" lIns="0" tIns="8350" rIns="0" bIns="0" rtlCol="0">
            <a:noAutofit/>
          </a:bodyPr>
          <a:lstStyle/>
          <a:p>
            <a:pPr marL="12700">
              <a:lnSpc>
                <a:spcPts val="1315"/>
              </a:lnSpc>
            </a:pPr>
            <a:r>
              <a:rPr dirty="0" smtClean="0" sz="115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606"/>
              </a:spcBef>
            </a:pPr>
            <a:r>
              <a:rPr dirty="0" smtClean="0" sz="115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697"/>
              </a:spcBef>
            </a:pPr>
            <a:r>
              <a:rPr dirty="0" smtClean="0" sz="1150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514" y="3049721"/>
            <a:ext cx="1139658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4">
                <a:latin typeface="Arial"/>
                <a:cs typeface="Arial"/>
              </a:rPr>
              <a:t>B</a:t>
            </a:r>
            <a:r>
              <a:rPr dirty="0" smtClean="0" sz="1800" spc="4">
                <a:latin typeface="Arial"/>
                <a:cs typeface="Arial"/>
              </a:rPr>
              <a:t>and</a:t>
            </a:r>
            <a:r>
              <a:rPr dirty="0" smtClean="0" sz="1800" spc="4">
                <a:latin typeface="Arial"/>
                <a:cs typeface="Arial"/>
              </a:rPr>
              <a:t>w</a:t>
            </a:r>
            <a:r>
              <a:rPr dirty="0" smtClean="0" sz="1800" spc="4">
                <a:latin typeface="Arial"/>
                <a:cs typeface="Arial"/>
              </a:rPr>
              <a:t>i</a:t>
            </a:r>
            <a:r>
              <a:rPr dirty="0" smtClean="0" sz="1800" spc="4">
                <a:latin typeface="Arial"/>
                <a:cs typeface="Arial"/>
              </a:rPr>
              <a:t>d</a:t>
            </a:r>
            <a:r>
              <a:rPr dirty="0" smtClean="0" sz="1800" spc="4">
                <a:latin typeface="Arial"/>
                <a:cs typeface="Arial"/>
              </a:rPr>
              <a:t>t</a:t>
            </a:r>
            <a:r>
              <a:rPr dirty="0" smtClean="0" sz="1800" spc="4"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32024" y="3049721"/>
            <a:ext cx="1182105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8">
                <a:latin typeface="Arial"/>
                <a:cs typeface="Arial"/>
              </a:rPr>
              <a:t>/</a:t>
            </a:r>
            <a:r>
              <a:rPr dirty="0" smtClean="0" sz="1800" spc="8">
                <a:latin typeface="Arial"/>
                <a:cs typeface="Arial"/>
              </a:rPr>
              <a:t> </a:t>
            </a:r>
            <a:r>
              <a:rPr dirty="0" smtClean="0" sz="1800" spc="8">
                <a:latin typeface="Arial"/>
                <a:cs typeface="Arial"/>
              </a:rPr>
              <a:t>S</a:t>
            </a:r>
            <a:r>
              <a:rPr dirty="0" smtClean="0" sz="1800" spc="8">
                <a:latin typeface="Arial"/>
                <a:cs typeface="Arial"/>
              </a:rPr>
              <a:t>pek</a:t>
            </a:r>
            <a:r>
              <a:rPr dirty="0" smtClean="0" sz="1800" spc="8">
                <a:latin typeface="Arial"/>
                <a:cs typeface="Arial"/>
              </a:rPr>
              <a:t>t</a:t>
            </a:r>
            <a:r>
              <a:rPr dirty="0" smtClean="0" sz="1800" spc="8">
                <a:latin typeface="Arial"/>
                <a:cs typeface="Arial"/>
              </a:rPr>
              <a:t>r</a:t>
            </a:r>
            <a:r>
              <a:rPr dirty="0" smtClean="0" sz="1800" spc="8">
                <a:latin typeface="Arial"/>
                <a:cs typeface="Arial"/>
              </a:rPr>
              <a:t>um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52996" y="3049721"/>
            <a:ext cx="195750" cy="256802"/>
          </a:xfrm>
          <a:prstGeom prst="rect">
            <a:avLst/>
          </a:prstGeom>
        </p:spPr>
        <p:txBody>
          <a:bodyPr wrap="square" lIns="0" tIns="12446" rIns="0" bIns="0" rtlCol="0">
            <a:noAutofit/>
          </a:bodyPr>
          <a:lstStyle/>
          <a:p>
            <a:pPr marL="12700">
              <a:lnSpc>
                <a:spcPts val="1960"/>
              </a:lnSpc>
            </a:pPr>
            <a:r>
              <a:rPr dirty="0" smtClean="0" sz="1800" spc="9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1951" y="3077395"/>
            <a:ext cx="1406093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-3">
                <a:latin typeface="Times New Roman"/>
                <a:cs typeface="Times New Roman"/>
              </a:rPr>
              <a:t>A</a:t>
            </a:r>
            <a:r>
              <a:rPr dirty="0" smtClean="0" sz="1400" spc="-3">
                <a:latin typeface="Times New Roman"/>
                <a:cs typeface="Times New Roman"/>
              </a:rPr>
              <a:t>-</a:t>
            </a:r>
            <a:r>
              <a:rPr dirty="0" smtClean="0" sz="1400" spc="-3">
                <a:latin typeface="Times New Roman"/>
                <a:cs typeface="Times New Roman"/>
              </a:rPr>
              <a:t>band</a:t>
            </a:r>
            <a:r>
              <a:rPr dirty="0" smtClean="0" sz="1400" spc="-3">
                <a:latin typeface="Times New Roman"/>
                <a:cs typeface="Times New Roman"/>
              </a:rPr>
              <a:t> </a:t>
            </a:r>
            <a:r>
              <a:rPr dirty="0" smtClean="0" sz="1400" spc="-3">
                <a:latin typeface="Times New Roman"/>
                <a:cs typeface="Times New Roman"/>
              </a:rPr>
              <a:t>(</a:t>
            </a:r>
            <a:r>
              <a:rPr dirty="0" smtClean="0" sz="1400" spc="-3">
                <a:latin typeface="Times New Roman"/>
                <a:cs typeface="Times New Roman"/>
              </a:rPr>
              <a:t>s</a:t>
            </a:r>
            <a:r>
              <a:rPr dirty="0" smtClean="0" sz="1400" spc="-3">
                <a:latin typeface="Times New Roman"/>
                <a:cs typeface="Times New Roman"/>
              </a:rPr>
              <a:t>y</a:t>
            </a:r>
            <a:r>
              <a:rPr dirty="0" smtClean="0" sz="1400" spc="-3">
                <a:latin typeface="Times New Roman"/>
                <a:cs typeface="Times New Roman"/>
              </a:rPr>
              <a:t>s</a:t>
            </a:r>
            <a:r>
              <a:rPr dirty="0" smtClean="0" sz="1400" spc="-3">
                <a:latin typeface="Times New Roman"/>
                <a:cs typeface="Times New Roman"/>
              </a:rPr>
              <a:t>t</a:t>
            </a:r>
            <a:r>
              <a:rPr dirty="0" smtClean="0" sz="1400" spc="-3">
                <a:latin typeface="Times New Roman"/>
                <a:cs typeface="Times New Roman"/>
              </a:rPr>
              <a:t>e</a:t>
            </a:r>
            <a:r>
              <a:rPr dirty="0" smtClean="0" sz="1400" spc="-3">
                <a:latin typeface="Times New Roman"/>
                <a:cs typeface="Times New Roman"/>
              </a:rPr>
              <a:t>m</a:t>
            </a:r>
            <a:r>
              <a:rPr dirty="0" smtClean="0" sz="1400" spc="-3">
                <a:latin typeface="Times New Roman"/>
                <a:cs typeface="Times New Roman"/>
              </a:rPr>
              <a:t> </a:t>
            </a:r>
            <a:r>
              <a:rPr dirty="0" smtClean="0" sz="1400" spc="-3">
                <a:latin typeface="Times New Roman"/>
                <a:cs typeface="Times New Roman"/>
              </a:rPr>
              <a:t>A</a:t>
            </a:r>
            <a:r>
              <a:rPr dirty="0" smtClean="0" sz="1400" spc="-3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57059" y="3077395"/>
            <a:ext cx="1393520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B</a:t>
            </a:r>
            <a:r>
              <a:rPr dirty="0" smtClean="0" sz="1400" spc="0">
                <a:latin typeface="Times New Roman"/>
                <a:cs typeface="Times New Roman"/>
              </a:rPr>
              <a:t>-</a:t>
            </a:r>
            <a:r>
              <a:rPr dirty="0" smtClean="0" sz="1400" spc="0">
                <a:latin typeface="Times New Roman"/>
                <a:cs typeface="Times New Roman"/>
              </a:rPr>
              <a:t>band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(</a:t>
            </a:r>
            <a:r>
              <a:rPr dirty="0" smtClean="0" sz="1400" spc="0">
                <a:latin typeface="Times New Roman"/>
                <a:cs typeface="Times New Roman"/>
              </a:rPr>
              <a:t>s</a:t>
            </a:r>
            <a:r>
              <a:rPr dirty="0" smtClean="0" sz="1400" spc="0">
                <a:latin typeface="Times New Roman"/>
                <a:cs typeface="Times New Roman"/>
              </a:rPr>
              <a:t>y</a:t>
            </a:r>
            <a:r>
              <a:rPr dirty="0" smtClean="0" sz="1400" spc="0">
                <a:latin typeface="Times New Roman"/>
                <a:cs typeface="Times New Roman"/>
              </a:rPr>
              <a:t>s</a:t>
            </a:r>
            <a:r>
              <a:rPr dirty="0" smtClean="0" sz="1400" spc="0">
                <a:latin typeface="Times New Roman"/>
                <a:cs typeface="Times New Roman"/>
              </a:rPr>
              <a:t>t</a:t>
            </a:r>
            <a:r>
              <a:rPr dirty="0" smtClean="0" sz="1400" spc="0">
                <a:latin typeface="Times New Roman"/>
                <a:cs typeface="Times New Roman"/>
              </a:rPr>
              <a:t>e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B</a:t>
            </a:r>
            <a:r>
              <a:rPr dirty="0" smtClean="0" sz="1400" spc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01795" y="4205788"/>
            <a:ext cx="1283324" cy="50508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763524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333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  <a:p>
            <a:pPr marL="12700" marR="26717">
              <a:lnSpc>
                <a:spcPct val="95825"/>
              </a:lnSpc>
              <a:spcBef>
                <a:spcPts val="688"/>
              </a:spcBef>
            </a:pPr>
            <a:r>
              <a:rPr dirty="0" smtClean="0" sz="1400" spc="0">
                <a:latin typeface="Times New Roman"/>
                <a:cs typeface="Times New Roman"/>
              </a:rPr>
              <a:t>825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03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63920" y="4205788"/>
            <a:ext cx="443619" cy="2035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21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14566" y="4205788"/>
            <a:ext cx="443619" cy="2035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21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1770" y="4205788"/>
            <a:ext cx="532500" cy="2035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333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06216" y="4507669"/>
            <a:ext cx="33832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U</a:t>
            </a:r>
            <a:r>
              <a:rPr dirty="0" smtClean="0" sz="1400">
                <a:latin typeface="Times New Roman"/>
                <a:cs typeface="Times New Roman"/>
              </a:rPr>
              <a:t>/</a:t>
            </a:r>
            <a:r>
              <a:rPr dirty="0" smtClean="0" sz="140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52591" y="4507669"/>
            <a:ext cx="9512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835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02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38184" y="4507669"/>
            <a:ext cx="9512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845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01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06216" y="4959408"/>
            <a:ext cx="33832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D</a:t>
            </a:r>
            <a:r>
              <a:rPr dirty="0" smtClean="0" sz="1400">
                <a:latin typeface="Times New Roman"/>
                <a:cs typeface="Times New Roman"/>
              </a:rPr>
              <a:t>/</a:t>
            </a:r>
            <a:r>
              <a:rPr dirty="0" smtClean="0" sz="140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01795" y="4959408"/>
            <a:ext cx="9512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870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03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2591" y="4959408"/>
            <a:ext cx="9512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880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02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38184" y="4959408"/>
            <a:ext cx="9512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890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01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8657" y="5405937"/>
            <a:ext cx="527008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5">
                <a:latin typeface="Arial"/>
                <a:cs typeface="Arial"/>
              </a:rPr>
              <a:t>Untuk</a:t>
            </a:r>
            <a:r>
              <a:rPr dirty="0" smtClean="0" sz="1800" spc="5">
                <a:latin typeface="Arial"/>
                <a:cs typeface="Arial"/>
              </a:rPr>
              <a:t> </a:t>
            </a:r>
            <a:r>
              <a:rPr dirty="0" smtClean="0" sz="1800" spc="5">
                <a:latin typeface="Arial"/>
                <a:cs typeface="Arial"/>
              </a:rPr>
              <a:t>m</a:t>
            </a:r>
            <a:r>
              <a:rPr dirty="0" smtClean="0" sz="1800" spc="5">
                <a:latin typeface="Arial"/>
                <a:cs typeface="Arial"/>
              </a:rPr>
              <a:t>en</a:t>
            </a:r>
            <a:r>
              <a:rPr dirty="0" smtClean="0" sz="1800" spc="5">
                <a:latin typeface="Arial"/>
                <a:cs typeface="Arial"/>
              </a:rPr>
              <a:t>a</a:t>
            </a:r>
            <a:r>
              <a:rPr dirty="0" smtClean="0" sz="1800" spc="5">
                <a:latin typeface="Arial"/>
                <a:cs typeface="Arial"/>
              </a:rPr>
              <a:t>m</a:t>
            </a:r>
            <a:r>
              <a:rPr dirty="0" smtClean="0" sz="1800" spc="5">
                <a:latin typeface="Arial"/>
                <a:cs typeface="Arial"/>
              </a:rPr>
              <a:t>bah</a:t>
            </a:r>
            <a:r>
              <a:rPr dirty="0" smtClean="0" sz="1800" spc="5">
                <a:latin typeface="Arial"/>
                <a:cs typeface="Arial"/>
              </a:rPr>
              <a:t> </a:t>
            </a:r>
            <a:r>
              <a:rPr dirty="0" smtClean="0" sz="1800" spc="5">
                <a:latin typeface="Arial"/>
                <a:cs typeface="Arial"/>
              </a:rPr>
              <a:t>k</a:t>
            </a:r>
            <a:r>
              <a:rPr dirty="0" smtClean="0" sz="1800" spc="5">
                <a:latin typeface="Arial"/>
                <a:cs typeface="Arial"/>
              </a:rPr>
              <a:t>apas</a:t>
            </a:r>
            <a:r>
              <a:rPr dirty="0" smtClean="0" sz="1800" spc="5">
                <a:latin typeface="Arial"/>
                <a:cs typeface="Arial"/>
              </a:rPr>
              <a:t>i</a:t>
            </a:r>
            <a:r>
              <a:rPr dirty="0" smtClean="0" sz="1800" spc="5">
                <a:latin typeface="Arial"/>
                <a:cs typeface="Arial"/>
              </a:rPr>
              <a:t>tas</a:t>
            </a:r>
            <a:r>
              <a:rPr dirty="0" smtClean="0" sz="1800" spc="5">
                <a:latin typeface="Arial"/>
                <a:cs typeface="Arial"/>
              </a:rPr>
              <a:t> </a:t>
            </a:r>
            <a:r>
              <a:rPr dirty="0" smtClean="0" sz="1800" spc="5">
                <a:latin typeface="Arial"/>
                <a:cs typeface="Arial"/>
              </a:rPr>
              <a:t>AMPS,</a:t>
            </a:r>
            <a:r>
              <a:rPr dirty="0" smtClean="0" sz="1800" spc="5">
                <a:latin typeface="Arial"/>
                <a:cs typeface="Arial"/>
              </a:rPr>
              <a:t> </a:t>
            </a:r>
            <a:r>
              <a:rPr dirty="0" smtClean="0" sz="1800" spc="5">
                <a:latin typeface="Arial"/>
                <a:cs typeface="Arial"/>
              </a:rPr>
              <a:t>adalah</a:t>
            </a:r>
            <a:r>
              <a:rPr dirty="0" smtClean="0" sz="1800" spc="5">
                <a:latin typeface="Arial"/>
                <a:cs typeface="Arial"/>
              </a:rPr>
              <a:t> </a:t>
            </a:r>
            <a:r>
              <a:rPr dirty="0" smtClean="0" sz="1800" spc="5">
                <a:latin typeface="Arial"/>
                <a:cs typeface="Arial"/>
              </a:rPr>
              <a:t>deng</a:t>
            </a:r>
            <a:r>
              <a:rPr dirty="0" smtClean="0" sz="1800" spc="5">
                <a:latin typeface="Arial"/>
                <a:cs typeface="Arial"/>
              </a:rPr>
              <a:t>a</a:t>
            </a:r>
            <a:r>
              <a:rPr dirty="0" smtClean="0" sz="1800" spc="5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8111" y="5405937"/>
            <a:ext cx="321231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4">
                <a:latin typeface="Arial"/>
                <a:cs typeface="Arial"/>
              </a:rPr>
              <a:t>m</a:t>
            </a:r>
            <a:r>
              <a:rPr dirty="0" smtClean="0" sz="1800" spc="4">
                <a:latin typeface="Arial"/>
                <a:cs typeface="Arial"/>
              </a:rPr>
              <a:t>en</a:t>
            </a:r>
            <a:r>
              <a:rPr dirty="0" smtClean="0" sz="1800" spc="4">
                <a:latin typeface="Arial"/>
                <a:cs typeface="Arial"/>
              </a:rPr>
              <a:t>a</a:t>
            </a:r>
            <a:r>
              <a:rPr dirty="0" smtClean="0" sz="1800" spc="4">
                <a:latin typeface="Arial"/>
                <a:cs typeface="Arial"/>
              </a:rPr>
              <a:t>m</a:t>
            </a:r>
            <a:r>
              <a:rPr dirty="0" smtClean="0" sz="1800" spc="4">
                <a:latin typeface="Arial"/>
                <a:cs typeface="Arial"/>
              </a:rPr>
              <a:t>bah</a:t>
            </a:r>
            <a:r>
              <a:rPr dirty="0" smtClean="0" sz="1800" spc="4">
                <a:latin typeface="Arial"/>
                <a:cs typeface="Arial"/>
              </a:rPr>
              <a:t> </a:t>
            </a:r>
            <a:r>
              <a:rPr dirty="0" smtClean="0" sz="1800" spc="4">
                <a:latin typeface="Arial"/>
                <a:cs typeface="Arial"/>
              </a:rPr>
              <a:t>sp</a:t>
            </a:r>
            <a:r>
              <a:rPr dirty="0" smtClean="0" sz="1800" spc="4">
                <a:latin typeface="Arial"/>
                <a:cs typeface="Arial"/>
              </a:rPr>
              <a:t>e</a:t>
            </a:r>
            <a:r>
              <a:rPr dirty="0" smtClean="0" sz="1800" spc="4">
                <a:latin typeface="Arial"/>
                <a:cs typeface="Arial"/>
              </a:rPr>
              <a:t>k</a:t>
            </a:r>
            <a:r>
              <a:rPr dirty="0" smtClean="0" sz="1800" spc="4">
                <a:latin typeface="Arial"/>
                <a:cs typeface="Arial"/>
              </a:rPr>
              <a:t>tr</a:t>
            </a:r>
            <a:r>
              <a:rPr dirty="0" smtClean="0" sz="1800" spc="4">
                <a:latin typeface="Arial"/>
                <a:cs typeface="Arial"/>
              </a:rPr>
              <a:t>u</a:t>
            </a:r>
            <a:r>
              <a:rPr dirty="0" smtClean="0" sz="1800" spc="4">
                <a:latin typeface="Arial"/>
                <a:cs typeface="Arial"/>
              </a:rPr>
              <a:t>m</a:t>
            </a:r>
            <a:r>
              <a:rPr dirty="0" smtClean="0" sz="1800" spc="4">
                <a:latin typeface="Arial"/>
                <a:cs typeface="Arial"/>
              </a:rPr>
              <a:t> </a:t>
            </a:r>
            <a:r>
              <a:rPr dirty="0" smtClean="0" sz="1800" spc="4">
                <a:latin typeface="Arial"/>
                <a:cs typeface="Arial"/>
              </a:rPr>
              <a:t>f</a:t>
            </a:r>
            <a:r>
              <a:rPr dirty="0" smtClean="0" sz="1800" spc="4">
                <a:latin typeface="Arial"/>
                <a:cs typeface="Arial"/>
              </a:rPr>
              <a:t>r</a:t>
            </a:r>
            <a:r>
              <a:rPr dirty="0" smtClean="0" sz="1800" spc="4">
                <a:latin typeface="Arial"/>
                <a:cs typeface="Arial"/>
              </a:rPr>
              <a:t>e</a:t>
            </a:r>
            <a:r>
              <a:rPr dirty="0" smtClean="0" sz="1800" spc="4">
                <a:latin typeface="Arial"/>
                <a:cs typeface="Arial"/>
              </a:rPr>
              <a:t>k</a:t>
            </a:r>
            <a:r>
              <a:rPr dirty="0" smtClean="0" sz="1800" spc="4">
                <a:latin typeface="Arial"/>
                <a:cs typeface="Arial"/>
              </a:rPr>
              <a:t>uensi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657" y="5680257"/>
            <a:ext cx="8491791" cy="52832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19">
                <a:latin typeface="Arial"/>
                <a:cs typeface="Arial"/>
              </a:rPr>
              <a:t>(EAMPS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: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Extended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A</a:t>
            </a:r>
            <a:r>
              <a:rPr dirty="0" smtClean="0" sz="1800" spc="19">
                <a:latin typeface="Arial"/>
                <a:cs typeface="Arial"/>
              </a:rPr>
              <a:t>MPS),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dan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juga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m</a:t>
            </a:r>
            <a:r>
              <a:rPr dirty="0" smtClean="0" sz="1800" spc="19">
                <a:latin typeface="Arial"/>
                <a:cs typeface="Arial"/>
              </a:rPr>
              <a:t>e</a:t>
            </a:r>
            <a:r>
              <a:rPr dirty="0" smtClean="0" sz="1800" spc="19">
                <a:latin typeface="Arial"/>
                <a:cs typeface="Arial"/>
              </a:rPr>
              <a:t>m</a:t>
            </a:r>
            <a:r>
              <a:rPr dirty="0" smtClean="0" sz="1800" spc="19">
                <a:latin typeface="Arial"/>
                <a:cs typeface="Arial"/>
              </a:rPr>
              <a:t>p</a:t>
            </a:r>
            <a:r>
              <a:rPr dirty="0" smtClean="0" sz="1800" spc="19">
                <a:latin typeface="Arial"/>
                <a:cs typeface="Arial"/>
              </a:rPr>
              <a:t>er</a:t>
            </a:r>
            <a:r>
              <a:rPr dirty="0" smtClean="0" sz="1800" spc="19">
                <a:latin typeface="Arial"/>
                <a:cs typeface="Arial"/>
              </a:rPr>
              <a:t>k</a:t>
            </a:r>
            <a:r>
              <a:rPr dirty="0" smtClean="0" sz="1800" spc="19">
                <a:latin typeface="Arial"/>
                <a:cs typeface="Arial"/>
              </a:rPr>
              <a:t>ecil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sp</a:t>
            </a:r>
            <a:r>
              <a:rPr dirty="0" smtClean="0" sz="1800" spc="19">
                <a:latin typeface="Arial"/>
                <a:cs typeface="Arial"/>
              </a:rPr>
              <a:t>e</a:t>
            </a:r>
            <a:r>
              <a:rPr dirty="0" smtClean="0" sz="1800" spc="19">
                <a:latin typeface="Arial"/>
                <a:cs typeface="Arial"/>
              </a:rPr>
              <a:t>k</a:t>
            </a:r>
            <a:r>
              <a:rPr dirty="0" smtClean="0" sz="1800" spc="19">
                <a:latin typeface="Arial"/>
                <a:cs typeface="Arial"/>
              </a:rPr>
              <a:t>tr</a:t>
            </a:r>
            <a:r>
              <a:rPr dirty="0" smtClean="0" sz="1800" spc="19">
                <a:latin typeface="Arial"/>
                <a:cs typeface="Arial"/>
              </a:rPr>
              <a:t>u</a:t>
            </a:r>
            <a:r>
              <a:rPr dirty="0" smtClean="0" sz="1800" spc="19">
                <a:latin typeface="Arial"/>
                <a:cs typeface="Arial"/>
              </a:rPr>
              <a:t>m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untuk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1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 </a:t>
            </a:r>
            <a:r>
              <a:rPr dirty="0" smtClean="0" sz="1800" spc="19">
                <a:latin typeface="Arial"/>
                <a:cs typeface="Arial"/>
              </a:rPr>
              <a:t>k</a:t>
            </a:r>
            <a:r>
              <a:rPr dirty="0" smtClean="0" sz="1800" spc="19">
                <a:latin typeface="Arial"/>
                <a:cs typeface="Arial"/>
              </a:rPr>
              <a:t>anal</a:t>
            </a:r>
            <a:endParaRPr sz="1800">
              <a:latin typeface="Arial"/>
              <a:cs typeface="Arial"/>
            </a:endParaRPr>
          </a:p>
          <a:p>
            <a:pPr marL="12700" marR="34290">
              <a:lnSpc>
                <a:spcPct val="95825"/>
              </a:lnSpc>
            </a:pPr>
            <a:r>
              <a:rPr dirty="0" smtClean="0" sz="1800" spc="-3">
                <a:latin typeface="Arial"/>
                <a:cs typeface="Arial"/>
              </a:rPr>
              <a:t>(NAMPS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: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Na</a:t>
            </a:r>
            <a:r>
              <a:rPr dirty="0" smtClean="0" sz="1800" spc="-3">
                <a:latin typeface="Arial"/>
                <a:cs typeface="Arial"/>
              </a:rPr>
              <a:t>r</a:t>
            </a:r>
            <a:r>
              <a:rPr dirty="0" smtClean="0" sz="1800" spc="-3">
                <a:latin typeface="Arial"/>
                <a:cs typeface="Arial"/>
              </a:rPr>
              <a:t>ro</a:t>
            </a:r>
            <a:r>
              <a:rPr dirty="0" smtClean="0" sz="1800" spc="-3">
                <a:latin typeface="Arial"/>
                <a:cs typeface="Arial"/>
              </a:rPr>
              <a:t>w</a:t>
            </a:r>
            <a:r>
              <a:rPr dirty="0" smtClean="0" sz="1800" spc="-3">
                <a:latin typeface="Arial"/>
                <a:cs typeface="Arial"/>
              </a:rPr>
              <a:t>band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AMPS)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36100" y="6472848"/>
            <a:ext cx="355778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500" y="3497579"/>
            <a:ext cx="1314450" cy="5283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71432" marR="267355" algn="ctr">
              <a:lnSpc>
                <a:spcPct val="95825"/>
              </a:lnSpc>
            </a:pPr>
            <a:r>
              <a:rPr dirty="0" smtClean="0" sz="1400" spc="-9">
                <a:latin typeface="Times New Roman"/>
                <a:cs typeface="Times New Roman"/>
              </a:rPr>
              <a:t>v</a:t>
            </a:r>
            <a:r>
              <a:rPr dirty="0" smtClean="0" sz="1400" spc="-9">
                <a:latin typeface="Times New Roman"/>
                <a:cs typeface="Times New Roman"/>
              </a:rPr>
              <a:t>o</a:t>
            </a:r>
            <a:r>
              <a:rPr dirty="0" smtClean="0" sz="1400" spc="-9">
                <a:latin typeface="Times New Roman"/>
                <a:cs typeface="Times New Roman"/>
              </a:rPr>
              <a:t>i</a:t>
            </a:r>
            <a:r>
              <a:rPr dirty="0" smtClean="0" sz="1400" spc="-9">
                <a:latin typeface="Times New Roman"/>
                <a:cs typeface="Times New Roman"/>
              </a:rPr>
              <a:t>c</a:t>
            </a:r>
            <a:r>
              <a:rPr dirty="0" smtClean="0" sz="1400" spc="-9">
                <a:latin typeface="Times New Roman"/>
                <a:cs typeface="Times New Roman"/>
              </a:rPr>
              <a:t>e</a:t>
            </a:r>
            <a:r>
              <a:rPr dirty="0" smtClean="0" sz="1400" spc="-9">
                <a:latin typeface="Times New Roman"/>
                <a:cs typeface="Times New Roman"/>
              </a:rPr>
              <a:t>/</a:t>
            </a:r>
            <a:r>
              <a:rPr dirty="0" smtClean="0" sz="1400" spc="-9">
                <a:latin typeface="Times New Roman"/>
                <a:cs typeface="Times New Roman"/>
              </a:rPr>
              <a:t>u</a:t>
            </a:r>
            <a:r>
              <a:rPr dirty="0" smtClean="0" sz="1400" spc="-9">
                <a:latin typeface="Times New Roman"/>
                <a:cs typeface="Times New Roman"/>
              </a:rPr>
              <a:t>s</a:t>
            </a:r>
            <a:r>
              <a:rPr dirty="0" smtClean="0" sz="1400" spc="-9">
                <a:latin typeface="Times New Roman"/>
                <a:cs typeface="Times New Roman"/>
              </a:rPr>
              <a:t>e</a:t>
            </a:r>
            <a:r>
              <a:rPr dirty="0" smtClean="0" sz="1400" spc="-9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  <a:p>
            <a:pPr marL="550544" marR="544398" algn="ctr">
              <a:lnSpc>
                <a:spcPct val="95825"/>
              </a:lnSpc>
              <a:spcBef>
                <a:spcPts val="70"/>
              </a:spcBef>
            </a:pPr>
            <a:r>
              <a:rPr dirty="0" smtClean="0" sz="140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22950" y="3497579"/>
            <a:ext cx="773429" cy="5283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13571" marR="107199" algn="ctr">
              <a:lnSpc>
                <a:spcPct val="95825"/>
              </a:lnSpc>
            </a:pPr>
            <a:r>
              <a:rPr dirty="0" smtClean="0" sz="1400" spc="-8">
                <a:latin typeface="Times New Roman"/>
                <a:cs typeface="Times New Roman"/>
              </a:rPr>
              <a:t>c</a:t>
            </a:r>
            <a:r>
              <a:rPr dirty="0" smtClean="0" sz="1400" spc="-8">
                <a:latin typeface="Times New Roman"/>
                <a:cs typeface="Times New Roman"/>
              </a:rPr>
              <a:t>o</a:t>
            </a:r>
            <a:r>
              <a:rPr dirty="0" smtClean="0" sz="1400" spc="-8">
                <a:latin typeface="Times New Roman"/>
                <a:cs typeface="Times New Roman"/>
              </a:rPr>
              <a:t>n</a:t>
            </a:r>
            <a:r>
              <a:rPr dirty="0" smtClean="0" sz="1400" spc="-8">
                <a:latin typeface="Times New Roman"/>
                <a:cs typeface="Times New Roman"/>
              </a:rPr>
              <a:t>t</a:t>
            </a:r>
            <a:r>
              <a:rPr dirty="0" smtClean="0" sz="1400" spc="-8">
                <a:latin typeface="Times New Roman"/>
                <a:cs typeface="Times New Roman"/>
              </a:rPr>
              <a:t>r</a:t>
            </a:r>
            <a:r>
              <a:rPr dirty="0" smtClean="0" sz="1400" spc="-8">
                <a:latin typeface="Times New Roman"/>
                <a:cs typeface="Times New Roman"/>
              </a:rPr>
              <a:t>o</a:t>
            </a:r>
            <a:r>
              <a:rPr dirty="0" smtClean="0" sz="1400" spc="-8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  <a:p>
            <a:pPr marL="278130" marR="275793" algn="ctr">
              <a:lnSpc>
                <a:spcPct val="95825"/>
              </a:lnSpc>
              <a:spcBef>
                <a:spcPts val="70"/>
              </a:spcBef>
            </a:pPr>
            <a:r>
              <a:rPr dirty="0" smtClean="0" sz="140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6380" y="3497579"/>
            <a:ext cx="773429" cy="5283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13571" marR="107199" algn="ctr">
              <a:lnSpc>
                <a:spcPct val="95825"/>
              </a:lnSpc>
            </a:pPr>
            <a:r>
              <a:rPr dirty="0" smtClean="0" sz="1400" spc="-8">
                <a:latin typeface="Times New Roman"/>
                <a:cs typeface="Times New Roman"/>
              </a:rPr>
              <a:t>c</a:t>
            </a:r>
            <a:r>
              <a:rPr dirty="0" smtClean="0" sz="1400" spc="-8">
                <a:latin typeface="Times New Roman"/>
                <a:cs typeface="Times New Roman"/>
              </a:rPr>
              <a:t>o</a:t>
            </a:r>
            <a:r>
              <a:rPr dirty="0" smtClean="0" sz="1400" spc="-8">
                <a:latin typeface="Times New Roman"/>
                <a:cs typeface="Times New Roman"/>
              </a:rPr>
              <a:t>n</a:t>
            </a:r>
            <a:r>
              <a:rPr dirty="0" smtClean="0" sz="1400" spc="-8">
                <a:latin typeface="Times New Roman"/>
                <a:cs typeface="Times New Roman"/>
              </a:rPr>
              <a:t>t</a:t>
            </a:r>
            <a:r>
              <a:rPr dirty="0" smtClean="0" sz="1400" spc="-8">
                <a:latin typeface="Times New Roman"/>
                <a:cs typeface="Times New Roman"/>
              </a:rPr>
              <a:t>r</a:t>
            </a:r>
            <a:r>
              <a:rPr dirty="0" smtClean="0" sz="1400" spc="-8">
                <a:latin typeface="Times New Roman"/>
                <a:cs typeface="Times New Roman"/>
              </a:rPr>
              <a:t>o</a:t>
            </a:r>
            <a:r>
              <a:rPr dirty="0" smtClean="0" sz="1400" spc="-8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  <a:p>
            <a:pPr marL="278130" marR="275793" algn="ctr">
              <a:lnSpc>
                <a:spcPct val="95825"/>
              </a:lnSpc>
              <a:spcBef>
                <a:spcPts val="70"/>
              </a:spcBef>
            </a:pPr>
            <a:r>
              <a:rPr dirty="0" smtClean="0" sz="140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9809" y="3497579"/>
            <a:ext cx="1314450" cy="52832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270416" marR="268371" algn="ctr">
              <a:lnSpc>
                <a:spcPct val="95825"/>
              </a:lnSpc>
            </a:pPr>
            <a:r>
              <a:rPr dirty="0" smtClean="0" sz="1400" spc="-9">
                <a:latin typeface="Times New Roman"/>
                <a:cs typeface="Times New Roman"/>
              </a:rPr>
              <a:t>v</a:t>
            </a:r>
            <a:r>
              <a:rPr dirty="0" smtClean="0" sz="1400" spc="-9">
                <a:latin typeface="Times New Roman"/>
                <a:cs typeface="Times New Roman"/>
              </a:rPr>
              <a:t>o</a:t>
            </a:r>
            <a:r>
              <a:rPr dirty="0" smtClean="0" sz="1400" spc="-9">
                <a:latin typeface="Times New Roman"/>
                <a:cs typeface="Times New Roman"/>
              </a:rPr>
              <a:t>i</a:t>
            </a:r>
            <a:r>
              <a:rPr dirty="0" smtClean="0" sz="1400" spc="-9">
                <a:latin typeface="Times New Roman"/>
                <a:cs typeface="Times New Roman"/>
              </a:rPr>
              <a:t>c</a:t>
            </a:r>
            <a:r>
              <a:rPr dirty="0" smtClean="0" sz="1400" spc="-9">
                <a:latin typeface="Times New Roman"/>
                <a:cs typeface="Times New Roman"/>
              </a:rPr>
              <a:t>e</a:t>
            </a:r>
            <a:r>
              <a:rPr dirty="0" smtClean="0" sz="1400" spc="-9">
                <a:latin typeface="Times New Roman"/>
                <a:cs typeface="Times New Roman"/>
              </a:rPr>
              <a:t>/</a:t>
            </a:r>
            <a:r>
              <a:rPr dirty="0" smtClean="0" sz="1400" spc="-9">
                <a:latin typeface="Times New Roman"/>
                <a:cs typeface="Times New Roman"/>
              </a:rPr>
              <a:t>u</a:t>
            </a:r>
            <a:r>
              <a:rPr dirty="0" smtClean="0" sz="1400" spc="-9">
                <a:latin typeface="Times New Roman"/>
                <a:cs typeface="Times New Roman"/>
              </a:rPr>
              <a:t>s</a:t>
            </a:r>
            <a:r>
              <a:rPr dirty="0" smtClean="0" sz="1400" spc="-9">
                <a:latin typeface="Times New Roman"/>
                <a:cs typeface="Times New Roman"/>
              </a:rPr>
              <a:t>e</a:t>
            </a:r>
            <a:r>
              <a:rPr dirty="0" smtClean="0" sz="1400" spc="-9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  <a:p>
            <a:pPr marL="549275" marR="545668" algn="ctr">
              <a:lnSpc>
                <a:spcPct val="95825"/>
              </a:lnSpc>
              <a:spcBef>
                <a:spcPts val="70"/>
              </a:spcBef>
            </a:pPr>
            <a:r>
              <a:rPr dirty="0" smtClean="0" sz="1400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7660" y="983476"/>
            <a:ext cx="636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73918" y="983476"/>
            <a:ext cx="6340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272663" y="983476"/>
            <a:ext cx="6294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047021" y="983477"/>
            <a:ext cx="636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6057900" y="1602740"/>
            <a:ext cx="2636520" cy="398779"/>
          </a:xfrm>
          <a:custGeom>
            <a:avLst/>
            <a:gdLst/>
            <a:ahLst/>
            <a:cxnLst/>
            <a:rect l="l" t="t" r="r" b="b"/>
            <a:pathLst>
              <a:path w="2636520" h="398779">
                <a:moveTo>
                  <a:pt x="0" y="398779"/>
                </a:moveTo>
                <a:lnTo>
                  <a:pt x="2636520" y="398779"/>
                </a:lnTo>
                <a:lnTo>
                  <a:pt x="263652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6057900" y="1676400"/>
            <a:ext cx="2539" cy="335279"/>
          </a:xfrm>
          <a:custGeom>
            <a:avLst/>
            <a:gdLst/>
            <a:ahLst/>
            <a:cxnLst/>
            <a:rect l="l" t="t" r="r" b="b"/>
            <a:pathLst>
              <a:path w="2539" h="335279">
                <a:moveTo>
                  <a:pt x="0" y="0"/>
                </a:moveTo>
                <a:lnTo>
                  <a:pt x="2539" y="335279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8691880" y="1742439"/>
            <a:ext cx="2540" cy="335280"/>
          </a:xfrm>
          <a:custGeom>
            <a:avLst/>
            <a:gdLst/>
            <a:ahLst/>
            <a:cxnLst/>
            <a:rect l="l" t="t" r="r" b="b"/>
            <a:pathLst>
              <a:path w="2540" h="335280">
                <a:moveTo>
                  <a:pt x="0" y="0"/>
                </a:moveTo>
                <a:lnTo>
                  <a:pt x="2540" y="33528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656580" y="3266440"/>
            <a:ext cx="3111500" cy="365760"/>
          </a:xfrm>
          <a:custGeom>
            <a:avLst/>
            <a:gdLst/>
            <a:ahLst/>
            <a:cxnLst/>
            <a:rect l="l" t="t" r="r" b="b"/>
            <a:pathLst>
              <a:path w="3111500" h="365760">
                <a:moveTo>
                  <a:pt x="0" y="365760"/>
                </a:moveTo>
                <a:lnTo>
                  <a:pt x="3111500" y="365760"/>
                </a:lnTo>
                <a:lnTo>
                  <a:pt x="3111500" y="0"/>
                </a:lnTo>
                <a:lnTo>
                  <a:pt x="0" y="0"/>
                </a:lnTo>
                <a:lnTo>
                  <a:pt x="0" y="3657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5656580" y="3632200"/>
            <a:ext cx="2540" cy="462280"/>
          </a:xfrm>
          <a:custGeom>
            <a:avLst/>
            <a:gdLst/>
            <a:ahLst/>
            <a:cxnLst/>
            <a:rect l="l" t="t" r="r" b="b"/>
            <a:pathLst>
              <a:path w="2540" h="462279">
                <a:moveTo>
                  <a:pt x="0" y="0"/>
                </a:moveTo>
                <a:lnTo>
                  <a:pt x="2540" y="46228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8768080" y="3723640"/>
            <a:ext cx="2540" cy="462280"/>
          </a:xfrm>
          <a:custGeom>
            <a:avLst/>
            <a:gdLst/>
            <a:ahLst/>
            <a:cxnLst/>
            <a:rect l="l" t="t" r="r" b="b"/>
            <a:pathLst>
              <a:path w="2540" h="462280">
                <a:moveTo>
                  <a:pt x="0" y="0"/>
                </a:moveTo>
                <a:lnTo>
                  <a:pt x="2540" y="46228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8740" y="159162"/>
            <a:ext cx="39207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2600" y="159162"/>
            <a:ext cx="53904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st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m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Komun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si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rge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ak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el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ler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3100" y="773295"/>
            <a:ext cx="4057331" cy="260151"/>
          </a:xfrm>
          <a:prstGeom prst="rect">
            <a:avLst/>
          </a:prstGeom>
        </p:spPr>
        <p:txBody>
          <a:bodyPr wrap="square" lIns="0" tIns="12636" rIns="0" bIns="0" rtlCol="0">
            <a:noAutofit/>
          </a:bodyPr>
          <a:lstStyle/>
          <a:p>
            <a:pPr marL="12700">
              <a:lnSpc>
                <a:spcPts val="1989"/>
              </a:lnSpc>
            </a:pPr>
            <a:r>
              <a:rPr dirty="0" smtClean="0" sz="1850" spc="-1" b="1">
                <a:latin typeface="Arial"/>
                <a:cs typeface="Arial"/>
              </a:rPr>
              <a:t>(</a:t>
            </a:r>
            <a:r>
              <a:rPr dirty="0" smtClean="0" sz="1850" spc="-1" b="1">
                <a:latin typeface="Arial"/>
                <a:cs typeface="Arial"/>
              </a:rPr>
              <a:t>B)</a:t>
            </a:r>
            <a:r>
              <a:rPr dirty="0" smtClean="0" sz="1850" spc="-1" b="1">
                <a:latin typeface="Arial"/>
                <a:cs typeface="Arial"/>
              </a:rPr>
              <a:t> </a:t>
            </a:r>
            <a:r>
              <a:rPr dirty="0" smtClean="0" sz="1850" spc="-1" b="1">
                <a:latin typeface="Arial"/>
                <a:cs typeface="Arial"/>
              </a:rPr>
              <a:t> </a:t>
            </a:r>
            <a:r>
              <a:rPr dirty="0" smtClean="0" sz="1850" spc="-1" b="1" u="heavy">
                <a:latin typeface="Arial"/>
                <a:cs typeface="Arial"/>
              </a:rPr>
              <a:t>N</a:t>
            </a:r>
            <a:r>
              <a:rPr dirty="0" smtClean="0" sz="1850" spc="-1" b="1" u="heavy">
                <a:latin typeface="Arial"/>
                <a:cs typeface="Arial"/>
              </a:rPr>
              <a:t>M</a:t>
            </a:r>
            <a:r>
              <a:rPr dirty="0" smtClean="0" sz="1850" spc="-1" b="1" u="heavy">
                <a:latin typeface="Arial"/>
                <a:cs typeface="Arial"/>
              </a:rPr>
              <a:t>T</a:t>
            </a:r>
            <a:r>
              <a:rPr dirty="0" smtClean="0" sz="1850" spc="-1" b="1" u="heavy">
                <a:latin typeface="Arial"/>
                <a:cs typeface="Arial"/>
              </a:rPr>
              <a:t> </a:t>
            </a:r>
            <a:r>
              <a:rPr dirty="0" smtClean="0" sz="1850" spc="-1" b="1" u="heavy">
                <a:latin typeface="Arial"/>
                <a:cs typeface="Arial"/>
              </a:rPr>
              <a:t>(</a:t>
            </a:r>
            <a:r>
              <a:rPr dirty="0" smtClean="0" sz="1850" spc="-1" b="1" u="heavy">
                <a:latin typeface="Arial"/>
                <a:cs typeface="Arial"/>
              </a:rPr>
              <a:t>N</a:t>
            </a:r>
            <a:r>
              <a:rPr dirty="0" smtClean="0" sz="1850" spc="-1" b="1" u="heavy">
                <a:latin typeface="Arial"/>
                <a:cs typeface="Arial"/>
              </a:rPr>
              <a:t>o</a:t>
            </a:r>
            <a:r>
              <a:rPr dirty="0" smtClean="0" sz="1850" spc="-1" b="1" u="heavy">
                <a:latin typeface="Arial"/>
                <a:cs typeface="Arial"/>
              </a:rPr>
              <a:t>r</a:t>
            </a:r>
            <a:r>
              <a:rPr dirty="0" smtClean="0" sz="1850" spc="-1" b="1" u="heavy">
                <a:latin typeface="Arial"/>
                <a:cs typeface="Arial"/>
              </a:rPr>
              <a:t>d</a:t>
            </a:r>
            <a:r>
              <a:rPr dirty="0" smtClean="0" sz="1850" spc="-1" b="1" u="heavy">
                <a:latin typeface="Arial"/>
                <a:cs typeface="Arial"/>
              </a:rPr>
              <a:t>i</a:t>
            </a:r>
            <a:r>
              <a:rPr dirty="0" smtClean="0" sz="1850" spc="-1" b="1" u="heavy">
                <a:latin typeface="Arial"/>
                <a:cs typeface="Arial"/>
              </a:rPr>
              <a:t>c</a:t>
            </a:r>
            <a:r>
              <a:rPr dirty="0" smtClean="0" sz="1850" spc="-1" b="1" u="heavy">
                <a:latin typeface="Arial"/>
                <a:cs typeface="Arial"/>
              </a:rPr>
              <a:t> </a:t>
            </a:r>
            <a:r>
              <a:rPr dirty="0" smtClean="0" sz="1850" spc="-1" b="1" u="heavy">
                <a:latin typeface="Arial"/>
                <a:cs typeface="Arial"/>
              </a:rPr>
              <a:t>M</a:t>
            </a:r>
            <a:r>
              <a:rPr dirty="0" smtClean="0" sz="1850" spc="-1" b="1" u="heavy">
                <a:latin typeface="Arial"/>
                <a:cs typeface="Arial"/>
              </a:rPr>
              <a:t>o</a:t>
            </a:r>
            <a:r>
              <a:rPr dirty="0" smtClean="0" sz="1850" spc="-1" b="1" u="heavy">
                <a:latin typeface="Arial"/>
                <a:cs typeface="Arial"/>
              </a:rPr>
              <a:t>b</a:t>
            </a:r>
            <a:r>
              <a:rPr dirty="0" smtClean="0" sz="1850" spc="-1" b="1" u="heavy">
                <a:latin typeface="Arial"/>
                <a:cs typeface="Arial"/>
              </a:rPr>
              <a:t>i</a:t>
            </a:r>
            <a:r>
              <a:rPr dirty="0" smtClean="0" sz="1850" spc="-1" b="1" u="heavy">
                <a:latin typeface="Arial"/>
                <a:cs typeface="Arial"/>
              </a:rPr>
              <a:t>l</a:t>
            </a:r>
            <a:r>
              <a:rPr dirty="0" smtClean="0" sz="1850" spc="-1" b="1" u="heavy">
                <a:latin typeface="Arial"/>
                <a:cs typeface="Arial"/>
              </a:rPr>
              <a:t>e</a:t>
            </a:r>
            <a:r>
              <a:rPr dirty="0" smtClean="0" sz="1850" spc="-1" b="1" u="heavy">
                <a:latin typeface="Arial"/>
                <a:cs typeface="Arial"/>
              </a:rPr>
              <a:t> </a:t>
            </a:r>
            <a:r>
              <a:rPr dirty="0" smtClean="0" sz="1850" spc="-1" b="1" u="heavy">
                <a:latin typeface="Arial"/>
                <a:cs typeface="Arial"/>
              </a:rPr>
              <a:t>T</a:t>
            </a:r>
            <a:r>
              <a:rPr dirty="0" smtClean="0" sz="1850" spc="-1" b="1" u="heavy">
                <a:latin typeface="Arial"/>
                <a:cs typeface="Arial"/>
              </a:rPr>
              <a:t>e</a:t>
            </a:r>
            <a:r>
              <a:rPr dirty="0" smtClean="0" sz="1850" spc="-1" b="1" u="heavy">
                <a:latin typeface="Arial"/>
                <a:cs typeface="Arial"/>
              </a:rPr>
              <a:t>l</a:t>
            </a:r>
            <a:r>
              <a:rPr dirty="0" smtClean="0" sz="1850" spc="-1" b="1" u="heavy">
                <a:latin typeface="Arial"/>
                <a:cs typeface="Arial"/>
              </a:rPr>
              <a:t>e</a:t>
            </a:r>
            <a:r>
              <a:rPr dirty="0" smtClean="0" sz="1850" spc="-1" b="1" u="heavy">
                <a:latin typeface="Arial"/>
                <a:cs typeface="Arial"/>
              </a:rPr>
              <a:t>p</a:t>
            </a:r>
            <a:r>
              <a:rPr dirty="0" smtClean="0" sz="1850" spc="-1" b="1" u="heavy">
                <a:latin typeface="Arial"/>
                <a:cs typeface="Arial"/>
              </a:rPr>
              <a:t>h</a:t>
            </a:r>
            <a:r>
              <a:rPr dirty="0" smtClean="0" sz="1850" spc="-1" b="1" u="heavy">
                <a:latin typeface="Arial"/>
                <a:cs typeface="Arial"/>
              </a:rPr>
              <a:t>o</a:t>
            </a:r>
            <a:r>
              <a:rPr dirty="0" smtClean="0" sz="1850" spc="-1" b="1" u="heavy">
                <a:latin typeface="Arial"/>
                <a:cs typeface="Arial"/>
              </a:rPr>
              <a:t>n</a:t>
            </a:r>
            <a:r>
              <a:rPr dirty="0" smtClean="0" sz="1850" spc="-1" b="1" u="heavy">
                <a:latin typeface="Arial"/>
                <a:cs typeface="Arial"/>
              </a:rPr>
              <a:t>e</a:t>
            </a:r>
            <a:r>
              <a:rPr dirty="0" smtClean="0" sz="1850" spc="-1" b="1" u="heavy">
                <a:latin typeface="Arial"/>
                <a:cs typeface="Arial"/>
              </a:rPr>
              <a:t>)</a:t>
            </a:r>
            <a:endParaRPr sz="1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3033" y="1173284"/>
            <a:ext cx="775893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-2" b="1">
                <a:latin typeface="Times New Roman"/>
                <a:cs typeface="Times New Roman"/>
              </a:rPr>
              <a:t>N</a:t>
            </a:r>
            <a:r>
              <a:rPr dirty="0" smtClean="0" sz="1400" spc="-2" b="1">
                <a:latin typeface="Times New Roman"/>
                <a:cs typeface="Times New Roman"/>
              </a:rPr>
              <a:t>MT</a:t>
            </a:r>
            <a:r>
              <a:rPr dirty="0" smtClean="0" sz="1400" spc="-2" b="1"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latin typeface="Times New Roman"/>
                <a:cs typeface="Times New Roman"/>
              </a:rPr>
              <a:t>450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0855" y="1312504"/>
            <a:ext cx="2690844" cy="1338676"/>
          </a:xfrm>
          <a:prstGeom prst="rect">
            <a:avLst/>
          </a:prstGeom>
        </p:spPr>
        <p:txBody>
          <a:bodyPr wrap="square" lIns="0" tIns="12636" rIns="0" bIns="0" rtlCol="0">
            <a:noAutofit/>
          </a:bodyPr>
          <a:lstStyle/>
          <a:p>
            <a:pPr marL="22555" marR="35212">
              <a:lnSpc>
                <a:spcPts val="1989"/>
              </a:lnSpc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172">
                <a:latin typeface="Times New Roman"/>
                <a:cs typeface="Times New Roman"/>
              </a:rPr>
              <a:t> </a:t>
            </a:r>
            <a:r>
              <a:rPr dirty="0" smtClean="0" sz="1850" spc="-50">
                <a:latin typeface="Arial"/>
                <a:cs typeface="Arial"/>
              </a:rPr>
              <a:t>M</a:t>
            </a:r>
            <a:r>
              <a:rPr dirty="0" smtClean="0" sz="1850" spc="-9">
                <a:latin typeface="Arial"/>
                <a:cs typeface="Arial"/>
              </a:rPr>
              <a:t>u</a:t>
            </a:r>
            <a:r>
              <a:rPr dirty="0" smtClean="0" sz="1850" spc="4">
                <a:latin typeface="Arial"/>
                <a:cs typeface="Arial"/>
              </a:rPr>
              <a:t>l</a:t>
            </a:r>
            <a:r>
              <a:rPr dirty="0" smtClean="0" sz="1850" spc="-14">
                <a:latin typeface="Arial"/>
                <a:cs typeface="Arial"/>
              </a:rPr>
              <a:t>t</a:t>
            </a:r>
            <a:r>
              <a:rPr dirty="0" smtClean="0" sz="1850" spc="4">
                <a:latin typeface="Arial"/>
                <a:cs typeface="Arial"/>
              </a:rPr>
              <a:t>i</a:t>
            </a:r>
            <a:r>
              <a:rPr dirty="0" smtClean="0" sz="1850" spc="-9">
                <a:latin typeface="Arial"/>
                <a:cs typeface="Arial"/>
              </a:rPr>
              <a:t>p</a:t>
            </a:r>
            <a:r>
              <a:rPr dirty="0" smtClean="0" sz="1850" spc="4">
                <a:latin typeface="Arial"/>
                <a:cs typeface="Arial"/>
              </a:rPr>
              <a:t>l</a:t>
            </a:r>
            <a:r>
              <a:rPr dirty="0" smtClean="0" sz="1850" spc="0">
                <a:latin typeface="Arial"/>
                <a:cs typeface="Arial"/>
              </a:rPr>
              <a:t>e</a:t>
            </a:r>
            <a:r>
              <a:rPr dirty="0" smtClean="0" sz="1850" spc="-14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c</a:t>
            </a:r>
            <a:r>
              <a:rPr dirty="0" smtClean="0" sz="1850" spc="-4">
                <a:latin typeface="Arial"/>
                <a:cs typeface="Arial"/>
              </a:rPr>
              <a:t>c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0"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22555" marR="35212">
              <a:lnSpc>
                <a:spcPts val="2110"/>
              </a:lnSpc>
              <a:spcBef>
                <a:spcPts val="6"/>
              </a:spcBef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172">
                <a:latin typeface="Times New Roman"/>
                <a:cs typeface="Times New Roman"/>
              </a:rPr>
              <a:t> </a:t>
            </a:r>
            <a:r>
              <a:rPr dirty="0" smtClean="0" sz="1850" spc="-50">
                <a:latin typeface="Arial"/>
                <a:cs typeface="Arial"/>
              </a:rPr>
              <a:t>M</a:t>
            </a:r>
            <a:r>
              <a:rPr dirty="0" smtClean="0" sz="1850" spc="-9">
                <a:latin typeface="Arial"/>
                <a:cs typeface="Arial"/>
              </a:rPr>
              <a:t>o</a:t>
            </a:r>
            <a:r>
              <a:rPr dirty="0" smtClean="0" sz="1850" spc="-9">
                <a:latin typeface="Arial"/>
                <a:cs typeface="Arial"/>
              </a:rPr>
              <a:t>d</a:t>
            </a:r>
            <a:r>
              <a:rPr dirty="0" smtClean="0" sz="1850" spc="-9">
                <a:latin typeface="Arial"/>
                <a:cs typeface="Arial"/>
              </a:rPr>
              <a:t>u</a:t>
            </a:r>
            <a:r>
              <a:rPr dirty="0" smtClean="0" sz="1850" spc="4">
                <a:latin typeface="Arial"/>
                <a:cs typeface="Arial"/>
              </a:rPr>
              <a:t>l</a:t>
            </a:r>
            <a:r>
              <a:rPr dirty="0" smtClean="0" sz="1850" spc="-9">
                <a:latin typeface="Arial"/>
                <a:cs typeface="Arial"/>
              </a:rPr>
              <a:t>a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0"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  <a:p>
            <a:pPr marL="12700" marR="35212">
              <a:lnSpc>
                <a:spcPct val="95825"/>
              </a:lnSpc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167">
                <a:latin typeface="Times New Roman"/>
                <a:cs typeface="Times New Roman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C</a:t>
            </a:r>
            <a:r>
              <a:rPr dirty="0" smtClean="0" sz="1850" spc="-9">
                <a:latin typeface="Arial"/>
                <a:cs typeface="Arial"/>
              </a:rPr>
              <a:t>h</a:t>
            </a:r>
            <a:r>
              <a:rPr dirty="0" smtClean="0" sz="1850" spc="-9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l</a:t>
            </a:r>
            <a:r>
              <a:rPr dirty="0" smtClean="0" sz="1850" spc="0">
                <a:latin typeface="Arial"/>
                <a:cs typeface="Arial"/>
              </a:rPr>
              <a:t> 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-9">
                <a:latin typeface="Arial"/>
                <a:cs typeface="Arial"/>
              </a:rPr>
              <a:t>p</a:t>
            </a:r>
            <a:r>
              <a:rPr dirty="0" smtClean="0" sz="1850" spc="-9">
                <a:latin typeface="Arial"/>
                <a:cs typeface="Arial"/>
              </a:rPr>
              <a:t>a</a:t>
            </a:r>
            <a:r>
              <a:rPr dirty="0" smtClean="0" sz="1850" spc="-4">
                <a:latin typeface="Arial"/>
                <a:cs typeface="Arial"/>
              </a:rPr>
              <a:t>c</a:t>
            </a:r>
            <a:r>
              <a:rPr dirty="0" smtClean="0" sz="1850" spc="-19">
                <a:latin typeface="Arial"/>
                <a:cs typeface="Arial"/>
              </a:rPr>
              <a:t>i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0">
                <a:latin typeface="Arial"/>
                <a:cs typeface="Arial"/>
              </a:rPr>
              <a:t>g</a:t>
            </a:r>
            <a:endParaRPr sz="1850">
              <a:latin typeface="Arial"/>
              <a:cs typeface="Arial"/>
            </a:endParaRPr>
          </a:p>
          <a:p>
            <a:pPr marL="22555">
              <a:lnSpc>
                <a:spcPts val="2110"/>
              </a:lnSpc>
              <a:spcBef>
                <a:spcPts val="105"/>
              </a:spcBef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172">
                <a:latin typeface="Times New Roman"/>
                <a:cs typeface="Times New Roman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B</a:t>
            </a:r>
            <a:r>
              <a:rPr dirty="0" smtClean="0" sz="1850" spc="-9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d</a:t>
            </a:r>
            <a:r>
              <a:rPr dirty="0" smtClean="0" sz="1850" spc="-54">
                <a:latin typeface="Arial"/>
                <a:cs typeface="Arial"/>
              </a:rPr>
              <a:t>w</a:t>
            </a:r>
            <a:r>
              <a:rPr dirty="0" smtClean="0" sz="1850" spc="4">
                <a:latin typeface="Arial"/>
                <a:cs typeface="Arial"/>
              </a:rPr>
              <a:t>i</a:t>
            </a:r>
            <a:r>
              <a:rPr dirty="0" smtClean="0" sz="1850" spc="-9">
                <a:latin typeface="Arial"/>
                <a:cs typeface="Arial"/>
              </a:rPr>
              <a:t>d</a:t>
            </a:r>
            <a:r>
              <a:rPr dirty="0" smtClean="0" sz="1850" spc="-14">
                <a:latin typeface="Arial"/>
                <a:cs typeface="Arial"/>
              </a:rPr>
              <a:t>t</a:t>
            </a:r>
            <a:r>
              <a:rPr dirty="0" smtClean="0" sz="1850" spc="0">
                <a:latin typeface="Arial"/>
                <a:cs typeface="Arial"/>
              </a:rPr>
              <a:t>h</a:t>
            </a:r>
            <a:r>
              <a:rPr dirty="0" smtClean="0" sz="1850" spc="-14">
                <a:latin typeface="Arial"/>
                <a:cs typeface="Arial"/>
              </a:rPr>
              <a:t> </a:t>
            </a:r>
            <a:r>
              <a:rPr dirty="0" smtClean="0" sz="1850" spc="-9">
                <a:latin typeface="Arial"/>
                <a:cs typeface="Arial"/>
              </a:rPr>
              <a:t>p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r</a:t>
            </a:r>
            <a:r>
              <a:rPr dirty="0" smtClean="0" sz="1850" spc="0">
                <a:latin typeface="Arial"/>
                <a:cs typeface="Arial"/>
              </a:rPr>
              <a:t> </a:t>
            </a:r>
            <a:r>
              <a:rPr dirty="0" smtClean="0" sz="1850" spc="-4">
                <a:latin typeface="Arial"/>
                <a:cs typeface="Arial"/>
              </a:rPr>
              <a:t>c</a:t>
            </a:r>
            <a:r>
              <a:rPr dirty="0" smtClean="0" sz="1850" spc="-9">
                <a:latin typeface="Arial"/>
                <a:cs typeface="Arial"/>
              </a:rPr>
              <a:t>h</a:t>
            </a:r>
            <a:r>
              <a:rPr dirty="0" smtClean="0" sz="1850" spc="-9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l</a:t>
            </a:r>
            <a:endParaRPr sz="1850">
              <a:latin typeface="Arial"/>
              <a:cs typeface="Arial"/>
            </a:endParaRPr>
          </a:p>
          <a:p>
            <a:pPr marL="22555" marR="35212">
              <a:lnSpc>
                <a:spcPct val="95825"/>
              </a:lnSpc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172">
                <a:latin typeface="Times New Roman"/>
                <a:cs typeface="Times New Roman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S</a:t>
            </a:r>
            <a:r>
              <a:rPr dirty="0" smtClean="0" sz="1850" spc="-9">
                <a:latin typeface="Arial"/>
                <a:cs typeface="Arial"/>
              </a:rPr>
              <a:t>p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-4">
                <a:latin typeface="Arial"/>
                <a:cs typeface="Arial"/>
              </a:rPr>
              <a:t>k</a:t>
            </a:r>
            <a:r>
              <a:rPr dirty="0" smtClean="0" sz="1850" spc="-14">
                <a:latin typeface="Arial"/>
                <a:cs typeface="Arial"/>
              </a:rPr>
              <a:t>t</a:t>
            </a:r>
            <a:r>
              <a:rPr dirty="0" smtClean="0" sz="1850" spc="-14">
                <a:latin typeface="Arial"/>
                <a:cs typeface="Arial"/>
              </a:rPr>
              <a:t>r</a:t>
            </a:r>
            <a:r>
              <a:rPr dirty="0" smtClean="0" sz="1850" spc="-9">
                <a:latin typeface="Arial"/>
                <a:cs typeface="Arial"/>
              </a:rPr>
              <a:t>u</a:t>
            </a:r>
            <a:r>
              <a:rPr dirty="0" smtClean="0" sz="1850" spc="0">
                <a:latin typeface="Arial"/>
                <a:cs typeface="Arial"/>
              </a:rPr>
              <a:t>m</a:t>
            </a:r>
            <a:r>
              <a:rPr dirty="0" smtClean="0" sz="1850" spc="-9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F</a:t>
            </a:r>
            <a:r>
              <a:rPr dirty="0" smtClean="0" sz="1850" spc="-19">
                <a:latin typeface="Arial"/>
                <a:cs typeface="Arial"/>
              </a:rPr>
              <a:t>r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-4">
                <a:latin typeface="Arial"/>
                <a:cs typeface="Arial"/>
              </a:rPr>
              <a:t>k</a:t>
            </a:r>
            <a:r>
              <a:rPr dirty="0" smtClean="0" sz="1850" spc="-9">
                <a:latin typeface="Arial"/>
                <a:cs typeface="Arial"/>
              </a:rPr>
              <a:t>u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0"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61215" y="1312505"/>
            <a:ext cx="1134226" cy="1338676"/>
          </a:xfrm>
          <a:prstGeom prst="rect">
            <a:avLst/>
          </a:prstGeom>
        </p:spPr>
        <p:txBody>
          <a:bodyPr wrap="square" lIns="0" tIns="12636" rIns="0" bIns="0" rtlCol="0">
            <a:noAutofit/>
          </a:bodyPr>
          <a:lstStyle/>
          <a:p>
            <a:pPr marL="12700" marR="35212">
              <a:lnSpc>
                <a:spcPts val="1989"/>
              </a:lnSpc>
            </a:pPr>
            <a:r>
              <a:rPr dirty="0" smtClean="0" sz="1850" spc="31">
                <a:latin typeface="Arial"/>
                <a:cs typeface="Arial"/>
              </a:rPr>
              <a:t>=</a:t>
            </a:r>
            <a:r>
              <a:rPr dirty="0" smtClean="0" sz="1850" spc="31">
                <a:latin typeface="Arial"/>
                <a:cs typeface="Arial"/>
              </a:rPr>
              <a:t> </a:t>
            </a:r>
            <a:r>
              <a:rPr dirty="0" smtClean="0" sz="1850" spc="31">
                <a:latin typeface="Arial"/>
                <a:cs typeface="Arial"/>
              </a:rPr>
              <a:t>F</a:t>
            </a:r>
            <a:r>
              <a:rPr dirty="0" smtClean="0" sz="1850" spc="31">
                <a:latin typeface="Arial"/>
                <a:cs typeface="Arial"/>
              </a:rPr>
              <a:t>D</a:t>
            </a:r>
            <a:r>
              <a:rPr dirty="0" smtClean="0" sz="1850" spc="31">
                <a:latin typeface="Arial"/>
                <a:cs typeface="Arial"/>
              </a:rPr>
              <a:t>M</a:t>
            </a:r>
            <a:r>
              <a:rPr dirty="0" smtClean="0" sz="1850" spc="31">
                <a:latin typeface="Arial"/>
                <a:cs typeface="Arial"/>
              </a:rPr>
              <a:t>A</a:t>
            </a:r>
            <a:endParaRPr sz="1850">
              <a:latin typeface="Arial"/>
              <a:cs typeface="Arial"/>
            </a:endParaRPr>
          </a:p>
          <a:p>
            <a:pPr marL="12700" marR="35212">
              <a:lnSpc>
                <a:spcPts val="2110"/>
              </a:lnSpc>
              <a:spcBef>
                <a:spcPts val="6"/>
              </a:spcBef>
            </a:pPr>
            <a:r>
              <a:rPr dirty="0" smtClean="0" sz="1850" spc="58">
                <a:latin typeface="Arial"/>
                <a:cs typeface="Arial"/>
              </a:rPr>
              <a:t>=</a:t>
            </a:r>
            <a:r>
              <a:rPr dirty="0" smtClean="0" sz="1850" spc="58">
                <a:latin typeface="Arial"/>
                <a:cs typeface="Arial"/>
              </a:rPr>
              <a:t> </a:t>
            </a:r>
            <a:r>
              <a:rPr dirty="0" smtClean="0" sz="1850" spc="58">
                <a:latin typeface="Arial"/>
                <a:cs typeface="Arial"/>
              </a:rPr>
              <a:t>FM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850" spc="-8">
                <a:latin typeface="Arial"/>
                <a:cs typeface="Arial"/>
              </a:rPr>
              <a:t>=</a:t>
            </a:r>
            <a:r>
              <a:rPr dirty="0" smtClean="0" sz="1850" spc="-8">
                <a:latin typeface="Arial"/>
                <a:cs typeface="Arial"/>
              </a:rPr>
              <a:t> </a:t>
            </a:r>
            <a:r>
              <a:rPr dirty="0" smtClean="0" sz="1850" spc="-8">
                <a:latin typeface="Arial"/>
                <a:cs typeface="Arial"/>
              </a:rPr>
              <a:t>1</a:t>
            </a:r>
            <a:r>
              <a:rPr dirty="0" smtClean="0" sz="1850" spc="-8">
                <a:latin typeface="Arial"/>
                <a:cs typeface="Arial"/>
              </a:rPr>
              <a:t>0</a:t>
            </a:r>
            <a:r>
              <a:rPr dirty="0" smtClean="0" sz="1850" spc="-8">
                <a:latin typeface="Arial"/>
                <a:cs typeface="Arial"/>
              </a:rPr>
              <a:t> </a:t>
            </a:r>
            <a:r>
              <a:rPr dirty="0" smtClean="0" sz="1850" spc="-8">
                <a:latin typeface="Arial"/>
                <a:cs typeface="Arial"/>
              </a:rPr>
              <a:t>M</a:t>
            </a:r>
            <a:r>
              <a:rPr dirty="0" smtClean="0" sz="1850" spc="-8">
                <a:latin typeface="Arial"/>
                <a:cs typeface="Arial"/>
              </a:rPr>
              <a:t>H</a:t>
            </a:r>
            <a:r>
              <a:rPr dirty="0" smtClean="0" sz="1850" spc="-8">
                <a:latin typeface="Arial"/>
                <a:cs typeface="Arial"/>
              </a:rPr>
              <a:t>z</a:t>
            </a:r>
            <a:r>
              <a:rPr dirty="0" smtClean="0" sz="1850" spc="-8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 marR="35212">
              <a:lnSpc>
                <a:spcPts val="2110"/>
              </a:lnSpc>
              <a:spcBef>
                <a:spcPts val="105"/>
              </a:spcBef>
            </a:pPr>
            <a:r>
              <a:rPr dirty="0" smtClean="0" sz="1850" spc="-8">
                <a:latin typeface="Arial"/>
                <a:cs typeface="Arial"/>
              </a:rPr>
              <a:t>=</a:t>
            </a:r>
            <a:r>
              <a:rPr dirty="0" smtClean="0" sz="1850" spc="-8">
                <a:latin typeface="Arial"/>
                <a:cs typeface="Arial"/>
              </a:rPr>
              <a:t> </a:t>
            </a:r>
            <a:r>
              <a:rPr dirty="0" smtClean="0" sz="1850" spc="-8">
                <a:latin typeface="Arial"/>
                <a:cs typeface="Arial"/>
              </a:rPr>
              <a:t>2</a:t>
            </a:r>
            <a:r>
              <a:rPr dirty="0" smtClean="0" sz="1850" spc="-8">
                <a:latin typeface="Arial"/>
                <a:cs typeface="Arial"/>
              </a:rPr>
              <a:t>5</a:t>
            </a:r>
            <a:r>
              <a:rPr dirty="0" smtClean="0" sz="1850" spc="-8">
                <a:latin typeface="Arial"/>
                <a:cs typeface="Arial"/>
              </a:rPr>
              <a:t> </a:t>
            </a:r>
            <a:r>
              <a:rPr dirty="0" smtClean="0" sz="1850" spc="-8">
                <a:latin typeface="Arial"/>
                <a:cs typeface="Arial"/>
              </a:rPr>
              <a:t>KHz</a:t>
            </a:r>
            <a:endParaRPr sz="1850">
              <a:latin typeface="Arial"/>
              <a:cs typeface="Arial"/>
            </a:endParaRPr>
          </a:p>
          <a:p>
            <a:pPr marL="12700" marR="35212">
              <a:lnSpc>
                <a:spcPct val="95825"/>
              </a:lnSpc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35270" y="2106734"/>
            <a:ext cx="1323060" cy="204216"/>
          </a:xfrm>
          <a:prstGeom prst="rect">
            <a:avLst/>
          </a:prstGeom>
        </p:spPr>
        <p:txBody>
          <a:bodyPr wrap="square" lIns="0" tIns="9747" rIns="0" bIns="0" rtlCol="0">
            <a:noAutofit/>
          </a:bodyPr>
          <a:lstStyle/>
          <a:p>
            <a:pPr marL="12700">
              <a:lnSpc>
                <a:spcPts val="1535"/>
              </a:lnSpc>
            </a:pPr>
            <a:r>
              <a:rPr dirty="0" smtClean="0" sz="1400" spc="9">
                <a:latin typeface="Times New Roman"/>
                <a:cs typeface="Times New Roman"/>
              </a:rPr>
              <a:t>U</a:t>
            </a:r>
            <a:r>
              <a:rPr dirty="0" smtClean="0" sz="1400" spc="-9">
                <a:latin typeface="Times New Roman"/>
                <a:cs typeface="Times New Roman"/>
              </a:rPr>
              <a:t>/</a:t>
            </a:r>
            <a:r>
              <a:rPr dirty="0" smtClean="0" sz="1400" spc="0">
                <a:latin typeface="Times New Roman"/>
                <a:cs typeface="Times New Roman"/>
              </a:rPr>
              <a:t>L</a:t>
            </a:r>
            <a:r>
              <a:rPr dirty="0" smtClean="0" sz="1400" spc="0">
                <a:latin typeface="Times New Roman"/>
                <a:cs typeface="Times New Roman"/>
              </a:rPr>
              <a:t>     </a:t>
            </a:r>
            <a:r>
              <a:rPr dirty="0" smtClean="0" sz="1400" spc="309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453</a:t>
            </a:r>
            <a:r>
              <a:rPr dirty="0" smtClean="0" sz="1400" spc="9">
                <a:latin typeface="Times New Roman"/>
                <a:cs typeface="Times New Roman"/>
              </a:rPr>
              <a:t> </a:t>
            </a:r>
            <a:r>
              <a:rPr dirty="0" smtClean="0" sz="1400" spc="-4">
                <a:latin typeface="Times New Roman"/>
                <a:cs typeface="Times New Roman"/>
              </a:rPr>
              <a:t>M</a:t>
            </a:r>
            <a:r>
              <a:rPr dirty="0" smtClean="0" sz="1400" spc="9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33791" y="2105589"/>
            <a:ext cx="862374" cy="2035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457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5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5270" y="2506147"/>
            <a:ext cx="1323098" cy="204471"/>
          </a:xfrm>
          <a:prstGeom prst="rect">
            <a:avLst/>
          </a:prstGeom>
        </p:spPr>
        <p:txBody>
          <a:bodyPr wrap="square" lIns="0" tIns="9779" rIns="0" bIns="0" rtlCol="0">
            <a:noAutofit/>
          </a:bodyPr>
          <a:lstStyle/>
          <a:p>
            <a:pPr marL="12700">
              <a:lnSpc>
                <a:spcPts val="1540"/>
              </a:lnSpc>
            </a:pPr>
            <a:r>
              <a:rPr dirty="0" smtClean="0" sz="1400" spc="9">
                <a:latin typeface="Times New Roman"/>
                <a:cs typeface="Times New Roman"/>
              </a:rPr>
              <a:t>D</a:t>
            </a:r>
            <a:r>
              <a:rPr dirty="0" smtClean="0" sz="1400" spc="-9">
                <a:latin typeface="Times New Roman"/>
                <a:cs typeface="Times New Roman"/>
              </a:rPr>
              <a:t>/</a:t>
            </a:r>
            <a:r>
              <a:rPr dirty="0" smtClean="0" sz="1400" spc="0">
                <a:latin typeface="Times New Roman"/>
                <a:cs typeface="Times New Roman"/>
              </a:rPr>
              <a:t>L</a:t>
            </a:r>
            <a:r>
              <a:rPr dirty="0" smtClean="0" sz="1400" spc="0">
                <a:latin typeface="Times New Roman"/>
                <a:cs typeface="Times New Roman"/>
              </a:rPr>
              <a:t>     </a:t>
            </a:r>
            <a:r>
              <a:rPr dirty="0" smtClean="0" sz="1400" spc="309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463</a:t>
            </a:r>
            <a:r>
              <a:rPr dirty="0" smtClean="0" sz="1400" spc="9">
                <a:latin typeface="Times New Roman"/>
                <a:cs typeface="Times New Roman"/>
              </a:rPr>
              <a:t> </a:t>
            </a:r>
            <a:r>
              <a:rPr dirty="0" smtClean="0" sz="1400" spc="-4">
                <a:latin typeface="Times New Roman"/>
                <a:cs typeface="Times New Roman"/>
              </a:rPr>
              <a:t>M</a:t>
            </a:r>
            <a:r>
              <a:rPr dirty="0" smtClean="0" sz="1400" spc="9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33791" y="2504879"/>
            <a:ext cx="8623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Times New Roman"/>
                <a:cs typeface="Times New Roman"/>
              </a:rPr>
              <a:t>467</a:t>
            </a:r>
            <a:r>
              <a:rPr dirty="0" smtClean="0" sz="1400" spc="0">
                <a:latin typeface="Times New Roman"/>
                <a:cs typeface="Times New Roman"/>
              </a:rPr>
              <a:t>,</a:t>
            </a:r>
            <a:r>
              <a:rPr dirty="0" smtClean="0" sz="1400" spc="0">
                <a:latin typeface="Times New Roman"/>
                <a:cs typeface="Times New Roman"/>
              </a:rPr>
              <a:t>5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39966" y="2926519"/>
            <a:ext cx="775893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-2" b="1">
                <a:latin typeface="Times New Roman"/>
                <a:cs typeface="Times New Roman"/>
              </a:rPr>
              <a:t>N</a:t>
            </a:r>
            <a:r>
              <a:rPr dirty="0" smtClean="0" sz="1400" spc="-2" b="1">
                <a:latin typeface="Times New Roman"/>
                <a:cs typeface="Times New Roman"/>
              </a:rPr>
              <a:t>MT</a:t>
            </a:r>
            <a:r>
              <a:rPr dirty="0" smtClean="0" sz="1400" spc="-2" b="1">
                <a:latin typeface="Times New Roman"/>
                <a:cs typeface="Times New Roman"/>
              </a:rPr>
              <a:t> </a:t>
            </a:r>
            <a:r>
              <a:rPr dirty="0" smtClean="0" sz="1400" spc="-2" b="1">
                <a:latin typeface="Times New Roman"/>
                <a:cs typeface="Times New Roman"/>
              </a:rPr>
              <a:t>900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3100" y="2983598"/>
            <a:ext cx="3624961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900" spc="8" b="1">
                <a:latin typeface="Arial"/>
                <a:cs typeface="Arial"/>
              </a:rPr>
              <a:t>U</a:t>
            </a:r>
            <a:r>
              <a:rPr dirty="0" smtClean="0" sz="1900" spc="8" b="1">
                <a:latin typeface="Arial"/>
                <a:cs typeface="Arial"/>
              </a:rPr>
              <a:t>n</a:t>
            </a:r>
            <a:r>
              <a:rPr dirty="0" smtClean="0" sz="1900" spc="8" b="1">
                <a:latin typeface="Arial"/>
                <a:cs typeface="Arial"/>
              </a:rPr>
              <a:t>t</a:t>
            </a:r>
            <a:r>
              <a:rPr dirty="0" smtClean="0" sz="1900" spc="8" b="1">
                <a:latin typeface="Arial"/>
                <a:cs typeface="Arial"/>
              </a:rPr>
              <a:t>u</a:t>
            </a:r>
            <a:r>
              <a:rPr dirty="0" smtClean="0" sz="1900" spc="8" b="1">
                <a:latin typeface="Arial"/>
                <a:cs typeface="Arial"/>
              </a:rPr>
              <a:t>k</a:t>
            </a:r>
            <a:r>
              <a:rPr dirty="0" smtClean="0" sz="1900" spc="8" b="1">
                <a:latin typeface="Arial"/>
                <a:cs typeface="Arial"/>
              </a:rPr>
              <a:t> </a:t>
            </a:r>
            <a:r>
              <a:rPr dirty="0" smtClean="0" sz="1900" spc="8" b="1">
                <a:latin typeface="Arial"/>
                <a:cs typeface="Arial"/>
              </a:rPr>
              <a:t>N</a:t>
            </a:r>
            <a:r>
              <a:rPr dirty="0" smtClean="0" sz="1900" spc="8" b="1">
                <a:latin typeface="Arial"/>
                <a:cs typeface="Arial"/>
              </a:rPr>
              <a:t>M</a:t>
            </a:r>
            <a:r>
              <a:rPr dirty="0" smtClean="0" sz="1900" spc="8" b="1">
                <a:latin typeface="Arial"/>
                <a:cs typeface="Arial"/>
              </a:rPr>
              <a:t>T</a:t>
            </a:r>
            <a:r>
              <a:rPr dirty="0" smtClean="0" sz="1900" spc="8" b="1">
                <a:latin typeface="Arial"/>
                <a:cs typeface="Arial"/>
              </a:rPr>
              <a:t> </a:t>
            </a:r>
            <a:r>
              <a:rPr dirty="0" smtClean="0" sz="1900" spc="8" b="1">
                <a:latin typeface="Arial"/>
                <a:cs typeface="Arial"/>
              </a:rPr>
              <a:t>f</a:t>
            </a:r>
            <a:r>
              <a:rPr dirty="0" smtClean="0" sz="1900" spc="8" b="1">
                <a:latin typeface="Arial"/>
                <a:cs typeface="Arial"/>
              </a:rPr>
              <a:t>r</a:t>
            </a:r>
            <a:r>
              <a:rPr dirty="0" smtClean="0" sz="1900" spc="8" b="1">
                <a:latin typeface="Arial"/>
                <a:cs typeface="Arial"/>
              </a:rPr>
              <a:t>e</a:t>
            </a:r>
            <a:r>
              <a:rPr dirty="0" smtClean="0" sz="1900" spc="8" b="1">
                <a:latin typeface="Arial"/>
                <a:cs typeface="Arial"/>
              </a:rPr>
              <a:t>k</a:t>
            </a:r>
            <a:r>
              <a:rPr dirty="0" smtClean="0" sz="1900" spc="8" b="1">
                <a:latin typeface="Arial"/>
                <a:cs typeface="Arial"/>
              </a:rPr>
              <a:t>u</a:t>
            </a:r>
            <a:r>
              <a:rPr dirty="0" smtClean="0" sz="1900" spc="8" b="1">
                <a:latin typeface="Arial"/>
                <a:cs typeface="Arial"/>
              </a:rPr>
              <a:t>e</a:t>
            </a:r>
            <a:r>
              <a:rPr dirty="0" smtClean="0" sz="1900" spc="8" b="1">
                <a:latin typeface="Arial"/>
                <a:cs typeface="Arial"/>
              </a:rPr>
              <a:t>n</a:t>
            </a:r>
            <a:r>
              <a:rPr dirty="0" smtClean="0" sz="1900" spc="8" b="1">
                <a:latin typeface="Arial"/>
                <a:cs typeface="Arial"/>
              </a:rPr>
              <a:t>s</a:t>
            </a:r>
            <a:r>
              <a:rPr dirty="0" smtClean="0" sz="1900" spc="8" b="1">
                <a:latin typeface="Arial"/>
                <a:cs typeface="Arial"/>
              </a:rPr>
              <a:t>i</a:t>
            </a:r>
            <a:r>
              <a:rPr dirty="0" smtClean="0" sz="1900" spc="8" b="1">
                <a:latin typeface="Arial"/>
                <a:cs typeface="Arial"/>
              </a:rPr>
              <a:t> </a:t>
            </a:r>
            <a:r>
              <a:rPr dirty="0" smtClean="0" sz="1900" spc="8" b="1">
                <a:latin typeface="Arial"/>
                <a:cs typeface="Arial"/>
              </a:rPr>
              <a:t>9</a:t>
            </a:r>
            <a:r>
              <a:rPr dirty="0" smtClean="0" sz="1900" spc="8" b="1">
                <a:latin typeface="Arial"/>
                <a:cs typeface="Arial"/>
              </a:rPr>
              <a:t>0</a:t>
            </a:r>
            <a:r>
              <a:rPr dirty="0" smtClean="0" sz="1900" spc="8" b="1">
                <a:latin typeface="Arial"/>
                <a:cs typeface="Arial"/>
              </a:rPr>
              <a:t>0</a:t>
            </a:r>
            <a:r>
              <a:rPr dirty="0" smtClean="0" sz="1900" spc="8" b="1">
                <a:latin typeface="Arial"/>
                <a:cs typeface="Arial"/>
              </a:rPr>
              <a:t> </a:t>
            </a:r>
            <a:r>
              <a:rPr dirty="0" smtClean="0" sz="1900" spc="8" b="1">
                <a:latin typeface="Arial"/>
                <a:cs typeface="Arial"/>
              </a:rPr>
              <a:t>M</a:t>
            </a:r>
            <a:r>
              <a:rPr dirty="0" smtClean="0" sz="1900" spc="8" b="1">
                <a:latin typeface="Arial"/>
                <a:cs typeface="Arial"/>
              </a:rPr>
              <a:t>H</a:t>
            </a:r>
            <a:r>
              <a:rPr dirty="0" smtClean="0" sz="1900" spc="8" b="1">
                <a:latin typeface="Arial"/>
                <a:cs typeface="Arial"/>
              </a:rPr>
              <a:t>z</a:t>
            </a:r>
            <a:r>
              <a:rPr dirty="0" smtClean="0" sz="1900" spc="8">
                <a:latin typeface="Arial"/>
                <a:cs typeface="Arial"/>
              </a:rPr>
              <a:t>,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0444" y="3259212"/>
            <a:ext cx="2134262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225">
                <a:latin typeface="Times New Roman"/>
                <a:cs typeface="Times New Roman"/>
              </a:rPr>
              <a:t> </a:t>
            </a:r>
            <a:r>
              <a:rPr dirty="0" smtClean="0" sz="1900" spc="20">
                <a:latin typeface="Arial"/>
                <a:cs typeface="Arial"/>
              </a:rPr>
              <a:t>C</a:t>
            </a:r>
            <a:r>
              <a:rPr dirty="0" smtClean="0" sz="1900" spc="5">
                <a:latin typeface="Arial"/>
                <a:cs typeface="Arial"/>
              </a:rPr>
              <a:t>h</a:t>
            </a:r>
            <a:r>
              <a:rPr dirty="0" smtClean="0" sz="1900" spc="5">
                <a:latin typeface="Arial"/>
                <a:cs typeface="Arial"/>
              </a:rPr>
              <a:t>a</a:t>
            </a:r>
            <a:r>
              <a:rPr dirty="0" smtClean="0" sz="1900" spc="5">
                <a:latin typeface="Arial"/>
                <a:cs typeface="Arial"/>
              </a:rPr>
              <a:t>n</a:t>
            </a:r>
            <a:r>
              <a:rPr dirty="0" smtClean="0" sz="1900" spc="5">
                <a:latin typeface="Arial"/>
                <a:cs typeface="Arial"/>
              </a:rPr>
              <a:t>n</a:t>
            </a:r>
            <a:r>
              <a:rPr dirty="0" smtClean="0" sz="1900" spc="5">
                <a:latin typeface="Arial"/>
                <a:cs typeface="Arial"/>
              </a:rPr>
              <a:t>e</a:t>
            </a:r>
            <a:r>
              <a:rPr dirty="0" smtClean="0" sz="1900" spc="11">
                <a:latin typeface="Arial"/>
                <a:cs typeface="Arial"/>
              </a:rPr>
              <a:t>l</a:t>
            </a:r>
            <a:r>
              <a:rPr dirty="0" smtClean="0" sz="1900" spc="0">
                <a:latin typeface="Arial"/>
                <a:cs typeface="Arial"/>
              </a:rPr>
              <a:t> </a:t>
            </a:r>
            <a:r>
              <a:rPr dirty="0" smtClean="0" sz="1900" spc="8">
                <a:latin typeface="Arial"/>
                <a:cs typeface="Arial"/>
              </a:rPr>
              <a:t>s</a:t>
            </a:r>
            <a:r>
              <a:rPr dirty="0" smtClean="0" sz="1900" spc="5">
                <a:latin typeface="Arial"/>
                <a:cs typeface="Arial"/>
              </a:rPr>
              <a:t>p</a:t>
            </a:r>
            <a:r>
              <a:rPr dirty="0" smtClean="0" sz="1900" spc="5">
                <a:latin typeface="Arial"/>
                <a:cs typeface="Arial"/>
              </a:rPr>
              <a:t>a</a:t>
            </a:r>
            <a:r>
              <a:rPr dirty="0" smtClean="0" sz="1900" spc="8">
                <a:latin typeface="Arial"/>
                <a:cs typeface="Arial"/>
              </a:rPr>
              <a:t>c</a:t>
            </a:r>
            <a:r>
              <a:rPr dirty="0" smtClean="0" sz="1900" spc="-12">
                <a:latin typeface="Arial"/>
                <a:cs typeface="Arial"/>
              </a:rPr>
              <a:t>i</a:t>
            </a:r>
            <a:r>
              <a:rPr dirty="0" smtClean="0" sz="1900" spc="5">
                <a:latin typeface="Arial"/>
                <a:cs typeface="Arial"/>
              </a:rPr>
              <a:t>n</a:t>
            </a:r>
            <a:r>
              <a:rPr dirty="0" smtClean="0" sz="1900" spc="30">
                <a:latin typeface="Arial"/>
                <a:cs typeface="Arial"/>
              </a:rPr>
              <a:t>g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3089" y="3259212"/>
            <a:ext cx="207697" cy="545193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900" spc="32">
                <a:latin typeface="Arial"/>
                <a:cs typeface="Arial"/>
              </a:rPr>
              <a:t>=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900" spc="32">
                <a:latin typeface="Arial"/>
                <a:cs typeface="Arial"/>
              </a:rPr>
              <a:t>=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91228" y="3259212"/>
            <a:ext cx="905446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900" spc="9">
                <a:latin typeface="Arial"/>
                <a:cs typeface="Arial"/>
              </a:rPr>
              <a:t>4</a:t>
            </a:r>
            <a:r>
              <a:rPr dirty="0" smtClean="0" sz="1900" spc="9">
                <a:latin typeface="Arial"/>
                <a:cs typeface="Arial"/>
              </a:rPr>
              <a:t>5</a:t>
            </a:r>
            <a:r>
              <a:rPr dirty="0" smtClean="0" sz="1900" spc="9">
                <a:latin typeface="Arial"/>
                <a:cs typeface="Arial"/>
              </a:rPr>
              <a:t> </a:t>
            </a:r>
            <a:r>
              <a:rPr dirty="0" smtClean="0" sz="1900" spc="9">
                <a:latin typeface="Arial"/>
                <a:cs typeface="Arial"/>
              </a:rPr>
              <a:t>M</a:t>
            </a:r>
            <a:r>
              <a:rPr dirty="0" smtClean="0" sz="1900" spc="9">
                <a:latin typeface="Arial"/>
                <a:cs typeface="Arial"/>
              </a:rPr>
              <a:t>H</a:t>
            </a:r>
            <a:r>
              <a:rPr dirty="0" smtClean="0" sz="1900" spc="9">
                <a:latin typeface="Arial"/>
                <a:cs typeface="Arial"/>
              </a:rPr>
              <a:t>z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0715" y="3537717"/>
            <a:ext cx="1736396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200" spc="0">
                <a:latin typeface="Symbol"/>
                <a:cs typeface="Symbol"/>
              </a:rPr>
              <a:t></a:t>
            </a:r>
            <a:r>
              <a:rPr dirty="0" smtClean="0" sz="1200" spc="0">
                <a:latin typeface="Times New Roman"/>
                <a:cs typeface="Times New Roman"/>
              </a:rPr>
              <a:t>   </a:t>
            </a:r>
            <a:r>
              <a:rPr dirty="0" smtClean="0" sz="1200" spc="229">
                <a:latin typeface="Times New Roman"/>
                <a:cs typeface="Times New Roman"/>
              </a:rPr>
              <a:t> </a:t>
            </a:r>
            <a:r>
              <a:rPr dirty="0" smtClean="0" sz="1900" spc="16">
                <a:latin typeface="Arial"/>
                <a:cs typeface="Arial"/>
              </a:rPr>
              <a:t>B</a:t>
            </a:r>
            <a:r>
              <a:rPr dirty="0" smtClean="0" sz="1900" spc="5">
                <a:latin typeface="Arial"/>
                <a:cs typeface="Arial"/>
              </a:rPr>
              <a:t>a</a:t>
            </a:r>
            <a:r>
              <a:rPr dirty="0" smtClean="0" sz="1900" spc="5">
                <a:latin typeface="Arial"/>
                <a:cs typeface="Arial"/>
              </a:rPr>
              <a:t>n</a:t>
            </a:r>
            <a:r>
              <a:rPr dirty="0" smtClean="0" sz="1900" spc="-33">
                <a:latin typeface="Arial"/>
                <a:cs typeface="Arial"/>
              </a:rPr>
              <a:t>w</a:t>
            </a:r>
            <a:r>
              <a:rPr dirty="0" smtClean="0" sz="1900" spc="11">
                <a:latin typeface="Arial"/>
                <a:cs typeface="Arial"/>
              </a:rPr>
              <a:t>i</a:t>
            </a:r>
            <a:r>
              <a:rPr dirty="0" smtClean="0" sz="1900" spc="11">
                <a:latin typeface="Arial"/>
                <a:cs typeface="Arial"/>
              </a:rPr>
              <a:t>d</a:t>
            </a:r>
            <a:r>
              <a:rPr dirty="0" smtClean="0" sz="1900" spc="-3">
                <a:latin typeface="Arial"/>
                <a:cs typeface="Arial"/>
              </a:rPr>
              <a:t>t</a:t>
            </a:r>
            <a:r>
              <a:rPr dirty="0" smtClean="0" sz="1900" spc="30">
                <a:latin typeface="Arial"/>
                <a:cs typeface="Arial"/>
              </a:rPr>
              <a:t>h</a:t>
            </a:r>
            <a:r>
              <a:rPr dirty="0" smtClean="0" sz="1900" spc="-29">
                <a:latin typeface="Arial"/>
                <a:cs typeface="Arial"/>
              </a:rPr>
              <a:t> </a:t>
            </a:r>
            <a:r>
              <a:rPr dirty="0" smtClean="0" sz="1900" spc="5">
                <a:latin typeface="Arial"/>
                <a:cs typeface="Arial"/>
              </a:rPr>
              <a:t>p</a:t>
            </a:r>
            <a:r>
              <a:rPr dirty="0" smtClean="0" sz="1900" spc="25">
                <a:latin typeface="Arial"/>
                <a:cs typeface="Arial"/>
              </a:rPr>
              <a:t>er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9314" y="3537717"/>
            <a:ext cx="919956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900" spc="7">
                <a:latin typeface="Arial"/>
                <a:cs typeface="Arial"/>
              </a:rPr>
              <a:t>c</a:t>
            </a:r>
            <a:r>
              <a:rPr dirty="0" smtClean="0" sz="1900" spc="7">
                <a:latin typeface="Arial"/>
                <a:cs typeface="Arial"/>
              </a:rPr>
              <a:t>h</a:t>
            </a:r>
            <a:r>
              <a:rPr dirty="0" smtClean="0" sz="1900" spc="7">
                <a:latin typeface="Arial"/>
                <a:cs typeface="Arial"/>
              </a:rPr>
              <a:t>a</a:t>
            </a:r>
            <a:r>
              <a:rPr dirty="0" smtClean="0" sz="1900" spc="7">
                <a:latin typeface="Arial"/>
                <a:cs typeface="Arial"/>
              </a:rPr>
              <a:t>n</a:t>
            </a:r>
            <a:r>
              <a:rPr dirty="0" smtClean="0" sz="1900" spc="7">
                <a:latin typeface="Arial"/>
                <a:cs typeface="Arial"/>
              </a:rPr>
              <a:t>n</a:t>
            </a:r>
            <a:r>
              <a:rPr dirty="0" smtClean="0" sz="1900" spc="7">
                <a:latin typeface="Arial"/>
                <a:cs typeface="Arial"/>
              </a:rPr>
              <a:t>e</a:t>
            </a:r>
            <a:r>
              <a:rPr dirty="0" smtClean="0" sz="1900" spc="7">
                <a:latin typeface="Arial"/>
                <a:cs typeface="Arial"/>
              </a:rPr>
              <a:t>l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1228" y="3537717"/>
            <a:ext cx="333584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900" spc="5">
                <a:latin typeface="Arial"/>
                <a:cs typeface="Arial"/>
              </a:rPr>
              <a:t>25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9868" y="3537717"/>
            <a:ext cx="526229" cy="266688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dirty="0" smtClean="0" sz="1900" spc="15">
                <a:latin typeface="Arial"/>
                <a:cs typeface="Arial"/>
              </a:rPr>
              <a:t>KHz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1870" y="4215569"/>
            <a:ext cx="33832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U</a:t>
            </a:r>
            <a:r>
              <a:rPr dirty="0" smtClean="0" sz="1400">
                <a:latin typeface="Times New Roman"/>
                <a:cs typeface="Times New Roman"/>
              </a:rPr>
              <a:t>/</a:t>
            </a:r>
            <a:r>
              <a:rPr dirty="0" smtClean="0" sz="140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2021" y="4217474"/>
            <a:ext cx="73019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2">
                <a:latin typeface="Times New Roman"/>
                <a:cs typeface="Times New Roman"/>
              </a:rPr>
              <a:t>890</a:t>
            </a:r>
            <a:r>
              <a:rPr dirty="0" smtClean="0" sz="1400" spc="2">
                <a:latin typeface="Times New Roman"/>
                <a:cs typeface="Times New Roman"/>
              </a:rPr>
              <a:t> </a:t>
            </a:r>
            <a:r>
              <a:rPr dirty="0" smtClean="0" sz="1400" spc="2">
                <a:latin typeface="Times New Roman"/>
                <a:cs typeface="Times New Roman"/>
              </a:rPr>
              <a:t>M</a:t>
            </a:r>
            <a:r>
              <a:rPr dirty="0" smtClean="0" sz="1400" spc="2">
                <a:latin typeface="Times New Roman"/>
                <a:cs typeface="Times New Roman"/>
              </a:rPr>
              <a:t>H</a:t>
            </a:r>
            <a:r>
              <a:rPr dirty="0" smtClean="0" sz="1400" spc="2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0915" y="4217474"/>
            <a:ext cx="73019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2">
                <a:latin typeface="Times New Roman"/>
                <a:cs typeface="Times New Roman"/>
              </a:rPr>
              <a:t>915</a:t>
            </a:r>
            <a:r>
              <a:rPr dirty="0" smtClean="0" sz="1400" spc="2">
                <a:latin typeface="Times New Roman"/>
                <a:cs typeface="Times New Roman"/>
              </a:rPr>
              <a:t> </a:t>
            </a:r>
            <a:r>
              <a:rPr dirty="0" smtClean="0" sz="1400" spc="2">
                <a:latin typeface="Times New Roman"/>
                <a:cs typeface="Times New Roman"/>
              </a:rPr>
              <a:t>M</a:t>
            </a:r>
            <a:r>
              <a:rPr dirty="0" smtClean="0" sz="1400" spc="2">
                <a:latin typeface="Times New Roman"/>
                <a:cs typeface="Times New Roman"/>
              </a:rPr>
              <a:t>H</a:t>
            </a:r>
            <a:r>
              <a:rPr dirty="0" smtClean="0" sz="1400" spc="2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1870" y="4767384"/>
            <a:ext cx="33832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D</a:t>
            </a:r>
            <a:r>
              <a:rPr dirty="0" smtClean="0" sz="1400">
                <a:latin typeface="Times New Roman"/>
                <a:cs typeface="Times New Roman"/>
              </a:rPr>
              <a:t>/</a:t>
            </a:r>
            <a:r>
              <a:rPr dirty="0" smtClean="0" sz="1400"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2021" y="4769289"/>
            <a:ext cx="73019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2">
                <a:latin typeface="Times New Roman"/>
                <a:cs typeface="Times New Roman"/>
              </a:rPr>
              <a:t>935</a:t>
            </a:r>
            <a:r>
              <a:rPr dirty="0" smtClean="0" sz="1400" spc="2">
                <a:latin typeface="Times New Roman"/>
                <a:cs typeface="Times New Roman"/>
              </a:rPr>
              <a:t> </a:t>
            </a:r>
            <a:r>
              <a:rPr dirty="0" smtClean="0" sz="1400" spc="2">
                <a:latin typeface="Times New Roman"/>
                <a:cs typeface="Times New Roman"/>
              </a:rPr>
              <a:t>M</a:t>
            </a:r>
            <a:r>
              <a:rPr dirty="0" smtClean="0" sz="1400" spc="2">
                <a:latin typeface="Times New Roman"/>
                <a:cs typeface="Times New Roman"/>
              </a:rPr>
              <a:t>H</a:t>
            </a:r>
            <a:r>
              <a:rPr dirty="0" smtClean="0" sz="1400" spc="2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90915" y="4769289"/>
            <a:ext cx="73019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2">
                <a:latin typeface="Times New Roman"/>
                <a:cs typeface="Times New Roman"/>
              </a:rPr>
              <a:t>960</a:t>
            </a:r>
            <a:r>
              <a:rPr dirty="0" smtClean="0" sz="1400" spc="2">
                <a:latin typeface="Times New Roman"/>
                <a:cs typeface="Times New Roman"/>
              </a:rPr>
              <a:t> </a:t>
            </a:r>
            <a:r>
              <a:rPr dirty="0" smtClean="0" sz="1400" spc="2">
                <a:latin typeface="Times New Roman"/>
                <a:cs typeface="Times New Roman"/>
              </a:rPr>
              <a:t>M</a:t>
            </a:r>
            <a:r>
              <a:rPr dirty="0" smtClean="0" sz="1400" spc="2">
                <a:latin typeface="Times New Roman"/>
                <a:cs typeface="Times New Roman"/>
              </a:rPr>
              <a:t>H</a:t>
            </a:r>
            <a:r>
              <a:rPr dirty="0" smtClean="0" sz="1400" spc="2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43720" y="6472848"/>
            <a:ext cx="349304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4" b="1">
                <a:latin typeface="Georgia"/>
                <a:cs typeface="Georgia"/>
              </a:rPr>
              <a:t>39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6580" y="3266440"/>
            <a:ext cx="3111500" cy="365760"/>
          </a:xfrm>
          <a:prstGeom prst="rect">
            <a:avLst/>
          </a:prstGeom>
        </p:spPr>
        <p:txBody>
          <a:bodyPr wrap="square" lIns="0" tIns="20955" rIns="0" bIns="0" rtlCol="0">
            <a:noAutofit/>
          </a:bodyPr>
          <a:lstStyle/>
          <a:p>
            <a:pPr marL="1286763" marR="1282649" algn="ctr">
              <a:lnSpc>
                <a:spcPct val="95825"/>
              </a:lnSpc>
            </a:pPr>
            <a:r>
              <a:rPr dirty="0" smtClean="0" sz="1400" spc="1" b="1">
                <a:latin typeface="Times New Roman"/>
                <a:cs typeface="Times New Roman"/>
              </a:rPr>
              <a:t>999</a:t>
            </a:r>
            <a:r>
              <a:rPr dirty="0" smtClean="0" sz="1400" spc="1" b="1">
                <a:latin typeface="Times New Roman"/>
                <a:cs typeface="Times New Roman"/>
              </a:rPr>
              <a:t> </a:t>
            </a:r>
            <a:r>
              <a:rPr dirty="0" smtClean="0" sz="1400" spc="1" b="1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7900" y="1602740"/>
            <a:ext cx="2636520" cy="398779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1049020" marR="1045413" algn="ctr">
              <a:lnSpc>
                <a:spcPct val="95825"/>
              </a:lnSpc>
            </a:pPr>
            <a:r>
              <a:rPr dirty="0" smtClean="0" sz="1400" spc="1" b="1">
                <a:latin typeface="Times New Roman"/>
                <a:cs typeface="Times New Roman"/>
              </a:rPr>
              <a:t>180</a:t>
            </a:r>
            <a:r>
              <a:rPr dirty="0" smtClean="0" sz="1400" spc="1" b="1">
                <a:latin typeface="Times New Roman"/>
                <a:cs typeface="Times New Roman"/>
              </a:rPr>
              <a:t> </a:t>
            </a:r>
            <a:r>
              <a:rPr dirty="0" smtClean="0" sz="1400" spc="1" b="1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1000" y="836517"/>
            <a:ext cx="6606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558496" y="836517"/>
            <a:ext cx="625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362641" y="836517"/>
            <a:ext cx="625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494407" y="4271044"/>
            <a:ext cx="18761" cy="6352"/>
          </a:xfrm>
          <a:custGeom>
            <a:avLst/>
            <a:gdLst/>
            <a:ahLst/>
            <a:cxnLst/>
            <a:rect l="l" t="t" r="r" b="b"/>
            <a:pathLst>
              <a:path w="18761" h="6352">
                <a:moveTo>
                  <a:pt x="18761" y="0"/>
                </a:moveTo>
                <a:lnTo>
                  <a:pt x="0" y="981"/>
                </a:lnTo>
                <a:lnTo>
                  <a:pt x="8572" y="6352"/>
                </a:lnTo>
                <a:lnTo>
                  <a:pt x="187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2479040" y="4271010"/>
            <a:ext cx="69977" cy="45465"/>
          </a:xfrm>
          <a:custGeom>
            <a:avLst/>
            <a:gdLst/>
            <a:ahLst/>
            <a:cxnLst/>
            <a:rect l="l" t="t" r="r" b="b"/>
            <a:pathLst>
              <a:path w="69977" h="45465">
                <a:moveTo>
                  <a:pt x="59309" y="43560"/>
                </a:moveTo>
                <a:lnTo>
                  <a:pt x="62230" y="45465"/>
                </a:lnTo>
                <a:lnTo>
                  <a:pt x="66167" y="44576"/>
                </a:lnTo>
                <a:lnTo>
                  <a:pt x="68072" y="41528"/>
                </a:lnTo>
                <a:lnTo>
                  <a:pt x="69977" y="38607"/>
                </a:lnTo>
                <a:lnTo>
                  <a:pt x="69087" y="34670"/>
                </a:lnTo>
                <a:lnTo>
                  <a:pt x="66040" y="32765"/>
                </a:lnTo>
                <a:lnTo>
                  <a:pt x="34070" y="12734"/>
                </a:lnTo>
                <a:lnTo>
                  <a:pt x="11937" y="12700"/>
                </a:lnTo>
                <a:lnTo>
                  <a:pt x="34070" y="12734"/>
                </a:lnTo>
                <a:lnTo>
                  <a:pt x="15240" y="11810"/>
                </a:lnTo>
                <a:lnTo>
                  <a:pt x="11937" y="0"/>
                </a:lnTo>
                <a:lnTo>
                  <a:pt x="0" y="6350"/>
                </a:lnTo>
                <a:lnTo>
                  <a:pt x="59309" y="43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4047363" y="4240783"/>
            <a:ext cx="69976" cy="76200"/>
          </a:xfrm>
          <a:custGeom>
            <a:avLst/>
            <a:gdLst/>
            <a:ahLst/>
            <a:cxnLst/>
            <a:rect l="l" t="t" r="r" b="b"/>
            <a:pathLst>
              <a:path w="69976" h="76200">
                <a:moveTo>
                  <a:pt x="3810" y="889"/>
                </a:moveTo>
                <a:lnTo>
                  <a:pt x="1904" y="3937"/>
                </a:lnTo>
                <a:lnTo>
                  <a:pt x="0" y="6858"/>
                </a:lnTo>
                <a:lnTo>
                  <a:pt x="888" y="10795"/>
                </a:lnTo>
                <a:lnTo>
                  <a:pt x="3937" y="12700"/>
                </a:lnTo>
                <a:lnTo>
                  <a:pt x="35906" y="32731"/>
                </a:lnTo>
                <a:lnTo>
                  <a:pt x="58038" y="32766"/>
                </a:lnTo>
                <a:lnTo>
                  <a:pt x="58038" y="45466"/>
                </a:lnTo>
                <a:lnTo>
                  <a:pt x="10540" y="76200"/>
                </a:lnTo>
                <a:lnTo>
                  <a:pt x="69976" y="39116"/>
                </a:lnTo>
                <a:lnTo>
                  <a:pt x="10667" y="1905"/>
                </a:lnTo>
                <a:lnTo>
                  <a:pt x="7747" y="0"/>
                </a:lnTo>
                <a:lnTo>
                  <a:pt x="3810" y="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4083269" y="4273515"/>
            <a:ext cx="22132" cy="12734"/>
          </a:xfrm>
          <a:custGeom>
            <a:avLst/>
            <a:gdLst/>
            <a:ahLst/>
            <a:cxnLst/>
            <a:rect l="l" t="t" r="r" b="b"/>
            <a:pathLst>
              <a:path w="22132" h="12734">
                <a:moveTo>
                  <a:pt x="22132" y="34"/>
                </a:moveTo>
                <a:lnTo>
                  <a:pt x="0" y="0"/>
                </a:lnTo>
                <a:lnTo>
                  <a:pt x="18830" y="923"/>
                </a:lnTo>
                <a:lnTo>
                  <a:pt x="22132" y="12734"/>
                </a:lnTo>
                <a:lnTo>
                  <a:pt x="22132" y="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4083211" y="4279862"/>
            <a:ext cx="18761" cy="6352"/>
          </a:xfrm>
          <a:custGeom>
            <a:avLst/>
            <a:gdLst/>
            <a:ahLst/>
            <a:cxnLst/>
            <a:rect l="l" t="t" r="r" b="b"/>
            <a:pathLst>
              <a:path w="18761" h="6352">
                <a:moveTo>
                  <a:pt x="0" y="6352"/>
                </a:moveTo>
                <a:lnTo>
                  <a:pt x="18761" y="5371"/>
                </a:lnTo>
                <a:lnTo>
                  <a:pt x="10189" y="0"/>
                </a:lnTo>
                <a:lnTo>
                  <a:pt x="0" y="6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2479040" y="4238498"/>
            <a:ext cx="1626362" cy="80263"/>
          </a:xfrm>
          <a:custGeom>
            <a:avLst/>
            <a:gdLst/>
            <a:ahLst/>
            <a:cxnLst/>
            <a:rect l="l" t="t" r="r" b="b"/>
            <a:pathLst>
              <a:path w="1626362" h="80263">
                <a:moveTo>
                  <a:pt x="1570101" y="76453"/>
                </a:moveTo>
                <a:lnTo>
                  <a:pt x="1572006" y="79375"/>
                </a:lnTo>
                <a:lnTo>
                  <a:pt x="1575943" y="80263"/>
                </a:lnTo>
                <a:lnTo>
                  <a:pt x="1578864" y="78485"/>
                </a:lnTo>
                <a:lnTo>
                  <a:pt x="1626362" y="47751"/>
                </a:lnTo>
                <a:lnTo>
                  <a:pt x="1623060" y="35940"/>
                </a:lnTo>
                <a:lnTo>
                  <a:pt x="1604229" y="35017"/>
                </a:lnTo>
                <a:lnTo>
                  <a:pt x="34128" y="32546"/>
                </a:lnTo>
                <a:lnTo>
                  <a:pt x="23939" y="38899"/>
                </a:lnTo>
                <a:lnTo>
                  <a:pt x="15367" y="33527"/>
                </a:lnTo>
                <a:lnTo>
                  <a:pt x="34128" y="32546"/>
                </a:lnTo>
                <a:lnTo>
                  <a:pt x="66167" y="12572"/>
                </a:lnTo>
                <a:lnTo>
                  <a:pt x="69087" y="10794"/>
                </a:lnTo>
                <a:lnTo>
                  <a:pt x="69977" y="6857"/>
                </a:lnTo>
                <a:lnTo>
                  <a:pt x="68199" y="3809"/>
                </a:lnTo>
                <a:lnTo>
                  <a:pt x="66293" y="888"/>
                </a:lnTo>
                <a:lnTo>
                  <a:pt x="62357" y="0"/>
                </a:lnTo>
                <a:lnTo>
                  <a:pt x="59436" y="1777"/>
                </a:lnTo>
                <a:lnTo>
                  <a:pt x="0" y="38862"/>
                </a:lnTo>
                <a:lnTo>
                  <a:pt x="11937" y="32512"/>
                </a:lnTo>
                <a:lnTo>
                  <a:pt x="15240" y="44322"/>
                </a:lnTo>
                <a:lnTo>
                  <a:pt x="34070" y="45246"/>
                </a:lnTo>
                <a:lnTo>
                  <a:pt x="1604171" y="47717"/>
                </a:lnTo>
                <a:lnTo>
                  <a:pt x="1614360" y="41364"/>
                </a:lnTo>
                <a:lnTo>
                  <a:pt x="1622933" y="46735"/>
                </a:lnTo>
                <a:lnTo>
                  <a:pt x="1604171" y="47717"/>
                </a:lnTo>
                <a:lnTo>
                  <a:pt x="1572133" y="67690"/>
                </a:lnTo>
                <a:lnTo>
                  <a:pt x="1569212" y="69468"/>
                </a:lnTo>
                <a:lnTo>
                  <a:pt x="1568323" y="73406"/>
                </a:lnTo>
                <a:lnTo>
                  <a:pt x="1570101" y="764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117340" y="4356100"/>
            <a:ext cx="2539" cy="317500"/>
          </a:xfrm>
          <a:custGeom>
            <a:avLst/>
            <a:gdLst/>
            <a:ahLst/>
            <a:cxnLst/>
            <a:rect l="l" t="t" r="r" b="b"/>
            <a:pathLst>
              <a:path w="2539" h="317500">
                <a:moveTo>
                  <a:pt x="0" y="0"/>
                </a:moveTo>
                <a:lnTo>
                  <a:pt x="2539" y="31750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4117340" y="3723640"/>
            <a:ext cx="655320" cy="632460"/>
          </a:xfrm>
          <a:custGeom>
            <a:avLst/>
            <a:gdLst/>
            <a:ahLst/>
            <a:cxnLst/>
            <a:rect l="l" t="t" r="r" b="b"/>
            <a:pathLst>
              <a:path w="655320" h="632460">
                <a:moveTo>
                  <a:pt x="0" y="632460"/>
                </a:moveTo>
                <a:lnTo>
                  <a:pt x="655320" y="632460"/>
                </a:lnTo>
                <a:lnTo>
                  <a:pt x="655320" y="0"/>
                </a:lnTo>
                <a:lnTo>
                  <a:pt x="0" y="0"/>
                </a:lnTo>
                <a:lnTo>
                  <a:pt x="0" y="632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2479040" y="3726179"/>
            <a:ext cx="1638300" cy="629919"/>
          </a:xfrm>
          <a:custGeom>
            <a:avLst/>
            <a:gdLst/>
            <a:ahLst/>
            <a:cxnLst/>
            <a:rect l="l" t="t" r="r" b="b"/>
            <a:pathLst>
              <a:path w="1638300" h="629920">
                <a:moveTo>
                  <a:pt x="0" y="629920"/>
                </a:moveTo>
                <a:lnTo>
                  <a:pt x="1638300" y="629920"/>
                </a:lnTo>
                <a:lnTo>
                  <a:pt x="1638300" y="0"/>
                </a:lnTo>
                <a:lnTo>
                  <a:pt x="0" y="0"/>
                </a:lnTo>
                <a:lnTo>
                  <a:pt x="0" y="6299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4772660" y="4271044"/>
            <a:ext cx="1635760" cy="47751"/>
          </a:xfrm>
          <a:custGeom>
            <a:avLst/>
            <a:gdLst/>
            <a:ahLst/>
            <a:cxnLst/>
            <a:rect l="l" t="t" r="r" b="b"/>
            <a:pathLst>
              <a:path w="1635760" h="47751">
                <a:moveTo>
                  <a:pt x="34128" y="0"/>
                </a:moveTo>
                <a:lnTo>
                  <a:pt x="15366" y="981"/>
                </a:lnTo>
                <a:lnTo>
                  <a:pt x="23939" y="6352"/>
                </a:lnTo>
                <a:lnTo>
                  <a:pt x="34128" y="0"/>
                </a:lnTo>
                <a:close/>
              </a:path>
              <a:path w="1635760" h="47751">
                <a:moveTo>
                  <a:pt x="59309" y="43526"/>
                </a:moveTo>
                <a:lnTo>
                  <a:pt x="62229" y="45431"/>
                </a:lnTo>
                <a:lnTo>
                  <a:pt x="66166" y="44542"/>
                </a:lnTo>
                <a:lnTo>
                  <a:pt x="68072" y="41494"/>
                </a:lnTo>
                <a:lnTo>
                  <a:pt x="69976" y="38573"/>
                </a:lnTo>
                <a:lnTo>
                  <a:pt x="69087" y="34636"/>
                </a:lnTo>
                <a:lnTo>
                  <a:pt x="66039" y="32731"/>
                </a:lnTo>
                <a:lnTo>
                  <a:pt x="34070" y="12699"/>
                </a:lnTo>
                <a:lnTo>
                  <a:pt x="11937" y="12665"/>
                </a:lnTo>
                <a:lnTo>
                  <a:pt x="34070" y="12699"/>
                </a:lnTo>
                <a:lnTo>
                  <a:pt x="15239" y="11776"/>
                </a:lnTo>
                <a:lnTo>
                  <a:pt x="11937" y="-34"/>
                </a:lnTo>
                <a:lnTo>
                  <a:pt x="0" y="6315"/>
                </a:lnTo>
                <a:lnTo>
                  <a:pt x="59309" y="43526"/>
                </a:lnTo>
                <a:close/>
              </a:path>
              <a:path w="1635760" h="47751">
                <a:moveTo>
                  <a:pt x="1569592" y="-29371"/>
                </a:moveTo>
                <a:lnTo>
                  <a:pt x="1567688" y="-26323"/>
                </a:lnTo>
                <a:lnTo>
                  <a:pt x="1565782" y="-23402"/>
                </a:lnTo>
                <a:lnTo>
                  <a:pt x="1566672" y="-19465"/>
                </a:lnTo>
                <a:lnTo>
                  <a:pt x="1569719" y="-17560"/>
                </a:lnTo>
                <a:lnTo>
                  <a:pt x="1601689" y="2470"/>
                </a:lnTo>
                <a:lnTo>
                  <a:pt x="1623822" y="2505"/>
                </a:lnTo>
                <a:lnTo>
                  <a:pt x="1623822" y="15205"/>
                </a:lnTo>
                <a:lnTo>
                  <a:pt x="1576324" y="45939"/>
                </a:lnTo>
                <a:lnTo>
                  <a:pt x="1635760" y="8855"/>
                </a:lnTo>
                <a:lnTo>
                  <a:pt x="1576451" y="-28355"/>
                </a:lnTo>
                <a:lnTo>
                  <a:pt x="1573529" y="-30260"/>
                </a:lnTo>
                <a:lnTo>
                  <a:pt x="1569592" y="-29371"/>
                </a:lnTo>
                <a:close/>
              </a:path>
              <a:path w="1635760" h="47751">
                <a:moveTo>
                  <a:pt x="1623822" y="2505"/>
                </a:moveTo>
                <a:lnTo>
                  <a:pt x="1601689" y="2470"/>
                </a:lnTo>
                <a:lnTo>
                  <a:pt x="1620519" y="3394"/>
                </a:lnTo>
                <a:lnTo>
                  <a:pt x="1623822" y="15205"/>
                </a:lnTo>
                <a:lnTo>
                  <a:pt x="1623822" y="2505"/>
                </a:lnTo>
                <a:close/>
              </a:path>
              <a:path w="1635760" h="47751">
                <a:moveTo>
                  <a:pt x="1601631" y="15170"/>
                </a:moveTo>
                <a:lnTo>
                  <a:pt x="1620392" y="14189"/>
                </a:lnTo>
                <a:lnTo>
                  <a:pt x="1611820" y="8817"/>
                </a:lnTo>
                <a:lnTo>
                  <a:pt x="1601631" y="15170"/>
                </a:lnTo>
                <a:close/>
              </a:path>
              <a:path w="1635760" h="47751">
                <a:moveTo>
                  <a:pt x="1567561" y="43907"/>
                </a:moveTo>
                <a:lnTo>
                  <a:pt x="1569465" y="46828"/>
                </a:lnTo>
                <a:lnTo>
                  <a:pt x="1573402" y="47717"/>
                </a:lnTo>
                <a:lnTo>
                  <a:pt x="1576324" y="45939"/>
                </a:lnTo>
                <a:lnTo>
                  <a:pt x="1623822" y="15205"/>
                </a:lnTo>
                <a:lnTo>
                  <a:pt x="1620519" y="3394"/>
                </a:lnTo>
                <a:lnTo>
                  <a:pt x="1601689" y="2470"/>
                </a:lnTo>
                <a:lnTo>
                  <a:pt x="34128" y="0"/>
                </a:lnTo>
                <a:lnTo>
                  <a:pt x="23939" y="6352"/>
                </a:lnTo>
                <a:lnTo>
                  <a:pt x="15366" y="981"/>
                </a:lnTo>
                <a:lnTo>
                  <a:pt x="34128" y="0"/>
                </a:lnTo>
                <a:lnTo>
                  <a:pt x="66166" y="-19973"/>
                </a:lnTo>
                <a:lnTo>
                  <a:pt x="69087" y="-21751"/>
                </a:lnTo>
                <a:lnTo>
                  <a:pt x="69976" y="-25688"/>
                </a:lnTo>
                <a:lnTo>
                  <a:pt x="68199" y="-28736"/>
                </a:lnTo>
                <a:lnTo>
                  <a:pt x="66293" y="-31657"/>
                </a:lnTo>
                <a:lnTo>
                  <a:pt x="62356" y="-32546"/>
                </a:lnTo>
                <a:lnTo>
                  <a:pt x="59436" y="-30768"/>
                </a:lnTo>
                <a:lnTo>
                  <a:pt x="0" y="6315"/>
                </a:lnTo>
                <a:lnTo>
                  <a:pt x="11937" y="-34"/>
                </a:lnTo>
                <a:lnTo>
                  <a:pt x="15239" y="11776"/>
                </a:lnTo>
                <a:lnTo>
                  <a:pt x="34070" y="12699"/>
                </a:lnTo>
                <a:lnTo>
                  <a:pt x="1601631" y="15170"/>
                </a:lnTo>
                <a:lnTo>
                  <a:pt x="1611820" y="8817"/>
                </a:lnTo>
                <a:lnTo>
                  <a:pt x="1620392" y="14189"/>
                </a:lnTo>
                <a:lnTo>
                  <a:pt x="1601631" y="15170"/>
                </a:lnTo>
                <a:lnTo>
                  <a:pt x="1569592" y="35144"/>
                </a:lnTo>
                <a:lnTo>
                  <a:pt x="1566672" y="36922"/>
                </a:lnTo>
                <a:lnTo>
                  <a:pt x="1565782" y="40859"/>
                </a:lnTo>
                <a:lnTo>
                  <a:pt x="1567561" y="43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4772660" y="3723640"/>
            <a:ext cx="1638300" cy="629919"/>
          </a:xfrm>
          <a:custGeom>
            <a:avLst/>
            <a:gdLst/>
            <a:ahLst/>
            <a:cxnLst/>
            <a:rect l="l" t="t" r="r" b="b"/>
            <a:pathLst>
              <a:path w="1638300" h="629920">
                <a:moveTo>
                  <a:pt x="0" y="629919"/>
                </a:moveTo>
                <a:lnTo>
                  <a:pt x="1638300" y="629919"/>
                </a:lnTo>
                <a:lnTo>
                  <a:pt x="1638300" y="0"/>
                </a:lnTo>
                <a:lnTo>
                  <a:pt x="0" y="0"/>
                </a:lnTo>
                <a:lnTo>
                  <a:pt x="0" y="6299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4772660" y="4356100"/>
            <a:ext cx="2539" cy="317500"/>
          </a:xfrm>
          <a:custGeom>
            <a:avLst/>
            <a:gdLst/>
            <a:ahLst/>
            <a:cxnLst/>
            <a:rect l="l" t="t" r="r" b="b"/>
            <a:pathLst>
              <a:path w="2539" h="317500">
                <a:moveTo>
                  <a:pt x="0" y="0"/>
                </a:moveTo>
                <a:lnTo>
                  <a:pt x="2539" y="31750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6408420" y="4356100"/>
            <a:ext cx="2539" cy="317500"/>
          </a:xfrm>
          <a:custGeom>
            <a:avLst/>
            <a:gdLst/>
            <a:ahLst/>
            <a:cxnLst/>
            <a:rect l="l" t="t" r="r" b="b"/>
            <a:pathLst>
              <a:path w="2539" h="317500">
                <a:moveTo>
                  <a:pt x="0" y="0"/>
                </a:moveTo>
                <a:lnTo>
                  <a:pt x="2539" y="31750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479040" y="4356100"/>
            <a:ext cx="2540" cy="317500"/>
          </a:xfrm>
          <a:custGeom>
            <a:avLst/>
            <a:gdLst/>
            <a:ahLst/>
            <a:cxnLst/>
            <a:rect l="l" t="t" r="r" b="b"/>
            <a:pathLst>
              <a:path w="2540" h="317500">
                <a:moveTo>
                  <a:pt x="0" y="0"/>
                </a:moveTo>
                <a:lnTo>
                  <a:pt x="2540" y="31750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6408420" y="3723640"/>
            <a:ext cx="1313179" cy="629919"/>
          </a:xfrm>
          <a:custGeom>
            <a:avLst/>
            <a:gdLst/>
            <a:ahLst/>
            <a:cxnLst/>
            <a:rect l="l" t="t" r="r" b="b"/>
            <a:pathLst>
              <a:path w="1313179" h="629920">
                <a:moveTo>
                  <a:pt x="0" y="629919"/>
                </a:moveTo>
                <a:lnTo>
                  <a:pt x="1313179" y="629919"/>
                </a:lnTo>
                <a:lnTo>
                  <a:pt x="1313179" y="0"/>
                </a:lnTo>
                <a:lnTo>
                  <a:pt x="0" y="0"/>
                </a:lnTo>
                <a:lnTo>
                  <a:pt x="0" y="629919"/>
                </a:lnTo>
                <a:close/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7719059" y="4356100"/>
            <a:ext cx="2540" cy="317500"/>
          </a:xfrm>
          <a:custGeom>
            <a:avLst/>
            <a:gdLst/>
            <a:ahLst/>
            <a:cxnLst/>
            <a:rect l="l" t="t" r="r" b="b"/>
            <a:pathLst>
              <a:path w="2540" h="317500">
                <a:moveTo>
                  <a:pt x="0" y="0"/>
                </a:moveTo>
                <a:lnTo>
                  <a:pt x="2540" y="317500"/>
                </a:lnTo>
              </a:path>
            </a:pathLst>
          </a:custGeom>
          <a:ln w="10160">
            <a:solidFill>
              <a:srgbClr val="000000"/>
            </a:solidFill>
            <a:prstDash val="dash"/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6408420" y="4271053"/>
            <a:ext cx="1313179" cy="47751"/>
          </a:xfrm>
          <a:custGeom>
            <a:avLst/>
            <a:gdLst/>
            <a:ahLst/>
            <a:cxnLst/>
            <a:rect l="l" t="t" r="r" b="b"/>
            <a:pathLst>
              <a:path w="1313179" h="47751">
                <a:moveTo>
                  <a:pt x="34114" y="0"/>
                </a:moveTo>
                <a:lnTo>
                  <a:pt x="15366" y="972"/>
                </a:lnTo>
                <a:lnTo>
                  <a:pt x="23922" y="6354"/>
                </a:lnTo>
                <a:lnTo>
                  <a:pt x="34114" y="0"/>
                </a:lnTo>
                <a:close/>
              </a:path>
              <a:path w="1313179" h="47751">
                <a:moveTo>
                  <a:pt x="59308" y="43517"/>
                </a:moveTo>
                <a:lnTo>
                  <a:pt x="62229" y="45422"/>
                </a:lnTo>
                <a:lnTo>
                  <a:pt x="66166" y="44533"/>
                </a:lnTo>
                <a:lnTo>
                  <a:pt x="68071" y="41612"/>
                </a:lnTo>
                <a:lnTo>
                  <a:pt x="69976" y="38564"/>
                </a:lnTo>
                <a:lnTo>
                  <a:pt x="68960" y="34627"/>
                </a:lnTo>
                <a:lnTo>
                  <a:pt x="66039" y="32849"/>
                </a:lnTo>
                <a:lnTo>
                  <a:pt x="34009" y="12699"/>
                </a:lnTo>
                <a:lnTo>
                  <a:pt x="11937" y="12656"/>
                </a:lnTo>
                <a:lnTo>
                  <a:pt x="34009" y="12699"/>
                </a:lnTo>
                <a:lnTo>
                  <a:pt x="15239" y="11767"/>
                </a:lnTo>
                <a:lnTo>
                  <a:pt x="11937" y="-43"/>
                </a:lnTo>
                <a:lnTo>
                  <a:pt x="0" y="6306"/>
                </a:lnTo>
                <a:lnTo>
                  <a:pt x="59308" y="43517"/>
                </a:lnTo>
                <a:close/>
              </a:path>
              <a:path w="1313179" h="47751">
                <a:moveTo>
                  <a:pt x="1247012" y="-29380"/>
                </a:moveTo>
                <a:lnTo>
                  <a:pt x="1245107" y="-26459"/>
                </a:lnTo>
                <a:lnTo>
                  <a:pt x="1243202" y="-23411"/>
                </a:lnTo>
                <a:lnTo>
                  <a:pt x="1244219" y="-19474"/>
                </a:lnTo>
                <a:lnTo>
                  <a:pt x="1247139" y="-17696"/>
                </a:lnTo>
                <a:lnTo>
                  <a:pt x="1279170" y="2452"/>
                </a:lnTo>
                <a:lnTo>
                  <a:pt x="1301241" y="2496"/>
                </a:lnTo>
                <a:lnTo>
                  <a:pt x="1301241" y="15196"/>
                </a:lnTo>
                <a:lnTo>
                  <a:pt x="1253744" y="45803"/>
                </a:lnTo>
                <a:lnTo>
                  <a:pt x="1313179" y="8846"/>
                </a:lnTo>
                <a:lnTo>
                  <a:pt x="1253871" y="-28364"/>
                </a:lnTo>
                <a:lnTo>
                  <a:pt x="1250950" y="-30269"/>
                </a:lnTo>
                <a:lnTo>
                  <a:pt x="1247012" y="-29380"/>
                </a:lnTo>
                <a:close/>
              </a:path>
              <a:path w="1313179" h="47751">
                <a:moveTo>
                  <a:pt x="1301241" y="2496"/>
                </a:moveTo>
                <a:lnTo>
                  <a:pt x="1279170" y="2452"/>
                </a:lnTo>
                <a:lnTo>
                  <a:pt x="1297939" y="3385"/>
                </a:lnTo>
                <a:lnTo>
                  <a:pt x="1301241" y="15196"/>
                </a:lnTo>
                <a:lnTo>
                  <a:pt x="1301241" y="2496"/>
                </a:lnTo>
                <a:close/>
              </a:path>
              <a:path w="1313179" h="47751">
                <a:moveTo>
                  <a:pt x="1279065" y="15152"/>
                </a:moveTo>
                <a:lnTo>
                  <a:pt x="1297812" y="14180"/>
                </a:lnTo>
                <a:lnTo>
                  <a:pt x="1289257" y="8798"/>
                </a:lnTo>
                <a:lnTo>
                  <a:pt x="1279065" y="15152"/>
                </a:lnTo>
                <a:close/>
              </a:path>
              <a:path w="1313179" h="47751">
                <a:moveTo>
                  <a:pt x="1244980" y="43771"/>
                </a:moveTo>
                <a:lnTo>
                  <a:pt x="1246885" y="46819"/>
                </a:lnTo>
                <a:lnTo>
                  <a:pt x="1250696" y="47708"/>
                </a:lnTo>
                <a:lnTo>
                  <a:pt x="1253744" y="45803"/>
                </a:lnTo>
                <a:lnTo>
                  <a:pt x="1301241" y="15196"/>
                </a:lnTo>
                <a:lnTo>
                  <a:pt x="1297939" y="3385"/>
                </a:lnTo>
                <a:lnTo>
                  <a:pt x="1279170" y="2452"/>
                </a:lnTo>
                <a:lnTo>
                  <a:pt x="34114" y="0"/>
                </a:lnTo>
                <a:lnTo>
                  <a:pt x="23922" y="6354"/>
                </a:lnTo>
                <a:lnTo>
                  <a:pt x="15366" y="972"/>
                </a:lnTo>
                <a:lnTo>
                  <a:pt x="34114" y="0"/>
                </a:lnTo>
                <a:lnTo>
                  <a:pt x="66166" y="-19982"/>
                </a:lnTo>
                <a:lnTo>
                  <a:pt x="69087" y="-21760"/>
                </a:lnTo>
                <a:lnTo>
                  <a:pt x="70103" y="-25697"/>
                </a:lnTo>
                <a:lnTo>
                  <a:pt x="68199" y="-28618"/>
                </a:lnTo>
                <a:lnTo>
                  <a:pt x="66293" y="-31666"/>
                </a:lnTo>
                <a:lnTo>
                  <a:pt x="62356" y="-32555"/>
                </a:lnTo>
                <a:lnTo>
                  <a:pt x="59435" y="-30777"/>
                </a:lnTo>
                <a:lnTo>
                  <a:pt x="0" y="6306"/>
                </a:lnTo>
                <a:lnTo>
                  <a:pt x="11937" y="-43"/>
                </a:lnTo>
                <a:lnTo>
                  <a:pt x="15239" y="11767"/>
                </a:lnTo>
                <a:lnTo>
                  <a:pt x="34009" y="12699"/>
                </a:lnTo>
                <a:lnTo>
                  <a:pt x="1279065" y="15152"/>
                </a:lnTo>
                <a:lnTo>
                  <a:pt x="1289257" y="8798"/>
                </a:lnTo>
                <a:lnTo>
                  <a:pt x="1297812" y="14180"/>
                </a:lnTo>
                <a:lnTo>
                  <a:pt x="1279065" y="15152"/>
                </a:lnTo>
                <a:lnTo>
                  <a:pt x="1247012" y="35135"/>
                </a:lnTo>
                <a:lnTo>
                  <a:pt x="1244091" y="36913"/>
                </a:lnTo>
                <a:lnTo>
                  <a:pt x="1243076" y="40850"/>
                </a:lnTo>
                <a:lnTo>
                  <a:pt x="1244980" y="43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8740" y="159162"/>
            <a:ext cx="39207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2600" y="159162"/>
            <a:ext cx="53904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st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m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Komun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si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rge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ak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el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ler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6900" y="971677"/>
            <a:ext cx="386633" cy="25968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dirty="0" smtClean="0" sz="1850" spc="-3" b="1">
                <a:latin typeface="Arial"/>
                <a:cs typeface="Arial"/>
              </a:rPr>
              <a:t>(</a:t>
            </a:r>
            <a:r>
              <a:rPr dirty="0" smtClean="0" sz="1850" spc="-3" b="1">
                <a:latin typeface="Arial"/>
                <a:cs typeface="Arial"/>
              </a:rPr>
              <a:t>C)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2525" y="971677"/>
            <a:ext cx="5097241" cy="259690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dirty="0" smtClean="0" sz="1850" spc="-7" b="1" u="heavy">
                <a:latin typeface="Arial"/>
                <a:cs typeface="Arial"/>
              </a:rPr>
              <a:t>T</a:t>
            </a:r>
            <a:r>
              <a:rPr dirty="0" smtClean="0" sz="1850" spc="-7" b="1" u="heavy">
                <a:latin typeface="Arial"/>
                <a:cs typeface="Arial"/>
              </a:rPr>
              <a:t>A</a:t>
            </a:r>
            <a:r>
              <a:rPr dirty="0" smtClean="0" sz="1850" spc="-7" b="1" u="heavy">
                <a:latin typeface="Arial"/>
                <a:cs typeface="Arial"/>
              </a:rPr>
              <a:t>CS</a:t>
            </a:r>
            <a:r>
              <a:rPr dirty="0" smtClean="0" sz="1850" spc="-7" b="1" u="heavy">
                <a:latin typeface="Arial"/>
                <a:cs typeface="Arial"/>
              </a:rPr>
              <a:t> </a:t>
            </a:r>
            <a:r>
              <a:rPr dirty="0" smtClean="0" sz="1850" spc="-7" b="1" u="heavy">
                <a:latin typeface="Arial"/>
                <a:cs typeface="Arial"/>
              </a:rPr>
              <a:t>(</a:t>
            </a:r>
            <a:r>
              <a:rPr dirty="0" smtClean="0" sz="1850" spc="-7" b="1" u="heavy">
                <a:latin typeface="Arial"/>
                <a:cs typeface="Arial"/>
              </a:rPr>
              <a:t>T</a:t>
            </a:r>
            <a:r>
              <a:rPr dirty="0" smtClean="0" sz="1850" spc="-7" b="1" u="heavy">
                <a:latin typeface="Arial"/>
                <a:cs typeface="Arial"/>
              </a:rPr>
              <a:t>o</a:t>
            </a:r>
            <a:r>
              <a:rPr dirty="0" smtClean="0" sz="1850" spc="-7" b="1" u="heavy">
                <a:latin typeface="Arial"/>
                <a:cs typeface="Arial"/>
              </a:rPr>
              <a:t>t</a:t>
            </a:r>
            <a:r>
              <a:rPr dirty="0" smtClean="0" sz="1850" spc="-7" b="1" u="heavy">
                <a:latin typeface="Arial"/>
                <a:cs typeface="Arial"/>
              </a:rPr>
              <a:t>al</a:t>
            </a:r>
            <a:r>
              <a:rPr dirty="0" smtClean="0" sz="1850" spc="-7" b="1" u="heavy">
                <a:latin typeface="Arial"/>
                <a:cs typeface="Arial"/>
              </a:rPr>
              <a:t> </a:t>
            </a:r>
            <a:r>
              <a:rPr dirty="0" smtClean="0" sz="1850" spc="-7" b="1" u="heavy">
                <a:latin typeface="Arial"/>
                <a:cs typeface="Arial"/>
              </a:rPr>
              <a:t>A</a:t>
            </a:r>
            <a:r>
              <a:rPr dirty="0" smtClean="0" sz="1850" spc="-7" b="1" u="heavy">
                <a:latin typeface="Arial"/>
                <a:cs typeface="Arial"/>
              </a:rPr>
              <a:t>c</a:t>
            </a:r>
            <a:r>
              <a:rPr dirty="0" smtClean="0" sz="1850" spc="-7" b="1" u="heavy">
                <a:latin typeface="Arial"/>
                <a:cs typeface="Arial"/>
              </a:rPr>
              <a:t>c</a:t>
            </a:r>
            <a:r>
              <a:rPr dirty="0" smtClean="0" sz="1850" spc="-7" b="1" u="heavy">
                <a:latin typeface="Arial"/>
                <a:cs typeface="Arial"/>
              </a:rPr>
              <a:t>e</a:t>
            </a:r>
            <a:r>
              <a:rPr dirty="0" smtClean="0" sz="1850" spc="-7" b="1" u="heavy">
                <a:latin typeface="Arial"/>
                <a:cs typeface="Arial"/>
              </a:rPr>
              <a:t>s</a:t>
            </a:r>
            <a:r>
              <a:rPr dirty="0" smtClean="0" sz="1850" spc="-7" b="1" u="heavy">
                <a:latin typeface="Arial"/>
                <a:cs typeface="Arial"/>
              </a:rPr>
              <a:t>s</a:t>
            </a:r>
            <a:r>
              <a:rPr dirty="0" smtClean="0" sz="1850" spc="-7" b="1" u="heavy">
                <a:latin typeface="Arial"/>
                <a:cs typeface="Arial"/>
              </a:rPr>
              <a:t> </a:t>
            </a:r>
            <a:r>
              <a:rPr dirty="0" smtClean="0" sz="1850" spc="-7" b="1" u="heavy">
                <a:latin typeface="Arial"/>
                <a:cs typeface="Arial"/>
              </a:rPr>
              <a:t>Co</a:t>
            </a:r>
            <a:r>
              <a:rPr dirty="0" smtClean="0" sz="1850" spc="-7" b="1" u="heavy">
                <a:latin typeface="Arial"/>
                <a:cs typeface="Arial"/>
              </a:rPr>
              <a:t>m</a:t>
            </a:r>
            <a:r>
              <a:rPr dirty="0" smtClean="0" sz="1850" spc="-7" b="1" u="heavy">
                <a:latin typeface="Arial"/>
                <a:cs typeface="Arial"/>
              </a:rPr>
              <a:t>m</a:t>
            </a:r>
            <a:r>
              <a:rPr dirty="0" smtClean="0" sz="1850" spc="-7" b="1" u="heavy">
                <a:latin typeface="Arial"/>
                <a:cs typeface="Arial"/>
              </a:rPr>
              <a:t>un</a:t>
            </a:r>
            <a:r>
              <a:rPr dirty="0" smtClean="0" sz="1850" spc="-7" b="1" u="heavy">
                <a:latin typeface="Arial"/>
                <a:cs typeface="Arial"/>
              </a:rPr>
              <a:t>i</a:t>
            </a:r>
            <a:r>
              <a:rPr dirty="0" smtClean="0" sz="1850" spc="-7" b="1" u="heavy">
                <a:latin typeface="Arial"/>
                <a:cs typeface="Arial"/>
              </a:rPr>
              <a:t>c</a:t>
            </a:r>
            <a:r>
              <a:rPr dirty="0" smtClean="0" sz="1850" spc="-7" b="1" u="heavy">
                <a:latin typeface="Arial"/>
                <a:cs typeface="Arial"/>
              </a:rPr>
              <a:t>a</a:t>
            </a:r>
            <a:r>
              <a:rPr dirty="0" smtClean="0" sz="1850" spc="-7" b="1" u="heavy">
                <a:latin typeface="Arial"/>
                <a:cs typeface="Arial"/>
              </a:rPr>
              <a:t>t</a:t>
            </a:r>
            <a:r>
              <a:rPr dirty="0" smtClean="0" sz="1850" spc="-7" b="1" u="heavy">
                <a:latin typeface="Arial"/>
                <a:cs typeface="Arial"/>
              </a:rPr>
              <a:t>i</a:t>
            </a:r>
            <a:r>
              <a:rPr dirty="0" smtClean="0" sz="1850" spc="-7" b="1" u="heavy">
                <a:latin typeface="Arial"/>
                <a:cs typeface="Arial"/>
              </a:rPr>
              <a:t>on</a:t>
            </a:r>
            <a:r>
              <a:rPr dirty="0" smtClean="0" sz="1850" spc="-7" b="1" u="heavy">
                <a:latin typeface="Arial"/>
                <a:cs typeface="Arial"/>
              </a:rPr>
              <a:t> </a:t>
            </a:r>
            <a:r>
              <a:rPr dirty="0" smtClean="0" sz="1850" spc="-7" b="1" u="heavy">
                <a:latin typeface="Arial"/>
                <a:cs typeface="Arial"/>
              </a:rPr>
              <a:t>S</a:t>
            </a:r>
            <a:r>
              <a:rPr dirty="0" smtClean="0" sz="1850" spc="-7" b="1" u="heavy">
                <a:latin typeface="Arial"/>
                <a:cs typeface="Arial"/>
              </a:rPr>
              <a:t>y</a:t>
            </a:r>
            <a:r>
              <a:rPr dirty="0" smtClean="0" sz="1850" spc="-7" b="1" u="heavy">
                <a:latin typeface="Arial"/>
                <a:cs typeface="Arial"/>
              </a:rPr>
              <a:t>s</a:t>
            </a:r>
            <a:r>
              <a:rPr dirty="0" smtClean="0" sz="1850" spc="-7" b="1" u="heavy">
                <a:latin typeface="Arial"/>
                <a:cs typeface="Arial"/>
              </a:rPr>
              <a:t>t</a:t>
            </a:r>
            <a:r>
              <a:rPr dirty="0" smtClean="0" sz="1850" spc="-7" b="1" u="heavy">
                <a:latin typeface="Arial"/>
                <a:cs typeface="Arial"/>
              </a:rPr>
              <a:t>e</a:t>
            </a:r>
            <a:r>
              <a:rPr dirty="0" smtClean="0" sz="1850" spc="-7" b="1" u="heavy">
                <a:latin typeface="Arial"/>
                <a:cs typeface="Arial"/>
              </a:rPr>
              <a:t>m</a:t>
            </a:r>
            <a:r>
              <a:rPr dirty="0" smtClean="0" sz="1850" spc="-7" b="1" u="heavy">
                <a:latin typeface="Arial"/>
                <a:cs typeface="Arial"/>
              </a:rPr>
              <a:t>)</a:t>
            </a:r>
            <a:endParaRPr sz="1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72525" y="1510123"/>
            <a:ext cx="2435428" cy="1603668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 marR="27825">
              <a:lnSpc>
                <a:spcPts val="1985"/>
              </a:lnSpc>
            </a:pPr>
            <a:r>
              <a:rPr dirty="0" smtClean="0" sz="1850" spc="-4">
                <a:latin typeface="Arial"/>
                <a:cs typeface="Arial"/>
              </a:rPr>
              <a:t>I</a:t>
            </a:r>
            <a:r>
              <a:rPr dirty="0" smtClean="0" sz="1850" spc="-4">
                <a:latin typeface="Arial"/>
                <a:cs typeface="Arial"/>
              </a:rPr>
              <a:t>nfo</a:t>
            </a:r>
            <a:r>
              <a:rPr dirty="0" smtClean="0" sz="1850" spc="-4">
                <a:latin typeface="Arial"/>
                <a:cs typeface="Arial"/>
              </a:rPr>
              <a:t>r</a:t>
            </a:r>
            <a:r>
              <a:rPr dirty="0" smtClean="0" sz="1850" spc="-4">
                <a:latin typeface="Arial"/>
                <a:cs typeface="Arial"/>
              </a:rPr>
              <a:t>m</a:t>
            </a:r>
            <a:r>
              <a:rPr dirty="0" smtClean="0" sz="1850" spc="-4">
                <a:latin typeface="Arial"/>
                <a:cs typeface="Arial"/>
              </a:rPr>
              <a:t>a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-4">
                <a:latin typeface="Arial"/>
                <a:cs typeface="Arial"/>
              </a:rPr>
              <a:t>i</a:t>
            </a:r>
            <a:r>
              <a:rPr dirty="0" smtClean="0" sz="1850" spc="-4">
                <a:latin typeface="Arial"/>
                <a:cs typeface="Arial"/>
              </a:rPr>
              <a:t> </a:t>
            </a:r>
            <a:r>
              <a:rPr dirty="0" smtClean="0" sz="1850" spc="-4">
                <a:latin typeface="Arial"/>
                <a:cs typeface="Arial"/>
              </a:rPr>
              <a:t>/</a:t>
            </a:r>
            <a:r>
              <a:rPr dirty="0" smtClean="0" sz="1850" spc="-4">
                <a:latin typeface="Arial"/>
                <a:cs typeface="Arial"/>
              </a:rPr>
              <a:t> 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-4">
                <a:latin typeface="Arial"/>
                <a:cs typeface="Arial"/>
              </a:rPr>
              <a:t>o</a:t>
            </a:r>
            <a:r>
              <a:rPr dirty="0" smtClean="0" sz="1850" spc="-4">
                <a:latin typeface="Arial"/>
                <a:cs typeface="Arial"/>
              </a:rPr>
              <a:t>u</a:t>
            </a:r>
            <a:r>
              <a:rPr dirty="0" smtClean="0" sz="1850" spc="-4">
                <a:latin typeface="Arial"/>
                <a:cs typeface="Arial"/>
              </a:rPr>
              <a:t>r</a:t>
            </a:r>
            <a:r>
              <a:rPr dirty="0" smtClean="0" sz="1850" spc="-4">
                <a:latin typeface="Arial"/>
                <a:cs typeface="Arial"/>
              </a:rPr>
              <a:t>ce</a:t>
            </a:r>
            <a:endParaRPr sz="1850">
              <a:latin typeface="Arial"/>
              <a:cs typeface="Arial"/>
            </a:endParaRPr>
          </a:p>
          <a:p>
            <a:pPr marL="12700" marR="27825">
              <a:lnSpc>
                <a:spcPts val="2105"/>
              </a:lnSpc>
              <a:spcBef>
                <a:spcPts val="5"/>
              </a:spcBef>
            </a:pPr>
            <a:r>
              <a:rPr dirty="0" smtClean="0" sz="1850" spc="-4">
                <a:latin typeface="Arial"/>
                <a:cs typeface="Arial"/>
              </a:rPr>
              <a:t>M</a:t>
            </a:r>
            <a:r>
              <a:rPr dirty="0" smtClean="0" sz="1850" spc="-4">
                <a:latin typeface="Arial"/>
                <a:cs typeface="Arial"/>
              </a:rPr>
              <a:t>ul</a:t>
            </a:r>
            <a:r>
              <a:rPr dirty="0" smtClean="0" sz="1850" spc="-4">
                <a:latin typeface="Arial"/>
                <a:cs typeface="Arial"/>
              </a:rPr>
              <a:t>t</a:t>
            </a:r>
            <a:r>
              <a:rPr dirty="0" smtClean="0" sz="1850" spc="-4">
                <a:latin typeface="Arial"/>
                <a:cs typeface="Arial"/>
              </a:rPr>
              <a:t>i</a:t>
            </a:r>
            <a:r>
              <a:rPr dirty="0" smtClean="0" sz="1850" spc="-4">
                <a:latin typeface="Arial"/>
                <a:cs typeface="Arial"/>
              </a:rPr>
              <a:t>ple</a:t>
            </a:r>
            <a:r>
              <a:rPr dirty="0" smtClean="0" sz="1850" spc="-4">
                <a:latin typeface="Arial"/>
                <a:cs typeface="Arial"/>
              </a:rPr>
              <a:t> </a:t>
            </a:r>
            <a:r>
              <a:rPr dirty="0" smtClean="0" sz="1850" spc="-4">
                <a:latin typeface="Arial"/>
                <a:cs typeface="Arial"/>
              </a:rPr>
              <a:t>Ac</a:t>
            </a:r>
            <a:r>
              <a:rPr dirty="0" smtClean="0" sz="1850" spc="-4">
                <a:latin typeface="Arial"/>
                <a:cs typeface="Arial"/>
              </a:rPr>
              <a:t>c</a:t>
            </a:r>
            <a:r>
              <a:rPr dirty="0" smtClean="0" sz="1850" spc="-4">
                <a:latin typeface="Arial"/>
                <a:cs typeface="Arial"/>
              </a:rPr>
              <a:t>e</a:t>
            </a:r>
            <a:r>
              <a:rPr dirty="0" smtClean="0" sz="1850" spc="-4">
                <a:latin typeface="Arial"/>
                <a:cs typeface="Arial"/>
              </a:rPr>
              <a:t>s</a:t>
            </a:r>
            <a:r>
              <a:rPr dirty="0" smtClean="0" sz="1850" spc="-4">
                <a:latin typeface="Arial"/>
                <a:cs typeface="Arial"/>
              </a:rPr>
              <a:t>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95250"/>
              </a:lnSpc>
            </a:pPr>
            <a:r>
              <a:rPr dirty="0" smtClean="0" sz="1850" spc="-44">
                <a:latin typeface="Arial"/>
                <a:cs typeface="Arial"/>
              </a:rPr>
              <a:t>M</a:t>
            </a:r>
            <a:r>
              <a:rPr dirty="0" smtClean="0" sz="1850" spc="0">
                <a:latin typeface="Arial"/>
                <a:cs typeface="Arial"/>
              </a:rPr>
              <a:t>o</a:t>
            </a:r>
            <a:r>
              <a:rPr dirty="0" smtClean="0" sz="1850" spc="-9">
                <a:latin typeface="Arial"/>
                <a:cs typeface="Arial"/>
              </a:rPr>
              <a:t>d</a:t>
            </a:r>
            <a:r>
              <a:rPr dirty="0" smtClean="0" sz="1850" spc="0">
                <a:latin typeface="Arial"/>
                <a:cs typeface="Arial"/>
              </a:rPr>
              <a:t>ulasi</a:t>
            </a:r>
            <a:r>
              <a:rPr dirty="0" smtClean="0" sz="1850" spc="0">
                <a:latin typeface="Arial"/>
                <a:cs typeface="Arial"/>
              </a:rPr>
              <a:t> </a:t>
            </a:r>
            <a:r>
              <a:rPr dirty="0" smtClean="0" sz="1850" spc="-44">
                <a:latin typeface="Arial"/>
                <a:cs typeface="Arial"/>
              </a:rPr>
              <a:t>M</a:t>
            </a:r>
            <a:r>
              <a:rPr dirty="0" smtClean="0" sz="1850" spc="0">
                <a:latin typeface="Arial"/>
                <a:cs typeface="Arial"/>
              </a:rPr>
              <a:t>e</a:t>
            </a:r>
            <a:r>
              <a:rPr dirty="0" smtClean="0" sz="1850" spc="-9">
                <a:latin typeface="Arial"/>
                <a:cs typeface="Arial"/>
              </a:rPr>
              <a:t>k</a:t>
            </a:r>
            <a:r>
              <a:rPr dirty="0" smtClean="0" sz="1850" spc="0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9">
                <a:latin typeface="Arial"/>
                <a:cs typeface="Arial"/>
              </a:rPr>
              <a:t>i</a:t>
            </a:r>
            <a:r>
              <a:rPr dirty="0" smtClean="0" sz="1850" spc="0">
                <a:latin typeface="Arial"/>
                <a:cs typeface="Arial"/>
              </a:rPr>
              <a:t>sme</a:t>
            </a:r>
            <a:r>
              <a:rPr dirty="0" smtClean="0" sz="1850" spc="-9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o</a:t>
            </a:r>
            <a:r>
              <a:rPr dirty="0" smtClean="0" sz="1850" spc="-9">
                <a:latin typeface="Arial"/>
                <a:cs typeface="Arial"/>
              </a:rPr>
              <a:t>p</a:t>
            </a:r>
            <a:r>
              <a:rPr dirty="0" smtClean="0" sz="1850" spc="0">
                <a:latin typeface="Arial"/>
                <a:cs typeface="Arial"/>
              </a:rPr>
              <a:t>e</a:t>
            </a:r>
            <a:r>
              <a:rPr dirty="0" smtClean="0" sz="1850" spc="-14">
                <a:latin typeface="Arial"/>
                <a:cs typeface="Arial"/>
              </a:rPr>
              <a:t>r</a:t>
            </a:r>
            <a:r>
              <a:rPr dirty="0" smtClean="0" sz="1850" spc="0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s</a:t>
            </a:r>
            <a:r>
              <a:rPr dirty="0" smtClean="0" sz="1850" spc="0">
                <a:latin typeface="Arial"/>
                <a:cs typeface="Arial"/>
              </a:rPr>
              <a:t>i</a:t>
            </a:r>
            <a:r>
              <a:rPr dirty="0" smtClean="0" sz="1850" spc="0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Ba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0">
                <a:latin typeface="Arial"/>
                <a:cs typeface="Arial"/>
              </a:rPr>
              <a:t>d</a:t>
            </a:r>
            <a:r>
              <a:rPr dirty="0" smtClean="0" sz="1850" spc="-54">
                <a:latin typeface="Arial"/>
                <a:cs typeface="Arial"/>
              </a:rPr>
              <a:t>w</a:t>
            </a:r>
            <a:r>
              <a:rPr dirty="0" smtClean="0" sz="1850" spc="9">
                <a:latin typeface="Arial"/>
                <a:cs typeface="Arial"/>
              </a:rPr>
              <a:t>i</a:t>
            </a:r>
            <a:r>
              <a:rPr dirty="0" smtClean="0" sz="1850" spc="0">
                <a:latin typeface="Arial"/>
                <a:cs typeface="Arial"/>
              </a:rPr>
              <a:t>d</a:t>
            </a:r>
            <a:r>
              <a:rPr dirty="0" smtClean="0" sz="1850" spc="-19">
                <a:latin typeface="Arial"/>
                <a:cs typeface="Arial"/>
              </a:rPr>
              <a:t>t</a:t>
            </a:r>
            <a:r>
              <a:rPr dirty="0" smtClean="0" sz="1850" spc="0">
                <a:latin typeface="Arial"/>
                <a:cs typeface="Arial"/>
              </a:rPr>
              <a:t>h</a:t>
            </a:r>
            <a:r>
              <a:rPr dirty="0" smtClean="0" sz="1850" spc="-14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p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r</a:t>
            </a:r>
            <a:r>
              <a:rPr dirty="0" smtClean="0" sz="1850" spc="0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c</a:t>
            </a:r>
            <a:r>
              <a:rPr dirty="0" smtClean="0" sz="1850" spc="-9">
                <a:latin typeface="Arial"/>
                <a:cs typeface="Arial"/>
              </a:rPr>
              <a:t>h</a:t>
            </a:r>
            <a:r>
              <a:rPr dirty="0" smtClean="0" sz="1850" spc="0">
                <a:latin typeface="Arial"/>
                <a:cs typeface="Arial"/>
              </a:rPr>
              <a:t>a</a:t>
            </a:r>
            <a:r>
              <a:rPr dirty="0" smtClean="0" sz="1850" spc="-9">
                <a:latin typeface="Arial"/>
                <a:cs typeface="Arial"/>
              </a:rPr>
              <a:t>n</a:t>
            </a:r>
            <a:r>
              <a:rPr dirty="0" smtClean="0" sz="1850" spc="0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l</a:t>
            </a:r>
            <a:r>
              <a:rPr dirty="0" smtClean="0" sz="1850" spc="0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Sp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k</a:t>
            </a:r>
            <a:r>
              <a:rPr dirty="0" smtClean="0" sz="1850" spc="-19">
                <a:latin typeface="Arial"/>
                <a:cs typeface="Arial"/>
              </a:rPr>
              <a:t>t</a:t>
            </a:r>
            <a:r>
              <a:rPr dirty="0" smtClean="0" sz="1850" spc="-9">
                <a:latin typeface="Arial"/>
                <a:cs typeface="Arial"/>
              </a:rPr>
              <a:t>r</a:t>
            </a:r>
            <a:r>
              <a:rPr dirty="0" smtClean="0" sz="1850" spc="0">
                <a:latin typeface="Arial"/>
                <a:cs typeface="Arial"/>
              </a:rPr>
              <a:t>um</a:t>
            </a:r>
            <a:r>
              <a:rPr dirty="0" smtClean="0" sz="1850" spc="-9">
                <a:latin typeface="Arial"/>
                <a:cs typeface="Arial"/>
              </a:rPr>
              <a:t> </a:t>
            </a:r>
            <a:r>
              <a:rPr dirty="0" smtClean="0" sz="1850" spc="0">
                <a:latin typeface="Arial"/>
                <a:cs typeface="Arial"/>
              </a:rPr>
              <a:t>F</a:t>
            </a:r>
            <a:r>
              <a:rPr dirty="0" smtClean="0" sz="1850" spc="-14">
                <a:latin typeface="Arial"/>
                <a:cs typeface="Arial"/>
              </a:rPr>
              <a:t>r</a:t>
            </a:r>
            <a:r>
              <a:rPr dirty="0" smtClean="0" sz="1850" spc="0">
                <a:latin typeface="Arial"/>
                <a:cs typeface="Arial"/>
              </a:rPr>
              <a:t>e</a:t>
            </a:r>
            <a:r>
              <a:rPr dirty="0" smtClean="0" sz="1850" spc="-9">
                <a:latin typeface="Arial"/>
                <a:cs typeface="Arial"/>
              </a:rPr>
              <a:t>k</a:t>
            </a:r>
            <a:r>
              <a:rPr dirty="0" smtClean="0" sz="1850" spc="0">
                <a:latin typeface="Arial"/>
                <a:cs typeface="Arial"/>
              </a:rPr>
              <a:t>u</a:t>
            </a:r>
            <a:r>
              <a:rPr dirty="0" smtClean="0" sz="1850" spc="-9">
                <a:latin typeface="Arial"/>
                <a:cs typeface="Arial"/>
              </a:rPr>
              <a:t>e</a:t>
            </a:r>
            <a:r>
              <a:rPr dirty="0" smtClean="0" sz="1850" spc="0">
                <a:latin typeface="Arial"/>
                <a:cs typeface="Arial"/>
              </a:rPr>
              <a:t>n</a:t>
            </a:r>
            <a:r>
              <a:rPr dirty="0" smtClean="0" sz="1850" spc="-9">
                <a:latin typeface="Arial"/>
                <a:cs typeface="Arial"/>
              </a:rPr>
              <a:t>s</a:t>
            </a:r>
            <a:r>
              <a:rPr dirty="0" smtClean="0" sz="1850" spc="0"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5015" y="1510123"/>
            <a:ext cx="198341" cy="1603668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2105"/>
              </a:lnSpc>
              <a:spcBef>
                <a:spcPts val="5"/>
              </a:spcBef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2110"/>
              </a:lnSpc>
              <a:spcBef>
                <a:spcPts val="105"/>
              </a:spcBef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2105"/>
              </a:lnSpc>
              <a:spcBef>
                <a:spcPts val="105"/>
              </a:spcBef>
            </a:pPr>
            <a:r>
              <a:rPr dirty="0" smtClean="0" sz="1850">
                <a:latin typeface="Arial"/>
                <a:cs typeface="Arial"/>
              </a:rPr>
              <a:t>=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19280" y="1510123"/>
            <a:ext cx="795071" cy="106558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dirty="0" smtClean="0" sz="1850">
                <a:latin typeface="Arial"/>
                <a:cs typeface="Arial"/>
              </a:rPr>
              <a:t>An</a:t>
            </a:r>
            <a:r>
              <a:rPr dirty="0" smtClean="0" sz="1850">
                <a:latin typeface="Arial"/>
                <a:cs typeface="Arial"/>
              </a:rPr>
              <a:t>a</a:t>
            </a:r>
            <a:r>
              <a:rPr dirty="0" smtClean="0" sz="1850">
                <a:latin typeface="Arial"/>
                <a:cs typeface="Arial"/>
              </a:rPr>
              <a:t>l</a:t>
            </a:r>
            <a:r>
              <a:rPr dirty="0" smtClean="0" sz="1850">
                <a:latin typeface="Arial"/>
                <a:cs typeface="Arial"/>
              </a:rPr>
              <a:t>og</a:t>
            </a:r>
            <a:endParaRPr sz="1850">
              <a:latin typeface="Arial"/>
              <a:cs typeface="Arial"/>
            </a:endParaRPr>
          </a:p>
          <a:p>
            <a:pPr marL="12700" marR="78812">
              <a:lnSpc>
                <a:spcPts val="2130"/>
              </a:lnSpc>
              <a:spcBef>
                <a:spcPts val="17"/>
              </a:spcBef>
            </a:pPr>
            <a:r>
              <a:rPr dirty="0" smtClean="0" sz="1850" spc="-6">
                <a:latin typeface="Arial"/>
                <a:cs typeface="Arial"/>
              </a:rPr>
              <a:t>FD</a:t>
            </a:r>
            <a:r>
              <a:rPr dirty="0" smtClean="0" sz="1850" spc="-6">
                <a:latin typeface="Arial"/>
                <a:cs typeface="Arial"/>
              </a:rPr>
              <a:t>M</a:t>
            </a:r>
            <a:r>
              <a:rPr dirty="0" smtClean="0" sz="1850" spc="-6">
                <a:latin typeface="Arial"/>
                <a:cs typeface="Arial"/>
              </a:rPr>
              <a:t>A</a:t>
            </a:r>
            <a:r>
              <a:rPr dirty="0" smtClean="0" sz="1850" spc="-6">
                <a:latin typeface="Arial"/>
                <a:cs typeface="Arial"/>
              </a:rPr>
              <a:t> </a:t>
            </a:r>
            <a:r>
              <a:rPr dirty="0" smtClean="0" sz="1850" spc="-6">
                <a:latin typeface="Arial"/>
                <a:cs typeface="Arial"/>
              </a:rPr>
              <a:t>FM</a:t>
            </a:r>
            <a:endParaRPr sz="1850">
              <a:latin typeface="Arial"/>
              <a:cs typeface="Arial"/>
            </a:endParaRPr>
          </a:p>
          <a:p>
            <a:pPr marL="12700" marR="35143">
              <a:lnSpc>
                <a:spcPts val="2075"/>
              </a:lnSpc>
            </a:pPr>
            <a:r>
              <a:rPr dirty="0" smtClean="0" sz="1850" spc="-11">
                <a:latin typeface="Arial"/>
                <a:cs typeface="Arial"/>
              </a:rPr>
              <a:t>A</a:t>
            </a:r>
            <a:r>
              <a:rPr dirty="0" smtClean="0" sz="1850" spc="-11">
                <a:latin typeface="Arial"/>
                <a:cs typeface="Arial"/>
              </a:rPr>
              <a:t>M</a:t>
            </a:r>
            <a:r>
              <a:rPr dirty="0" smtClean="0" sz="1850" spc="-11">
                <a:latin typeface="Arial"/>
                <a:cs typeface="Arial"/>
              </a:rPr>
              <a:t>PS</a:t>
            </a:r>
            <a:endParaRPr sz="1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4511" y="1576246"/>
            <a:ext cx="117859" cy="1520143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>
                <a:latin typeface="Symbol"/>
                <a:cs typeface="Symbol"/>
              </a:rPr>
              <a:t>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630"/>
              </a:spcBef>
            </a:pPr>
            <a:r>
              <a:rPr dirty="0" smtClean="0" sz="1200">
                <a:latin typeface="Symbol"/>
                <a:cs typeface="Symbol"/>
              </a:rPr>
              <a:t>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722"/>
              </a:spcBef>
            </a:pPr>
            <a:r>
              <a:rPr dirty="0" smtClean="0" sz="1200">
                <a:latin typeface="Symbol"/>
                <a:cs typeface="Symbol"/>
              </a:rPr>
              <a:t>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699"/>
              </a:spcBef>
            </a:pPr>
            <a:r>
              <a:rPr dirty="0" smtClean="0" sz="1200">
                <a:latin typeface="Symbol"/>
                <a:cs typeface="Symbol"/>
              </a:rPr>
              <a:t>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722"/>
              </a:spcBef>
            </a:pPr>
            <a:r>
              <a:rPr dirty="0" smtClean="0" sz="1200">
                <a:latin typeface="Symbol"/>
                <a:cs typeface="Symbol"/>
              </a:rPr>
              <a:t></a:t>
            </a:r>
            <a:endParaRPr sz="1200">
              <a:latin typeface="Symbol"/>
              <a:cs typeface="Symbol"/>
            </a:endParaRPr>
          </a:p>
          <a:p>
            <a:pPr marL="12700">
              <a:lnSpc>
                <a:spcPct val="102091"/>
              </a:lnSpc>
              <a:spcBef>
                <a:spcPts val="696"/>
              </a:spcBef>
            </a:pPr>
            <a:r>
              <a:rPr dirty="0" smtClean="0" sz="1200">
                <a:latin typeface="Symbol"/>
                <a:cs typeface="Symbol"/>
              </a:rPr>
              <a:t>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19280" y="2586683"/>
            <a:ext cx="321530" cy="25968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dirty="0" smtClean="0" sz="1850" spc="-4">
                <a:latin typeface="Arial"/>
                <a:cs typeface="Arial"/>
              </a:rPr>
              <a:t>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4239" y="2586683"/>
            <a:ext cx="506850" cy="25968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dirty="0" smtClean="0" sz="1850">
                <a:latin typeface="Arial"/>
                <a:cs typeface="Arial"/>
              </a:rPr>
              <a:t>KHz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5171" y="3199569"/>
            <a:ext cx="941247" cy="41656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-6">
                <a:latin typeface="Times New Roman"/>
                <a:cs typeface="Times New Roman"/>
              </a:rPr>
              <a:t>d</a:t>
            </a:r>
            <a:r>
              <a:rPr dirty="0" smtClean="0" sz="1400" spc="-6">
                <a:latin typeface="Times New Roman"/>
                <a:cs typeface="Times New Roman"/>
              </a:rPr>
              <a:t>i</a:t>
            </a:r>
            <a:r>
              <a:rPr dirty="0" smtClean="0" sz="1400" spc="-6">
                <a:latin typeface="Times New Roman"/>
                <a:cs typeface="Times New Roman"/>
              </a:rPr>
              <a:t>a</a:t>
            </a:r>
            <a:r>
              <a:rPr dirty="0" smtClean="0" sz="1400" spc="-6">
                <a:latin typeface="Times New Roman"/>
                <a:cs typeface="Times New Roman"/>
              </a:rPr>
              <a:t>l</a:t>
            </a:r>
            <a:r>
              <a:rPr dirty="0" smtClean="0" sz="1400" spc="-6">
                <a:latin typeface="Times New Roman"/>
                <a:cs typeface="Times New Roman"/>
              </a:rPr>
              <a:t>o</a:t>
            </a:r>
            <a:r>
              <a:rPr dirty="0" smtClean="0" sz="1400" spc="-6">
                <a:latin typeface="Times New Roman"/>
                <a:cs typeface="Times New Roman"/>
              </a:rPr>
              <a:t>ka</a:t>
            </a:r>
            <a:r>
              <a:rPr dirty="0" smtClean="0" sz="1400" spc="-6">
                <a:latin typeface="Times New Roman"/>
                <a:cs typeface="Times New Roman"/>
              </a:rPr>
              <a:t>s</a:t>
            </a:r>
            <a:r>
              <a:rPr dirty="0" smtClean="0" sz="1400" spc="-6">
                <a:latin typeface="Times New Roman"/>
                <a:cs typeface="Times New Roman"/>
              </a:rPr>
              <a:t>i</a:t>
            </a:r>
            <a:r>
              <a:rPr dirty="0" smtClean="0" sz="1400" spc="-6">
                <a:latin typeface="Times New Roman"/>
                <a:cs typeface="Times New Roman"/>
              </a:rPr>
              <a:t>kan</a:t>
            </a:r>
            <a:endParaRPr sz="1400">
              <a:latin typeface="Times New Roman"/>
              <a:cs typeface="Times New Roman"/>
            </a:endParaRPr>
          </a:p>
          <a:p>
            <a:pPr marL="12700" marR="26670">
              <a:lnSpc>
                <a:spcPct val="95825"/>
              </a:lnSpc>
            </a:pPr>
            <a:r>
              <a:rPr dirty="0" smtClean="0" sz="1400" spc="-7">
                <a:latin typeface="Times New Roman"/>
                <a:cs typeface="Times New Roman"/>
              </a:rPr>
              <a:t>u</a:t>
            </a:r>
            <a:r>
              <a:rPr dirty="0" smtClean="0" sz="1400" spc="-7">
                <a:latin typeface="Times New Roman"/>
                <a:cs typeface="Times New Roman"/>
              </a:rPr>
              <a:t>t</a:t>
            </a:r>
            <a:r>
              <a:rPr dirty="0" smtClean="0" sz="1400" spc="-7">
                <a:latin typeface="Times New Roman"/>
                <a:cs typeface="Times New Roman"/>
              </a:rPr>
              <a:t>k</a:t>
            </a:r>
            <a:r>
              <a:rPr dirty="0" smtClean="0" sz="1400" spc="-7">
                <a:latin typeface="Times New Roman"/>
                <a:cs typeface="Times New Roman"/>
              </a:rPr>
              <a:t> </a:t>
            </a:r>
            <a:r>
              <a:rPr dirty="0" smtClean="0" sz="1400" spc="-7">
                <a:latin typeface="Times New Roman"/>
                <a:cs typeface="Times New Roman"/>
              </a:rPr>
              <a:t>G</a:t>
            </a:r>
            <a:r>
              <a:rPr dirty="0" smtClean="0" sz="1400" spc="-7">
                <a:latin typeface="Times New Roman"/>
                <a:cs typeface="Times New Roman"/>
              </a:rPr>
              <a:t>SM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7770" y="4701977"/>
            <a:ext cx="730210" cy="517334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3080" marR="26717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915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784"/>
              </a:spcBef>
            </a:pPr>
            <a:r>
              <a:rPr dirty="0" smtClean="0" sz="1400" spc="0">
                <a:latin typeface="Times New Roman"/>
                <a:cs typeface="Times New Roman"/>
              </a:rPr>
              <a:t>960</a:t>
            </a:r>
            <a:r>
              <a:rPr dirty="0" smtClean="0" sz="1400" spc="0">
                <a:latin typeface="Times New Roman"/>
                <a:cs typeface="Times New Roman"/>
              </a:rPr>
              <a:t> </a:t>
            </a:r>
            <a:r>
              <a:rPr dirty="0" smtClean="0" sz="1400" spc="0">
                <a:latin typeface="Times New Roman"/>
                <a:cs typeface="Times New Roman"/>
              </a:rPr>
              <a:t>M</a:t>
            </a:r>
            <a:r>
              <a:rPr dirty="0" smtClean="0" sz="1400" spc="0">
                <a:latin typeface="Times New Roman"/>
                <a:cs typeface="Times New Roman"/>
              </a:rPr>
              <a:t>H</a:t>
            </a:r>
            <a:r>
              <a:rPr dirty="0" smtClean="0" sz="1400" spc="0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5635" y="4705789"/>
            <a:ext cx="1139880" cy="517778"/>
          </a:xfrm>
          <a:prstGeom prst="rect">
            <a:avLst/>
          </a:prstGeom>
        </p:spPr>
        <p:txBody>
          <a:bodyPr wrap="square" lIns="0" tIns="9747" rIns="0" bIns="0" rtlCol="0">
            <a:noAutofit/>
          </a:bodyPr>
          <a:lstStyle/>
          <a:p>
            <a:pPr marL="12700">
              <a:lnSpc>
                <a:spcPts val="1535"/>
              </a:lnSpc>
            </a:pPr>
            <a:r>
              <a:rPr dirty="0" smtClean="0" sz="1400" spc="22">
                <a:latin typeface="Times New Roman"/>
                <a:cs typeface="Times New Roman"/>
              </a:rPr>
              <a:t>U</a:t>
            </a:r>
            <a:r>
              <a:rPr dirty="0" smtClean="0" sz="1400" spc="22">
                <a:latin typeface="Times New Roman"/>
                <a:cs typeface="Times New Roman"/>
              </a:rPr>
              <a:t>/</a:t>
            </a:r>
            <a:r>
              <a:rPr dirty="0" smtClean="0" sz="1400" spc="22">
                <a:latin typeface="Times New Roman"/>
                <a:cs typeface="Times New Roman"/>
              </a:rPr>
              <a:t>L</a:t>
            </a:r>
            <a:r>
              <a:rPr dirty="0" smtClean="0" sz="1400" spc="22">
                <a:latin typeface="Times New Roman"/>
                <a:cs typeface="Times New Roman"/>
              </a:rPr>
              <a:t> </a:t>
            </a:r>
            <a:r>
              <a:rPr dirty="0" smtClean="0" sz="1400" spc="22">
                <a:latin typeface="Times New Roman"/>
                <a:cs typeface="Times New Roman"/>
              </a:rPr>
              <a:t> </a:t>
            </a:r>
            <a:r>
              <a:rPr dirty="0" smtClean="0" sz="1400" spc="22">
                <a:latin typeface="Times New Roman"/>
                <a:cs typeface="Times New Roman"/>
              </a:rPr>
              <a:t>872</a:t>
            </a:r>
            <a:r>
              <a:rPr dirty="0" smtClean="0" sz="1400" spc="22">
                <a:latin typeface="Times New Roman"/>
                <a:cs typeface="Times New Roman"/>
              </a:rPr>
              <a:t> </a:t>
            </a:r>
            <a:r>
              <a:rPr dirty="0" smtClean="0" sz="1400" spc="22">
                <a:latin typeface="Times New Roman"/>
                <a:cs typeface="Times New Roman"/>
              </a:rPr>
              <a:t>M</a:t>
            </a:r>
            <a:r>
              <a:rPr dirty="0" smtClean="0" sz="1400" spc="22">
                <a:latin typeface="Times New Roman"/>
                <a:cs typeface="Times New Roman"/>
              </a:rPr>
              <a:t>H</a:t>
            </a:r>
            <a:r>
              <a:rPr dirty="0" smtClean="0" sz="1400" spc="22"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  <a:p>
            <a:pPr marL="12700" marR="26812">
              <a:lnSpc>
                <a:spcPct val="95825"/>
              </a:lnSpc>
              <a:spcBef>
                <a:spcPts val="783"/>
              </a:spcBef>
            </a:pPr>
            <a:r>
              <a:rPr dirty="0" smtClean="0" sz="1400" spc="33">
                <a:latin typeface="Times New Roman"/>
                <a:cs typeface="Times New Roman"/>
              </a:rPr>
              <a:t>D</a:t>
            </a:r>
            <a:r>
              <a:rPr dirty="0" smtClean="0" sz="1400" spc="33">
                <a:latin typeface="Times New Roman"/>
                <a:cs typeface="Times New Roman"/>
              </a:rPr>
              <a:t>/</a:t>
            </a:r>
            <a:r>
              <a:rPr dirty="0" smtClean="0" sz="1400" spc="33">
                <a:latin typeface="Times New Roman"/>
                <a:cs typeface="Times New Roman"/>
              </a:rPr>
              <a:t>L</a:t>
            </a:r>
            <a:r>
              <a:rPr dirty="0" smtClean="0" sz="1400" spc="33">
                <a:latin typeface="Times New Roman"/>
                <a:cs typeface="Times New Roman"/>
              </a:rPr>
              <a:t> </a:t>
            </a:r>
            <a:r>
              <a:rPr dirty="0" smtClean="0" sz="1400" spc="33">
                <a:latin typeface="Times New Roman"/>
                <a:cs typeface="Times New Roman"/>
              </a:rPr>
              <a:t> </a:t>
            </a:r>
            <a:r>
              <a:rPr dirty="0" smtClean="0" sz="1400" spc="33">
                <a:latin typeface="Times New Roman"/>
                <a:cs typeface="Times New Roman"/>
              </a:rPr>
              <a:t>917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3891" y="4703503"/>
            <a:ext cx="318770" cy="5170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888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784"/>
              </a:spcBef>
            </a:pPr>
            <a:r>
              <a:rPr dirty="0" smtClean="0" sz="1400">
                <a:latin typeface="Times New Roman"/>
                <a:cs typeface="Times New Roman"/>
              </a:rPr>
              <a:t>933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9084" y="4703503"/>
            <a:ext cx="319150" cy="5170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3080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890</a:t>
            </a:r>
            <a:endParaRPr sz="1400">
              <a:latin typeface="Times New Roman"/>
              <a:cs typeface="Times New Roman"/>
            </a:endParaRPr>
          </a:p>
          <a:p>
            <a:pPr marL="12700" marR="380">
              <a:lnSpc>
                <a:spcPct val="95825"/>
              </a:lnSpc>
              <a:spcBef>
                <a:spcPts val="784"/>
              </a:spcBef>
            </a:pPr>
            <a:r>
              <a:rPr dirty="0" smtClean="0" sz="1400">
                <a:latin typeface="Times New Roman"/>
                <a:cs typeface="Times New Roman"/>
              </a:rPr>
              <a:t>935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6876" y="4703503"/>
            <a:ext cx="319024" cy="517017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953">
              <a:lnSpc>
                <a:spcPts val="1530"/>
              </a:lnSpc>
            </a:pPr>
            <a:r>
              <a:rPr dirty="0" smtClean="0" sz="1400">
                <a:latin typeface="Times New Roman"/>
                <a:cs typeface="Times New Roman"/>
              </a:rPr>
              <a:t>905</a:t>
            </a:r>
            <a:endParaRPr sz="1400">
              <a:latin typeface="Times New Roman"/>
              <a:cs typeface="Times New Roman"/>
            </a:endParaRPr>
          </a:p>
          <a:p>
            <a:pPr marL="12700" marR="253">
              <a:lnSpc>
                <a:spcPct val="95825"/>
              </a:lnSpc>
              <a:spcBef>
                <a:spcPts val="784"/>
              </a:spcBef>
            </a:pPr>
            <a:r>
              <a:rPr dirty="0" smtClean="0" sz="1400">
                <a:latin typeface="Times New Roman"/>
                <a:cs typeface="Times New Roman"/>
              </a:rPr>
              <a:t>950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1057" y="5528174"/>
            <a:ext cx="4281627" cy="525865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4302">
              <a:lnSpc>
                <a:spcPts val="1939"/>
              </a:lnSpc>
            </a:pPr>
            <a:r>
              <a:rPr dirty="0" smtClean="0" sz="1800" spc="-15" b="1">
                <a:latin typeface="Arial"/>
                <a:cs typeface="Arial"/>
              </a:rPr>
              <a:t>E</a:t>
            </a:r>
            <a:r>
              <a:rPr dirty="0" smtClean="0" sz="1800" spc="-15" b="1">
                <a:latin typeface="Arial"/>
                <a:cs typeface="Arial"/>
              </a:rPr>
              <a:t>T</a:t>
            </a:r>
            <a:r>
              <a:rPr dirty="0" smtClean="0" sz="1800" spc="-15" b="1">
                <a:latin typeface="Arial"/>
                <a:cs typeface="Arial"/>
              </a:rPr>
              <a:t>A</a:t>
            </a:r>
            <a:r>
              <a:rPr dirty="0" smtClean="0" sz="1800" spc="-15" b="1">
                <a:latin typeface="Arial"/>
                <a:cs typeface="Arial"/>
              </a:rPr>
              <a:t>CS</a:t>
            </a:r>
            <a:r>
              <a:rPr dirty="0" smtClean="0" sz="1800" spc="-15" b="1">
                <a:latin typeface="Arial"/>
                <a:cs typeface="Arial"/>
              </a:rPr>
              <a:t> </a:t>
            </a:r>
            <a:r>
              <a:rPr dirty="0" smtClean="0" sz="1800" spc="-15" b="1">
                <a:latin typeface="Arial"/>
                <a:cs typeface="Arial"/>
              </a:rPr>
              <a:t>=</a:t>
            </a:r>
            <a:r>
              <a:rPr dirty="0" smtClean="0" sz="1800" spc="-15" b="1">
                <a:latin typeface="Arial"/>
                <a:cs typeface="Arial"/>
              </a:rPr>
              <a:t> </a:t>
            </a:r>
            <a:r>
              <a:rPr dirty="0" smtClean="0" sz="1800" spc="-15" b="1">
                <a:latin typeface="Arial"/>
                <a:cs typeface="Arial"/>
              </a:rPr>
              <a:t>Extended</a:t>
            </a:r>
            <a:r>
              <a:rPr dirty="0" smtClean="0" sz="1800" spc="-15" b="1">
                <a:latin typeface="Arial"/>
                <a:cs typeface="Arial"/>
              </a:rPr>
              <a:t> </a:t>
            </a:r>
            <a:r>
              <a:rPr dirty="0" smtClean="0" sz="1800" spc="-15" b="1">
                <a:latin typeface="Arial"/>
                <a:cs typeface="Arial"/>
              </a:rPr>
              <a:t>T</a:t>
            </a:r>
            <a:r>
              <a:rPr dirty="0" smtClean="0" sz="1800" spc="-15" b="1">
                <a:latin typeface="Arial"/>
                <a:cs typeface="Arial"/>
              </a:rPr>
              <a:t>A</a:t>
            </a:r>
            <a:r>
              <a:rPr dirty="0" smtClean="0" sz="1800" spc="-15" b="1">
                <a:latin typeface="Arial"/>
                <a:cs typeface="Arial"/>
              </a:rPr>
              <a:t>CS</a:t>
            </a:r>
            <a:endParaRPr sz="1800">
              <a:latin typeface="Arial"/>
              <a:cs typeface="Arial"/>
            </a:endParaRPr>
          </a:p>
          <a:p>
            <a:pPr marL="469836">
              <a:lnSpc>
                <a:spcPct val="95825"/>
              </a:lnSpc>
            </a:pPr>
            <a:r>
              <a:rPr dirty="0" smtClean="0" sz="1800">
                <a:latin typeface="Wingdings"/>
                <a:cs typeface="Wingdings"/>
              </a:rPr>
              <a:t></a:t>
            </a:r>
            <a:r>
              <a:rPr dirty="0" smtClean="0" sz="1800" spc="50">
                <a:latin typeface="Times New Roman"/>
                <a:cs typeface="Times New Roman"/>
              </a:rPr>
              <a:t> </a:t>
            </a:r>
            <a:r>
              <a:rPr dirty="0" smtClean="0" sz="1800" spc="50">
                <a:latin typeface="Times New Roman"/>
                <a:cs typeface="Times New Roman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Stan</a:t>
            </a:r>
            <a:r>
              <a:rPr dirty="0" smtClean="0" sz="1800" spc="-3">
                <a:latin typeface="Arial"/>
                <a:cs typeface="Arial"/>
              </a:rPr>
              <a:t>d</a:t>
            </a:r>
            <a:r>
              <a:rPr dirty="0" smtClean="0" sz="1800" spc="-3">
                <a:latin typeface="Arial"/>
                <a:cs typeface="Arial"/>
              </a:rPr>
              <a:t>ar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T</a:t>
            </a:r>
            <a:r>
              <a:rPr dirty="0" smtClean="0" sz="1800" spc="-3">
                <a:latin typeface="Arial"/>
                <a:cs typeface="Arial"/>
              </a:rPr>
              <a:t>ACS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den</a:t>
            </a:r>
            <a:r>
              <a:rPr dirty="0" smtClean="0" sz="1800" spc="-3">
                <a:latin typeface="Arial"/>
                <a:cs typeface="Arial"/>
              </a:rPr>
              <a:t>g</a:t>
            </a:r>
            <a:r>
              <a:rPr dirty="0" smtClean="0" sz="1800" spc="-3">
                <a:latin typeface="Arial"/>
                <a:cs typeface="Arial"/>
              </a:rPr>
              <a:t>an</a:t>
            </a:r>
            <a:r>
              <a:rPr dirty="0" smtClean="0" sz="1800" spc="-3">
                <a:latin typeface="Arial"/>
                <a:cs typeface="Arial"/>
              </a:rPr>
              <a:t> </a:t>
            </a:r>
            <a:r>
              <a:rPr dirty="0" smtClean="0" sz="1800" spc="-3">
                <a:latin typeface="Arial"/>
                <a:cs typeface="Arial"/>
              </a:rPr>
              <a:t>p</a:t>
            </a:r>
            <a:r>
              <a:rPr dirty="0" smtClean="0" sz="1800" spc="-3">
                <a:latin typeface="Arial"/>
                <a:cs typeface="Arial"/>
              </a:rPr>
              <a:t>e</a:t>
            </a:r>
            <a:r>
              <a:rPr dirty="0" smtClean="0" sz="1800" spc="-3">
                <a:latin typeface="Arial"/>
                <a:cs typeface="Arial"/>
              </a:rPr>
              <a:t>rluas</a:t>
            </a:r>
            <a:r>
              <a:rPr dirty="0" smtClean="0" sz="1800" spc="-3">
                <a:latin typeface="Arial"/>
                <a:cs typeface="Arial"/>
              </a:rPr>
              <a:t>a</a:t>
            </a:r>
            <a:r>
              <a:rPr dirty="0" smtClean="0" sz="1800" spc="-3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6532" y="5799954"/>
            <a:ext cx="992606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4">
                <a:latin typeface="Arial"/>
                <a:cs typeface="Arial"/>
              </a:rPr>
              <a:t>f</a:t>
            </a:r>
            <a:r>
              <a:rPr dirty="0" smtClean="0" sz="1800" spc="4">
                <a:latin typeface="Arial"/>
                <a:cs typeface="Arial"/>
              </a:rPr>
              <a:t>re</a:t>
            </a:r>
            <a:r>
              <a:rPr dirty="0" smtClean="0" sz="1800" spc="4">
                <a:latin typeface="Arial"/>
                <a:cs typeface="Arial"/>
              </a:rPr>
              <a:t>k</a:t>
            </a:r>
            <a:r>
              <a:rPr dirty="0" smtClean="0" sz="1800" spc="4">
                <a:latin typeface="Arial"/>
                <a:cs typeface="Arial"/>
              </a:rPr>
              <a:t>uensi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5940" y="6472848"/>
            <a:ext cx="366351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40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9040" y="3724910"/>
            <a:ext cx="1638300" cy="629919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517778" marR="520649" algn="ctr">
              <a:lnSpc>
                <a:spcPct val="95825"/>
              </a:lnSpc>
            </a:pPr>
            <a:r>
              <a:rPr dirty="0" smtClean="0" sz="1400" spc="-22">
                <a:latin typeface="Times New Roman"/>
                <a:cs typeface="Times New Roman"/>
              </a:rPr>
              <a:t>E</a:t>
            </a:r>
            <a:r>
              <a:rPr dirty="0" smtClean="0" sz="1400" spc="-22">
                <a:latin typeface="Times New Roman"/>
                <a:cs typeface="Times New Roman"/>
              </a:rPr>
              <a:t>T</a:t>
            </a:r>
            <a:r>
              <a:rPr dirty="0" smtClean="0" sz="1400" spc="-22">
                <a:latin typeface="Times New Roman"/>
                <a:cs typeface="Times New Roman"/>
              </a:rPr>
              <a:t>A</a:t>
            </a:r>
            <a:r>
              <a:rPr dirty="0" smtClean="0" sz="1400" spc="-22">
                <a:latin typeface="Times New Roman"/>
                <a:cs typeface="Times New Roman"/>
              </a:rPr>
              <a:t>C</a:t>
            </a:r>
            <a:r>
              <a:rPr dirty="0" smtClean="0" sz="1400" spc="-22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559815" marR="546353" algn="ctr">
              <a:lnSpc>
                <a:spcPct val="95825"/>
              </a:lnSpc>
              <a:spcBef>
                <a:spcPts val="860"/>
              </a:spcBef>
            </a:pPr>
            <a:r>
              <a:rPr dirty="0" smtClean="0" sz="1400" spc="1">
                <a:latin typeface="Times New Roman"/>
                <a:cs typeface="Times New Roman"/>
              </a:rPr>
              <a:t>640</a:t>
            </a:r>
            <a:r>
              <a:rPr dirty="0" smtClean="0" sz="1400" spc="1">
                <a:latin typeface="Times New Roman"/>
                <a:cs typeface="Times New Roman"/>
              </a:rPr>
              <a:t> </a:t>
            </a:r>
            <a:r>
              <a:rPr dirty="0" smtClean="0" sz="1400" spc="1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7340" y="3724910"/>
            <a:ext cx="655320" cy="6299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772660" y="3724910"/>
            <a:ext cx="1637030" cy="629919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573878" marR="571947" algn="ctr">
              <a:lnSpc>
                <a:spcPct val="95825"/>
              </a:lnSpc>
            </a:pPr>
            <a:r>
              <a:rPr dirty="0" smtClean="0" sz="1400" spc="-29">
                <a:latin typeface="Times New Roman"/>
                <a:cs typeface="Times New Roman"/>
              </a:rPr>
              <a:t>T</a:t>
            </a:r>
            <a:r>
              <a:rPr dirty="0" smtClean="0" sz="1400" spc="-29">
                <a:latin typeface="Times New Roman"/>
                <a:cs typeface="Times New Roman"/>
              </a:rPr>
              <a:t>A</a:t>
            </a:r>
            <a:r>
              <a:rPr dirty="0" smtClean="0" sz="1400" spc="-29">
                <a:latin typeface="Times New Roman"/>
                <a:cs typeface="Times New Roman"/>
              </a:rPr>
              <a:t>C</a:t>
            </a:r>
            <a:r>
              <a:rPr dirty="0" smtClean="0" sz="1400" spc="-29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560070" marR="544830" algn="ctr">
              <a:lnSpc>
                <a:spcPct val="95825"/>
              </a:lnSpc>
              <a:spcBef>
                <a:spcPts val="867"/>
              </a:spcBef>
            </a:pPr>
            <a:r>
              <a:rPr dirty="0" smtClean="0" sz="1400" spc="1">
                <a:latin typeface="Times New Roman"/>
                <a:cs typeface="Times New Roman"/>
              </a:rPr>
              <a:t>600</a:t>
            </a:r>
            <a:r>
              <a:rPr dirty="0" smtClean="0" sz="1400" spc="1">
                <a:latin typeface="Times New Roman"/>
                <a:cs typeface="Times New Roman"/>
              </a:rPr>
              <a:t> </a:t>
            </a:r>
            <a:r>
              <a:rPr dirty="0" smtClean="0" sz="1400" spc="1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690" y="3724910"/>
            <a:ext cx="1311909" cy="629919"/>
          </a:xfrm>
          <a:prstGeom prst="rect">
            <a:avLst/>
          </a:prstGeom>
        </p:spPr>
        <p:txBody>
          <a:bodyPr wrap="square" lIns="0" tIns="5457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423925">
              <a:lnSpc>
                <a:spcPct val="95825"/>
              </a:lnSpc>
              <a:spcBef>
                <a:spcPts val="2000"/>
              </a:spcBef>
            </a:pPr>
            <a:r>
              <a:rPr dirty="0" smtClean="0" sz="1400" spc="1">
                <a:latin typeface="Times New Roman"/>
                <a:cs typeface="Times New Roman"/>
              </a:rPr>
              <a:t>400</a:t>
            </a:r>
            <a:r>
              <a:rPr dirty="0" smtClean="0" sz="1400" spc="1">
                <a:latin typeface="Times New Roman"/>
                <a:cs typeface="Times New Roman"/>
              </a:rPr>
              <a:t> </a:t>
            </a:r>
            <a:r>
              <a:rPr dirty="0" smtClean="0" sz="1400" spc="1"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4191" y="1034525"/>
            <a:ext cx="641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430405" y="1034525"/>
            <a:ext cx="6394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311697" y="1034525"/>
            <a:ext cx="630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146484" y="1034525"/>
            <a:ext cx="6323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object 66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043514" y="4368091"/>
            <a:ext cx="2120985" cy="248206"/>
          </a:xfrm>
          <a:custGeom>
            <a:avLst/>
            <a:gdLst/>
            <a:ahLst/>
            <a:cxnLst/>
            <a:rect l="l" t="t" r="r" b="b"/>
            <a:pathLst>
              <a:path w="2120985" h="248206">
                <a:moveTo>
                  <a:pt x="0" y="248206"/>
                </a:moveTo>
                <a:lnTo>
                  <a:pt x="2120985" y="248206"/>
                </a:lnTo>
                <a:lnTo>
                  <a:pt x="2120985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4164435" y="4368091"/>
            <a:ext cx="1243623" cy="248206"/>
          </a:xfrm>
          <a:custGeom>
            <a:avLst/>
            <a:gdLst/>
            <a:ahLst/>
            <a:cxnLst/>
            <a:rect l="l" t="t" r="r" b="b"/>
            <a:pathLst>
              <a:path w="1243623" h="248206">
                <a:moveTo>
                  <a:pt x="0" y="248206"/>
                </a:moveTo>
                <a:lnTo>
                  <a:pt x="1243623" y="248206"/>
                </a:lnTo>
                <a:lnTo>
                  <a:pt x="1243623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5408154" y="4368091"/>
            <a:ext cx="1243235" cy="248206"/>
          </a:xfrm>
          <a:custGeom>
            <a:avLst/>
            <a:gdLst/>
            <a:ahLst/>
            <a:cxnLst/>
            <a:rect l="l" t="t" r="r" b="b"/>
            <a:pathLst>
              <a:path w="1243235" h="248206">
                <a:moveTo>
                  <a:pt x="0" y="248206"/>
                </a:moveTo>
                <a:lnTo>
                  <a:pt x="1243235" y="248206"/>
                </a:lnTo>
                <a:lnTo>
                  <a:pt x="1243235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6651390" y="4368091"/>
            <a:ext cx="1369817" cy="248206"/>
          </a:xfrm>
          <a:custGeom>
            <a:avLst/>
            <a:gdLst/>
            <a:ahLst/>
            <a:cxnLst/>
            <a:rect l="l" t="t" r="r" b="b"/>
            <a:pathLst>
              <a:path w="1369817" h="248206">
                <a:moveTo>
                  <a:pt x="0" y="248206"/>
                </a:moveTo>
                <a:lnTo>
                  <a:pt x="1369817" y="248206"/>
                </a:lnTo>
                <a:lnTo>
                  <a:pt x="1369817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2043514" y="4354074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2043514" y="4366421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4164435" y="4366421"/>
            <a:ext cx="22942" cy="0"/>
          </a:xfrm>
          <a:custGeom>
            <a:avLst/>
            <a:gdLst/>
            <a:ahLst/>
            <a:cxnLst/>
            <a:rect l="l" t="t" r="r" b="b"/>
            <a:pathLst>
              <a:path w="22942" h="0">
                <a:moveTo>
                  <a:pt x="0" y="0"/>
                </a:moveTo>
                <a:lnTo>
                  <a:pt x="22942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4164435" y="4354074"/>
            <a:ext cx="22942" cy="0"/>
          </a:xfrm>
          <a:custGeom>
            <a:avLst/>
            <a:gdLst/>
            <a:ahLst/>
            <a:cxnLst/>
            <a:rect l="l" t="t" r="r" b="b"/>
            <a:pathLst>
              <a:path w="22942" h="0">
                <a:moveTo>
                  <a:pt x="0" y="0"/>
                </a:moveTo>
                <a:lnTo>
                  <a:pt x="22942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187499" y="4354074"/>
            <a:ext cx="1220687" cy="0"/>
          </a:xfrm>
          <a:custGeom>
            <a:avLst/>
            <a:gdLst/>
            <a:ahLst/>
            <a:cxnLst/>
            <a:rect l="l" t="t" r="r" b="b"/>
            <a:pathLst>
              <a:path w="1220687" h="0">
                <a:moveTo>
                  <a:pt x="0" y="0"/>
                </a:moveTo>
                <a:lnTo>
                  <a:pt x="1220687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4187499" y="4366421"/>
            <a:ext cx="1220687" cy="0"/>
          </a:xfrm>
          <a:custGeom>
            <a:avLst/>
            <a:gdLst/>
            <a:ahLst/>
            <a:cxnLst/>
            <a:rect l="l" t="t" r="r" b="b"/>
            <a:pathLst>
              <a:path w="1220687" h="0">
                <a:moveTo>
                  <a:pt x="0" y="0"/>
                </a:moveTo>
                <a:lnTo>
                  <a:pt x="1220687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5408154" y="4366421"/>
            <a:ext cx="22546" cy="0"/>
          </a:xfrm>
          <a:custGeom>
            <a:avLst/>
            <a:gdLst/>
            <a:ahLst/>
            <a:cxnLst/>
            <a:rect l="l" t="t" r="r" b="b"/>
            <a:pathLst>
              <a:path w="22546" h="0">
                <a:moveTo>
                  <a:pt x="0" y="0"/>
                </a:moveTo>
                <a:lnTo>
                  <a:pt x="22546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5408154" y="4354074"/>
            <a:ext cx="22546" cy="0"/>
          </a:xfrm>
          <a:custGeom>
            <a:avLst/>
            <a:gdLst/>
            <a:ahLst/>
            <a:cxnLst/>
            <a:rect l="l" t="t" r="r" b="b"/>
            <a:pathLst>
              <a:path w="22546" h="0">
                <a:moveTo>
                  <a:pt x="0" y="0"/>
                </a:moveTo>
                <a:lnTo>
                  <a:pt x="22546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5430574" y="4354074"/>
            <a:ext cx="1220687" cy="0"/>
          </a:xfrm>
          <a:custGeom>
            <a:avLst/>
            <a:gdLst/>
            <a:ahLst/>
            <a:cxnLst/>
            <a:rect l="l" t="t" r="r" b="b"/>
            <a:pathLst>
              <a:path w="1220687" h="0">
                <a:moveTo>
                  <a:pt x="0" y="0"/>
                </a:moveTo>
                <a:lnTo>
                  <a:pt x="1220687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5430574" y="4366421"/>
            <a:ext cx="1220687" cy="0"/>
          </a:xfrm>
          <a:custGeom>
            <a:avLst/>
            <a:gdLst/>
            <a:ahLst/>
            <a:cxnLst/>
            <a:rect l="l" t="t" r="r" b="b"/>
            <a:pathLst>
              <a:path w="1220687" h="0">
                <a:moveTo>
                  <a:pt x="0" y="0"/>
                </a:moveTo>
                <a:lnTo>
                  <a:pt x="1220687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6651390" y="4366421"/>
            <a:ext cx="22942" cy="0"/>
          </a:xfrm>
          <a:custGeom>
            <a:avLst/>
            <a:gdLst/>
            <a:ahLst/>
            <a:cxnLst/>
            <a:rect l="l" t="t" r="r" b="b"/>
            <a:pathLst>
              <a:path w="22942" h="0">
                <a:moveTo>
                  <a:pt x="0" y="0"/>
                </a:moveTo>
                <a:lnTo>
                  <a:pt x="22942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6651390" y="4354074"/>
            <a:ext cx="22942" cy="0"/>
          </a:xfrm>
          <a:custGeom>
            <a:avLst/>
            <a:gdLst/>
            <a:ahLst/>
            <a:cxnLst/>
            <a:rect l="l" t="t" r="r" b="b"/>
            <a:pathLst>
              <a:path w="22942" h="0">
                <a:moveTo>
                  <a:pt x="0" y="0"/>
                </a:moveTo>
                <a:lnTo>
                  <a:pt x="22942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6674294" y="4354074"/>
            <a:ext cx="1346865" cy="0"/>
          </a:xfrm>
          <a:custGeom>
            <a:avLst/>
            <a:gdLst/>
            <a:ahLst/>
            <a:cxnLst/>
            <a:rect l="l" t="t" r="r" b="b"/>
            <a:pathLst>
              <a:path w="1346865" h="0">
                <a:moveTo>
                  <a:pt x="0" y="0"/>
                </a:moveTo>
                <a:lnTo>
                  <a:pt x="1346865" y="0"/>
                </a:lnTo>
              </a:path>
            </a:pathLst>
          </a:custGeom>
          <a:ln w="2260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6674294" y="4366421"/>
            <a:ext cx="1346865" cy="0"/>
          </a:xfrm>
          <a:custGeom>
            <a:avLst/>
            <a:gdLst/>
            <a:ahLst/>
            <a:cxnLst/>
            <a:rect l="l" t="t" r="r" b="b"/>
            <a:pathLst>
              <a:path w="1346865" h="0">
                <a:moveTo>
                  <a:pt x="0" y="0"/>
                </a:moveTo>
                <a:lnTo>
                  <a:pt x="1346865" y="0"/>
                </a:lnTo>
              </a:path>
            </a:pathLst>
          </a:custGeom>
          <a:ln w="4639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2043514" y="4625666"/>
            <a:ext cx="2120985" cy="248206"/>
          </a:xfrm>
          <a:custGeom>
            <a:avLst/>
            <a:gdLst/>
            <a:ahLst/>
            <a:cxnLst/>
            <a:rect l="l" t="t" r="r" b="b"/>
            <a:pathLst>
              <a:path w="2120985" h="248206">
                <a:moveTo>
                  <a:pt x="0" y="248206"/>
                </a:moveTo>
                <a:lnTo>
                  <a:pt x="2120985" y="248206"/>
                </a:lnTo>
                <a:lnTo>
                  <a:pt x="2120985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2043514" y="4617765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2043514" y="4623935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4639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4164435" y="4617765"/>
            <a:ext cx="9888" cy="0"/>
          </a:xfrm>
          <a:custGeom>
            <a:avLst/>
            <a:gdLst/>
            <a:ahLst/>
            <a:cxnLst/>
            <a:rect l="l" t="t" r="r" b="b"/>
            <a:pathLst>
              <a:path w="9888" h="0">
                <a:moveTo>
                  <a:pt x="0" y="0"/>
                </a:moveTo>
                <a:lnTo>
                  <a:pt x="9888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4174435" y="4617765"/>
            <a:ext cx="1233735" cy="0"/>
          </a:xfrm>
          <a:custGeom>
            <a:avLst/>
            <a:gdLst/>
            <a:ahLst/>
            <a:cxnLst/>
            <a:rect l="l" t="t" r="r" b="b"/>
            <a:pathLst>
              <a:path w="1233735" h="0">
                <a:moveTo>
                  <a:pt x="0" y="0"/>
                </a:moveTo>
                <a:lnTo>
                  <a:pt x="1233735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5408154" y="4617765"/>
            <a:ext cx="9493" cy="0"/>
          </a:xfrm>
          <a:custGeom>
            <a:avLst/>
            <a:gdLst/>
            <a:ahLst/>
            <a:cxnLst/>
            <a:rect l="l" t="t" r="r" b="b"/>
            <a:pathLst>
              <a:path w="9493" h="0">
                <a:moveTo>
                  <a:pt x="0" y="0"/>
                </a:moveTo>
                <a:lnTo>
                  <a:pt x="9493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5417671" y="4617765"/>
            <a:ext cx="1233735" cy="0"/>
          </a:xfrm>
          <a:custGeom>
            <a:avLst/>
            <a:gdLst/>
            <a:ahLst/>
            <a:cxnLst/>
            <a:rect l="l" t="t" r="r" b="b"/>
            <a:pathLst>
              <a:path w="1233735" h="0">
                <a:moveTo>
                  <a:pt x="0" y="0"/>
                </a:moveTo>
                <a:lnTo>
                  <a:pt x="1233735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6651390" y="4617765"/>
            <a:ext cx="9889" cy="0"/>
          </a:xfrm>
          <a:custGeom>
            <a:avLst/>
            <a:gdLst/>
            <a:ahLst/>
            <a:cxnLst/>
            <a:rect l="l" t="t" r="r" b="b"/>
            <a:pathLst>
              <a:path w="9889" h="0">
                <a:moveTo>
                  <a:pt x="0" y="0"/>
                </a:moveTo>
                <a:lnTo>
                  <a:pt x="9889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6661229" y="4617765"/>
            <a:ext cx="1359914" cy="0"/>
          </a:xfrm>
          <a:custGeom>
            <a:avLst/>
            <a:gdLst/>
            <a:ahLst/>
            <a:cxnLst/>
            <a:rect l="l" t="t" r="r" b="b"/>
            <a:pathLst>
              <a:path w="1359914" h="0">
                <a:moveTo>
                  <a:pt x="0" y="0"/>
                </a:moveTo>
                <a:lnTo>
                  <a:pt x="1359914" y="0"/>
                </a:lnTo>
              </a:path>
            </a:pathLst>
          </a:custGeom>
          <a:ln w="10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2043514" y="4870892"/>
            <a:ext cx="2120985" cy="248206"/>
          </a:xfrm>
          <a:custGeom>
            <a:avLst/>
            <a:gdLst/>
            <a:ahLst/>
            <a:cxnLst/>
            <a:rect l="l" t="t" r="r" b="b"/>
            <a:pathLst>
              <a:path w="2120985" h="248206">
                <a:moveTo>
                  <a:pt x="0" y="248206"/>
                </a:moveTo>
                <a:lnTo>
                  <a:pt x="2120985" y="248206"/>
                </a:lnTo>
                <a:lnTo>
                  <a:pt x="2120985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2043514" y="5119099"/>
            <a:ext cx="2120985" cy="245593"/>
          </a:xfrm>
          <a:custGeom>
            <a:avLst/>
            <a:gdLst/>
            <a:ahLst/>
            <a:cxnLst/>
            <a:rect l="l" t="t" r="r" b="b"/>
            <a:pathLst>
              <a:path w="2120985" h="245593">
                <a:moveTo>
                  <a:pt x="0" y="245593"/>
                </a:moveTo>
                <a:lnTo>
                  <a:pt x="2120985" y="245593"/>
                </a:lnTo>
                <a:lnTo>
                  <a:pt x="2120985" y="0"/>
                </a:lnTo>
                <a:lnTo>
                  <a:pt x="0" y="0"/>
                </a:lnTo>
                <a:lnTo>
                  <a:pt x="0" y="24559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2043514" y="5366190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426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2043514" y="5364692"/>
            <a:ext cx="2120985" cy="248206"/>
          </a:xfrm>
          <a:custGeom>
            <a:avLst/>
            <a:gdLst/>
            <a:ahLst/>
            <a:cxnLst/>
            <a:rect l="l" t="t" r="r" b="b"/>
            <a:pathLst>
              <a:path w="2120985" h="248206">
                <a:moveTo>
                  <a:pt x="0" y="248206"/>
                </a:moveTo>
                <a:lnTo>
                  <a:pt x="2120985" y="248206"/>
                </a:lnTo>
                <a:lnTo>
                  <a:pt x="2120985" y="0"/>
                </a:lnTo>
                <a:lnTo>
                  <a:pt x="0" y="0"/>
                </a:lnTo>
                <a:lnTo>
                  <a:pt x="0" y="248206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2043514" y="5612914"/>
            <a:ext cx="2120985" cy="245211"/>
          </a:xfrm>
          <a:custGeom>
            <a:avLst/>
            <a:gdLst/>
            <a:ahLst/>
            <a:cxnLst/>
            <a:rect l="l" t="t" r="r" b="b"/>
            <a:pathLst>
              <a:path w="2120985" h="245211">
                <a:moveTo>
                  <a:pt x="0" y="245211"/>
                </a:moveTo>
                <a:lnTo>
                  <a:pt x="2120985" y="245211"/>
                </a:lnTo>
                <a:lnTo>
                  <a:pt x="2120985" y="0"/>
                </a:lnTo>
                <a:lnTo>
                  <a:pt x="0" y="0"/>
                </a:lnTo>
                <a:lnTo>
                  <a:pt x="0" y="245211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2043514" y="5859623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4265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2043514" y="5858125"/>
            <a:ext cx="2120985" cy="248588"/>
          </a:xfrm>
          <a:custGeom>
            <a:avLst/>
            <a:gdLst/>
            <a:ahLst/>
            <a:cxnLst/>
            <a:rect l="l" t="t" r="r" b="b"/>
            <a:pathLst>
              <a:path w="2120985" h="248588">
                <a:moveTo>
                  <a:pt x="0" y="248588"/>
                </a:moveTo>
                <a:lnTo>
                  <a:pt x="2120985" y="248588"/>
                </a:lnTo>
                <a:lnTo>
                  <a:pt x="2120985" y="0"/>
                </a:lnTo>
                <a:lnTo>
                  <a:pt x="0" y="0"/>
                </a:lnTo>
                <a:lnTo>
                  <a:pt x="0" y="24858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2043514" y="6114196"/>
            <a:ext cx="2120985" cy="0"/>
          </a:xfrm>
          <a:custGeom>
            <a:avLst/>
            <a:gdLst/>
            <a:ahLst/>
            <a:cxnLst/>
            <a:rect l="l" t="t" r="r" b="b"/>
            <a:pathLst>
              <a:path w="2120985" h="0">
                <a:moveTo>
                  <a:pt x="0" y="0"/>
                </a:moveTo>
                <a:lnTo>
                  <a:pt x="2120985" y="0"/>
                </a:lnTo>
              </a:path>
            </a:pathLst>
          </a:custGeom>
          <a:ln w="229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4164435" y="6114196"/>
            <a:ext cx="22942" cy="0"/>
          </a:xfrm>
          <a:custGeom>
            <a:avLst/>
            <a:gdLst/>
            <a:ahLst/>
            <a:cxnLst/>
            <a:rect l="l" t="t" r="r" b="b"/>
            <a:pathLst>
              <a:path w="22942" h="0">
                <a:moveTo>
                  <a:pt x="0" y="0"/>
                </a:moveTo>
                <a:lnTo>
                  <a:pt x="22942" y="0"/>
                </a:lnTo>
              </a:path>
            </a:pathLst>
          </a:custGeom>
          <a:ln w="229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408154" y="6114196"/>
            <a:ext cx="22546" cy="0"/>
          </a:xfrm>
          <a:custGeom>
            <a:avLst/>
            <a:gdLst/>
            <a:ahLst/>
            <a:cxnLst/>
            <a:rect l="l" t="t" r="r" b="b"/>
            <a:pathLst>
              <a:path w="22546" h="0">
                <a:moveTo>
                  <a:pt x="0" y="0"/>
                </a:moveTo>
                <a:lnTo>
                  <a:pt x="22546" y="0"/>
                </a:lnTo>
              </a:path>
            </a:pathLst>
          </a:custGeom>
          <a:ln w="229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651390" y="6114196"/>
            <a:ext cx="22942" cy="0"/>
          </a:xfrm>
          <a:custGeom>
            <a:avLst/>
            <a:gdLst/>
            <a:ahLst/>
            <a:cxnLst/>
            <a:rect l="l" t="t" r="r" b="b"/>
            <a:pathLst>
              <a:path w="22942" h="0">
                <a:moveTo>
                  <a:pt x="0" y="0"/>
                </a:moveTo>
                <a:lnTo>
                  <a:pt x="22942" y="0"/>
                </a:lnTo>
              </a:path>
            </a:pathLst>
          </a:custGeom>
          <a:ln w="2298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8740" y="159162"/>
            <a:ext cx="39207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" b="1">
                <a:latin typeface="Arial"/>
                <a:cs typeface="Arial"/>
              </a:rPr>
              <a:t>G</a:t>
            </a:r>
            <a:r>
              <a:rPr dirty="0" smtClean="0" sz="2400" spc="-2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2600" y="159162"/>
            <a:ext cx="539048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st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m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Komun</a:t>
            </a:r>
            <a:r>
              <a:rPr dirty="0" smtClean="0" sz="2400" spc="0" b="1">
                <a:latin typeface="Arial"/>
                <a:cs typeface="Arial"/>
              </a:rPr>
              <a:t>i</a:t>
            </a:r>
            <a:r>
              <a:rPr dirty="0" smtClean="0" sz="2400" spc="0" b="1">
                <a:latin typeface="Arial"/>
                <a:cs typeface="Arial"/>
              </a:rPr>
              <a:t>k</a:t>
            </a:r>
            <a:r>
              <a:rPr dirty="0" smtClean="0" sz="2400" spc="0" b="1">
                <a:latin typeface="Arial"/>
                <a:cs typeface="Arial"/>
              </a:rPr>
              <a:t>a</a:t>
            </a:r>
            <a:r>
              <a:rPr dirty="0" smtClean="0" sz="2400" spc="0" b="1">
                <a:latin typeface="Arial"/>
                <a:cs typeface="Arial"/>
              </a:rPr>
              <a:t>si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B</a:t>
            </a:r>
            <a:r>
              <a:rPr dirty="0" smtClean="0" sz="2400" spc="0" b="1">
                <a:latin typeface="Arial"/>
                <a:cs typeface="Arial"/>
              </a:rPr>
              <a:t>e</a:t>
            </a:r>
            <a:r>
              <a:rPr dirty="0" smtClean="0" sz="2400" spc="0" b="1">
                <a:latin typeface="Arial"/>
                <a:cs typeface="Arial"/>
              </a:rPr>
              <a:t>rge</a:t>
            </a:r>
            <a:r>
              <a:rPr dirty="0" smtClean="0" sz="2400" spc="0" b="1">
                <a:latin typeface="Arial"/>
                <a:cs typeface="Arial"/>
              </a:rPr>
              <a:t>r</a:t>
            </a:r>
            <a:r>
              <a:rPr dirty="0" smtClean="0" sz="2400" spc="0" b="1">
                <a:latin typeface="Arial"/>
                <a:cs typeface="Arial"/>
              </a:rPr>
              <a:t>ak</a:t>
            </a:r>
            <a:r>
              <a:rPr dirty="0" smtClean="0" sz="2400" spc="0" b="1">
                <a:latin typeface="Arial"/>
                <a:cs typeface="Arial"/>
              </a:rPr>
              <a:t> </a:t>
            </a:r>
            <a:r>
              <a:rPr dirty="0" smtClean="0" sz="2400" spc="0" b="1">
                <a:latin typeface="Arial"/>
                <a:cs typeface="Arial"/>
              </a:rPr>
              <a:t>S</a:t>
            </a:r>
            <a:r>
              <a:rPr dirty="0" smtClean="0" sz="2400" spc="0" b="1">
                <a:latin typeface="Arial"/>
                <a:cs typeface="Arial"/>
              </a:rPr>
              <a:t>el</a:t>
            </a:r>
            <a:r>
              <a:rPr dirty="0" smtClean="0" sz="2400" spc="0" b="1">
                <a:latin typeface="Arial"/>
                <a:cs typeface="Arial"/>
              </a:rPr>
              <a:t>u</a:t>
            </a:r>
            <a:r>
              <a:rPr dirty="0" smtClean="0" sz="2400" spc="0" b="1">
                <a:latin typeface="Arial"/>
                <a:cs typeface="Arial"/>
              </a:rPr>
              <a:t>ler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657" y="759634"/>
            <a:ext cx="7765217" cy="2460194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7612">
              <a:lnSpc>
                <a:spcPts val="2145"/>
              </a:lnSpc>
            </a:pPr>
            <a:r>
              <a:rPr dirty="0" smtClean="0" sz="2000" spc="-1" b="1">
                <a:latin typeface="Arial"/>
                <a:cs typeface="Arial"/>
              </a:rPr>
              <a:t>S</a:t>
            </a:r>
            <a:r>
              <a:rPr dirty="0" smtClean="0" sz="2000" spc="-1" b="1">
                <a:latin typeface="Arial"/>
                <a:cs typeface="Arial"/>
              </a:rPr>
              <a:t>i</a:t>
            </a:r>
            <a:r>
              <a:rPr dirty="0" smtClean="0" sz="2000" spc="-1" b="1">
                <a:latin typeface="Arial"/>
                <a:cs typeface="Arial"/>
              </a:rPr>
              <a:t>s</a:t>
            </a:r>
            <a:r>
              <a:rPr dirty="0" smtClean="0" sz="2000" spc="-1" b="1">
                <a:latin typeface="Arial"/>
                <a:cs typeface="Arial"/>
              </a:rPr>
              <a:t>tem</a:t>
            </a:r>
            <a:r>
              <a:rPr dirty="0" smtClean="0" sz="2000" spc="-1" b="1">
                <a:latin typeface="Arial"/>
                <a:cs typeface="Arial"/>
              </a:rPr>
              <a:t> </a:t>
            </a:r>
            <a:r>
              <a:rPr dirty="0" smtClean="0" sz="2000" spc="-1" b="1">
                <a:latin typeface="Arial"/>
                <a:cs typeface="Arial"/>
              </a:rPr>
              <a:t>s</a:t>
            </a:r>
            <a:r>
              <a:rPr dirty="0" smtClean="0" sz="2000" spc="-1" b="1">
                <a:latin typeface="Arial"/>
                <a:cs typeface="Arial"/>
              </a:rPr>
              <a:t>e</a:t>
            </a:r>
            <a:r>
              <a:rPr dirty="0" smtClean="0" sz="2000" spc="-1" b="1">
                <a:latin typeface="Arial"/>
                <a:cs typeface="Arial"/>
              </a:rPr>
              <a:t>lu</a:t>
            </a:r>
            <a:r>
              <a:rPr dirty="0" smtClean="0" sz="2000" spc="-1" b="1">
                <a:latin typeface="Arial"/>
                <a:cs typeface="Arial"/>
              </a:rPr>
              <a:t>l</a:t>
            </a:r>
            <a:r>
              <a:rPr dirty="0" smtClean="0" sz="2000" spc="-1" b="1">
                <a:latin typeface="Arial"/>
                <a:cs typeface="Arial"/>
              </a:rPr>
              <a:t>e</a:t>
            </a:r>
            <a:r>
              <a:rPr dirty="0" smtClean="0" sz="2000" spc="-1" b="1">
                <a:latin typeface="Arial"/>
                <a:cs typeface="Arial"/>
              </a:rPr>
              <a:t>r</a:t>
            </a:r>
            <a:r>
              <a:rPr dirty="0" smtClean="0" sz="2000" spc="-1" b="1">
                <a:latin typeface="Arial"/>
                <a:cs typeface="Arial"/>
              </a:rPr>
              <a:t> </a:t>
            </a:r>
            <a:r>
              <a:rPr dirty="0" smtClean="0" sz="2000" spc="-1" b="1">
                <a:latin typeface="Arial"/>
                <a:cs typeface="Arial"/>
              </a:rPr>
              <a:t>digit</a:t>
            </a:r>
            <a:r>
              <a:rPr dirty="0" smtClean="0" sz="2000" spc="-1" b="1">
                <a:latin typeface="Arial"/>
                <a:cs typeface="Arial"/>
              </a:rPr>
              <a:t>a</a:t>
            </a:r>
            <a:r>
              <a:rPr dirty="0" smtClean="0" sz="2000" spc="-1" b="1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  <a:p>
            <a:pPr marL="73342" marR="37612">
              <a:lnSpc>
                <a:spcPct val="95825"/>
              </a:lnSpc>
              <a:spcBef>
                <a:spcPts val="720"/>
              </a:spcBef>
            </a:pPr>
            <a:r>
              <a:rPr dirty="0" smtClean="0" sz="1950" spc="4">
                <a:latin typeface="Arial"/>
                <a:cs typeface="Arial"/>
              </a:rPr>
              <a:t>Ke</a:t>
            </a:r>
            <a:r>
              <a:rPr dirty="0" smtClean="0" sz="1950" spc="4">
                <a:latin typeface="Arial"/>
                <a:cs typeface="Arial"/>
              </a:rPr>
              <a:t>l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b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h</a:t>
            </a:r>
            <a:r>
              <a:rPr dirty="0" smtClean="0" sz="1950" spc="4">
                <a:latin typeface="Arial"/>
                <a:cs typeface="Arial"/>
              </a:rPr>
              <a:t>a</a:t>
            </a:r>
            <a:r>
              <a:rPr dirty="0" smtClean="0" sz="1950" spc="4">
                <a:latin typeface="Arial"/>
                <a:cs typeface="Arial"/>
              </a:rPr>
              <a:t>n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:</a:t>
            </a:r>
            <a:endParaRPr sz="1950">
              <a:latin typeface="Arial"/>
              <a:cs typeface="Arial"/>
            </a:endParaRPr>
          </a:p>
          <a:p>
            <a:pPr marL="581314" marR="37612">
              <a:lnSpc>
                <a:spcPct val="102091"/>
              </a:lnSpc>
              <a:spcBef>
                <a:spcPts val="20"/>
              </a:spcBef>
            </a:pPr>
            <a:r>
              <a:rPr dirty="0" smtClean="0" sz="1950">
                <a:latin typeface="Symbol"/>
                <a:cs typeface="Symbol"/>
              </a:rPr>
              <a:t>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f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n</a:t>
            </a:r>
            <a:r>
              <a:rPr dirty="0" smtClean="0" sz="1950" spc="4">
                <a:latin typeface="Arial"/>
                <a:cs typeface="Arial"/>
              </a:rPr>
              <a:t>si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p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k</a:t>
            </a:r>
            <a:r>
              <a:rPr dirty="0" smtClean="0" sz="1950" spc="4">
                <a:latin typeface="Arial"/>
                <a:cs typeface="Arial"/>
              </a:rPr>
              <a:t>t</a:t>
            </a:r>
            <a:r>
              <a:rPr dirty="0" smtClean="0" sz="1950" spc="4">
                <a:latin typeface="Arial"/>
                <a:cs typeface="Arial"/>
              </a:rPr>
              <a:t>r</a:t>
            </a:r>
            <a:r>
              <a:rPr dirty="0" smtClean="0" sz="1950" spc="4">
                <a:latin typeface="Arial"/>
                <a:cs typeface="Arial"/>
              </a:rPr>
              <a:t>um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l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b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h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t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n</a:t>
            </a:r>
            <a:r>
              <a:rPr dirty="0" smtClean="0" sz="1950" spc="4">
                <a:latin typeface="Arial"/>
                <a:cs typeface="Arial"/>
              </a:rPr>
              <a:t>g</a:t>
            </a:r>
            <a:r>
              <a:rPr dirty="0" smtClean="0" sz="1950" spc="4">
                <a:latin typeface="Arial"/>
                <a:cs typeface="Arial"/>
              </a:rPr>
              <a:t>gi,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k</a:t>
            </a:r>
            <a:r>
              <a:rPr dirty="0" smtClean="0" sz="1950" spc="4">
                <a:latin typeface="Arial"/>
                <a:cs typeface="Arial"/>
              </a:rPr>
              <a:t>a</a:t>
            </a:r>
            <a:r>
              <a:rPr dirty="0" smtClean="0" sz="1950" spc="4">
                <a:latin typeface="Arial"/>
                <a:cs typeface="Arial"/>
              </a:rPr>
              <a:t>p</a:t>
            </a:r>
            <a:r>
              <a:rPr dirty="0" smtClean="0" sz="1950" spc="4">
                <a:latin typeface="Arial"/>
                <a:cs typeface="Arial"/>
              </a:rPr>
              <a:t>a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t</a:t>
            </a:r>
            <a:r>
              <a:rPr dirty="0" smtClean="0" sz="1950" spc="4">
                <a:latin typeface="Arial"/>
                <a:cs typeface="Arial"/>
              </a:rPr>
              <a:t>as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t</a:t>
            </a:r>
            <a:r>
              <a:rPr dirty="0" smtClean="0" sz="1950" spc="4">
                <a:latin typeface="Arial"/>
                <a:cs typeface="Arial"/>
              </a:rPr>
              <a:t>em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l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b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h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besar</a:t>
            </a:r>
            <a:endParaRPr sz="1950">
              <a:latin typeface="Arial"/>
              <a:cs typeface="Arial"/>
            </a:endParaRPr>
          </a:p>
          <a:p>
            <a:pPr marL="581314" marR="37612">
              <a:lnSpc>
                <a:spcPts val="2370"/>
              </a:lnSpc>
              <a:spcBef>
                <a:spcPts val="118"/>
              </a:spcBef>
            </a:pPr>
            <a:r>
              <a:rPr dirty="0" smtClean="0" sz="1950">
                <a:latin typeface="Symbol"/>
                <a:cs typeface="Symbol"/>
              </a:rPr>
              <a:t>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pl</a:t>
            </a:r>
            <a:r>
              <a:rPr dirty="0" smtClean="0" sz="1950" spc="3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n</a:t>
            </a:r>
            <a:r>
              <a:rPr dirty="0" smtClean="0" sz="1950" spc="3">
                <a:latin typeface="Arial"/>
                <a:cs typeface="Arial"/>
              </a:rPr>
              <a:t>t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y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n</a:t>
            </a:r>
            <a:r>
              <a:rPr dirty="0" smtClean="0" sz="1950" spc="3">
                <a:latin typeface="Arial"/>
                <a:cs typeface="Arial"/>
              </a:rPr>
              <a:t>an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b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r</a:t>
            </a:r>
            <a:r>
              <a:rPr dirty="0" smtClean="0" sz="1950" spc="3">
                <a:latin typeface="Arial"/>
                <a:cs typeface="Arial"/>
              </a:rPr>
              <a:t>u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b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u</a:t>
            </a:r>
            <a:r>
              <a:rPr dirty="0" smtClean="0" sz="1950" spc="3">
                <a:latin typeface="Arial"/>
                <a:cs typeface="Arial"/>
              </a:rPr>
              <a:t>d</a:t>
            </a:r>
            <a:r>
              <a:rPr dirty="0" smtClean="0" sz="1950" spc="3">
                <a:latin typeface="Arial"/>
                <a:cs typeface="Arial"/>
              </a:rPr>
              <a:t>ah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(</a:t>
            </a:r>
            <a:r>
              <a:rPr dirty="0" smtClean="0" sz="1950" spc="3">
                <a:latin typeface="Arial"/>
                <a:cs typeface="Arial"/>
              </a:rPr>
              <a:t>f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x</a:t>
            </a:r>
            <a:r>
              <a:rPr dirty="0" smtClean="0" sz="1950" spc="3">
                <a:latin typeface="Arial"/>
                <a:cs typeface="Arial"/>
              </a:rPr>
              <a:t>,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d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t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,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p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gin</a:t>
            </a:r>
            <a:r>
              <a:rPr dirty="0" smtClean="0" sz="1950" spc="3">
                <a:latin typeface="Arial"/>
                <a:cs typeface="Arial"/>
              </a:rPr>
              <a:t>g</a:t>
            </a:r>
            <a:r>
              <a:rPr dirty="0" smtClean="0" sz="1950" spc="3"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  <a:p>
            <a:pPr marL="581314" marR="37612">
              <a:lnSpc>
                <a:spcPts val="2365"/>
              </a:lnSpc>
            </a:pPr>
            <a:r>
              <a:rPr dirty="0" smtClean="0" sz="1950">
                <a:latin typeface="Symbol"/>
                <a:cs typeface="Symbol"/>
              </a:rPr>
              <a:t>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F</a:t>
            </a:r>
            <a:r>
              <a:rPr dirty="0" smtClean="0" sz="1950" spc="4">
                <a:latin typeface="Arial"/>
                <a:cs typeface="Arial"/>
              </a:rPr>
              <a:t>a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l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t</a:t>
            </a:r>
            <a:r>
              <a:rPr dirty="0" smtClean="0" sz="1950" spc="4">
                <a:latin typeface="Arial"/>
                <a:cs typeface="Arial"/>
              </a:rPr>
              <a:t>as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k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ama</a:t>
            </a:r>
            <a:r>
              <a:rPr dirty="0" smtClean="0" sz="1950" spc="4">
                <a:latin typeface="Arial"/>
                <a:cs typeface="Arial"/>
              </a:rPr>
              <a:t>n</a:t>
            </a:r>
            <a:r>
              <a:rPr dirty="0" smtClean="0" sz="1950" spc="4">
                <a:latin typeface="Arial"/>
                <a:cs typeface="Arial"/>
              </a:rPr>
              <a:t>an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da</a:t>
            </a:r>
            <a:r>
              <a:rPr dirty="0" smtClean="0" sz="1950" spc="4">
                <a:latin typeface="Arial"/>
                <a:cs typeface="Arial"/>
              </a:rPr>
              <a:t>n</a:t>
            </a:r>
            <a:r>
              <a:rPr dirty="0" smtClean="0" sz="1950" spc="4">
                <a:latin typeface="Arial"/>
                <a:cs typeface="Arial"/>
              </a:rPr>
              <a:t> </a:t>
            </a:r>
            <a:r>
              <a:rPr dirty="0" smtClean="0" sz="1950" spc="4">
                <a:latin typeface="Arial"/>
                <a:cs typeface="Arial"/>
              </a:rPr>
              <a:t>e</a:t>
            </a:r>
            <a:r>
              <a:rPr dirty="0" smtClean="0" sz="1950" spc="4">
                <a:latin typeface="Arial"/>
                <a:cs typeface="Arial"/>
              </a:rPr>
              <a:t>n</a:t>
            </a:r>
            <a:r>
              <a:rPr dirty="0" smtClean="0" sz="1950" spc="4">
                <a:latin typeface="Arial"/>
                <a:cs typeface="Arial"/>
              </a:rPr>
              <a:t>k</a:t>
            </a:r>
            <a:r>
              <a:rPr dirty="0" smtClean="0" sz="1950" spc="4">
                <a:latin typeface="Arial"/>
                <a:cs typeface="Arial"/>
              </a:rPr>
              <a:t>r</a:t>
            </a:r>
            <a:r>
              <a:rPr dirty="0" smtClean="0" sz="1950" spc="4">
                <a:latin typeface="Arial"/>
                <a:cs typeface="Arial"/>
              </a:rPr>
              <a:t>i</a:t>
            </a:r>
            <a:r>
              <a:rPr dirty="0" smtClean="0" sz="1950" spc="4">
                <a:latin typeface="Arial"/>
                <a:cs typeface="Arial"/>
              </a:rPr>
              <a:t>p</a:t>
            </a:r>
            <a:r>
              <a:rPr dirty="0" smtClean="0" sz="1950" spc="4">
                <a:latin typeface="Arial"/>
                <a:cs typeface="Arial"/>
              </a:rPr>
              <a:t>s</a:t>
            </a:r>
            <a:r>
              <a:rPr dirty="0" smtClean="0" sz="1950" spc="4">
                <a:latin typeface="Arial"/>
                <a:cs typeface="Arial"/>
              </a:rPr>
              <a:t>i</a:t>
            </a:r>
            <a:endParaRPr sz="1950">
              <a:latin typeface="Arial"/>
              <a:cs typeface="Arial"/>
            </a:endParaRPr>
          </a:p>
          <a:p>
            <a:pPr marL="581314">
              <a:lnSpc>
                <a:spcPts val="2370"/>
              </a:lnSpc>
              <a:spcBef>
                <a:spcPts val="0"/>
              </a:spcBef>
            </a:pPr>
            <a:r>
              <a:rPr dirty="0" smtClean="0" sz="1950">
                <a:latin typeface="Symbol"/>
                <a:cs typeface="Symbol"/>
              </a:rPr>
              <a:t>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nf</a:t>
            </a:r>
            <a:r>
              <a:rPr dirty="0" smtClean="0" sz="1950" spc="3">
                <a:latin typeface="Arial"/>
                <a:cs typeface="Arial"/>
              </a:rPr>
              <a:t>r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t</a:t>
            </a:r>
            <a:r>
              <a:rPr dirty="0" smtClean="0" sz="1950" spc="3">
                <a:latin typeface="Arial"/>
                <a:cs typeface="Arial"/>
              </a:rPr>
              <a:t>r</a:t>
            </a:r>
            <a:r>
              <a:rPr dirty="0" smtClean="0" sz="1950" spc="3">
                <a:latin typeface="Arial"/>
                <a:cs typeface="Arial"/>
              </a:rPr>
              <a:t>u</a:t>
            </a:r>
            <a:r>
              <a:rPr dirty="0" smtClean="0" sz="1950" spc="3">
                <a:latin typeface="Arial"/>
                <a:cs typeface="Arial"/>
              </a:rPr>
              <a:t>k</a:t>
            </a:r>
            <a:r>
              <a:rPr dirty="0" smtClean="0" sz="1950" spc="3">
                <a:latin typeface="Arial"/>
                <a:cs typeface="Arial"/>
              </a:rPr>
              <a:t>t</a:t>
            </a:r>
            <a:r>
              <a:rPr dirty="0" smtClean="0" sz="1950" spc="3">
                <a:latin typeface="Arial"/>
                <a:cs typeface="Arial"/>
              </a:rPr>
              <a:t>ur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b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u</a:t>
            </a:r>
            <a:r>
              <a:rPr dirty="0" smtClean="0" sz="1950" spc="3">
                <a:latin typeface="Arial"/>
                <a:cs typeface="Arial"/>
              </a:rPr>
              <a:t>r</a:t>
            </a:r>
            <a:r>
              <a:rPr dirty="0" smtClean="0" sz="1950" spc="3">
                <a:latin typeface="Arial"/>
                <a:cs typeface="Arial"/>
              </a:rPr>
              <a:t>ah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denga</a:t>
            </a:r>
            <a:r>
              <a:rPr dirty="0" smtClean="0" sz="1950" spc="3">
                <a:latin typeface="Arial"/>
                <a:cs typeface="Arial"/>
              </a:rPr>
              <a:t>n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p</a:t>
            </a:r>
            <a:r>
              <a:rPr dirty="0" smtClean="0" sz="1950" spc="3">
                <a:latin typeface="Arial"/>
                <a:cs typeface="Arial"/>
              </a:rPr>
              <a:t>r</a:t>
            </a:r>
            <a:r>
              <a:rPr dirty="0" smtClean="0" sz="1950" spc="3">
                <a:latin typeface="Arial"/>
                <a:cs typeface="Arial"/>
              </a:rPr>
              <a:t>o</a:t>
            </a:r>
            <a:r>
              <a:rPr dirty="0" smtClean="0" sz="1950" spc="3">
                <a:latin typeface="Arial"/>
                <a:cs typeface="Arial"/>
              </a:rPr>
              <a:t>d</a:t>
            </a:r>
            <a:r>
              <a:rPr dirty="0" smtClean="0" sz="1950" spc="3">
                <a:latin typeface="Arial"/>
                <a:cs typeface="Arial"/>
              </a:rPr>
              <a:t>u</a:t>
            </a:r>
            <a:r>
              <a:rPr dirty="0" smtClean="0" sz="1950" spc="3">
                <a:latin typeface="Arial"/>
                <a:cs typeface="Arial"/>
              </a:rPr>
              <a:t>k</a:t>
            </a:r>
            <a:r>
              <a:rPr dirty="0" smtClean="0" sz="1950" spc="3">
                <a:latin typeface="Arial"/>
                <a:cs typeface="Arial"/>
              </a:rPr>
              <a:t>si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b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u</a:t>
            </a:r>
            <a:r>
              <a:rPr dirty="0" smtClean="0" sz="1950" spc="3">
                <a:latin typeface="Arial"/>
                <a:cs typeface="Arial"/>
              </a:rPr>
              <a:t>d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h</a:t>
            </a:r>
            <a:endParaRPr sz="1950">
              <a:latin typeface="Arial"/>
              <a:cs typeface="Arial"/>
            </a:endParaRPr>
          </a:p>
          <a:p>
            <a:pPr marL="581314" marR="37612">
              <a:lnSpc>
                <a:spcPct val="102091"/>
              </a:lnSpc>
            </a:pPr>
            <a:r>
              <a:rPr dirty="0" smtClean="0" sz="1950">
                <a:latin typeface="Symbol"/>
                <a:cs typeface="Symbol"/>
              </a:rPr>
              <a:t>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47">
                <a:latin typeface="Times New Roman"/>
                <a:cs typeface="Times New Roman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Ku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t</a:t>
            </a:r>
            <a:r>
              <a:rPr dirty="0" smtClean="0" sz="1950" spc="3">
                <a:latin typeface="Arial"/>
                <a:cs typeface="Arial"/>
              </a:rPr>
              <a:t>as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y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n</a:t>
            </a:r>
            <a:r>
              <a:rPr dirty="0" smtClean="0" sz="1950" spc="3">
                <a:latin typeface="Arial"/>
                <a:cs typeface="Arial"/>
              </a:rPr>
              <a:t>an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y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n</a:t>
            </a:r>
            <a:r>
              <a:rPr dirty="0" smtClean="0" sz="1950" spc="3">
                <a:latin typeface="Arial"/>
                <a:cs typeface="Arial"/>
              </a:rPr>
              <a:t>g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l</a:t>
            </a:r>
            <a:r>
              <a:rPr dirty="0" smtClean="0" sz="1950" spc="3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b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b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k</a:t>
            </a:r>
            <a:endParaRPr sz="1950">
              <a:latin typeface="Arial"/>
              <a:cs typeface="Arial"/>
            </a:endParaRPr>
          </a:p>
          <a:p>
            <a:pPr marL="73342" marR="37612">
              <a:lnSpc>
                <a:spcPts val="2185"/>
              </a:lnSpc>
              <a:spcBef>
                <a:spcPts val="109"/>
              </a:spcBef>
            </a:pPr>
            <a:r>
              <a:rPr dirty="0" smtClean="0" sz="1950" spc="3">
                <a:latin typeface="Arial"/>
                <a:cs typeface="Arial"/>
              </a:rPr>
              <a:t>Co</a:t>
            </a:r>
            <a:r>
              <a:rPr dirty="0" smtClean="0" sz="1950" spc="3">
                <a:latin typeface="Arial"/>
                <a:cs typeface="Arial"/>
              </a:rPr>
              <a:t>n</a:t>
            </a:r>
            <a:r>
              <a:rPr dirty="0" smtClean="0" sz="1950" spc="3">
                <a:latin typeface="Arial"/>
                <a:cs typeface="Arial"/>
              </a:rPr>
              <a:t>t</a:t>
            </a:r>
            <a:r>
              <a:rPr dirty="0" smtClean="0" sz="1950" spc="3">
                <a:latin typeface="Arial"/>
                <a:cs typeface="Arial"/>
              </a:rPr>
              <a:t>oh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:</a:t>
            </a:r>
            <a:endParaRPr sz="1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8719" y="3232956"/>
            <a:ext cx="5624489" cy="556856"/>
          </a:xfrm>
          <a:prstGeom prst="rect">
            <a:avLst/>
          </a:prstGeom>
        </p:spPr>
        <p:txBody>
          <a:bodyPr wrap="square" lIns="0" tIns="13303" rIns="0" bIns="0" rtlCol="0">
            <a:noAutofit/>
          </a:bodyPr>
          <a:lstStyle/>
          <a:p>
            <a:pPr marL="12700">
              <a:lnSpc>
                <a:spcPts val="2095"/>
              </a:lnSpc>
            </a:pPr>
            <a:r>
              <a:rPr dirty="0" smtClean="0" sz="1950">
                <a:latin typeface="Wingdings"/>
                <a:cs typeface="Wingdings"/>
              </a:rPr>
              <a:t></a:t>
            </a:r>
            <a:r>
              <a:rPr dirty="0" smtClean="0" sz="1950" spc="54">
                <a:latin typeface="Times New Roman"/>
                <a:cs typeface="Times New Roman"/>
              </a:rPr>
              <a:t> </a:t>
            </a:r>
            <a:r>
              <a:rPr dirty="0" smtClean="0" sz="1950" spc="54">
                <a:latin typeface="Times New Roman"/>
                <a:cs typeface="Times New Roman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G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(</a:t>
            </a:r>
            <a:r>
              <a:rPr dirty="0" smtClean="0" sz="1950" spc="3" i="1">
                <a:latin typeface="Arial"/>
                <a:cs typeface="Arial"/>
              </a:rPr>
              <a:t>G</a:t>
            </a:r>
            <a:r>
              <a:rPr dirty="0" smtClean="0" sz="1950" spc="3" i="1">
                <a:latin typeface="Arial"/>
                <a:cs typeface="Arial"/>
              </a:rPr>
              <a:t>l</a:t>
            </a:r>
            <a:r>
              <a:rPr dirty="0" smtClean="0" sz="1950" spc="3" i="1">
                <a:latin typeface="Arial"/>
                <a:cs typeface="Arial"/>
              </a:rPr>
              <a:t>o</a:t>
            </a:r>
            <a:r>
              <a:rPr dirty="0" smtClean="0" sz="1950" spc="3" i="1">
                <a:latin typeface="Arial"/>
                <a:cs typeface="Arial"/>
              </a:rPr>
              <a:t>b</a:t>
            </a:r>
            <a:r>
              <a:rPr dirty="0" smtClean="0" sz="1950" spc="3" i="1">
                <a:latin typeface="Arial"/>
                <a:cs typeface="Arial"/>
              </a:rPr>
              <a:t>al</a:t>
            </a:r>
            <a:r>
              <a:rPr dirty="0" smtClean="0" sz="1950" spc="3" i="1">
                <a:latin typeface="Arial"/>
                <a:cs typeface="Arial"/>
              </a:rPr>
              <a:t> </a:t>
            </a:r>
            <a:r>
              <a:rPr dirty="0" smtClean="0" sz="1950" spc="3" i="1">
                <a:latin typeface="Arial"/>
                <a:cs typeface="Arial"/>
              </a:rPr>
              <a:t>Sy</a:t>
            </a:r>
            <a:r>
              <a:rPr dirty="0" smtClean="0" sz="1950" spc="3" i="1">
                <a:latin typeface="Arial"/>
                <a:cs typeface="Arial"/>
              </a:rPr>
              <a:t>s</a:t>
            </a:r>
            <a:r>
              <a:rPr dirty="0" smtClean="0" sz="1950" spc="3" i="1">
                <a:latin typeface="Arial"/>
                <a:cs typeface="Arial"/>
              </a:rPr>
              <a:t>t</a:t>
            </a:r>
            <a:r>
              <a:rPr dirty="0" smtClean="0" sz="1950" spc="3" i="1">
                <a:latin typeface="Arial"/>
                <a:cs typeface="Arial"/>
              </a:rPr>
              <a:t>e</a:t>
            </a:r>
            <a:r>
              <a:rPr dirty="0" smtClean="0" sz="1950" spc="3" i="1">
                <a:latin typeface="Arial"/>
                <a:cs typeface="Arial"/>
              </a:rPr>
              <a:t>m</a:t>
            </a:r>
            <a:r>
              <a:rPr dirty="0" smtClean="0" sz="1950" spc="3" i="1">
                <a:latin typeface="Arial"/>
                <a:cs typeface="Arial"/>
              </a:rPr>
              <a:t> </a:t>
            </a:r>
            <a:r>
              <a:rPr dirty="0" smtClean="0" sz="1950" spc="3" i="1">
                <a:latin typeface="Arial"/>
                <a:cs typeface="Arial"/>
              </a:rPr>
              <a:t>f</a:t>
            </a:r>
            <a:r>
              <a:rPr dirty="0" smtClean="0" sz="1950" spc="3" i="1">
                <a:latin typeface="Arial"/>
                <a:cs typeface="Arial"/>
              </a:rPr>
              <a:t>or</a:t>
            </a:r>
            <a:r>
              <a:rPr dirty="0" smtClean="0" sz="1950" spc="3" i="1">
                <a:latin typeface="Arial"/>
                <a:cs typeface="Arial"/>
              </a:rPr>
              <a:t> </a:t>
            </a:r>
            <a:r>
              <a:rPr dirty="0" smtClean="0" sz="1950" spc="3" i="1">
                <a:latin typeface="Arial"/>
                <a:cs typeface="Arial"/>
              </a:rPr>
              <a:t>M</a:t>
            </a:r>
            <a:r>
              <a:rPr dirty="0" smtClean="0" sz="1950" spc="3" i="1">
                <a:latin typeface="Arial"/>
                <a:cs typeface="Arial"/>
              </a:rPr>
              <a:t>o</a:t>
            </a:r>
            <a:r>
              <a:rPr dirty="0" smtClean="0" sz="1950" spc="3" i="1">
                <a:latin typeface="Arial"/>
                <a:cs typeface="Arial"/>
              </a:rPr>
              <a:t>b</a:t>
            </a:r>
            <a:r>
              <a:rPr dirty="0" smtClean="0" sz="1950" spc="3" i="1">
                <a:latin typeface="Arial"/>
                <a:cs typeface="Arial"/>
              </a:rPr>
              <a:t>i</a:t>
            </a:r>
            <a:r>
              <a:rPr dirty="0" smtClean="0" sz="1950" spc="3" i="1">
                <a:latin typeface="Arial"/>
                <a:cs typeface="Arial"/>
              </a:rPr>
              <a:t>l</a:t>
            </a:r>
            <a:r>
              <a:rPr dirty="0" smtClean="0" sz="1950" spc="3" i="1">
                <a:latin typeface="Arial"/>
                <a:cs typeface="Arial"/>
              </a:rPr>
              <a:t>e</a:t>
            </a:r>
            <a:r>
              <a:rPr dirty="0" smtClean="0" sz="1950" spc="3">
                <a:latin typeface="Arial"/>
                <a:cs typeface="Arial"/>
              </a:rPr>
              <a:t>)</a:t>
            </a:r>
            <a:r>
              <a:rPr dirty="0" smtClean="0" sz="1950" spc="3">
                <a:latin typeface="Arial"/>
                <a:cs typeface="Arial"/>
              </a:rPr>
              <a:t>,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CD</a:t>
            </a:r>
            <a:r>
              <a:rPr dirty="0" smtClean="0" sz="1950" spc="3">
                <a:latin typeface="Arial"/>
                <a:cs typeface="Arial"/>
              </a:rPr>
              <a:t>M</a:t>
            </a:r>
            <a:r>
              <a:rPr dirty="0" smtClean="0" sz="1950" spc="3">
                <a:latin typeface="Arial"/>
                <a:cs typeface="Arial"/>
              </a:rPr>
              <a:t>A</a:t>
            </a:r>
            <a:r>
              <a:rPr dirty="0" smtClean="0" sz="1950" spc="3">
                <a:latin typeface="Arial"/>
                <a:cs typeface="Arial"/>
              </a:rPr>
              <a:t>/</a:t>
            </a:r>
            <a:r>
              <a:rPr dirty="0" smtClean="0" sz="1950" spc="3">
                <a:latin typeface="Arial"/>
                <a:cs typeface="Arial"/>
              </a:rPr>
              <a:t>I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-</a:t>
            </a:r>
            <a:r>
              <a:rPr dirty="0" smtClean="0" sz="1950" spc="3">
                <a:latin typeface="Arial"/>
                <a:cs typeface="Arial"/>
              </a:rPr>
              <a:t>9</a:t>
            </a:r>
            <a:r>
              <a:rPr dirty="0" smtClean="0" sz="1950" spc="3">
                <a:latin typeface="Arial"/>
                <a:cs typeface="Arial"/>
              </a:rPr>
              <a:t>5</a:t>
            </a:r>
            <a:r>
              <a:rPr dirty="0" smtClean="0" sz="1950" spc="3">
                <a:latin typeface="Arial"/>
                <a:cs typeface="Arial"/>
              </a:rPr>
              <a:t>,</a:t>
            </a:r>
            <a:endParaRPr sz="1950">
              <a:latin typeface="Arial"/>
              <a:cs typeface="Arial"/>
            </a:endParaRPr>
          </a:p>
          <a:p>
            <a:pPr marL="12700" marR="37242">
              <a:lnSpc>
                <a:spcPts val="2230"/>
              </a:lnSpc>
              <a:spcBef>
                <a:spcPts val="6"/>
              </a:spcBef>
            </a:pPr>
            <a:r>
              <a:rPr dirty="0" smtClean="0" sz="1950" spc="3" i="1">
                <a:latin typeface="Arial"/>
                <a:cs typeface="Arial"/>
              </a:rPr>
              <a:t>Pe</a:t>
            </a:r>
            <a:r>
              <a:rPr dirty="0" smtClean="0" sz="1950" spc="3" i="1">
                <a:latin typeface="Arial"/>
                <a:cs typeface="Arial"/>
              </a:rPr>
              <a:t>r</a:t>
            </a:r>
            <a:r>
              <a:rPr dirty="0" smtClean="0" sz="1950" spc="3" i="1">
                <a:latin typeface="Arial"/>
                <a:cs typeface="Arial"/>
              </a:rPr>
              <a:t>s</a:t>
            </a:r>
            <a:r>
              <a:rPr dirty="0" smtClean="0" sz="1950" spc="3" i="1">
                <a:latin typeface="Arial"/>
                <a:cs typeface="Arial"/>
              </a:rPr>
              <a:t>o</a:t>
            </a:r>
            <a:r>
              <a:rPr dirty="0" smtClean="0" sz="1950" spc="3" i="1">
                <a:latin typeface="Arial"/>
                <a:cs typeface="Arial"/>
              </a:rPr>
              <a:t>n</a:t>
            </a:r>
            <a:r>
              <a:rPr dirty="0" smtClean="0" sz="1950" spc="3" i="1">
                <a:latin typeface="Arial"/>
                <a:cs typeface="Arial"/>
              </a:rPr>
              <a:t>a</a:t>
            </a:r>
            <a:r>
              <a:rPr dirty="0" smtClean="0" sz="1950" spc="3" i="1">
                <a:latin typeface="Arial"/>
                <a:cs typeface="Arial"/>
              </a:rPr>
              <a:t>l</a:t>
            </a:r>
            <a:r>
              <a:rPr dirty="0" smtClean="0" sz="1950" spc="3" i="1">
                <a:latin typeface="Arial"/>
                <a:cs typeface="Arial"/>
              </a:rPr>
              <a:t> </a:t>
            </a:r>
            <a:r>
              <a:rPr dirty="0" smtClean="0" sz="1950" spc="3" i="1">
                <a:latin typeface="Arial"/>
                <a:cs typeface="Arial"/>
              </a:rPr>
              <a:t>D</a:t>
            </a:r>
            <a:r>
              <a:rPr dirty="0" smtClean="0" sz="1950" spc="3" i="1">
                <a:latin typeface="Arial"/>
                <a:cs typeface="Arial"/>
              </a:rPr>
              <a:t>i</a:t>
            </a:r>
            <a:r>
              <a:rPr dirty="0" smtClean="0" sz="1950" spc="3" i="1">
                <a:latin typeface="Arial"/>
                <a:cs typeface="Arial"/>
              </a:rPr>
              <a:t>g</a:t>
            </a:r>
            <a:r>
              <a:rPr dirty="0" smtClean="0" sz="1950" spc="3" i="1">
                <a:latin typeface="Arial"/>
                <a:cs typeface="Arial"/>
              </a:rPr>
              <a:t>i</a:t>
            </a:r>
            <a:r>
              <a:rPr dirty="0" smtClean="0" sz="1950" spc="3" i="1">
                <a:latin typeface="Arial"/>
                <a:cs typeface="Arial"/>
              </a:rPr>
              <a:t>t</a:t>
            </a:r>
            <a:r>
              <a:rPr dirty="0" smtClean="0" sz="1950" spc="3" i="1">
                <a:latin typeface="Arial"/>
                <a:cs typeface="Arial"/>
              </a:rPr>
              <a:t>al</a:t>
            </a:r>
            <a:r>
              <a:rPr dirty="0" smtClean="0" sz="1950" spc="3" i="1">
                <a:latin typeface="Arial"/>
                <a:cs typeface="Arial"/>
              </a:rPr>
              <a:t> </a:t>
            </a:r>
            <a:r>
              <a:rPr dirty="0" smtClean="0" sz="1950" spc="3" i="1">
                <a:latin typeface="Arial"/>
                <a:cs typeface="Arial"/>
              </a:rPr>
              <a:t>Ce</a:t>
            </a:r>
            <a:r>
              <a:rPr dirty="0" smtClean="0" sz="1950" spc="3" i="1">
                <a:latin typeface="Arial"/>
                <a:cs typeface="Arial"/>
              </a:rPr>
              <a:t>l</a:t>
            </a:r>
            <a:r>
              <a:rPr dirty="0" smtClean="0" sz="1950" spc="3" i="1">
                <a:latin typeface="Arial"/>
                <a:cs typeface="Arial"/>
              </a:rPr>
              <a:t>l</a:t>
            </a:r>
            <a:r>
              <a:rPr dirty="0" smtClean="0" sz="1950" spc="3" i="1">
                <a:latin typeface="Arial"/>
                <a:cs typeface="Arial"/>
              </a:rPr>
              <a:t>ula</a:t>
            </a:r>
            <a:r>
              <a:rPr dirty="0" smtClean="0" sz="1950" spc="3" i="1">
                <a:latin typeface="Arial"/>
                <a:cs typeface="Arial"/>
              </a:rPr>
              <a:t>r</a:t>
            </a:r>
            <a:r>
              <a:rPr dirty="0" smtClean="0" sz="1950" spc="3">
                <a:latin typeface="Arial"/>
                <a:cs typeface="Arial"/>
              </a:rPr>
              <a:t>)</a:t>
            </a:r>
            <a:r>
              <a:rPr dirty="0" smtClean="0" sz="1950" spc="3">
                <a:latin typeface="Arial"/>
                <a:cs typeface="Arial"/>
              </a:rPr>
              <a:t>,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DC</a:t>
            </a:r>
            <a:r>
              <a:rPr dirty="0" smtClean="0" sz="1950" spc="3">
                <a:latin typeface="Arial"/>
                <a:cs typeface="Arial"/>
              </a:rPr>
              <a:t>S</a:t>
            </a:r>
            <a:r>
              <a:rPr dirty="0" smtClean="0" sz="1950" spc="3">
                <a:latin typeface="Arial"/>
                <a:cs typeface="Arial"/>
              </a:rPr>
              <a:t>-</a:t>
            </a:r>
            <a:r>
              <a:rPr dirty="0" smtClean="0" sz="1950" spc="3">
                <a:latin typeface="Arial"/>
                <a:cs typeface="Arial"/>
              </a:rPr>
              <a:t>1</a:t>
            </a:r>
            <a:r>
              <a:rPr dirty="0" smtClean="0" sz="1950" spc="3">
                <a:latin typeface="Arial"/>
                <a:cs typeface="Arial"/>
              </a:rPr>
              <a:t>8</a:t>
            </a:r>
            <a:r>
              <a:rPr dirty="0" smtClean="0" sz="1950" spc="3">
                <a:latin typeface="Arial"/>
                <a:cs typeface="Arial"/>
              </a:rPr>
              <a:t>0</a:t>
            </a:r>
            <a:r>
              <a:rPr dirty="0" smtClean="0" sz="1950" spc="3">
                <a:latin typeface="Arial"/>
                <a:cs typeface="Arial"/>
              </a:rPr>
              <a:t>0</a:t>
            </a:r>
            <a:r>
              <a:rPr dirty="0" smtClean="0" sz="1950" spc="3">
                <a:latin typeface="Arial"/>
                <a:cs typeface="Arial"/>
              </a:rPr>
              <a:t>,</a:t>
            </a:r>
            <a:r>
              <a:rPr dirty="0" smtClean="0" sz="1950" spc="3">
                <a:latin typeface="Arial"/>
                <a:cs typeface="Arial"/>
              </a:rPr>
              <a:t> </a:t>
            </a:r>
            <a:r>
              <a:rPr dirty="0" smtClean="0" sz="1950" spc="3">
                <a:latin typeface="Arial"/>
                <a:cs typeface="Arial"/>
              </a:rPr>
              <a:t>dsb</a:t>
            </a:r>
            <a:endParaRPr sz="1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86716" y="3232956"/>
            <a:ext cx="590961" cy="273588"/>
          </a:xfrm>
          <a:prstGeom prst="rect">
            <a:avLst/>
          </a:prstGeom>
        </p:spPr>
        <p:txBody>
          <a:bodyPr wrap="square" lIns="0" tIns="13303" rIns="0" bIns="0" rtlCol="0">
            <a:noAutofit/>
          </a:bodyPr>
          <a:lstStyle/>
          <a:p>
            <a:pPr marL="12700">
              <a:lnSpc>
                <a:spcPts val="2095"/>
              </a:lnSpc>
            </a:pPr>
            <a:r>
              <a:rPr dirty="0" smtClean="0" sz="1950" spc="12">
                <a:latin typeface="Arial"/>
                <a:cs typeface="Arial"/>
              </a:rPr>
              <a:t>PDC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83375" y="3232956"/>
            <a:ext cx="145970" cy="273588"/>
          </a:xfrm>
          <a:prstGeom prst="rect">
            <a:avLst/>
          </a:prstGeom>
        </p:spPr>
        <p:txBody>
          <a:bodyPr wrap="square" lIns="0" tIns="13303" rIns="0" bIns="0" rtlCol="0">
            <a:noAutofit/>
          </a:bodyPr>
          <a:lstStyle/>
          <a:p>
            <a:pPr marL="12700">
              <a:lnSpc>
                <a:spcPts val="2095"/>
              </a:lnSpc>
            </a:pPr>
            <a:r>
              <a:rPr dirty="0" smtClean="0" sz="1950" spc="5">
                <a:latin typeface="Arial"/>
                <a:cs typeface="Arial"/>
              </a:rPr>
              <a:t>(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857" y="3945429"/>
            <a:ext cx="175945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 b="1">
                <a:latin typeface="Arial"/>
                <a:cs typeface="Arial"/>
              </a:rPr>
              <a:t>P</a:t>
            </a:r>
            <a:r>
              <a:rPr dirty="0" smtClean="0" sz="2000" spc="1" b="1">
                <a:latin typeface="Arial"/>
                <a:cs typeface="Arial"/>
              </a:rPr>
              <a:t>e</a:t>
            </a:r>
            <a:r>
              <a:rPr dirty="0" smtClean="0" sz="2000" spc="1" b="1">
                <a:latin typeface="Arial"/>
                <a:cs typeface="Arial"/>
              </a:rPr>
              <a:t>rb</a:t>
            </a:r>
            <a:r>
              <a:rPr dirty="0" smtClean="0" sz="2000" spc="1" b="1">
                <a:latin typeface="Arial"/>
                <a:cs typeface="Arial"/>
              </a:rPr>
              <a:t>a</a:t>
            </a:r>
            <a:r>
              <a:rPr dirty="0" smtClean="0" sz="2000" spc="1" b="1">
                <a:latin typeface="Arial"/>
                <a:cs typeface="Arial"/>
              </a:rPr>
              <a:t>ndingan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29649" y="3945429"/>
            <a:ext cx="20472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b="1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40215" y="3945429"/>
            <a:ext cx="799338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3" b="1">
                <a:latin typeface="Arial"/>
                <a:cs typeface="Arial"/>
              </a:rPr>
              <a:t>m</a:t>
            </a:r>
            <a:r>
              <a:rPr dirty="0" smtClean="0" sz="2000" spc="3" b="1">
                <a:latin typeface="Arial"/>
                <a:cs typeface="Arial"/>
              </a:rPr>
              <a:t>c</a:t>
            </a:r>
            <a:r>
              <a:rPr dirty="0" smtClean="0" sz="2000" spc="3" b="1">
                <a:latin typeface="Arial"/>
                <a:cs typeface="Arial"/>
              </a:rPr>
              <a:t>a</a:t>
            </a:r>
            <a:r>
              <a:rPr dirty="0" smtClean="0" sz="2000" spc="3" b="1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42347" y="3945429"/>
            <a:ext cx="870204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b="1">
                <a:latin typeface="Arial"/>
                <a:cs typeface="Arial"/>
              </a:rPr>
              <a:t>s</a:t>
            </a:r>
            <a:r>
              <a:rPr dirty="0" smtClean="0" sz="2000" spc="2" b="1">
                <a:latin typeface="Arial"/>
                <a:cs typeface="Arial"/>
              </a:rPr>
              <a:t>i</a:t>
            </a:r>
            <a:r>
              <a:rPr dirty="0" smtClean="0" sz="2000" spc="2" b="1">
                <a:latin typeface="Arial"/>
                <a:cs typeface="Arial"/>
              </a:rPr>
              <a:t>s</a:t>
            </a:r>
            <a:r>
              <a:rPr dirty="0" smtClean="0" sz="2000" spc="2" b="1">
                <a:latin typeface="Arial"/>
                <a:cs typeface="Arial"/>
              </a:rPr>
              <a:t>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15599" y="3945429"/>
            <a:ext cx="885189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2" b="1">
                <a:latin typeface="Arial"/>
                <a:cs typeface="Arial"/>
              </a:rPr>
              <a:t>s</a:t>
            </a:r>
            <a:r>
              <a:rPr dirty="0" smtClean="0" sz="2000" spc="2" b="1">
                <a:latin typeface="Arial"/>
                <a:cs typeface="Arial"/>
              </a:rPr>
              <a:t>e</a:t>
            </a:r>
            <a:r>
              <a:rPr dirty="0" smtClean="0" sz="2000" spc="2" b="1">
                <a:latin typeface="Arial"/>
                <a:cs typeface="Arial"/>
              </a:rPr>
              <a:t>lu</a:t>
            </a:r>
            <a:r>
              <a:rPr dirty="0" smtClean="0" sz="2000" spc="2" b="1">
                <a:latin typeface="Arial"/>
                <a:cs typeface="Arial"/>
              </a:rPr>
              <a:t>l</a:t>
            </a:r>
            <a:r>
              <a:rPr dirty="0" smtClean="0" sz="2000" spc="2" b="1">
                <a:latin typeface="Arial"/>
                <a:cs typeface="Arial"/>
              </a:rPr>
              <a:t>e</a:t>
            </a:r>
            <a:r>
              <a:rPr dirty="0" smtClean="0" sz="2000" spc="2" b="1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3583" y="3945429"/>
            <a:ext cx="289305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b="1">
                <a:latin typeface="Arial"/>
                <a:cs typeface="Arial"/>
              </a:rPr>
              <a:t>di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8223" y="3945429"/>
            <a:ext cx="1250441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dirty="0" smtClean="0" sz="2000" spc="1" b="1">
                <a:latin typeface="Arial"/>
                <a:cs typeface="Arial"/>
              </a:rPr>
              <a:t>Indone</a:t>
            </a:r>
            <a:r>
              <a:rPr dirty="0" smtClean="0" sz="2000" spc="1" b="1">
                <a:latin typeface="Arial"/>
                <a:cs typeface="Arial"/>
              </a:rPr>
              <a:t>s</a:t>
            </a:r>
            <a:r>
              <a:rPr dirty="0" smtClean="0" sz="2000" spc="1" b="1">
                <a:latin typeface="Arial"/>
                <a:cs typeface="Arial"/>
              </a:rPr>
              <a:t>ia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4200" y="6472848"/>
            <a:ext cx="318019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3514" y="4355430"/>
            <a:ext cx="5977694" cy="262334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2415600">
              <a:lnSpc>
                <a:spcPct val="95825"/>
              </a:lnSpc>
            </a:pPr>
            <a:r>
              <a:rPr dirty="0" smtClean="0" sz="1700" spc="-39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mtClean="0" sz="1700" spc="14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mtClean="0" sz="1700" spc="4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mtClean="0" sz="1700" spc="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mtClean="0" sz="1700" spc="0" b="1">
                <a:solidFill>
                  <a:srgbClr val="FFFFFF"/>
                </a:solidFill>
                <a:latin typeface="Arial"/>
                <a:cs typeface="Arial"/>
              </a:rPr>
              <a:t>          </a:t>
            </a:r>
            <a:r>
              <a:rPr dirty="0" smtClean="0" sz="1700" spc="228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mtClean="0" sz="1700" spc="-9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mtClean="0" sz="1700" spc="4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mtClean="0" sz="1700" spc="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mtClean="0" sz="1700" spc="0" b="1">
                <a:solidFill>
                  <a:srgbClr val="FFFFFF"/>
                </a:solidFill>
                <a:latin typeface="Arial"/>
                <a:cs typeface="Arial"/>
              </a:rPr>
              <a:t>            </a:t>
            </a:r>
            <a:r>
              <a:rPr dirty="0" smtClean="0" sz="1700" spc="19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mtClean="0" sz="1700" spc="12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mtClean="0" sz="1700" spc="6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mtClean="0" sz="1700" spc="12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mtClean="0" sz="1700" spc="36" b="1">
                <a:solidFill>
                  <a:srgbClr val="FFFFFF"/>
                </a:solidFill>
                <a:latin typeface="Arial"/>
                <a:cs typeface="Arial"/>
              </a:rPr>
              <a:t>95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3514" y="4617765"/>
            <a:ext cx="2120985" cy="748424"/>
          </a:xfrm>
          <a:prstGeom prst="rect">
            <a:avLst/>
          </a:prstGeom>
        </p:spPr>
        <p:txBody>
          <a:bodyPr wrap="square" lIns="0" tIns="23050" rIns="0" bIns="0" rtlCol="0">
            <a:noAutofit/>
          </a:bodyPr>
          <a:lstStyle/>
          <a:p>
            <a:pPr marL="87403" marR="473500">
              <a:lnSpc>
                <a:spcPts val="1930"/>
              </a:lnSpc>
            </a:pPr>
            <a:r>
              <a:rPr dirty="0" smtClean="0" sz="1700" spc="41" b="1">
                <a:latin typeface="Arial"/>
                <a:cs typeface="Arial"/>
              </a:rPr>
              <a:t>A</a:t>
            </a:r>
            <a:r>
              <a:rPr dirty="0" smtClean="0" sz="1700" spc="41" b="1">
                <a:latin typeface="Arial"/>
                <a:cs typeface="Arial"/>
              </a:rPr>
              <a:t>kses</a:t>
            </a:r>
            <a:r>
              <a:rPr dirty="0" smtClean="0" sz="1700" spc="41" b="1">
                <a:latin typeface="Arial"/>
                <a:cs typeface="Arial"/>
              </a:rPr>
              <a:t> </a:t>
            </a:r>
            <a:r>
              <a:rPr dirty="0" smtClean="0" sz="1700" spc="41" b="1">
                <a:latin typeface="Arial"/>
                <a:cs typeface="Arial"/>
              </a:rPr>
              <a:t>j</a:t>
            </a:r>
            <a:r>
              <a:rPr dirty="0" smtClean="0" sz="1700" spc="41" b="1">
                <a:latin typeface="Arial"/>
                <a:cs typeface="Arial"/>
              </a:rPr>
              <a:t>amak</a:t>
            </a:r>
            <a:r>
              <a:rPr dirty="0" smtClean="0" sz="1700" spc="41" b="1">
                <a:latin typeface="Arial"/>
                <a:cs typeface="Arial"/>
              </a:rPr>
              <a:t> </a:t>
            </a:r>
            <a:r>
              <a:rPr dirty="0" smtClean="0" sz="1700" spc="41" b="1">
                <a:latin typeface="Arial"/>
                <a:cs typeface="Arial"/>
              </a:rPr>
              <a:t>M</a:t>
            </a:r>
            <a:r>
              <a:rPr dirty="0" smtClean="0" sz="1700" spc="41" b="1">
                <a:latin typeface="Arial"/>
                <a:cs typeface="Arial"/>
              </a:rPr>
              <a:t>o</a:t>
            </a:r>
            <a:r>
              <a:rPr dirty="0" smtClean="0" sz="1700" spc="41" b="1">
                <a:latin typeface="Arial"/>
                <a:cs typeface="Arial"/>
              </a:rPr>
              <a:t>d</a:t>
            </a:r>
            <a:r>
              <a:rPr dirty="0" smtClean="0" sz="1700" spc="41" b="1">
                <a:latin typeface="Arial"/>
                <a:cs typeface="Arial"/>
              </a:rPr>
              <a:t>u</a:t>
            </a:r>
            <a:r>
              <a:rPr dirty="0" smtClean="0" sz="1700" spc="41" b="1">
                <a:latin typeface="Arial"/>
                <a:cs typeface="Arial"/>
              </a:rPr>
              <a:t>l</a:t>
            </a:r>
            <a:r>
              <a:rPr dirty="0" smtClean="0" sz="1700" spc="41" b="1">
                <a:latin typeface="Arial"/>
                <a:cs typeface="Arial"/>
              </a:rPr>
              <a:t>asi</a:t>
            </a:r>
            <a:r>
              <a:rPr dirty="0" smtClean="0" sz="1700" spc="41" b="1">
                <a:latin typeface="Arial"/>
                <a:cs typeface="Arial"/>
              </a:rPr>
              <a:t> </a:t>
            </a:r>
            <a:r>
              <a:rPr dirty="0" smtClean="0" sz="1700" spc="41" b="1">
                <a:latin typeface="Arial"/>
                <a:cs typeface="Arial"/>
              </a:rPr>
              <a:t>B</a:t>
            </a:r>
            <a:r>
              <a:rPr dirty="0" smtClean="0" sz="1700" spc="41" b="1">
                <a:latin typeface="Arial"/>
                <a:cs typeface="Arial"/>
              </a:rPr>
              <a:t>a</a:t>
            </a:r>
            <a:r>
              <a:rPr dirty="0" smtClean="0" sz="1700" spc="41" b="1">
                <a:latin typeface="Arial"/>
                <a:cs typeface="Arial"/>
              </a:rPr>
              <a:t>n</a:t>
            </a:r>
            <a:r>
              <a:rPr dirty="0" smtClean="0" sz="1700" spc="41" b="1">
                <a:latin typeface="Arial"/>
                <a:cs typeface="Arial"/>
              </a:rPr>
              <a:t>d</a:t>
            </a:r>
            <a:r>
              <a:rPr dirty="0" smtClean="0" sz="1700" spc="41" b="1">
                <a:latin typeface="Arial"/>
                <a:cs typeface="Arial"/>
              </a:rPr>
              <a:t>w</a:t>
            </a:r>
            <a:r>
              <a:rPr dirty="0" smtClean="0" sz="1700" spc="41" b="1">
                <a:latin typeface="Arial"/>
                <a:cs typeface="Arial"/>
              </a:rPr>
              <a:t>i</a:t>
            </a:r>
            <a:r>
              <a:rPr dirty="0" smtClean="0" sz="1700" spc="41" b="1">
                <a:latin typeface="Arial"/>
                <a:cs typeface="Arial"/>
              </a:rPr>
              <a:t>d</a:t>
            </a:r>
            <a:r>
              <a:rPr dirty="0" smtClean="0" sz="1700" spc="41" b="1">
                <a:latin typeface="Arial"/>
                <a:cs typeface="Arial"/>
              </a:rPr>
              <a:t>t</a:t>
            </a:r>
            <a:r>
              <a:rPr dirty="0" smtClean="0" sz="1700" spc="41" b="1">
                <a:latin typeface="Arial"/>
                <a:cs typeface="Arial"/>
              </a:rPr>
              <a:t>h</a:t>
            </a:r>
            <a:r>
              <a:rPr dirty="0" smtClean="0" sz="1700" spc="41" b="1">
                <a:latin typeface="Arial"/>
                <a:cs typeface="Arial"/>
              </a:rPr>
              <a:t> </a:t>
            </a:r>
            <a:r>
              <a:rPr dirty="0" smtClean="0" sz="1700" spc="41" b="1">
                <a:latin typeface="Arial"/>
                <a:cs typeface="Arial"/>
              </a:rPr>
              <a:t>R</a:t>
            </a:r>
            <a:r>
              <a:rPr dirty="0" smtClean="0" sz="1700" spc="41" b="1">
                <a:latin typeface="Arial"/>
                <a:cs typeface="Arial"/>
              </a:rPr>
              <a:t>F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4499" y="4617765"/>
            <a:ext cx="3885467" cy="1488948"/>
          </a:xfrm>
          <a:prstGeom prst="rect">
            <a:avLst/>
          </a:prstGeom>
        </p:spPr>
        <p:txBody>
          <a:bodyPr wrap="square" lIns="0" tIns="23050" rIns="0" bIns="0" rtlCol="0">
            <a:noAutofit/>
          </a:bodyPr>
          <a:lstStyle/>
          <a:p>
            <a:pPr marL="459939" marR="345444" indent="-158549">
              <a:lnSpc>
                <a:spcPts val="1930"/>
              </a:lnSpc>
              <a:tabLst>
                <a:tab pos="1524000" algn="l"/>
              </a:tabLst>
            </a:pPr>
            <a:r>
              <a:rPr dirty="0" smtClean="0" sz="1700" spc="4">
                <a:latin typeface="Arial"/>
                <a:cs typeface="Arial"/>
              </a:rPr>
              <a:t>F</a:t>
            </a:r>
            <a:r>
              <a:rPr dirty="0" smtClean="0" sz="1700" spc="9">
                <a:latin typeface="Arial"/>
                <a:cs typeface="Arial"/>
              </a:rPr>
              <a:t>D</a:t>
            </a:r>
            <a:r>
              <a:rPr dirty="0" smtClean="0" sz="1700" spc="-29">
                <a:latin typeface="Arial"/>
                <a:cs typeface="Arial"/>
              </a:rPr>
              <a:t>M</a:t>
            </a:r>
            <a:r>
              <a:rPr dirty="0" smtClean="0" sz="1700" spc="0">
                <a:latin typeface="Arial"/>
                <a:cs typeface="Arial"/>
              </a:rPr>
              <a:t>A</a:t>
            </a:r>
            <a:r>
              <a:rPr dirty="0" smtClean="0" sz="1700" spc="0">
                <a:latin typeface="Arial"/>
                <a:cs typeface="Arial"/>
              </a:rPr>
              <a:t>         </a:t>
            </a:r>
            <a:r>
              <a:rPr dirty="0" smtClean="0" sz="1700" spc="254">
                <a:latin typeface="Arial"/>
                <a:cs typeface="Arial"/>
              </a:rPr>
              <a:t> </a:t>
            </a:r>
            <a:r>
              <a:rPr dirty="0" smtClean="0" sz="1700" spc="4">
                <a:latin typeface="Arial"/>
                <a:cs typeface="Arial"/>
              </a:rPr>
              <a:t>T</a:t>
            </a:r>
            <a:r>
              <a:rPr dirty="0" smtClean="0" sz="1700" spc="9">
                <a:latin typeface="Arial"/>
                <a:cs typeface="Arial"/>
              </a:rPr>
              <a:t>D</a:t>
            </a:r>
            <a:r>
              <a:rPr dirty="0" smtClean="0" sz="1700" spc="-29">
                <a:latin typeface="Arial"/>
                <a:cs typeface="Arial"/>
              </a:rPr>
              <a:t>M</a:t>
            </a:r>
            <a:r>
              <a:rPr dirty="0" smtClean="0" sz="1700" spc="0">
                <a:latin typeface="Arial"/>
                <a:cs typeface="Arial"/>
              </a:rPr>
              <a:t>A</a:t>
            </a:r>
            <a:r>
              <a:rPr dirty="0" smtClean="0" sz="1700" spc="0">
                <a:latin typeface="Arial"/>
                <a:cs typeface="Arial"/>
              </a:rPr>
              <a:t>          </a:t>
            </a:r>
            <a:r>
              <a:rPr dirty="0" smtClean="0" sz="1700" spc="169">
                <a:latin typeface="Arial"/>
                <a:cs typeface="Arial"/>
              </a:rPr>
              <a:t> </a:t>
            </a:r>
            <a:r>
              <a:rPr dirty="0" smtClean="0" sz="1700" spc="58">
                <a:latin typeface="Arial"/>
                <a:cs typeface="Arial"/>
              </a:rPr>
              <a:t>C</a:t>
            </a:r>
            <a:r>
              <a:rPr dirty="0" smtClean="0" sz="1700" spc="58">
                <a:latin typeface="Arial"/>
                <a:cs typeface="Arial"/>
              </a:rPr>
              <a:t>D</a:t>
            </a:r>
            <a:r>
              <a:rPr dirty="0" smtClean="0" sz="1700" spc="25">
                <a:latin typeface="Arial"/>
                <a:cs typeface="Arial"/>
              </a:rPr>
              <a:t>M</a:t>
            </a:r>
            <a:r>
              <a:rPr dirty="0" smtClean="0" sz="1700" spc="55">
                <a:latin typeface="Arial"/>
                <a:cs typeface="Arial"/>
              </a:rPr>
              <a:t>A</a:t>
            </a:r>
            <a:r>
              <a:rPr dirty="0" smtClean="0" sz="1700" spc="22">
                <a:latin typeface="Arial"/>
                <a:cs typeface="Arial"/>
              </a:rPr>
              <a:t> </a:t>
            </a:r>
            <a:r>
              <a:rPr dirty="0" smtClean="0" sz="1700" spc="4">
                <a:latin typeface="Arial"/>
                <a:cs typeface="Arial"/>
              </a:rPr>
              <a:t>F</a:t>
            </a:r>
            <a:r>
              <a:rPr dirty="0" smtClean="0" sz="1700" spc="0">
                <a:latin typeface="Arial"/>
                <a:cs typeface="Arial"/>
              </a:rPr>
              <a:t>M</a:t>
            </a:r>
            <a:r>
              <a:rPr dirty="0" smtClean="0" sz="1700" spc="-348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	</a:t>
            </a:r>
            <a:r>
              <a:rPr dirty="0" smtClean="0" sz="1700" spc="9">
                <a:latin typeface="Arial"/>
                <a:cs typeface="Arial"/>
              </a:rPr>
              <a:t>G</a:t>
            </a:r>
            <a:r>
              <a:rPr dirty="0" smtClean="0" sz="1700" spc="-29">
                <a:latin typeface="Arial"/>
                <a:cs typeface="Arial"/>
              </a:rPr>
              <a:t>M</a:t>
            </a:r>
            <a:r>
              <a:rPr dirty="0" smtClean="0" sz="1700" spc="4">
                <a:latin typeface="Arial"/>
                <a:cs typeface="Arial"/>
              </a:rPr>
              <a:t>S</a:t>
            </a:r>
            <a:r>
              <a:rPr dirty="0" smtClean="0" sz="1700" spc="0">
                <a:latin typeface="Arial"/>
                <a:cs typeface="Arial"/>
              </a:rPr>
              <a:t>K</a:t>
            </a:r>
            <a:r>
              <a:rPr dirty="0" smtClean="0" sz="1700" spc="0">
                <a:latin typeface="Arial"/>
                <a:cs typeface="Arial"/>
              </a:rPr>
              <a:t>          </a:t>
            </a:r>
            <a:r>
              <a:rPr dirty="0" smtClean="0" sz="1700" spc="245">
                <a:latin typeface="Arial"/>
                <a:cs typeface="Arial"/>
              </a:rPr>
              <a:t> </a:t>
            </a:r>
            <a:r>
              <a:rPr dirty="0" smtClean="0" sz="1700" spc="55">
                <a:latin typeface="Arial"/>
                <a:cs typeface="Arial"/>
              </a:rPr>
              <a:t>Q</a:t>
            </a:r>
            <a:r>
              <a:rPr dirty="0" smtClean="0" sz="1700" spc="61">
                <a:latin typeface="Arial"/>
                <a:cs typeface="Arial"/>
              </a:rPr>
              <a:t>P</a:t>
            </a:r>
            <a:r>
              <a:rPr dirty="0" smtClean="0" sz="1700" spc="61">
                <a:latin typeface="Arial"/>
                <a:cs typeface="Arial"/>
              </a:rPr>
              <a:t>S</a:t>
            </a:r>
            <a:r>
              <a:rPr dirty="0" smtClean="0" sz="1700" spc="55">
                <a:latin typeface="Arial"/>
                <a:cs typeface="Arial"/>
              </a:rPr>
              <a:t>K</a:t>
            </a:r>
            <a:endParaRPr sz="1700">
              <a:latin typeface="Arial"/>
              <a:cs typeface="Arial"/>
            </a:endParaRPr>
          </a:p>
          <a:p>
            <a:pPr marL="240163" marR="200790" algn="ctr">
              <a:lnSpc>
                <a:spcPts val="1905"/>
              </a:lnSpc>
            </a:pPr>
            <a:r>
              <a:rPr dirty="0" smtClean="0" sz="1700" spc="0">
                <a:latin typeface="Arial"/>
                <a:cs typeface="Arial"/>
              </a:rPr>
              <a:t>30</a:t>
            </a:r>
            <a:r>
              <a:rPr dirty="0" smtClean="0" sz="1700" spc="95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k</a:t>
            </a:r>
            <a:r>
              <a:rPr dirty="0" smtClean="0" sz="1700" spc="9">
                <a:latin typeface="Arial"/>
                <a:cs typeface="Arial"/>
              </a:rPr>
              <a:t>H</a:t>
            </a:r>
            <a:r>
              <a:rPr dirty="0" smtClean="0" sz="1700" spc="0">
                <a:latin typeface="Arial"/>
                <a:cs typeface="Arial"/>
              </a:rPr>
              <a:t>z</a:t>
            </a:r>
            <a:r>
              <a:rPr dirty="0" smtClean="0" sz="1700" spc="0">
                <a:latin typeface="Arial"/>
                <a:cs typeface="Arial"/>
              </a:rPr>
              <a:t>       </a:t>
            </a:r>
            <a:r>
              <a:rPr dirty="0" smtClean="0" sz="1700" spc="72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200</a:t>
            </a:r>
            <a:r>
              <a:rPr dirty="0" smtClean="0" sz="1700" spc="133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k</a:t>
            </a:r>
            <a:r>
              <a:rPr dirty="0" smtClean="0" sz="1700" spc="9">
                <a:latin typeface="Arial"/>
                <a:cs typeface="Arial"/>
              </a:rPr>
              <a:t>H</a:t>
            </a:r>
            <a:r>
              <a:rPr dirty="0" smtClean="0" sz="1700" spc="0">
                <a:latin typeface="Arial"/>
                <a:cs typeface="Arial"/>
              </a:rPr>
              <a:t>z</a:t>
            </a:r>
            <a:r>
              <a:rPr dirty="0" smtClean="0" sz="1700" spc="0">
                <a:latin typeface="Arial"/>
                <a:cs typeface="Arial"/>
              </a:rPr>
              <a:t>      </a:t>
            </a:r>
            <a:r>
              <a:rPr dirty="0" smtClean="0" sz="1700" spc="32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1</a:t>
            </a:r>
            <a:r>
              <a:rPr dirty="0" smtClean="0" sz="1700" spc="-9">
                <a:latin typeface="Arial"/>
                <a:cs typeface="Arial"/>
              </a:rPr>
              <a:t>,</a:t>
            </a:r>
            <a:r>
              <a:rPr dirty="0" smtClean="0" sz="1700" spc="0">
                <a:latin typeface="Arial"/>
                <a:cs typeface="Arial"/>
              </a:rPr>
              <a:t>25</a:t>
            </a:r>
            <a:r>
              <a:rPr dirty="0" smtClean="0" sz="1700" spc="186">
                <a:latin typeface="Arial"/>
                <a:cs typeface="Arial"/>
              </a:rPr>
              <a:t> </a:t>
            </a:r>
            <a:r>
              <a:rPr dirty="0" smtClean="0" sz="1700" spc="25">
                <a:latin typeface="Arial"/>
                <a:cs typeface="Arial"/>
              </a:rPr>
              <a:t>M</a:t>
            </a:r>
            <a:r>
              <a:rPr dirty="0" smtClean="0" sz="1700" spc="58">
                <a:latin typeface="Arial"/>
                <a:cs typeface="Arial"/>
              </a:rPr>
              <a:t>H</a:t>
            </a:r>
            <a:r>
              <a:rPr dirty="0" smtClean="0" sz="1700" spc="33">
                <a:latin typeface="Arial"/>
                <a:cs typeface="Arial"/>
              </a:rPr>
              <a:t>z</a:t>
            </a:r>
            <a:endParaRPr sz="1700">
              <a:latin typeface="Arial"/>
              <a:cs typeface="Arial"/>
            </a:endParaRPr>
          </a:p>
          <a:p>
            <a:pPr marL="556875" marR="28758">
              <a:lnSpc>
                <a:spcPct val="95825"/>
              </a:lnSpc>
            </a:pPr>
            <a:r>
              <a:rPr dirty="0" smtClean="0" sz="1700" spc="0">
                <a:latin typeface="Arial"/>
                <a:cs typeface="Arial"/>
              </a:rPr>
              <a:t>1</a:t>
            </a:r>
            <a:r>
              <a:rPr dirty="0" smtClean="0" sz="1700" spc="0">
                <a:latin typeface="Arial"/>
                <a:cs typeface="Arial"/>
              </a:rPr>
              <a:t>                 </a:t>
            </a:r>
            <a:r>
              <a:rPr dirty="0" smtClean="0" sz="1700" spc="363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8</a:t>
            </a:r>
            <a:r>
              <a:rPr dirty="0" smtClean="0" sz="1700" spc="0">
                <a:latin typeface="Arial"/>
                <a:cs typeface="Arial"/>
              </a:rPr>
              <a:t>              </a:t>
            </a:r>
            <a:r>
              <a:rPr dirty="0" smtClean="0" sz="1700" spc="12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20</a:t>
            </a:r>
            <a:r>
              <a:rPr dirty="0" smtClean="0" sz="1700" spc="95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-</a:t>
            </a:r>
            <a:r>
              <a:rPr dirty="0" smtClean="0" sz="1700" spc="27">
                <a:latin typeface="Arial"/>
                <a:cs typeface="Arial"/>
              </a:rPr>
              <a:t> </a:t>
            </a:r>
            <a:r>
              <a:rPr dirty="0" smtClean="0" sz="1700" spc="36">
                <a:latin typeface="Arial"/>
                <a:cs typeface="Arial"/>
              </a:rPr>
              <a:t>30</a:t>
            </a:r>
            <a:endParaRPr sz="1700">
              <a:latin typeface="Arial"/>
              <a:cs typeface="Arial"/>
            </a:endParaRPr>
          </a:p>
          <a:p>
            <a:pPr marL="175324" marR="269328" algn="ctr">
              <a:lnSpc>
                <a:spcPts val="1930"/>
              </a:lnSpc>
              <a:spcBef>
                <a:spcPts val="96"/>
              </a:spcBef>
            </a:pPr>
            <a:r>
              <a:rPr dirty="0" smtClean="0" sz="1700" spc="0">
                <a:latin typeface="Arial"/>
                <a:cs typeface="Arial"/>
              </a:rPr>
              <a:t>824-849</a:t>
            </a:r>
            <a:r>
              <a:rPr dirty="0" smtClean="0" sz="1700" spc="0">
                <a:latin typeface="Arial"/>
                <a:cs typeface="Arial"/>
              </a:rPr>
              <a:t>      </a:t>
            </a:r>
            <a:r>
              <a:rPr dirty="0" smtClean="0" sz="1700" spc="199">
                <a:latin typeface="Arial"/>
                <a:cs typeface="Arial"/>
              </a:rPr>
              <a:t> </a:t>
            </a:r>
            <a:r>
              <a:rPr dirty="0" smtClean="0" sz="1700" spc="0">
                <a:latin typeface="Arial"/>
                <a:cs typeface="Arial"/>
              </a:rPr>
              <a:t>890-915</a:t>
            </a:r>
            <a:r>
              <a:rPr dirty="0" smtClean="0" sz="1700" spc="0">
                <a:latin typeface="Arial"/>
                <a:cs typeface="Arial"/>
              </a:rPr>
              <a:t>       </a:t>
            </a:r>
            <a:r>
              <a:rPr dirty="0" smtClean="0" sz="1700" spc="234">
                <a:latin typeface="Arial"/>
                <a:cs typeface="Arial"/>
              </a:rPr>
              <a:t> </a:t>
            </a:r>
            <a:r>
              <a:rPr dirty="0" smtClean="0" sz="1700" spc="34">
                <a:latin typeface="Arial"/>
                <a:cs typeface="Arial"/>
              </a:rPr>
              <a:t>824-849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3822700" algn="l"/>
              </a:tabLst>
            </a:pPr>
            <a:r>
              <a:rPr dirty="0" smtClean="0" sz="1700" spc="22" u="heavy">
                <a:latin typeface="Arial"/>
                <a:cs typeface="Arial"/>
              </a:rPr>
              <a:t> </a:t>
            </a:r>
            <a:r>
              <a:rPr dirty="0" smtClean="0" sz="1700" spc="0" u="heavy">
                <a:latin typeface="Arial"/>
                <a:cs typeface="Arial"/>
              </a:rPr>
              <a:t> </a:t>
            </a:r>
            <a:r>
              <a:rPr dirty="0" smtClean="0" sz="1700" spc="-9" u="heavy">
                <a:latin typeface="Arial"/>
                <a:cs typeface="Arial"/>
              </a:rPr>
              <a:t> </a:t>
            </a:r>
            <a:r>
              <a:rPr dirty="0" smtClean="0" sz="1700" spc="34" u="heavy">
                <a:latin typeface="Arial"/>
                <a:cs typeface="Arial"/>
              </a:rPr>
              <a:t>869-894</a:t>
            </a:r>
            <a:r>
              <a:rPr dirty="0" smtClean="0" sz="1700" spc="22" u="heavy">
                <a:latin typeface="Arial"/>
                <a:cs typeface="Arial"/>
              </a:rPr>
              <a:t> </a:t>
            </a:r>
            <a:r>
              <a:rPr dirty="0" smtClean="0" sz="1700" spc="0" u="heavy">
                <a:latin typeface="Arial"/>
                <a:cs typeface="Arial"/>
              </a:rPr>
              <a:t> </a:t>
            </a:r>
            <a:r>
              <a:rPr dirty="0" smtClean="0" sz="1700" spc="200" u="heavy">
                <a:latin typeface="Arial"/>
                <a:cs typeface="Arial"/>
              </a:rPr>
              <a:t> </a:t>
            </a:r>
            <a:r>
              <a:rPr dirty="0" smtClean="0" sz="1700" spc="-294">
                <a:latin typeface="Arial"/>
                <a:cs typeface="Arial"/>
              </a:rPr>
              <a:t> </a:t>
            </a:r>
            <a:r>
              <a:rPr dirty="0" smtClean="0" sz="1700" spc="22" u="heavy">
                <a:latin typeface="Arial"/>
                <a:cs typeface="Arial"/>
              </a:rPr>
              <a:t> </a:t>
            </a:r>
            <a:r>
              <a:rPr dirty="0" smtClean="0" sz="1700" spc="0" u="heavy">
                <a:latin typeface="Arial"/>
                <a:cs typeface="Arial"/>
              </a:rPr>
              <a:t> </a:t>
            </a:r>
            <a:r>
              <a:rPr dirty="0" smtClean="0" sz="1700" spc="-9" u="heavy">
                <a:latin typeface="Arial"/>
                <a:cs typeface="Arial"/>
              </a:rPr>
              <a:t> </a:t>
            </a:r>
            <a:r>
              <a:rPr dirty="0" smtClean="0" sz="1700" spc="34" u="heavy">
                <a:latin typeface="Arial"/>
                <a:cs typeface="Arial"/>
              </a:rPr>
              <a:t>935-960</a:t>
            </a:r>
            <a:r>
              <a:rPr dirty="0" smtClean="0" sz="1700" spc="22" u="heavy">
                <a:latin typeface="Arial"/>
                <a:cs typeface="Arial"/>
              </a:rPr>
              <a:t> </a:t>
            </a:r>
            <a:r>
              <a:rPr dirty="0" smtClean="0" sz="1700" spc="0" u="heavy">
                <a:latin typeface="Arial"/>
                <a:cs typeface="Arial"/>
              </a:rPr>
              <a:t> </a:t>
            </a:r>
            <a:r>
              <a:rPr dirty="0" smtClean="0" sz="1700" spc="194" u="heavy">
                <a:latin typeface="Arial"/>
                <a:cs typeface="Arial"/>
              </a:rPr>
              <a:t> </a:t>
            </a:r>
            <a:r>
              <a:rPr dirty="0" smtClean="0" sz="1700" spc="-289">
                <a:latin typeface="Arial"/>
                <a:cs typeface="Arial"/>
              </a:rPr>
              <a:t> </a:t>
            </a:r>
            <a:r>
              <a:rPr dirty="0" smtClean="0" sz="1700" spc="22" u="heavy">
                <a:latin typeface="Arial"/>
                <a:cs typeface="Arial"/>
              </a:rPr>
              <a:t> </a:t>
            </a:r>
            <a:r>
              <a:rPr dirty="0" smtClean="0" sz="1700" spc="0" u="heavy">
                <a:latin typeface="Arial"/>
                <a:cs typeface="Arial"/>
              </a:rPr>
              <a:t>  </a:t>
            </a:r>
            <a:r>
              <a:rPr dirty="0" smtClean="0" sz="1700" spc="29" u="heavy">
                <a:latin typeface="Arial"/>
                <a:cs typeface="Arial"/>
              </a:rPr>
              <a:t> </a:t>
            </a:r>
            <a:r>
              <a:rPr dirty="0" smtClean="0" sz="1700" spc="34" u="heavy">
                <a:latin typeface="Arial"/>
                <a:cs typeface="Arial"/>
              </a:rPr>
              <a:t>869-894</a:t>
            </a:r>
            <a:r>
              <a:rPr dirty="0" smtClean="0" sz="1700" spc="22" u="heavy">
                <a:latin typeface="Arial"/>
                <a:cs typeface="Arial"/>
              </a:rPr>
              <a:t> </a:t>
            </a:r>
            <a:r>
              <a:rPr dirty="0" smtClean="0" sz="1700" spc="0" u="heavy">
                <a:latin typeface="Arial"/>
                <a:cs typeface="Arial"/>
              </a:rPr>
              <a:t>	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514" y="5366190"/>
            <a:ext cx="2120985" cy="493433"/>
          </a:xfrm>
          <a:prstGeom prst="rect">
            <a:avLst/>
          </a:prstGeom>
        </p:spPr>
        <p:txBody>
          <a:bodyPr wrap="square" lIns="0" tIns="13525" rIns="0" bIns="0" rtlCol="0">
            <a:noAutofit/>
          </a:bodyPr>
          <a:lstStyle/>
          <a:p>
            <a:pPr marL="87403" marR="122650">
              <a:lnSpc>
                <a:spcPts val="1930"/>
              </a:lnSpc>
            </a:pPr>
            <a:r>
              <a:rPr dirty="0" smtClean="0" sz="1700" spc="34" b="1">
                <a:latin typeface="Arial"/>
                <a:cs typeface="Arial"/>
              </a:rPr>
              <a:t>K</a:t>
            </a:r>
            <a:r>
              <a:rPr dirty="0" smtClean="0" sz="1700" spc="34" b="1">
                <a:latin typeface="Arial"/>
                <a:cs typeface="Arial"/>
              </a:rPr>
              <a:t>a</a:t>
            </a:r>
            <a:r>
              <a:rPr dirty="0" smtClean="0" sz="1700" spc="34" b="1">
                <a:latin typeface="Arial"/>
                <a:cs typeface="Arial"/>
              </a:rPr>
              <a:t>n</a:t>
            </a:r>
            <a:r>
              <a:rPr dirty="0" smtClean="0" sz="1700" spc="34" b="1">
                <a:latin typeface="Arial"/>
                <a:cs typeface="Arial"/>
              </a:rPr>
              <a:t>al</a:t>
            </a:r>
            <a:r>
              <a:rPr dirty="0" smtClean="0" sz="1700" spc="34" b="1">
                <a:latin typeface="Arial"/>
                <a:cs typeface="Arial"/>
              </a:rPr>
              <a:t> </a:t>
            </a:r>
            <a:r>
              <a:rPr dirty="0" smtClean="0" sz="1700" spc="34" b="1">
                <a:latin typeface="Arial"/>
                <a:cs typeface="Arial"/>
              </a:rPr>
              <a:t>/</a:t>
            </a:r>
            <a:r>
              <a:rPr dirty="0" smtClean="0" sz="1700" spc="34" b="1">
                <a:latin typeface="Arial"/>
                <a:cs typeface="Arial"/>
              </a:rPr>
              <a:t> </a:t>
            </a:r>
            <a:r>
              <a:rPr dirty="0" smtClean="0" sz="1700" spc="34" b="1">
                <a:latin typeface="Arial"/>
                <a:cs typeface="Arial"/>
              </a:rPr>
              <a:t>car</a:t>
            </a:r>
            <a:r>
              <a:rPr dirty="0" smtClean="0" sz="1700" spc="34" b="1">
                <a:latin typeface="Arial"/>
                <a:cs typeface="Arial"/>
              </a:rPr>
              <a:t>r</a:t>
            </a:r>
            <a:r>
              <a:rPr dirty="0" smtClean="0" sz="1700" spc="34" b="1">
                <a:latin typeface="Arial"/>
                <a:cs typeface="Arial"/>
              </a:rPr>
              <a:t>i</a:t>
            </a:r>
            <a:r>
              <a:rPr dirty="0" smtClean="0" sz="1700" spc="34" b="1">
                <a:latin typeface="Arial"/>
                <a:cs typeface="Arial"/>
              </a:rPr>
              <a:t>er</a:t>
            </a:r>
            <a:r>
              <a:rPr dirty="0" smtClean="0" sz="1700" spc="34" b="1">
                <a:latin typeface="Arial"/>
                <a:cs typeface="Arial"/>
              </a:rPr>
              <a:t> </a:t>
            </a:r>
            <a:r>
              <a:rPr dirty="0" smtClean="0" sz="1700" spc="34" b="1">
                <a:latin typeface="Arial"/>
                <a:cs typeface="Arial"/>
              </a:rPr>
              <a:t>R</a:t>
            </a:r>
            <a:r>
              <a:rPr dirty="0" smtClean="0" sz="1700" spc="34" b="1">
                <a:latin typeface="Arial"/>
                <a:cs typeface="Arial"/>
              </a:rPr>
              <a:t>F</a:t>
            </a:r>
            <a:r>
              <a:rPr dirty="0" smtClean="0" sz="1700" spc="34" b="1">
                <a:latin typeface="Arial"/>
                <a:cs typeface="Arial"/>
              </a:rPr>
              <a:t> </a:t>
            </a:r>
            <a:r>
              <a:rPr dirty="0" smtClean="0" sz="1700" spc="34" b="1">
                <a:latin typeface="Arial"/>
                <a:cs typeface="Arial"/>
              </a:rPr>
              <a:t>U</a:t>
            </a:r>
            <a:r>
              <a:rPr dirty="0" smtClean="0" sz="1700" spc="34" b="1">
                <a:latin typeface="Arial"/>
                <a:cs typeface="Arial"/>
              </a:rPr>
              <a:t>p</a:t>
            </a:r>
            <a:r>
              <a:rPr dirty="0" smtClean="0" sz="1700" spc="34" b="1">
                <a:latin typeface="Arial"/>
                <a:cs typeface="Arial"/>
              </a:rPr>
              <a:t>l</a:t>
            </a:r>
            <a:r>
              <a:rPr dirty="0" smtClean="0" sz="1700" spc="34" b="1">
                <a:latin typeface="Arial"/>
                <a:cs typeface="Arial"/>
              </a:rPr>
              <a:t>i</a:t>
            </a:r>
            <a:r>
              <a:rPr dirty="0" smtClean="0" sz="1700" spc="34" b="1">
                <a:latin typeface="Arial"/>
                <a:cs typeface="Arial"/>
              </a:rPr>
              <a:t>n</a:t>
            </a:r>
            <a:r>
              <a:rPr dirty="0" smtClean="0" sz="1700" spc="34" b="1">
                <a:latin typeface="Arial"/>
                <a:cs typeface="Arial"/>
              </a:rPr>
              <a:t>k</a:t>
            </a:r>
            <a:r>
              <a:rPr dirty="0" smtClean="0" sz="1700" spc="34" b="1">
                <a:latin typeface="Arial"/>
                <a:cs typeface="Arial"/>
              </a:rPr>
              <a:t> </a:t>
            </a:r>
            <a:r>
              <a:rPr dirty="0" smtClean="0" sz="1700" spc="34" b="1">
                <a:latin typeface="Arial"/>
                <a:cs typeface="Arial"/>
              </a:rPr>
              <a:t>(</a:t>
            </a:r>
            <a:r>
              <a:rPr dirty="0" smtClean="0" sz="1700" spc="34" b="1">
                <a:latin typeface="Arial"/>
                <a:cs typeface="Arial"/>
              </a:rPr>
              <a:t>M</a:t>
            </a:r>
            <a:r>
              <a:rPr dirty="0" smtClean="0" sz="1700" spc="34" b="1">
                <a:latin typeface="Arial"/>
                <a:cs typeface="Arial"/>
              </a:rPr>
              <a:t>H</a:t>
            </a:r>
            <a:r>
              <a:rPr dirty="0" smtClean="0" sz="1700" spc="34" b="1">
                <a:latin typeface="Arial"/>
                <a:cs typeface="Arial"/>
              </a:rPr>
              <a:t>z)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43514" y="5859623"/>
            <a:ext cx="2120985" cy="254573"/>
          </a:xfrm>
          <a:prstGeom prst="rect">
            <a:avLst/>
          </a:prstGeom>
        </p:spPr>
        <p:txBody>
          <a:bodyPr wrap="square" lIns="0" tIns="12192" rIns="0" bIns="0" rtlCol="0">
            <a:noAutofit/>
          </a:bodyPr>
          <a:lstStyle/>
          <a:p>
            <a:pPr marL="87403">
              <a:lnSpc>
                <a:spcPts val="1920"/>
              </a:lnSpc>
            </a:pPr>
            <a:r>
              <a:rPr dirty="0" smtClean="0" sz="1700" spc="41" b="1">
                <a:latin typeface="Arial"/>
                <a:cs typeface="Arial"/>
              </a:rPr>
              <a:t>D</a:t>
            </a:r>
            <a:r>
              <a:rPr dirty="0" smtClean="0" sz="1700" spc="41" b="1">
                <a:latin typeface="Arial"/>
                <a:cs typeface="Arial"/>
              </a:rPr>
              <a:t>o</a:t>
            </a:r>
            <a:r>
              <a:rPr dirty="0" smtClean="0" sz="1700" spc="41" b="1">
                <a:latin typeface="Arial"/>
                <a:cs typeface="Arial"/>
              </a:rPr>
              <a:t>w</a:t>
            </a:r>
            <a:r>
              <a:rPr dirty="0" smtClean="0" sz="1700" spc="41" b="1">
                <a:latin typeface="Arial"/>
                <a:cs typeface="Arial"/>
              </a:rPr>
              <a:t>n</a:t>
            </a:r>
            <a:r>
              <a:rPr dirty="0" smtClean="0" sz="1700" spc="41" b="1">
                <a:latin typeface="Arial"/>
                <a:cs typeface="Arial"/>
              </a:rPr>
              <a:t>l</a:t>
            </a:r>
            <a:r>
              <a:rPr dirty="0" smtClean="0" sz="1700" spc="41" b="1">
                <a:latin typeface="Arial"/>
                <a:cs typeface="Arial"/>
              </a:rPr>
              <a:t>i</a:t>
            </a:r>
            <a:r>
              <a:rPr dirty="0" smtClean="0" sz="1700" spc="41" b="1">
                <a:latin typeface="Arial"/>
                <a:cs typeface="Arial"/>
              </a:rPr>
              <a:t>n</a:t>
            </a:r>
            <a:r>
              <a:rPr dirty="0" smtClean="0" sz="1700" spc="41" b="1">
                <a:latin typeface="Arial"/>
                <a:cs typeface="Arial"/>
              </a:rPr>
              <a:t>k</a:t>
            </a:r>
            <a:r>
              <a:rPr dirty="0" smtClean="0" sz="1700" spc="41" b="1">
                <a:latin typeface="Arial"/>
                <a:cs typeface="Arial"/>
              </a:rPr>
              <a:t> </a:t>
            </a:r>
            <a:r>
              <a:rPr dirty="0" smtClean="0" sz="1700" spc="41" b="1">
                <a:latin typeface="Arial"/>
                <a:cs typeface="Arial"/>
              </a:rPr>
              <a:t>(</a:t>
            </a:r>
            <a:r>
              <a:rPr dirty="0" smtClean="0" sz="1700" spc="41" b="1">
                <a:latin typeface="Arial"/>
                <a:cs typeface="Arial"/>
              </a:rPr>
              <a:t>M</a:t>
            </a:r>
            <a:r>
              <a:rPr dirty="0" smtClean="0" sz="1700" spc="41" b="1">
                <a:latin typeface="Arial"/>
                <a:cs typeface="Arial"/>
              </a:rPr>
              <a:t>H</a:t>
            </a:r>
            <a:r>
              <a:rPr dirty="0" smtClean="0" sz="1700" spc="41" b="1">
                <a:latin typeface="Arial"/>
                <a:cs typeface="Arial"/>
              </a:rPr>
              <a:t>z)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7499" y="5917972"/>
            <a:ext cx="18113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200198" y="5917972"/>
            <a:ext cx="4119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443756" y="5917972"/>
            <a:ext cx="47650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7751832" y="5917972"/>
            <a:ext cx="26932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49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838200" y="3124200"/>
            <a:ext cx="5181600" cy="2857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775460" y="3553460"/>
            <a:ext cx="815339" cy="304800"/>
          </a:xfrm>
          <a:custGeom>
            <a:avLst/>
            <a:gdLst/>
            <a:ahLst/>
            <a:cxnLst/>
            <a:rect l="l" t="t" r="r" b="b"/>
            <a:pathLst>
              <a:path w="815339" h="304800">
                <a:moveTo>
                  <a:pt x="0" y="304800"/>
                </a:moveTo>
                <a:lnTo>
                  <a:pt x="815339" y="304800"/>
                </a:lnTo>
                <a:lnTo>
                  <a:pt x="815339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2760980" y="3388360"/>
            <a:ext cx="698499" cy="304800"/>
          </a:xfrm>
          <a:custGeom>
            <a:avLst/>
            <a:gdLst/>
            <a:ahLst/>
            <a:cxnLst/>
            <a:rect l="l" t="t" r="r" b="b"/>
            <a:pathLst>
              <a:path w="698499" h="304800">
                <a:moveTo>
                  <a:pt x="0" y="304800"/>
                </a:moveTo>
                <a:lnTo>
                  <a:pt x="698499" y="304800"/>
                </a:lnTo>
                <a:lnTo>
                  <a:pt x="698499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2306320" y="3802379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0" y="304800"/>
                </a:moveTo>
                <a:lnTo>
                  <a:pt x="952500" y="304800"/>
                </a:lnTo>
                <a:lnTo>
                  <a:pt x="9525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3548379" y="3802379"/>
            <a:ext cx="668020" cy="304800"/>
          </a:xfrm>
          <a:custGeom>
            <a:avLst/>
            <a:gdLst/>
            <a:ahLst/>
            <a:cxnLst/>
            <a:rect l="l" t="t" r="r" b="b"/>
            <a:pathLst>
              <a:path w="668020" h="304800">
                <a:moveTo>
                  <a:pt x="0" y="304800"/>
                </a:moveTo>
                <a:lnTo>
                  <a:pt x="668020" y="304800"/>
                </a:lnTo>
                <a:lnTo>
                  <a:pt x="66802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4142740" y="3863340"/>
            <a:ext cx="1013460" cy="304800"/>
          </a:xfrm>
          <a:custGeom>
            <a:avLst/>
            <a:gdLst/>
            <a:ahLst/>
            <a:cxnLst/>
            <a:rect l="l" t="t" r="r" b="b"/>
            <a:pathLst>
              <a:path w="1013460" h="304800">
                <a:moveTo>
                  <a:pt x="0" y="304800"/>
                </a:moveTo>
                <a:lnTo>
                  <a:pt x="1013460" y="304800"/>
                </a:lnTo>
                <a:lnTo>
                  <a:pt x="101346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3921760" y="4218940"/>
            <a:ext cx="797560" cy="304800"/>
          </a:xfrm>
          <a:custGeom>
            <a:avLst/>
            <a:gdLst/>
            <a:ahLst/>
            <a:cxnLst/>
            <a:rect l="l" t="t" r="r" b="b"/>
            <a:pathLst>
              <a:path w="797560" h="304800">
                <a:moveTo>
                  <a:pt x="0" y="304800"/>
                </a:moveTo>
                <a:lnTo>
                  <a:pt x="797560" y="304800"/>
                </a:lnTo>
                <a:lnTo>
                  <a:pt x="79756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3116580" y="4279900"/>
            <a:ext cx="883919" cy="304800"/>
          </a:xfrm>
          <a:custGeom>
            <a:avLst/>
            <a:gdLst/>
            <a:ahLst/>
            <a:cxnLst/>
            <a:rect l="l" t="t" r="r" b="b"/>
            <a:pathLst>
              <a:path w="883919" h="304800">
                <a:moveTo>
                  <a:pt x="0" y="304800"/>
                </a:moveTo>
                <a:lnTo>
                  <a:pt x="883919" y="304800"/>
                </a:lnTo>
                <a:lnTo>
                  <a:pt x="883919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156460" y="4399280"/>
            <a:ext cx="944880" cy="307339"/>
          </a:xfrm>
          <a:custGeom>
            <a:avLst/>
            <a:gdLst/>
            <a:ahLst/>
            <a:cxnLst/>
            <a:rect l="l" t="t" r="r" b="b"/>
            <a:pathLst>
              <a:path w="944880" h="307339">
                <a:moveTo>
                  <a:pt x="0" y="307340"/>
                </a:moveTo>
                <a:lnTo>
                  <a:pt x="944880" y="307340"/>
                </a:lnTo>
                <a:lnTo>
                  <a:pt x="944880" y="0"/>
                </a:lnTo>
                <a:lnTo>
                  <a:pt x="0" y="0"/>
                </a:lnTo>
                <a:lnTo>
                  <a:pt x="0" y="30734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2857500" y="5090160"/>
            <a:ext cx="1089660" cy="734059"/>
          </a:xfrm>
          <a:custGeom>
            <a:avLst/>
            <a:gdLst/>
            <a:ahLst/>
            <a:cxnLst/>
            <a:rect l="l" t="t" r="r" b="b"/>
            <a:pathLst>
              <a:path w="1089660" h="734060">
                <a:moveTo>
                  <a:pt x="0" y="734059"/>
                </a:moveTo>
                <a:lnTo>
                  <a:pt x="1089660" y="734059"/>
                </a:lnTo>
                <a:lnTo>
                  <a:pt x="1089660" y="0"/>
                </a:lnTo>
                <a:lnTo>
                  <a:pt x="0" y="0"/>
                </a:lnTo>
                <a:lnTo>
                  <a:pt x="0" y="73405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2311400" y="5590540"/>
            <a:ext cx="927100" cy="276859"/>
          </a:xfrm>
          <a:custGeom>
            <a:avLst/>
            <a:gdLst/>
            <a:ahLst/>
            <a:cxnLst/>
            <a:rect l="l" t="t" r="r" b="b"/>
            <a:pathLst>
              <a:path w="927100" h="276860">
                <a:moveTo>
                  <a:pt x="0" y="276860"/>
                </a:moveTo>
                <a:lnTo>
                  <a:pt x="927100" y="276860"/>
                </a:lnTo>
                <a:lnTo>
                  <a:pt x="927100" y="0"/>
                </a:lnTo>
                <a:lnTo>
                  <a:pt x="0" y="0"/>
                </a:lnTo>
                <a:lnTo>
                  <a:pt x="0" y="27686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3891279" y="5410200"/>
            <a:ext cx="817879" cy="502919"/>
          </a:xfrm>
          <a:custGeom>
            <a:avLst/>
            <a:gdLst/>
            <a:ahLst/>
            <a:cxnLst/>
            <a:rect l="l" t="t" r="r" b="b"/>
            <a:pathLst>
              <a:path w="817879" h="502920">
                <a:moveTo>
                  <a:pt x="0" y="502919"/>
                </a:moveTo>
                <a:lnTo>
                  <a:pt x="817879" y="502919"/>
                </a:lnTo>
                <a:lnTo>
                  <a:pt x="817879" y="0"/>
                </a:lnTo>
                <a:lnTo>
                  <a:pt x="0" y="0"/>
                </a:lnTo>
                <a:lnTo>
                  <a:pt x="0" y="50291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8740" y="77342"/>
            <a:ext cx="493572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2" b="1">
                <a:latin typeface="Arial"/>
                <a:cs typeface="Arial"/>
              </a:rPr>
              <a:t>H</a:t>
            </a:r>
            <a:r>
              <a:rPr dirty="0" smtClean="0" sz="3200" spc="2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6493" y="77342"/>
            <a:ext cx="3195726" cy="431800"/>
          </a:xfrm>
          <a:prstGeom prst="rect">
            <a:avLst/>
          </a:prstGeom>
        </p:spPr>
        <p:txBody>
          <a:bodyPr wrap="square" lIns="0" tIns="21399" rIns="0" bIns="0" rtlCol="0">
            <a:noAutofit/>
          </a:bodyPr>
          <a:lstStyle/>
          <a:p>
            <a:pPr marL="12700">
              <a:lnSpc>
                <a:spcPts val="3370"/>
              </a:lnSpc>
            </a:pPr>
            <a:r>
              <a:rPr dirty="0" smtClean="0" sz="3200" spc="-27" b="1">
                <a:latin typeface="Arial"/>
                <a:cs typeface="Arial"/>
              </a:rPr>
              <a:t>T</a:t>
            </a:r>
            <a:r>
              <a:rPr dirty="0" smtClean="0" sz="3200" spc="-27" b="1">
                <a:latin typeface="Arial"/>
                <a:cs typeface="Arial"/>
              </a:rPr>
              <a:t>rend</a:t>
            </a:r>
            <a:r>
              <a:rPr dirty="0" smtClean="0" sz="3200" spc="-27" b="1">
                <a:latin typeface="Arial"/>
                <a:cs typeface="Arial"/>
              </a:rPr>
              <a:t> </a:t>
            </a:r>
            <a:r>
              <a:rPr dirty="0" smtClean="0" sz="3200" spc="-27" b="1">
                <a:latin typeface="Arial"/>
                <a:cs typeface="Arial"/>
              </a:rPr>
              <a:t>T</a:t>
            </a:r>
            <a:r>
              <a:rPr dirty="0" smtClean="0" sz="3200" spc="-27" b="1">
                <a:latin typeface="Arial"/>
                <a:cs typeface="Arial"/>
              </a:rPr>
              <a:t>ekn</a:t>
            </a:r>
            <a:r>
              <a:rPr dirty="0" smtClean="0" sz="3200" spc="-27" b="1">
                <a:latin typeface="Arial"/>
                <a:cs typeface="Arial"/>
              </a:rPr>
              <a:t>o</a:t>
            </a:r>
            <a:r>
              <a:rPr dirty="0" smtClean="0" sz="3200" spc="-27" b="1">
                <a:latin typeface="Arial"/>
                <a:cs typeface="Arial"/>
              </a:rPr>
              <a:t>logi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3457" y="692120"/>
            <a:ext cx="891628" cy="219212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R="12700" algn="r">
              <a:lnSpc>
                <a:spcPts val="2550"/>
              </a:lnSpc>
            </a:pPr>
            <a:r>
              <a:rPr dirty="0" smtClean="0" sz="2400" spc="2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2" b="1">
                <a:solidFill>
                  <a:srgbClr val="3333CC"/>
                </a:solidFill>
                <a:latin typeface="Times New Roman"/>
                <a:cs typeface="Times New Roman"/>
              </a:rPr>
              <a:t>y</a:t>
            </a:r>
            <a:r>
              <a:rPr dirty="0" smtClean="0" sz="2400" spc="2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spc="2" b="1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dirty="0" smtClean="0" sz="2400" spc="2" b="1">
                <a:solidFill>
                  <a:srgbClr val="3333CC"/>
                </a:solidFill>
                <a:latin typeface="Times New Roman"/>
                <a:cs typeface="Times New Roman"/>
              </a:rPr>
              <a:t>at</a:t>
            </a:r>
            <a:endParaRPr sz="2400">
              <a:latin typeface="Times New Roman"/>
              <a:cs typeface="Times New Roman"/>
            </a:endParaRPr>
          </a:p>
          <a:p>
            <a:pPr marR="69113" algn="r">
              <a:lnSpc>
                <a:spcPct val="92488"/>
              </a:lnSpc>
              <a:spcBef>
                <a:spcPts val="780"/>
              </a:spcBef>
            </a:pPr>
            <a:r>
              <a:rPr dirty="0" smtClean="0" sz="20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endParaRPr sz="2000">
              <a:latin typeface="Wingdings"/>
              <a:cs typeface="Wingdings"/>
            </a:endParaRPr>
          </a:p>
          <a:p>
            <a:pPr marR="69113" algn="r">
              <a:lnSpc>
                <a:spcPct val="92488"/>
              </a:lnSpc>
              <a:spcBef>
                <a:spcPts val="659"/>
              </a:spcBef>
            </a:pPr>
            <a:r>
              <a:rPr dirty="0" smtClean="0" sz="20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endParaRPr sz="2000">
              <a:latin typeface="Wingdings"/>
              <a:cs typeface="Wingdings"/>
            </a:endParaRPr>
          </a:p>
          <a:p>
            <a:pPr marR="68863" algn="r">
              <a:lnSpc>
                <a:spcPct val="92488"/>
              </a:lnSpc>
              <a:spcBef>
                <a:spcPts val="660"/>
              </a:spcBef>
            </a:pPr>
            <a:r>
              <a:rPr dirty="0" smtClean="0" sz="20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endParaRPr sz="2000">
              <a:latin typeface="Wingdings"/>
              <a:cs typeface="Wingdings"/>
            </a:endParaRPr>
          </a:p>
          <a:p>
            <a:pPr marR="69113" algn="r">
              <a:lnSpc>
                <a:spcPct val="92488"/>
              </a:lnSpc>
              <a:spcBef>
                <a:spcPts val="663"/>
              </a:spcBef>
            </a:pPr>
            <a:r>
              <a:rPr dirty="0" smtClean="0" sz="20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endParaRPr sz="2000">
              <a:latin typeface="Wingdings"/>
              <a:cs typeface="Wingdings"/>
            </a:endParaRPr>
          </a:p>
          <a:p>
            <a:pPr marR="68863" algn="r">
              <a:lnSpc>
                <a:spcPct val="92488"/>
              </a:lnSpc>
              <a:spcBef>
                <a:spcPts val="660"/>
              </a:spcBef>
            </a:pPr>
            <a:r>
              <a:rPr dirty="0" smtClean="0" sz="2000">
                <a:solidFill>
                  <a:srgbClr val="008000"/>
                </a:solidFill>
                <a:latin typeface="Wingdings"/>
                <a:cs typeface="Wingdings"/>
              </a:rPr>
              <a:t>✓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33219" y="692120"/>
            <a:ext cx="3624781" cy="219346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3811">
              <a:lnSpc>
                <a:spcPts val="2550"/>
              </a:lnSpc>
            </a:pP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l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y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anan</a:t>
            </a:r>
            <a:endParaRPr sz="2400">
              <a:latin typeface="Times New Roman"/>
              <a:cs typeface="Times New Roman"/>
            </a:endParaRPr>
          </a:p>
          <a:p>
            <a:pPr marL="26390" marR="43811">
              <a:lnSpc>
                <a:spcPct val="95825"/>
              </a:lnSpc>
              <a:spcBef>
                <a:spcPts val="711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B</a:t>
            </a:r>
            <a:r>
              <a:rPr dirty="0" smtClean="0" sz="2000" spc="-3">
                <a:latin typeface="Times New Roman"/>
                <a:cs typeface="Times New Roman"/>
              </a:rPr>
              <a:t>e</a:t>
            </a:r>
            <a:r>
              <a:rPr dirty="0" smtClean="0" sz="2000" spc="-3">
                <a:latin typeface="Times New Roman"/>
                <a:cs typeface="Times New Roman"/>
              </a:rPr>
              <a:t>rb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pl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k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si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mu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media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b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ru</a:t>
            </a:r>
            <a:endParaRPr sz="2000">
              <a:latin typeface="Times New Roman"/>
              <a:cs typeface="Times New Roman"/>
            </a:endParaRPr>
          </a:p>
          <a:p>
            <a:pPr marL="26390" marR="43811">
              <a:lnSpc>
                <a:spcPct val="95825"/>
              </a:lnSpc>
              <a:spcBef>
                <a:spcPts val="579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s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tektur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la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te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du</a:t>
            </a:r>
            <a:endParaRPr sz="2000">
              <a:latin typeface="Times New Roman"/>
              <a:cs typeface="Times New Roman"/>
            </a:endParaRPr>
          </a:p>
          <a:p>
            <a:pPr marL="26390">
              <a:lnSpc>
                <a:spcPct val="95825"/>
              </a:lnSpc>
              <a:spcBef>
                <a:spcPts val="580"/>
              </a:spcBef>
            </a:pPr>
            <a:r>
              <a:rPr dirty="0" smtClean="0" sz="2000" spc="-2">
                <a:latin typeface="Times New Roman"/>
                <a:cs typeface="Times New Roman"/>
              </a:rPr>
              <a:t>L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y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b</a:t>
            </a:r>
            <a:r>
              <a:rPr dirty="0" smtClean="0" sz="2000" spc="-2">
                <a:latin typeface="Times New Roman"/>
                <a:cs typeface="Times New Roman"/>
              </a:rPr>
              <a:t>a</a:t>
            </a:r>
            <a:r>
              <a:rPr dirty="0" smtClean="0" sz="2000" spc="-2">
                <a:latin typeface="Times New Roman"/>
                <a:cs typeface="Times New Roman"/>
              </a:rPr>
              <a:t>sis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I</a:t>
            </a:r>
            <a:r>
              <a:rPr dirty="0" smtClean="0" sz="2000" spc="-2">
                <a:latin typeface="Times New Roman"/>
                <a:cs typeface="Times New Roman"/>
              </a:rPr>
              <a:t>nt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n</a:t>
            </a:r>
            <a:r>
              <a:rPr dirty="0" smtClean="0" sz="2000" spc="-2">
                <a:latin typeface="Times New Roman"/>
                <a:cs typeface="Times New Roman"/>
              </a:rPr>
              <a:t>e</a:t>
            </a:r>
            <a:r>
              <a:rPr dirty="0" smtClean="0" sz="2000" spc="-2">
                <a:latin typeface="Times New Roman"/>
                <a:cs typeface="Times New Roman"/>
              </a:rPr>
              <a:t>t</a:t>
            </a:r>
            <a:r>
              <a:rPr dirty="0" smtClean="0" sz="2000" spc="-2">
                <a:latin typeface="Times New Roman"/>
                <a:cs typeface="Times New Roman"/>
              </a:rPr>
              <a:t> </a:t>
            </a:r>
            <a:r>
              <a:rPr dirty="0" smtClean="0" sz="2000" spc="-2">
                <a:latin typeface="Times New Roman"/>
                <a:cs typeface="Times New Roman"/>
              </a:rPr>
              <a:t>P</a:t>
            </a:r>
            <a:r>
              <a:rPr dirty="0" smtClean="0" sz="2000" spc="-2">
                <a:latin typeface="Times New Roman"/>
                <a:cs typeface="Times New Roman"/>
              </a:rPr>
              <a:t>r</a:t>
            </a:r>
            <a:r>
              <a:rPr dirty="0" smtClean="0" sz="2000" spc="-2">
                <a:latin typeface="Times New Roman"/>
                <a:cs typeface="Times New Roman"/>
              </a:rPr>
              <a:t>oto</a:t>
            </a:r>
            <a:r>
              <a:rPr dirty="0" smtClean="0" sz="2000" spc="-2">
                <a:latin typeface="Times New Roman"/>
                <a:cs typeface="Times New Roman"/>
              </a:rPr>
              <a:t>c</a:t>
            </a:r>
            <a:r>
              <a:rPr dirty="0" smtClean="0" sz="2000" spc="-2">
                <a:latin typeface="Times New Roman"/>
                <a:cs typeface="Times New Roman"/>
              </a:rPr>
              <a:t>ol</a:t>
            </a:r>
            <a:endParaRPr sz="2000">
              <a:latin typeface="Times New Roman"/>
              <a:cs typeface="Times New Roman"/>
            </a:endParaRPr>
          </a:p>
          <a:p>
            <a:pPr marL="26390" marR="43811">
              <a:lnSpc>
                <a:spcPct val="95825"/>
              </a:lnSpc>
              <a:spcBef>
                <a:spcPts val="583"/>
              </a:spcBef>
            </a:pPr>
            <a:r>
              <a:rPr dirty="0" smtClean="0" sz="2000" spc="-1">
                <a:latin typeface="Times New Roman"/>
                <a:cs typeface="Times New Roman"/>
              </a:rPr>
              <a:t>D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ta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K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c</a:t>
            </a:r>
            <a:r>
              <a:rPr dirty="0" smtClean="0" sz="2000" spc="-1">
                <a:latin typeface="Times New Roman"/>
                <a:cs typeface="Times New Roman"/>
              </a:rPr>
              <a:t>e</a:t>
            </a:r>
            <a:r>
              <a:rPr dirty="0" smtClean="0" sz="2000" spc="-1">
                <a:latin typeface="Times New Roman"/>
                <a:cs typeface="Times New Roman"/>
              </a:rPr>
              <a:t>p</a:t>
            </a:r>
            <a:r>
              <a:rPr dirty="0" smtClean="0" sz="2000" spc="-1">
                <a:latin typeface="Times New Roman"/>
                <a:cs typeface="Times New Roman"/>
              </a:rPr>
              <a:t>a</a:t>
            </a:r>
            <a:r>
              <a:rPr dirty="0" smtClean="0" sz="2000" spc="-1">
                <a:latin typeface="Times New Roman"/>
                <a:cs typeface="Times New Roman"/>
              </a:rPr>
              <a:t>tan</a:t>
            </a:r>
            <a:r>
              <a:rPr dirty="0" smtClean="0" sz="2000" spc="-1">
                <a:latin typeface="Times New Roman"/>
                <a:cs typeface="Times New Roman"/>
              </a:rPr>
              <a:t> </a:t>
            </a:r>
            <a:r>
              <a:rPr dirty="0" smtClean="0" sz="2000" spc="-1">
                <a:latin typeface="Times New Roman"/>
                <a:cs typeface="Times New Roman"/>
              </a:rPr>
              <a:t>t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r>
              <a:rPr dirty="0" smtClean="0" sz="2000" spc="-1">
                <a:latin typeface="Times New Roman"/>
                <a:cs typeface="Times New Roman"/>
              </a:rPr>
              <a:t>n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g</a:t>
            </a:r>
            <a:r>
              <a:rPr dirty="0" smtClean="0" sz="2000" spc="-1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26390" marR="43811">
              <a:lnSpc>
                <a:spcPct val="95825"/>
              </a:lnSpc>
              <a:spcBef>
                <a:spcPts val="580"/>
              </a:spcBef>
            </a:pPr>
            <a:r>
              <a:rPr dirty="0" smtClean="0" sz="2000" spc="-3">
                <a:latin typeface="Times New Roman"/>
                <a:cs typeface="Times New Roman"/>
              </a:rPr>
              <a:t>S</a:t>
            </a:r>
            <a:r>
              <a:rPr dirty="0" smtClean="0" sz="2000" spc="-3">
                <a:latin typeface="Times New Roman"/>
                <a:cs typeface="Times New Roman"/>
              </a:rPr>
              <a:t>u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r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ku</a:t>
            </a:r>
            <a:r>
              <a:rPr dirty="0" smtClean="0" sz="2000" spc="-3">
                <a:latin typeface="Times New Roman"/>
                <a:cs typeface="Times New Roman"/>
              </a:rPr>
              <a:t>a</a:t>
            </a:r>
            <a:r>
              <a:rPr dirty="0" smtClean="0" sz="2000" spc="-3">
                <a:latin typeface="Times New Roman"/>
                <a:cs typeface="Times New Roman"/>
              </a:rPr>
              <a:t>l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tas</a:t>
            </a:r>
            <a:r>
              <a:rPr dirty="0" smtClean="0" sz="2000" spc="-3">
                <a:latin typeface="Times New Roman"/>
                <a:cs typeface="Times New Roman"/>
              </a:rPr>
              <a:t> </a:t>
            </a:r>
            <a:r>
              <a:rPr dirty="0" smtClean="0" sz="2000" spc="-3">
                <a:latin typeface="Times New Roman"/>
                <a:cs typeface="Times New Roman"/>
              </a:rPr>
              <a:t>t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r>
              <a:rPr dirty="0" smtClean="0" sz="2000" spc="-3">
                <a:latin typeface="Times New Roman"/>
                <a:cs typeface="Times New Roman"/>
              </a:rPr>
              <a:t>n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g</a:t>
            </a:r>
            <a:r>
              <a:rPr dirty="0" smtClean="0" sz="2000" spc="-3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8315" y="2750665"/>
            <a:ext cx="3357168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K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d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idat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teknologi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ak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spc="0" b="1">
                <a:solidFill>
                  <a:srgbClr val="3333CC"/>
                </a:solidFill>
                <a:latin typeface="Times New Roman"/>
                <a:cs typeface="Times New Roman"/>
              </a:rPr>
              <a:t>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78550" y="3199398"/>
            <a:ext cx="263144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>
                <a:solidFill>
                  <a:srgbClr val="009900"/>
                </a:solidFill>
                <a:latin typeface="Wingdings"/>
                <a:cs typeface="Wingdings"/>
              </a:rPr>
              <a:t>✓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21450" y="3200736"/>
            <a:ext cx="2891028" cy="584262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0">
                <a:latin typeface="Times New Roman"/>
                <a:cs typeface="Times New Roman"/>
              </a:rPr>
              <a:t>W</a:t>
            </a:r>
            <a:r>
              <a:rPr dirty="0" smtClean="0" sz="2000" spc="-10">
                <a:latin typeface="Times New Roman"/>
                <a:cs typeface="Times New Roman"/>
              </a:rPr>
              <a:t>CD</a:t>
            </a:r>
            <a:r>
              <a:rPr dirty="0" smtClean="0" sz="2000" spc="-10">
                <a:latin typeface="Times New Roman"/>
                <a:cs typeface="Times New Roman"/>
              </a:rPr>
              <a:t>M</a:t>
            </a:r>
            <a:r>
              <a:rPr dirty="0" smtClean="0" sz="2000" spc="-10">
                <a:latin typeface="Times New Roman"/>
                <a:cs typeface="Times New Roman"/>
              </a:rPr>
              <a:t>A</a:t>
            </a:r>
            <a:r>
              <a:rPr dirty="0" smtClean="0" sz="2000" spc="-10">
                <a:latin typeface="Times New Roman"/>
                <a:cs typeface="Times New Roman"/>
              </a:rPr>
              <a:t> </a:t>
            </a:r>
            <a:r>
              <a:rPr dirty="0" smtClean="0" sz="2000" spc="-10">
                <a:latin typeface="Times New Roman"/>
                <a:cs typeface="Times New Roman"/>
              </a:rPr>
              <a:t>(</a:t>
            </a:r>
            <a:r>
              <a:rPr dirty="0" smtClean="0" sz="2000" spc="-10">
                <a:latin typeface="Times New Roman"/>
                <a:cs typeface="Times New Roman"/>
              </a:rPr>
              <a:t> </a:t>
            </a:r>
            <a:r>
              <a:rPr dirty="0" smtClean="0" sz="2000" spc="-10">
                <a:latin typeface="Times New Roman"/>
                <a:cs typeface="Times New Roman"/>
              </a:rPr>
              <a:t>W</a:t>
            </a:r>
            <a:r>
              <a:rPr dirty="0" smtClean="0" sz="2000" spc="-10">
                <a:latin typeface="Times New Roman"/>
                <a:cs typeface="Times New Roman"/>
              </a:rPr>
              <a:t>ideb</a:t>
            </a:r>
            <a:r>
              <a:rPr dirty="0" smtClean="0" sz="2000" spc="-10">
                <a:latin typeface="Times New Roman"/>
                <a:cs typeface="Times New Roman"/>
              </a:rPr>
              <a:t>a</a:t>
            </a:r>
            <a:r>
              <a:rPr dirty="0" smtClean="0" sz="2000" spc="-10">
                <a:latin typeface="Times New Roman"/>
                <a:cs typeface="Times New Roman"/>
              </a:rPr>
              <a:t>nd</a:t>
            </a:r>
            <a:r>
              <a:rPr dirty="0" smtClean="0" sz="2000" spc="-10">
                <a:latin typeface="Times New Roman"/>
                <a:cs typeface="Times New Roman"/>
              </a:rPr>
              <a:t> </a:t>
            </a:r>
            <a:r>
              <a:rPr dirty="0" smtClean="0" sz="2000" spc="-1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  <a:p>
            <a:pPr marL="12700" marR="38100">
              <a:lnSpc>
                <a:spcPct val="95825"/>
              </a:lnSpc>
            </a:pPr>
            <a:r>
              <a:rPr dirty="0" smtClean="0" sz="2000" spc="-8">
                <a:latin typeface="Times New Roman"/>
                <a:cs typeface="Times New Roman"/>
              </a:rPr>
              <a:t>Division</a:t>
            </a:r>
            <a:r>
              <a:rPr dirty="0" smtClean="0" sz="2000" spc="-8">
                <a:latin typeface="Times New Roman"/>
                <a:cs typeface="Times New Roman"/>
              </a:rPr>
              <a:t> </a:t>
            </a:r>
            <a:r>
              <a:rPr dirty="0" smtClean="0" sz="2000" spc="-8">
                <a:latin typeface="Times New Roman"/>
                <a:cs typeface="Times New Roman"/>
              </a:rPr>
              <a:t>Mul</a:t>
            </a:r>
            <a:r>
              <a:rPr dirty="0" smtClean="0" sz="2000" spc="-8">
                <a:latin typeface="Times New Roman"/>
                <a:cs typeface="Times New Roman"/>
              </a:rPr>
              <a:t>t</a:t>
            </a:r>
            <a:r>
              <a:rPr dirty="0" smtClean="0" sz="2000" spc="-8">
                <a:latin typeface="Times New Roman"/>
                <a:cs typeface="Times New Roman"/>
              </a:rPr>
              <a:t>iple</a:t>
            </a:r>
            <a:r>
              <a:rPr dirty="0" smtClean="0" sz="2000" spc="-8">
                <a:latin typeface="Times New Roman"/>
                <a:cs typeface="Times New Roman"/>
              </a:rPr>
              <a:t> </a:t>
            </a:r>
            <a:r>
              <a:rPr dirty="0" smtClean="0" sz="2000" spc="-8">
                <a:latin typeface="Times New Roman"/>
                <a:cs typeface="Times New Roman"/>
              </a:rPr>
              <a:t>A</a:t>
            </a:r>
            <a:r>
              <a:rPr dirty="0" smtClean="0" sz="2000" spc="-8">
                <a:latin typeface="Times New Roman"/>
                <a:cs typeface="Times New Roman"/>
              </a:rPr>
              <a:t>c</a:t>
            </a:r>
            <a:r>
              <a:rPr dirty="0" smtClean="0" sz="2000" spc="-8">
                <a:latin typeface="Times New Roman"/>
                <a:cs typeface="Times New Roman"/>
              </a:rPr>
              <a:t>c</a:t>
            </a:r>
            <a:r>
              <a:rPr dirty="0" smtClean="0" sz="2000" spc="-8">
                <a:latin typeface="Times New Roman"/>
                <a:cs typeface="Times New Roman"/>
              </a:rPr>
              <a:t>e</a:t>
            </a:r>
            <a:r>
              <a:rPr dirty="0" smtClean="0" sz="2000" spc="-8">
                <a:latin typeface="Times New Roman"/>
                <a:cs typeface="Times New Roman"/>
              </a:rPr>
              <a:t>ss)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41625" y="3450280"/>
            <a:ext cx="566089" cy="20319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Arial"/>
                <a:cs typeface="Arial"/>
              </a:rPr>
              <a:t>G</a:t>
            </a:r>
            <a:r>
              <a:rPr dirty="0" smtClean="0" sz="1400" spc="0">
                <a:latin typeface="Arial"/>
                <a:cs typeface="Arial"/>
              </a:rPr>
              <a:t>l</a:t>
            </a:r>
            <a:r>
              <a:rPr dirty="0" smtClean="0" sz="1400" spc="0">
                <a:latin typeface="Arial"/>
                <a:cs typeface="Arial"/>
              </a:rPr>
              <a:t>ob</a:t>
            </a:r>
            <a:r>
              <a:rPr dirty="0" smtClean="0" sz="1400" spc="0">
                <a:latin typeface="Arial"/>
                <a:cs typeface="Arial"/>
              </a:rPr>
              <a:t>a</a:t>
            </a:r>
            <a:r>
              <a:rPr dirty="0" smtClean="0" sz="1400" spc="0"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54200" y="3615503"/>
            <a:ext cx="689065" cy="203517"/>
          </a:xfrm>
          <a:prstGeom prst="rect">
            <a:avLst/>
          </a:prstGeom>
        </p:spPr>
        <p:txBody>
          <a:bodyPr wrap="square" lIns="0" tIns="9747" rIns="0" bIns="0" rtlCol="0">
            <a:noAutofit/>
          </a:bodyPr>
          <a:lstStyle/>
          <a:p>
            <a:pPr marL="12700">
              <a:lnSpc>
                <a:spcPts val="1535"/>
              </a:lnSpc>
            </a:pPr>
            <a:r>
              <a:rPr dirty="0" smtClean="0" sz="1400" spc="3">
                <a:latin typeface="Arial"/>
                <a:cs typeface="Arial"/>
              </a:rPr>
              <a:t>S</a:t>
            </a:r>
            <a:r>
              <a:rPr dirty="0" smtClean="0" sz="1400" spc="3">
                <a:latin typeface="Arial"/>
                <a:cs typeface="Arial"/>
              </a:rPr>
              <a:t>a</a:t>
            </a:r>
            <a:r>
              <a:rPr dirty="0" smtClean="0" sz="1400" spc="3">
                <a:latin typeface="Arial"/>
                <a:cs typeface="Arial"/>
              </a:rPr>
              <a:t>t</a:t>
            </a:r>
            <a:r>
              <a:rPr dirty="0" smtClean="0" sz="1400" spc="3">
                <a:latin typeface="Arial"/>
                <a:cs typeface="Arial"/>
              </a:rPr>
              <a:t>e</a:t>
            </a:r>
            <a:r>
              <a:rPr dirty="0" smtClean="0" sz="1400" spc="3">
                <a:latin typeface="Arial"/>
                <a:cs typeface="Arial"/>
              </a:rPr>
              <a:t>l</a:t>
            </a:r>
            <a:r>
              <a:rPr dirty="0" smtClean="0" sz="1400" spc="3">
                <a:latin typeface="Arial"/>
                <a:cs typeface="Arial"/>
              </a:rPr>
              <a:t>l</a:t>
            </a:r>
            <a:r>
              <a:rPr dirty="0" smtClean="0" sz="1400" spc="3">
                <a:latin typeface="Arial"/>
                <a:cs typeface="Arial"/>
              </a:rPr>
              <a:t>i</a:t>
            </a:r>
            <a:r>
              <a:rPr dirty="0" smtClean="0" sz="1400" spc="3">
                <a:latin typeface="Arial"/>
                <a:cs typeface="Arial"/>
              </a:rPr>
              <a:t>t</a:t>
            </a:r>
            <a:r>
              <a:rPr dirty="0" smtClean="0" sz="1400" spc="3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6076" y="3865316"/>
            <a:ext cx="823188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Arial"/>
                <a:cs typeface="Arial"/>
              </a:rPr>
              <a:t>S</a:t>
            </a:r>
            <a:r>
              <a:rPr dirty="0" smtClean="0" sz="1400" spc="0">
                <a:latin typeface="Arial"/>
                <a:cs typeface="Arial"/>
              </a:rPr>
              <a:t>ub</a:t>
            </a:r>
            <a:r>
              <a:rPr dirty="0" smtClean="0" sz="1400" spc="0">
                <a:latin typeface="Arial"/>
                <a:cs typeface="Arial"/>
              </a:rPr>
              <a:t>u</a:t>
            </a:r>
            <a:r>
              <a:rPr dirty="0" smtClean="0" sz="1400" spc="0">
                <a:latin typeface="Arial"/>
                <a:cs typeface="Arial"/>
              </a:rPr>
              <a:t>r</a:t>
            </a:r>
            <a:r>
              <a:rPr dirty="0" smtClean="0" sz="1400" spc="0">
                <a:latin typeface="Arial"/>
                <a:cs typeface="Arial"/>
              </a:rPr>
              <a:t>ban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8771" y="3865316"/>
            <a:ext cx="536575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dirty="0" smtClean="0" sz="1400" spc="0">
                <a:latin typeface="Arial"/>
                <a:cs typeface="Arial"/>
              </a:rPr>
              <a:t>U</a:t>
            </a:r>
            <a:r>
              <a:rPr dirty="0" smtClean="0" sz="1400" spc="0">
                <a:latin typeface="Arial"/>
                <a:cs typeface="Arial"/>
              </a:rPr>
              <a:t>r</a:t>
            </a:r>
            <a:r>
              <a:rPr dirty="0" smtClean="0" sz="1400" spc="0">
                <a:latin typeface="Arial"/>
                <a:cs typeface="Arial"/>
              </a:rPr>
              <a:t>ban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21480" y="3926272"/>
            <a:ext cx="886598" cy="203517"/>
          </a:xfrm>
          <a:prstGeom prst="rect">
            <a:avLst/>
          </a:prstGeom>
        </p:spPr>
        <p:txBody>
          <a:bodyPr wrap="square" lIns="0" tIns="9747" rIns="0" bIns="0" rtlCol="0">
            <a:noAutofit/>
          </a:bodyPr>
          <a:lstStyle/>
          <a:p>
            <a:pPr marL="12700">
              <a:lnSpc>
                <a:spcPts val="1535"/>
              </a:lnSpc>
            </a:pPr>
            <a:r>
              <a:rPr dirty="0" smtClean="0" sz="1400" spc="1">
                <a:latin typeface="Arial"/>
                <a:cs typeface="Arial"/>
              </a:rPr>
              <a:t>I</a:t>
            </a:r>
            <a:r>
              <a:rPr dirty="0" smtClean="0" sz="1400" spc="1">
                <a:latin typeface="Arial"/>
                <a:cs typeface="Arial"/>
              </a:rPr>
              <a:t>n</a:t>
            </a:r>
            <a:r>
              <a:rPr dirty="0" smtClean="0" sz="1400" spc="1">
                <a:latin typeface="Arial"/>
                <a:cs typeface="Arial"/>
              </a:rPr>
              <a:t> </a:t>
            </a:r>
            <a:r>
              <a:rPr dirty="0" smtClean="0" sz="1400" spc="1">
                <a:latin typeface="Arial"/>
                <a:cs typeface="Arial"/>
              </a:rPr>
              <a:t>B</a:t>
            </a:r>
            <a:r>
              <a:rPr dirty="0" smtClean="0" sz="1400" spc="1">
                <a:latin typeface="Arial"/>
                <a:cs typeface="Arial"/>
              </a:rPr>
              <a:t>u</a:t>
            </a:r>
            <a:r>
              <a:rPr dirty="0" smtClean="0" sz="1400" spc="1">
                <a:latin typeface="Arial"/>
                <a:cs typeface="Arial"/>
              </a:rPr>
              <a:t>i</a:t>
            </a:r>
            <a:r>
              <a:rPr dirty="0" smtClean="0" sz="1400" spc="1">
                <a:latin typeface="Arial"/>
                <a:cs typeface="Arial"/>
              </a:rPr>
              <a:t>l</a:t>
            </a:r>
            <a:r>
              <a:rPr dirty="0" smtClean="0" sz="1400" spc="1">
                <a:latin typeface="Arial"/>
                <a:cs typeface="Arial"/>
              </a:rPr>
              <a:t>d</a:t>
            </a:r>
            <a:r>
              <a:rPr dirty="0" smtClean="0" sz="1400" spc="1">
                <a:latin typeface="Arial"/>
                <a:cs typeface="Arial"/>
              </a:rPr>
              <a:t>i</a:t>
            </a:r>
            <a:r>
              <a:rPr dirty="0" smtClean="0" sz="1400" spc="1">
                <a:latin typeface="Arial"/>
                <a:cs typeface="Arial"/>
              </a:rPr>
              <a:t>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2721" y="5163518"/>
            <a:ext cx="42605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e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r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m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i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38272" y="5663898"/>
            <a:ext cx="341172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dirty="0" smtClean="0" sz="1200" spc="-6">
                <a:solidFill>
                  <a:srgbClr val="808080"/>
                </a:solidFill>
                <a:latin typeface="Arial"/>
                <a:cs typeface="Arial"/>
              </a:rPr>
              <a:t>e</a:t>
            </a:r>
            <a:r>
              <a:rPr dirty="0" smtClean="0" sz="1200" spc="-6">
                <a:solidFill>
                  <a:srgbClr val="808080"/>
                </a:solidFill>
                <a:latin typeface="Arial"/>
                <a:cs typeface="Arial"/>
              </a:rPr>
              <a:t>r</a:t>
            </a:r>
            <a:r>
              <a:rPr dirty="0" smtClean="0" sz="1200" spc="-6">
                <a:solidFill>
                  <a:srgbClr val="808080"/>
                </a:solidFill>
                <a:latin typeface="Arial"/>
                <a:cs typeface="Arial"/>
              </a:rPr>
              <a:t>m</a:t>
            </a:r>
            <a:r>
              <a:rPr dirty="0" smtClean="0" sz="1200" spc="-6">
                <a:solidFill>
                  <a:srgbClr val="808080"/>
                </a:solidFill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70150" y="5877761"/>
            <a:ext cx="1951583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dirty="0" smtClean="0" sz="1800" spc="-4" b="1">
                <a:latin typeface="Times New Roman"/>
                <a:cs typeface="Times New Roman"/>
              </a:rPr>
              <a:t>V</a:t>
            </a:r>
            <a:r>
              <a:rPr dirty="0" smtClean="0" sz="1800" spc="-4" b="1">
                <a:latin typeface="Times New Roman"/>
                <a:cs typeface="Times New Roman"/>
              </a:rPr>
              <a:t>isi</a:t>
            </a:r>
            <a:r>
              <a:rPr dirty="0" smtClean="0" sz="1800" spc="-4" b="1">
                <a:latin typeface="Times New Roman"/>
                <a:cs typeface="Times New Roman"/>
              </a:rPr>
              <a:t> </a:t>
            </a:r>
            <a:r>
              <a:rPr dirty="0" smtClean="0" sz="1800" spc="-4" b="1">
                <a:latin typeface="Times New Roman"/>
                <a:cs typeface="Times New Roman"/>
              </a:rPr>
              <a:t>generasi</a:t>
            </a:r>
            <a:r>
              <a:rPr dirty="0" smtClean="0" sz="1800" spc="-4" b="1">
                <a:latin typeface="Times New Roman"/>
                <a:cs typeface="Times New Roman"/>
              </a:rPr>
              <a:t> </a:t>
            </a:r>
            <a:r>
              <a:rPr dirty="0" smtClean="0" sz="1800" spc="-4" b="1">
                <a:latin typeface="Times New Roman"/>
                <a:cs typeface="Times New Roman"/>
              </a:rPr>
              <a:t>k</a:t>
            </a:r>
            <a:r>
              <a:rPr dirty="0" smtClean="0" sz="1800" spc="-4" b="1">
                <a:latin typeface="Times New Roman"/>
                <a:cs typeface="Times New Roman"/>
              </a:rPr>
              <a:t>etiga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43720" y="6472848"/>
            <a:ext cx="34927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1400" y="5090160"/>
            <a:ext cx="546100" cy="5003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857500" y="5090160"/>
            <a:ext cx="1089660" cy="500379"/>
          </a:xfrm>
          <a:prstGeom prst="rect">
            <a:avLst/>
          </a:prstGeom>
        </p:spPr>
        <p:txBody>
          <a:bodyPr wrap="square" lIns="0" tIns="11969" rIns="0" bIns="0" rtlCol="0">
            <a:noAutofit/>
          </a:bodyPr>
          <a:lstStyle/>
          <a:p>
            <a:pPr marL="258825">
              <a:lnSpc>
                <a:spcPts val="1885"/>
              </a:lnSpc>
            </a:pPr>
            <a:r>
              <a:rPr dirty="0" smtClean="0" sz="1200" spc="7">
                <a:solidFill>
                  <a:srgbClr val="808080"/>
                </a:solidFill>
                <a:latin typeface="Arial"/>
                <a:cs typeface="Arial"/>
              </a:rPr>
              <a:t>T</a:t>
            </a:r>
            <a:r>
              <a:rPr dirty="0" smtClean="0" sz="1200" spc="7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mtClean="0" baseline="28987" sz="1800" spc="7">
                <a:solidFill>
                  <a:srgbClr val="808080"/>
                </a:solidFill>
                <a:latin typeface="Arial"/>
                <a:cs typeface="Arial"/>
              </a:rPr>
              <a:t>P</a:t>
            </a:r>
            <a:r>
              <a:rPr dirty="0" smtClean="0" baseline="28987" sz="1800" spc="7">
                <a:solidFill>
                  <a:srgbClr val="808080"/>
                </a:solidFill>
                <a:latin typeface="Arial"/>
                <a:cs typeface="Arial"/>
              </a:rPr>
              <a:t>D</a:t>
            </a:r>
            <a:r>
              <a:rPr dirty="0" smtClean="0" baseline="28987" sz="1800" spc="7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mtClean="0" sz="1200" spc="7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mtClean="0" sz="1200" spc="7">
                <a:solidFill>
                  <a:srgbClr val="808080"/>
                </a:solidFill>
                <a:latin typeface="Arial"/>
                <a:cs typeface="Arial"/>
              </a:rPr>
              <a:t>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57500" y="5410200"/>
            <a:ext cx="1033779" cy="414019"/>
          </a:xfrm>
          <a:prstGeom prst="rect">
            <a:avLst/>
          </a:prstGeom>
        </p:spPr>
        <p:txBody>
          <a:bodyPr wrap="square" lIns="0" tIns="5640" rIns="0" bIns="0" rtlCol="0">
            <a:noAutofit/>
          </a:bodyPr>
          <a:lstStyle/>
          <a:p>
            <a:pPr>
              <a:lnSpc>
                <a:spcPts val="900"/>
              </a:lnSpc>
            </a:pPr>
            <a:endParaRPr sz="900"/>
          </a:p>
          <a:p>
            <a:pPr>
              <a:lnSpc>
                <a:spcPts val="1315"/>
              </a:lnSpc>
              <a:spcBef>
                <a:spcPts val="1065"/>
              </a:spcBef>
            </a:pP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n</a:t>
            </a: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1279" y="5410200"/>
            <a:ext cx="55880" cy="4140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3947160" y="5410200"/>
            <a:ext cx="761999" cy="414019"/>
          </a:xfrm>
          <a:prstGeom prst="rect">
            <a:avLst/>
          </a:prstGeom>
        </p:spPr>
        <p:txBody>
          <a:bodyPr wrap="square" lIns="0" tIns="39370" rIns="0" bIns="0" rtlCol="0">
            <a:noAutofit/>
          </a:bodyPr>
          <a:lstStyle/>
          <a:p>
            <a:pPr marL="54166" marR="109132" indent="2641" algn="ctr">
              <a:lnSpc>
                <a:spcPts val="1379"/>
              </a:lnSpc>
            </a:pP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u</a:t>
            </a: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d</a:t>
            </a: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i</a:t>
            </a: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o</a:t>
            </a:r>
            <a:r>
              <a:rPr dirty="0" smtClean="0" sz="1200" spc="-2">
                <a:solidFill>
                  <a:srgbClr val="808080"/>
                </a:solidFill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  <a:p>
            <a:pPr marL="54166" marR="109132" algn="ctr">
              <a:lnSpc>
                <a:spcPts val="1379"/>
              </a:lnSpc>
            </a:pP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V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i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s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u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l</a:t>
            </a:r>
            <a:r>
              <a:rPr dirty="0" smtClean="0" sz="1200" spc="-4">
                <a:solidFill>
                  <a:srgbClr val="808080"/>
                </a:solidFill>
                <a:latin typeface="Arial"/>
                <a:cs typeface="Arial"/>
              </a:rPr>
              <a:t> </a:t>
            </a:r>
            <a:endParaRPr sz="1200">
              <a:latin typeface="Arial"/>
              <a:cs typeface="Arial"/>
            </a:endParaRPr>
          </a:p>
          <a:p>
            <a:pPr marL="54166" marR="109132" algn="ctr">
              <a:lnSpc>
                <a:spcPts val="1379"/>
              </a:lnSpc>
            </a:pP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T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e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r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m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i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n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mtClean="0" sz="1200" spc="-19">
                <a:solidFill>
                  <a:srgbClr val="808080"/>
                </a:solidFill>
                <a:latin typeface="Arial"/>
                <a:cs typeface="Arial"/>
              </a:rPr>
              <a:t>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1400" y="5590540"/>
            <a:ext cx="927100" cy="276860"/>
          </a:xfrm>
          <a:prstGeom prst="rect">
            <a:avLst/>
          </a:prstGeom>
        </p:spPr>
        <p:txBody>
          <a:bodyPr wrap="square" lIns="0" tIns="11969" rIns="0" bIns="0" rtlCol="0">
            <a:noAutofit/>
          </a:bodyPr>
          <a:lstStyle/>
          <a:p>
            <a:pPr marL="196595">
              <a:lnSpc>
                <a:spcPts val="1885"/>
              </a:lnSpc>
            </a:pPr>
            <a:r>
              <a:rPr dirty="0" smtClean="0" sz="1200" spc="3">
                <a:solidFill>
                  <a:srgbClr val="808080"/>
                </a:solidFill>
                <a:latin typeface="Arial"/>
                <a:cs typeface="Arial"/>
              </a:rPr>
              <a:t>t</a:t>
            </a:r>
            <a:r>
              <a:rPr dirty="0" smtClean="0" sz="1200" spc="3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mtClean="0" baseline="28987" sz="1800" spc="3">
                <a:solidFill>
                  <a:srgbClr val="808080"/>
                </a:solidFill>
                <a:latin typeface="Arial"/>
                <a:cs typeface="Arial"/>
              </a:rPr>
              <a:t>B</a:t>
            </a:r>
            <a:r>
              <a:rPr dirty="0" smtClean="0" baseline="28987" sz="1800" spc="3">
                <a:solidFill>
                  <a:srgbClr val="808080"/>
                </a:solidFill>
                <a:latin typeface="Arial"/>
                <a:cs typeface="Arial"/>
              </a:rPr>
              <a:t>a</a:t>
            </a:r>
            <a:r>
              <a:rPr dirty="0" smtClean="0" baseline="28987" sz="1800" spc="3">
                <a:solidFill>
                  <a:srgbClr val="808080"/>
                </a:solidFill>
                <a:latin typeface="Arial"/>
                <a:cs typeface="Arial"/>
              </a:rPr>
              <a:t>s</a:t>
            </a:r>
            <a:r>
              <a:rPr dirty="0" smtClean="0" baseline="28987" sz="1800" spc="3">
                <a:solidFill>
                  <a:srgbClr val="808080"/>
                </a:solidFill>
                <a:latin typeface="Arial"/>
                <a:cs typeface="Arial"/>
              </a:rPr>
              <a:t>i</a:t>
            </a:r>
            <a:r>
              <a:rPr dirty="0" smtClean="0" baseline="28987" sz="1800" spc="3">
                <a:solidFill>
                  <a:srgbClr val="808080"/>
                </a:solidFill>
                <a:latin typeface="Arial"/>
                <a:cs typeface="Arial"/>
              </a:rPr>
              <a:t>c</a:t>
            </a:r>
            <a:r>
              <a:rPr dirty="0" smtClean="0" baseline="28987" sz="1800" spc="3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dirty="0" smtClean="0" sz="1200" spc="3">
                <a:solidFill>
                  <a:srgbClr val="808080"/>
                </a:solidFill>
                <a:latin typeface="Arial"/>
                <a:cs typeface="Arial"/>
              </a:rPr>
              <a:t>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7500" y="5590540"/>
            <a:ext cx="381000" cy="233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238500" y="5590540"/>
            <a:ext cx="652779" cy="2336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3116580" y="4218940"/>
            <a:ext cx="805180" cy="60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21760" y="4218940"/>
            <a:ext cx="797560" cy="60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56460" y="4279900"/>
            <a:ext cx="952500" cy="119380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25400">
              <a:lnSpc>
                <a:spcPts val="900"/>
              </a:lnSpc>
            </a:pPr>
            <a:endParaRPr sz="900"/>
          </a:p>
        </p:txBody>
      </p:sp>
      <p:sp>
        <p:nvSpPr>
          <p:cNvPr id="6" name="object 6"/>
          <p:cNvSpPr txBox="1"/>
          <p:nvPr/>
        </p:nvSpPr>
        <p:spPr>
          <a:xfrm>
            <a:off x="3108960" y="4279900"/>
            <a:ext cx="891539" cy="304800"/>
          </a:xfrm>
          <a:prstGeom prst="rect">
            <a:avLst/>
          </a:prstGeom>
        </p:spPr>
        <p:txBody>
          <a:bodyPr wrap="square" lIns="0" tIns="53340" rIns="0" bIns="0" rtlCol="0">
            <a:noAutofit/>
          </a:bodyPr>
          <a:lstStyle/>
          <a:p>
            <a:pPr marL="100329">
              <a:lnSpc>
                <a:spcPct val="95825"/>
              </a:lnSpc>
            </a:pPr>
            <a:r>
              <a:rPr dirty="0" smtClean="0" sz="1400" spc="-3">
                <a:latin typeface="Arial"/>
                <a:cs typeface="Arial"/>
              </a:rPr>
              <a:t>M</a:t>
            </a:r>
            <a:r>
              <a:rPr dirty="0" smtClean="0" sz="1400" spc="-3">
                <a:latin typeface="Arial"/>
                <a:cs typeface="Arial"/>
              </a:rPr>
              <a:t>i</a:t>
            </a:r>
            <a:r>
              <a:rPr dirty="0" smtClean="0" sz="1400" spc="-3">
                <a:latin typeface="Arial"/>
                <a:cs typeface="Arial"/>
              </a:rPr>
              <a:t>c</a:t>
            </a:r>
            <a:r>
              <a:rPr dirty="0" smtClean="0" sz="1400" spc="-3">
                <a:latin typeface="Arial"/>
                <a:cs typeface="Arial"/>
              </a:rPr>
              <a:t>r</a:t>
            </a:r>
            <a:r>
              <a:rPr dirty="0" smtClean="0" sz="1400" spc="-3">
                <a:latin typeface="Arial"/>
                <a:cs typeface="Arial"/>
              </a:rPr>
              <a:t>oce</a:t>
            </a:r>
            <a:r>
              <a:rPr dirty="0" smtClean="0" sz="1400" spc="-3">
                <a:latin typeface="Arial"/>
                <a:cs typeface="Arial"/>
              </a:rPr>
              <a:t>l</a:t>
            </a:r>
            <a:r>
              <a:rPr dirty="0" smtClean="0" sz="1400" spc="-3"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1760" y="4279900"/>
            <a:ext cx="78739" cy="2438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000500" y="4279900"/>
            <a:ext cx="718820" cy="243839"/>
          </a:xfrm>
          <a:prstGeom prst="rect">
            <a:avLst/>
          </a:prstGeom>
        </p:spPr>
        <p:txBody>
          <a:bodyPr wrap="square" lIns="0" tIns="9874" rIns="0" bIns="0" rtlCol="0">
            <a:noAutofit/>
          </a:bodyPr>
          <a:lstStyle/>
          <a:p>
            <a:pPr marL="14350">
              <a:lnSpc>
                <a:spcPts val="1555"/>
              </a:lnSpc>
            </a:pPr>
            <a:r>
              <a:rPr dirty="0" smtClean="0" sz="1400" spc="3">
                <a:latin typeface="Arial"/>
                <a:cs typeface="Arial"/>
              </a:rPr>
              <a:t>P</a:t>
            </a:r>
            <a:r>
              <a:rPr dirty="0" smtClean="0" sz="1400" spc="3">
                <a:latin typeface="Arial"/>
                <a:cs typeface="Arial"/>
              </a:rPr>
              <a:t>i</a:t>
            </a:r>
            <a:r>
              <a:rPr dirty="0" smtClean="0" sz="1400" spc="3">
                <a:latin typeface="Arial"/>
                <a:cs typeface="Arial"/>
              </a:rPr>
              <a:t>coce</a:t>
            </a:r>
            <a:r>
              <a:rPr dirty="0" smtClean="0" sz="1400" spc="3">
                <a:latin typeface="Arial"/>
                <a:cs typeface="Arial"/>
              </a:rPr>
              <a:t>l</a:t>
            </a:r>
            <a:r>
              <a:rPr dirty="0" smtClean="0" sz="1400" spc="3"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56460" y="4399280"/>
            <a:ext cx="952500" cy="307339"/>
          </a:xfrm>
          <a:prstGeom prst="rect">
            <a:avLst/>
          </a:prstGeom>
        </p:spPr>
        <p:txBody>
          <a:bodyPr wrap="square" lIns="0" tIns="53975" rIns="0" bIns="0" rtlCol="0">
            <a:noAutofit/>
          </a:bodyPr>
          <a:lstStyle/>
          <a:p>
            <a:pPr marL="93725">
              <a:lnSpc>
                <a:spcPct val="95825"/>
              </a:lnSpc>
            </a:pPr>
            <a:r>
              <a:rPr dirty="0" smtClean="0" sz="1400" spc="-3">
                <a:solidFill>
                  <a:srgbClr val="0066CC"/>
                </a:solidFill>
                <a:latin typeface="Arial"/>
                <a:cs typeface="Arial"/>
              </a:rPr>
              <a:t>M</a:t>
            </a:r>
            <a:r>
              <a:rPr dirty="0" smtClean="0" sz="1400" spc="-3">
                <a:solidFill>
                  <a:srgbClr val="0066CC"/>
                </a:solidFill>
                <a:latin typeface="Arial"/>
                <a:cs typeface="Arial"/>
              </a:rPr>
              <a:t>ac</a:t>
            </a:r>
            <a:r>
              <a:rPr dirty="0" smtClean="0" sz="1400" spc="-3">
                <a:solidFill>
                  <a:srgbClr val="0066CC"/>
                </a:solidFill>
                <a:latin typeface="Arial"/>
                <a:cs typeface="Arial"/>
              </a:rPr>
              <a:t>r</a:t>
            </a:r>
            <a:r>
              <a:rPr dirty="0" smtClean="0" sz="1400" spc="-3">
                <a:solidFill>
                  <a:srgbClr val="0066CC"/>
                </a:solidFill>
                <a:latin typeface="Arial"/>
                <a:cs typeface="Arial"/>
              </a:rPr>
              <a:t>oce</a:t>
            </a:r>
            <a:r>
              <a:rPr dirty="0" smtClean="0" sz="1400" spc="-3">
                <a:solidFill>
                  <a:srgbClr val="0066CC"/>
                </a:solidFill>
                <a:latin typeface="Arial"/>
                <a:cs typeface="Arial"/>
              </a:rPr>
              <a:t>l</a:t>
            </a:r>
            <a:r>
              <a:rPr dirty="0" smtClean="0" sz="1400" spc="-3">
                <a:solidFill>
                  <a:srgbClr val="0066CC"/>
                </a:solidFill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108960" y="4584700"/>
            <a:ext cx="891539" cy="121919"/>
          </a:xfrm>
          <a:prstGeom prst="rect">
            <a:avLst/>
          </a:prstGeom>
        </p:spPr>
        <p:txBody>
          <a:bodyPr wrap="square" lIns="0" tIns="1269" rIns="0" bIns="0" rtlCol="0">
            <a:noAutofit/>
          </a:bodyPr>
          <a:lstStyle/>
          <a:p>
            <a:pPr marL="25400">
              <a:lnSpc>
                <a:spcPts val="950"/>
              </a:lnSpc>
            </a:pPr>
            <a:endParaRPr sz="9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bject 63"/>
          <p:cNvSpPr/>
          <p:nvPr/>
        </p:nvSpPr>
        <p:spPr>
          <a:xfrm>
            <a:off x="0" y="6400800"/>
            <a:ext cx="9903460" cy="457196"/>
          </a:xfrm>
          <a:custGeom>
            <a:avLst/>
            <a:gdLst/>
            <a:ahLst/>
            <a:cxnLst/>
            <a:rect l="l" t="t" r="r" b="b"/>
            <a:pathLst>
              <a:path w="9903460" h="457196">
                <a:moveTo>
                  <a:pt x="9903460" y="457196"/>
                </a:moveTo>
                <a:lnTo>
                  <a:pt x="9903460" y="0"/>
                </a:lnTo>
                <a:lnTo>
                  <a:pt x="0" y="0"/>
                </a:lnTo>
                <a:lnTo>
                  <a:pt x="0" y="457196"/>
                </a:lnTo>
                <a:lnTo>
                  <a:pt x="9903460" y="45719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153670" y="640207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58419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0" y="0"/>
            <a:ext cx="9903460" cy="609600"/>
          </a:xfrm>
          <a:custGeom>
            <a:avLst/>
            <a:gdLst/>
            <a:ahLst/>
            <a:cxnLst/>
            <a:rect l="l" t="t" r="r" b="b"/>
            <a:pathLst>
              <a:path w="9903460" h="609600">
                <a:moveTo>
                  <a:pt x="0" y="609600"/>
                </a:moveTo>
                <a:lnTo>
                  <a:pt x="9903460" y="609600"/>
                </a:lnTo>
                <a:lnTo>
                  <a:pt x="990346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111760" y="609600"/>
            <a:ext cx="9677400" cy="0"/>
          </a:xfrm>
          <a:custGeom>
            <a:avLst/>
            <a:gdLst/>
            <a:ahLst/>
            <a:cxnLst/>
            <a:rect l="l" t="t" r="r" b="b"/>
            <a:pathLst>
              <a:path w="9677400" h="0">
                <a:moveTo>
                  <a:pt x="0" y="0"/>
                </a:moveTo>
                <a:lnTo>
                  <a:pt x="9677400" y="0"/>
                </a:lnTo>
              </a:path>
            </a:pathLst>
          </a:custGeom>
          <a:ln w="76200">
            <a:solidFill>
              <a:srgbClr val="808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457200" y="2786379"/>
            <a:ext cx="6781800" cy="3502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4405947" y="1622942"/>
            <a:ext cx="1675193" cy="229134"/>
          </a:xfrm>
          <a:custGeom>
            <a:avLst/>
            <a:gdLst/>
            <a:ahLst/>
            <a:cxnLst/>
            <a:rect l="l" t="t" r="r" b="b"/>
            <a:pathLst>
              <a:path w="1675193" h="229134">
                <a:moveTo>
                  <a:pt x="0" y="229134"/>
                </a:moveTo>
                <a:lnTo>
                  <a:pt x="1675193" y="229134"/>
                </a:lnTo>
                <a:lnTo>
                  <a:pt x="1675193" y="0"/>
                </a:lnTo>
                <a:lnTo>
                  <a:pt x="0" y="0"/>
                </a:lnTo>
                <a:lnTo>
                  <a:pt x="0" y="229134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6081141" y="1622942"/>
            <a:ext cx="2163348" cy="229134"/>
          </a:xfrm>
          <a:custGeom>
            <a:avLst/>
            <a:gdLst/>
            <a:ahLst/>
            <a:cxnLst/>
            <a:rect l="l" t="t" r="r" b="b"/>
            <a:pathLst>
              <a:path w="2163348" h="229134">
                <a:moveTo>
                  <a:pt x="0" y="229134"/>
                </a:moveTo>
                <a:lnTo>
                  <a:pt x="2163348" y="229134"/>
                </a:lnTo>
                <a:lnTo>
                  <a:pt x="2163348" y="0"/>
                </a:lnTo>
                <a:lnTo>
                  <a:pt x="0" y="0"/>
                </a:lnTo>
                <a:lnTo>
                  <a:pt x="0" y="229134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8244490" y="1622942"/>
            <a:ext cx="1510743" cy="229134"/>
          </a:xfrm>
          <a:custGeom>
            <a:avLst/>
            <a:gdLst/>
            <a:ahLst/>
            <a:cxnLst/>
            <a:rect l="l" t="t" r="r" b="b"/>
            <a:pathLst>
              <a:path w="1510743" h="229134">
                <a:moveTo>
                  <a:pt x="0" y="229134"/>
                </a:moveTo>
                <a:lnTo>
                  <a:pt x="1510743" y="229134"/>
                </a:lnTo>
                <a:lnTo>
                  <a:pt x="1510743" y="0"/>
                </a:lnTo>
                <a:lnTo>
                  <a:pt x="0" y="0"/>
                </a:lnTo>
                <a:lnTo>
                  <a:pt x="0" y="229134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4405947" y="1610235"/>
            <a:ext cx="1675193" cy="0"/>
          </a:xfrm>
          <a:custGeom>
            <a:avLst/>
            <a:gdLst/>
            <a:ahLst/>
            <a:cxnLst/>
            <a:rect l="l" t="t" r="r" b="b"/>
            <a:pathLst>
              <a:path w="1675193" h="0">
                <a:moveTo>
                  <a:pt x="0" y="0"/>
                </a:moveTo>
                <a:lnTo>
                  <a:pt x="1675193" y="0"/>
                </a:lnTo>
              </a:path>
            </a:pathLst>
          </a:custGeom>
          <a:ln w="212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405947" y="1621521"/>
            <a:ext cx="1675193" cy="0"/>
          </a:xfrm>
          <a:custGeom>
            <a:avLst/>
            <a:gdLst/>
            <a:ahLst/>
            <a:cxnLst/>
            <a:rect l="l" t="t" r="r" b="b"/>
            <a:pathLst>
              <a:path w="1675193" h="0">
                <a:moveTo>
                  <a:pt x="0" y="0"/>
                </a:moveTo>
                <a:lnTo>
                  <a:pt x="1675193" y="0"/>
                </a:lnTo>
              </a:path>
            </a:pathLst>
          </a:custGeom>
          <a:ln w="402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6081141" y="1621521"/>
            <a:ext cx="16132" cy="0"/>
          </a:xfrm>
          <a:custGeom>
            <a:avLst/>
            <a:gdLst/>
            <a:ahLst/>
            <a:cxnLst/>
            <a:rect l="l" t="t" r="r" b="b"/>
            <a:pathLst>
              <a:path w="16132" h="0">
                <a:moveTo>
                  <a:pt x="0" y="0"/>
                </a:moveTo>
                <a:lnTo>
                  <a:pt x="16132" y="0"/>
                </a:lnTo>
              </a:path>
            </a:pathLst>
          </a:custGeom>
          <a:ln w="402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6081141" y="1610235"/>
            <a:ext cx="16132" cy="0"/>
          </a:xfrm>
          <a:custGeom>
            <a:avLst/>
            <a:gdLst/>
            <a:ahLst/>
            <a:cxnLst/>
            <a:rect l="l" t="t" r="r" b="b"/>
            <a:pathLst>
              <a:path w="16132" h="0">
                <a:moveTo>
                  <a:pt x="0" y="0"/>
                </a:moveTo>
                <a:lnTo>
                  <a:pt x="16132" y="0"/>
                </a:lnTo>
              </a:path>
            </a:pathLst>
          </a:custGeom>
          <a:ln w="212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6097298" y="1610235"/>
            <a:ext cx="2147307" cy="0"/>
          </a:xfrm>
          <a:custGeom>
            <a:avLst/>
            <a:gdLst/>
            <a:ahLst/>
            <a:cxnLst/>
            <a:rect l="l" t="t" r="r" b="b"/>
            <a:pathLst>
              <a:path w="2147307" h="0">
                <a:moveTo>
                  <a:pt x="0" y="0"/>
                </a:moveTo>
                <a:lnTo>
                  <a:pt x="2147307" y="0"/>
                </a:lnTo>
              </a:path>
            </a:pathLst>
          </a:custGeom>
          <a:ln w="212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6097298" y="1621521"/>
            <a:ext cx="2147307" cy="0"/>
          </a:xfrm>
          <a:custGeom>
            <a:avLst/>
            <a:gdLst/>
            <a:ahLst/>
            <a:cxnLst/>
            <a:rect l="l" t="t" r="r" b="b"/>
            <a:pathLst>
              <a:path w="2147307" h="0">
                <a:moveTo>
                  <a:pt x="0" y="0"/>
                </a:moveTo>
                <a:lnTo>
                  <a:pt x="2147307" y="0"/>
                </a:lnTo>
              </a:path>
            </a:pathLst>
          </a:custGeom>
          <a:ln w="402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8244490" y="1621521"/>
            <a:ext cx="16132" cy="0"/>
          </a:xfrm>
          <a:custGeom>
            <a:avLst/>
            <a:gdLst/>
            <a:ahLst/>
            <a:cxnLst/>
            <a:rect l="l" t="t" r="r" b="b"/>
            <a:pathLst>
              <a:path w="16132" h="0">
                <a:moveTo>
                  <a:pt x="0" y="0"/>
                </a:moveTo>
                <a:lnTo>
                  <a:pt x="16132" y="0"/>
                </a:lnTo>
              </a:path>
            </a:pathLst>
          </a:custGeom>
          <a:ln w="402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8244490" y="1610235"/>
            <a:ext cx="16132" cy="0"/>
          </a:xfrm>
          <a:custGeom>
            <a:avLst/>
            <a:gdLst/>
            <a:ahLst/>
            <a:cxnLst/>
            <a:rect l="l" t="t" r="r" b="b"/>
            <a:pathLst>
              <a:path w="16132" h="0">
                <a:moveTo>
                  <a:pt x="0" y="0"/>
                </a:moveTo>
                <a:lnTo>
                  <a:pt x="16132" y="0"/>
                </a:lnTo>
              </a:path>
            </a:pathLst>
          </a:custGeom>
          <a:ln w="212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8260646" y="1610235"/>
            <a:ext cx="1557135" cy="0"/>
          </a:xfrm>
          <a:custGeom>
            <a:avLst/>
            <a:gdLst/>
            <a:ahLst/>
            <a:cxnLst/>
            <a:rect l="l" t="t" r="r" b="b"/>
            <a:pathLst>
              <a:path w="1557135" h="0">
                <a:moveTo>
                  <a:pt x="0" y="0"/>
                </a:moveTo>
                <a:lnTo>
                  <a:pt x="1557135" y="0"/>
                </a:lnTo>
              </a:path>
            </a:pathLst>
          </a:custGeom>
          <a:ln w="2125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8260646" y="1621521"/>
            <a:ext cx="1557135" cy="0"/>
          </a:xfrm>
          <a:custGeom>
            <a:avLst/>
            <a:gdLst/>
            <a:ahLst/>
            <a:cxnLst/>
            <a:rect l="l" t="t" r="r" b="b"/>
            <a:pathLst>
              <a:path w="1557135" h="0">
                <a:moveTo>
                  <a:pt x="0" y="0"/>
                </a:moveTo>
                <a:lnTo>
                  <a:pt x="1557135" y="0"/>
                </a:lnTo>
              </a:path>
            </a:pathLst>
          </a:custGeom>
          <a:ln w="4026">
            <a:solidFill>
              <a:srgbClr val="80008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4405947" y="1860699"/>
            <a:ext cx="1675193" cy="229134"/>
          </a:xfrm>
          <a:custGeom>
            <a:avLst/>
            <a:gdLst/>
            <a:ahLst/>
            <a:cxnLst/>
            <a:rect l="l" t="t" r="r" b="b"/>
            <a:pathLst>
              <a:path w="1675193" h="229134">
                <a:moveTo>
                  <a:pt x="0" y="229134"/>
                </a:moveTo>
                <a:lnTo>
                  <a:pt x="1675193" y="229134"/>
                </a:lnTo>
                <a:lnTo>
                  <a:pt x="1675193" y="0"/>
                </a:lnTo>
                <a:lnTo>
                  <a:pt x="0" y="0"/>
                </a:lnTo>
                <a:lnTo>
                  <a:pt x="0" y="22913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4405947" y="2089848"/>
            <a:ext cx="1675193" cy="226377"/>
          </a:xfrm>
          <a:custGeom>
            <a:avLst/>
            <a:gdLst/>
            <a:ahLst/>
            <a:cxnLst/>
            <a:rect l="l" t="t" r="r" b="b"/>
            <a:pathLst>
              <a:path w="1675193" h="226377">
                <a:moveTo>
                  <a:pt x="0" y="226377"/>
                </a:moveTo>
                <a:lnTo>
                  <a:pt x="1675193" y="226377"/>
                </a:lnTo>
                <a:lnTo>
                  <a:pt x="1675193" y="0"/>
                </a:lnTo>
                <a:lnTo>
                  <a:pt x="0" y="0"/>
                </a:lnTo>
                <a:lnTo>
                  <a:pt x="0" y="22637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4405947" y="1853456"/>
            <a:ext cx="1675193" cy="0"/>
          </a:xfrm>
          <a:custGeom>
            <a:avLst/>
            <a:gdLst/>
            <a:ahLst/>
            <a:cxnLst/>
            <a:rect l="l" t="t" r="r" b="b"/>
            <a:pathLst>
              <a:path w="1675193" h="0">
                <a:moveTo>
                  <a:pt x="0" y="0"/>
                </a:moveTo>
                <a:lnTo>
                  <a:pt x="1675193" y="0"/>
                </a:lnTo>
              </a:path>
            </a:pathLst>
          </a:custGeom>
          <a:ln w="95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4405947" y="1859149"/>
            <a:ext cx="1675193" cy="0"/>
          </a:xfrm>
          <a:custGeom>
            <a:avLst/>
            <a:gdLst/>
            <a:ahLst/>
            <a:cxnLst/>
            <a:rect l="l" t="t" r="r" b="b"/>
            <a:pathLst>
              <a:path w="1675193" h="0">
                <a:moveTo>
                  <a:pt x="0" y="0"/>
                </a:moveTo>
                <a:lnTo>
                  <a:pt x="1675193" y="0"/>
                </a:lnTo>
              </a:path>
            </a:pathLst>
          </a:custGeom>
          <a:ln w="4371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6081141" y="1853456"/>
            <a:ext cx="6792" cy="0"/>
          </a:xfrm>
          <a:custGeom>
            <a:avLst/>
            <a:gdLst/>
            <a:ahLst/>
            <a:cxnLst/>
            <a:rect l="l" t="t" r="r" b="b"/>
            <a:pathLst>
              <a:path w="6792" h="0">
                <a:moveTo>
                  <a:pt x="0" y="0"/>
                </a:moveTo>
                <a:lnTo>
                  <a:pt x="6792" y="0"/>
                </a:lnTo>
              </a:path>
            </a:pathLst>
          </a:custGeom>
          <a:ln w="95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6087950" y="1853456"/>
            <a:ext cx="2156655" cy="0"/>
          </a:xfrm>
          <a:custGeom>
            <a:avLst/>
            <a:gdLst/>
            <a:ahLst/>
            <a:cxnLst/>
            <a:rect l="l" t="t" r="r" b="b"/>
            <a:pathLst>
              <a:path w="2156655" h="0">
                <a:moveTo>
                  <a:pt x="0" y="0"/>
                </a:moveTo>
                <a:lnTo>
                  <a:pt x="2156655" y="0"/>
                </a:lnTo>
              </a:path>
            </a:pathLst>
          </a:custGeom>
          <a:ln w="95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8244490" y="1853456"/>
            <a:ext cx="6792" cy="0"/>
          </a:xfrm>
          <a:custGeom>
            <a:avLst/>
            <a:gdLst/>
            <a:ahLst/>
            <a:cxnLst/>
            <a:rect l="l" t="t" r="r" b="b"/>
            <a:pathLst>
              <a:path w="6792" h="0">
                <a:moveTo>
                  <a:pt x="0" y="0"/>
                </a:moveTo>
                <a:lnTo>
                  <a:pt x="6792" y="0"/>
                </a:lnTo>
              </a:path>
            </a:pathLst>
          </a:custGeom>
          <a:ln w="95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8251299" y="1853456"/>
            <a:ext cx="1566483" cy="0"/>
          </a:xfrm>
          <a:custGeom>
            <a:avLst/>
            <a:gdLst/>
            <a:ahLst/>
            <a:cxnLst/>
            <a:rect l="l" t="t" r="r" b="b"/>
            <a:pathLst>
              <a:path w="1566483" h="0">
                <a:moveTo>
                  <a:pt x="0" y="0"/>
                </a:moveTo>
                <a:lnTo>
                  <a:pt x="1566483" y="0"/>
                </a:lnTo>
              </a:path>
            </a:pathLst>
          </a:custGeom>
          <a:ln w="95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4405947" y="2316226"/>
            <a:ext cx="1675193" cy="226377"/>
          </a:xfrm>
          <a:custGeom>
            <a:avLst/>
            <a:gdLst/>
            <a:ahLst/>
            <a:cxnLst/>
            <a:rect l="l" t="t" r="r" b="b"/>
            <a:pathLst>
              <a:path w="1675193" h="226377">
                <a:moveTo>
                  <a:pt x="0" y="226377"/>
                </a:moveTo>
                <a:lnTo>
                  <a:pt x="1675193" y="226377"/>
                </a:lnTo>
                <a:lnTo>
                  <a:pt x="1675193" y="0"/>
                </a:lnTo>
                <a:lnTo>
                  <a:pt x="0" y="0"/>
                </a:lnTo>
                <a:lnTo>
                  <a:pt x="0" y="22637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4405947" y="2543983"/>
            <a:ext cx="1675193" cy="0"/>
          </a:xfrm>
          <a:custGeom>
            <a:avLst/>
            <a:gdLst/>
            <a:ahLst/>
            <a:cxnLst/>
            <a:rect l="l" t="t" r="r" b="b"/>
            <a:pathLst>
              <a:path w="1675193" h="0">
                <a:moveTo>
                  <a:pt x="0" y="0"/>
                </a:moveTo>
                <a:lnTo>
                  <a:pt x="1675193" y="0"/>
                </a:lnTo>
              </a:path>
            </a:pathLst>
          </a:custGeom>
          <a:ln w="4026">
            <a:solidFill>
              <a:srgbClr val="C0C0C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4405947" y="2542618"/>
            <a:ext cx="1675193" cy="229134"/>
          </a:xfrm>
          <a:custGeom>
            <a:avLst/>
            <a:gdLst/>
            <a:ahLst/>
            <a:cxnLst/>
            <a:rect l="l" t="t" r="r" b="b"/>
            <a:pathLst>
              <a:path w="1675193" h="229134">
                <a:moveTo>
                  <a:pt x="0" y="229134"/>
                </a:moveTo>
                <a:lnTo>
                  <a:pt x="1675193" y="229134"/>
                </a:lnTo>
                <a:lnTo>
                  <a:pt x="1675193" y="0"/>
                </a:lnTo>
                <a:lnTo>
                  <a:pt x="0" y="0"/>
                </a:lnTo>
                <a:lnTo>
                  <a:pt x="0" y="22913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4405947" y="2771753"/>
            <a:ext cx="1675193" cy="226377"/>
          </a:xfrm>
          <a:custGeom>
            <a:avLst/>
            <a:gdLst/>
            <a:ahLst/>
            <a:cxnLst/>
            <a:rect l="l" t="t" r="r" b="b"/>
            <a:pathLst>
              <a:path w="1675193" h="226377">
                <a:moveTo>
                  <a:pt x="0" y="226377"/>
                </a:moveTo>
                <a:lnTo>
                  <a:pt x="1675193" y="226377"/>
                </a:lnTo>
                <a:lnTo>
                  <a:pt x="1675193" y="0"/>
                </a:lnTo>
                <a:lnTo>
                  <a:pt x="0" y="0"/>
                </a:lnTo>
                <a:lnTo>
                  <a:pt x="0" y="22637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4405947" y="3007961"/>
            <a:ext cx="1675193" cy="0"/>
          </a:xfrm>
          <a:custGeom>
            <a:avLst/>
            <a:gdLst/>
            <a:ahLst/>
            <a:cxnLst/>
            <a:rect l="l" t="t" r="r" b="b"/>
            <a:pathLst>
              <a:path w="1675193" h="0">
                <a:moveTo>
                  <a:pt x="0" y="0"/>
                </a:moveTo>
                <a:lnTo>
                  <a:pt x="1675193" y="0"/>
                </a:lnTo>
              </a:path>
            </a:pathLst>
          </a:custGeom>
          <a:ln w="209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6081141" y="3007961"/>
            <a:ext cx="16132" cy="0"/>
          </a:xfrm>
          <a:custGeom>
            <a:avLst/>
            <a:gdLst/>
            <a:ahLst/>
            <a:cxnLst/>
            <a:rect l="l" t="t" r="r" b="b"/>
            <a:pathLst>
              <a:path w="16132" h="0">
                <a:moveTo>
                  <a:pt x="0" y="0"/>
                </a:moveTo>
                <a:lnTo>
                  <a:pt x="16132" y="0"/>
                </a:lnTo>
              </a:path>
            </a:pathLst>
          </a:custGeom>
          <a:ln w="209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6097298" y="3007961"/>
            <a:ext cx="2147307" cy="0"/>
          </a:xfrm>
          <a:custGeom>
            <a:avLst/>
            <a:gdLst/>
            <a:ahLst/>
            <a:cxnLst/>
            <a:rect l="l" t="t" r="r" b="b"/>
            <a:pathLst>
              <a:path w="2147307" h="0">
                <a:moveTo>
                  <a:pt x="0" y="0"/>
                </a:moveTo>
                <a:lnTo>
                  <a:pt x="2147307" y="0"/>
                </a:lnTo>
              </a:path>
            </a:pathLst>
          </a:custGeom>
          <a:ln w="209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8244490" y="3007961"/>
            <a:ext cx="16132" cy="0"/>
          </a:xfrm>
          <a:custGeom>
            <a:avLst/>
            <a:gdLst/>
            <a:ahLst/>
            <a:cxnLst/>
            <a:rect l="l" t="t" r="r" b="b"/>
            <a:pathLst>
              <a:path w="16132" h="0">
                <a:moveTo>
                  <a:pt x="0" y="0"/>
                </a:moveTo>
                <a:lnTo>
                  <a:pt x="16132" y="0"/>
                </a:lnTo>
              </a:path>
            </a:pathLst>
          </a:custGeom>
          <a:ln w="2091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8740" y="85498"/>
            <a:ext cx="376285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b="1">
                <a:latin typeface="Arial"/>
                <a:cs typeface="Arial"/>
              </a:rPr>
              <a:t>H.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7459" y="85498"/>
            <a:ext cx="2395857" cy="33051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dirty="0" smtClean="0" sz="2400" spc="-24" b="1">
                <a:latin typeface="Arial"/>
                <a:cs typeface="Arial"/>
              </a:rPr>
              <a:t>T</a:t>
            </a:r>
            <a:r>
              <a:rPr dirty="0" smtClean="0" sz="2400" spc="-24" b="1">
                <a:latin typeface="Arial"/>
                <a:cs typeface="Arial"/>
              </a:rPr>
              <a:t>r</a:t>
            </a:r>
            <a:r>
              <a:rPr dirty="0" smtClean="0" sz="2400" spc="-24" b="1">
                <a:latin typeface="Arial"/>
                <a:cs typeface="Arial"/>
              </a:rPr>
              <a:t>e</a:t>
            </a:r>
            <a:r>
              <a:rPr dirty="0" smtClean="0" sz="2400" spc="-24" b="1">
                <a:latin typeface="Arial"/>
                <a:cs typeface="Arial"/>
              </a:rPr>
              <a:t>n</a:t>
            </a:r>
            <a:r>
              <a:rPr dirty="0" smtClean="0" sz="2400" spc="-24" b="1">
                <a:latin typeface="Arial"/>
                <a:cs typeface="Arial"/>
              </a:rPr>
              <a:t>d</a:t>
            </a:r>
            <a:r>
              <a:rPr dirty="0" smtClean="0" sz="2400" spc="-24" b="1">
                <a:latin typeface="Arial"/>
                <a:cs typeface="Arial"/>
              </a:rPr>
              <a:t> </a:t>
            </a:r>
            <a:r>
              <a:rPr dirty="0" smtClean="0" sz="2400" spc="-24" b="1">
                <a:latin typeface="Arial"/>
                <a:cs typeface="Arial"/>
              </a:rPr>
              <a:t>T</a:t>
            </a:r>
            <a:r>
              <a:rPr dirty="0" smtClean="0" sz="2400" spc="-24" b="1">
                <a:latin typeface="Arial"/>
                <a:cs typeface="Arial"/>
              </a:rPr>
              <a:t>e</a:t>
            </a:r>
            <a:r>
              <a:rPr dirty="0" smtClean="0" sz="2400" spc="-24" b="1">
                <a:latin typeface="Arial"/>
                <a:cs typeface="Arial"/>
              </a:rPr>
              <a:t>k</a:t>
            </a:r>
            <a:r>
              <a:rPr dirty="0" smtClean="0" sz="2400" spc="-24" b="1">
                <a:latin typeface="Arial"/>
                <a:cs typeface="Arial"/>
              </a:rPr>
              <a:t>n</a:t>
            </a:r>
            <a:r>
              <a:rPr dirty="0" smtClean="0" sz="2400" spc="-24" b="1">
                <a:latin typeface="Arial"/>
                <a:cs typeface="Arial"/>
              </a:rPr>
              <a:t>o</a:t>
            </a:r>
            <a:r>
              <a:rPr dirty="0" smtClean="0" sz="2400" spc="-24" b="1">
                <a:latin typeface="Arial"/>
                <a:cs typeface="Arial"/>
              </a:rPr>
              <a:t>l</a:t>
            </a:r>
            <a:r>
              <a:rPr dirty="0" smtClean="0" sz="2400" spc="-24" b="1">
                <a:latin typeface="Arial"/>
                <a:cs typeface="Arial"/>
              </a:rPr>
              <a:t>o</a:t>
            </a:r>
            <a:r>
              <a:rPr dirty="0" smtClean="0" sz="2400" spc="-24" b="1">
                <a:latin typeface="Arial"/>
                <a:cs typeface="Arial"/>
              </a:rPr>
              <a:t>g</a:t>
            </a:r>
            <a:r>
              <a:rPr dirty="0" smtClean="0" sz="2400" spc="-24" b="1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5940" y="730220"/>
            <a:ext cx="7776299" cy="330517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Kunci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u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istem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k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o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m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u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ika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i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w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i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r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l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ess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y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g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k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an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d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ta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dirty="0" smtClean="0" sz="2400" b="1">
                <a:solidFill>
                  <a:srgbClr val="FF33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28210" y="1294847"/>
            <a:ext cx="1727708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P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r</a:t>
            </a:r>
            <a:r>
              <a:rPr dirty="0" smtClean="0" sz="2000" spc="-1" b="1">
                <a:latin typeface="Times New Roman"/>
                <a:cs typeface="Times New Roman"/>
              </a:rPr>
              <a:t>b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i</a:t>
            </a:r>
            <a:r>
              <a:rPr dirty="0" smtClean="0" sz="2000" spc="-1" b="1">
                <a:latin typeface="Times New Roman"/>
                <a:cs typeface="Times New Roman"/>
              </a:rPr>
              <a:t>n</a:t>
            </a:r>
            <a:r>
              <a:rPr dirty="0" smtClean="0" sz="2000" spc="-1" b="1">
                <a:latin typeface="Times New Roman"/>
                <a:cs typeface="Times New Roman"/>
              </a:rPr>
              <a:t>gaan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56680" y="1294847"/>
            <a:ext cx="964183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3" b="1">
                <a:latin typeface="Times New Roman"/>
                <a:cs typeface="Times New Roman"/>
              </a:rPr>
              <a:t>g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n</a:t>
            </a:r>
            <a:r>
              <a:rPr dirty="0" smtClean="0" sz="2000" spc="-3" b="1">
                <a:latin typeface="Times New Roman"/>
                <a:cs typeface="Times New Roman"/>
              </a:rPr>
              <a:t>e</a:t>
            </a:r>
            <a:r>
              <a:rPr dirty="0" smtClean="0" sz="2000" spc="-3" b="1">
                <a:latin typeface="Times New Roman"/>
                <a:cs typeface="Times New Roman"/>
              </a:rPr>
              <a:t>r</a:t>
            </a:r>
            <a:r>
              <a:rPr dirty="0" smtClean="0" sz="2000" spc="-3" b="1">
                <a:latin typeface="Times New Roman"/>
                <a:cs typeface="Times New Roman"/>
              </a:rPr>
              <a:t>asi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21371" y="1294847"/>
            <a:ext cx="1924049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u</a:t>
            </a:r>
            <a:r>
              <a:rPr dirty="0" smtClean="0" sz="2000" spc="-1" b="1">
                <a:latin typeface="Times New Roman"/>
                <a:cs typeface="Times New Roman"/>
              </a:rPr>
              <a:t>a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d</a:t>
            </a:r>
            <a:r>
              <a:rPr dirty="0" smtClean="0" sz="2000" spc="-1" b="1">
                <a:latin typeface="Times New Roman"/>
                <a:cs typeface="Times New Roman"/>
              </a:rPr>
              <a:t>an</a:t>
            </a:r>
            <a:r>
              <a:rPr dirty="0" smtClean="0" sz="2000" spc="-1" b="1">
                <a:latin typeface="Times New Roman"/>
                <a:cs typeface="Times New Roman"/>
              </a:rPr>
              <a:t> </a:t>
            </a:r>
            <a:r>
              <a:rPr dirty="0" smtClean="0" sz="2000" spc="-1" b="1">
                <a:latin typeface="Times New Roman"/>
                <a:cs typeface="Times New Roman"/>
              </a:rPr>
              <a:t>k</a:t>
            </a:r>
            <a:r>
              <a:rPr dirty="0" smtClean="0" sz="2000" spc="-1" b="1">
                <a:latin typeface="Times New Roman"/>
                <a:cs typeface="Times New Roman"/>
              </a:rPr>
              <a:t>e</a:t>
            </a:r>
            <a:r>
              <a:rPr dirty="0" smtClean="0" sz="2000" spc="-1" b="1">
                <a:latin typeface="Times New Roman"/>
                <a:cs typeface="Times New Roman"/>
              </a:rPr>
              <a:t>tiga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7920" y="1304555"/>
            <a:ext cx="1817378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950" spc="0">
                <a:latin typeface="Wingdings"/>
                <a:cs typeface="Wingdings"/>
              </a:rPr>
              <a:t></a:t>
            </a:r>
            <a:r>
              <a:rPr dirty="0" smtClean="0" sz="950" spc="0">
                <a:latin typeface="Times New Roman"/>
                <a:cs typeface="Times New Roman"/>
              </a:rPr>
              <a:t>   </a:t>
            </a:r>
            <a:r>
              <a:rPr dirty="0" smtClean="0" sz="950" spc="25">
                <a:latin typeface="Times New Roman"/>
                <a:cs typeface="Times New Roman"/>
              </a:rPr>
              <a:t> </a:t>
            </a:r>
            <a:r>
              <a:rPr dirty="0" smtClean="0" sz="1650" spc="9">
                <a:latin typeface="Arial"/>
                <a:cs typeface="Arial"/>
              </a:rPr>
              <a:t>Ke</a:t>
            </a:r>
            <a:r>
              <a:rPr dirty="0" smtClean="0" sz="1650" spc="2">
                <a:latin typeface="Arial"/>
                <a:cs typeface="Arial"/>
              </a:rPr>
              <a:t>c</a:t>
            </a:r>
            <a:r>
              <a:rPr dirty="0" smtClean="0" sz="1650" spc="8">
                <a:latin typeface="Arial"/>
                <a:cs typeface="Arial"/>
              </a:rPr>
              <a:t>e</a:t>
            </a:r>
            <a:r>
              <a:rPr dirty="0" smtClean="0" sz="1650" spc="4">
                <a:latin typeface="Arial"/>
                <a:cs typeface="Arial"/>
              </a:rPr>
              <a:t>n</a:t>
            </a:r>
            <a:r>
              <a:rPr dirty="0" smtClean="0" sz="1650" spc="8">
                <a:latin typeface="Arial"/>
                <a:cs typeface="Arial"/>
              </a:rPr>
              <a:t>d</a:t>
            </a:r>
            <a:r>
              <a:rPr dirty="0" smtClean="0" sz="1650" spc="4">
                <a:latin typeface="Arial"/>
                <a:cs typeface="Arial"/>
              </a:rPr>
              <a:t>e</a:t>
            </a:r>
            <a:r>
              <a:rPr dirty="0" smtClean="0" sz="1650" spc="-4">
                <a:latin typeface="Arial"/>
                <a:cs typeface="Arial"/>
              </a:rPr>
              <a:t>r</a:t>
            </a:r>
            <a:r>
              <a:rPr dirty="0" smtClean="0" sz="1650" spc="8">
                <a:latin typeface="Arial"/>
                <a:cs typeface="Arial"/>
              </a:rPr>
              <a:t>u</a:t>
            </a:r>
            <a:r>
              <a:rPr dirty="0" smtClean="0" sz="1650" spc="4">
                <a:latin typeface="Arial"/>
                <a:cs typeface="Arial"/>
              </a:rPr>
              <a:t>n</a:t>
            </a:r>
            <a:r>
              <a:rPr dirty="0" smtClean="0" sz="1650" spc="8">
                <a:latin typeface="Arial"/>
                <a:cs typeface="Arial"/>
              </a:rPr>
              <a:t>g</a:t>
            </a:r>
            <a:r>
              <a:rPr dirty="0" smtClean="0" sz="1650" spc="4">
                <a:latin typeface="Arial"/>
                <a:cs typeface="Arial"/>
              </a:rPr>
              <a:t>a</a:t>
            </a:r>
            <a:r>
              <a:rPr dirty="0" smtClean="0" sz="1650" spc="8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5840" y="1304555"/>
            <a:ext cx="1641664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-4">
                <a:latin typeface="Arial"/>
                <a:cs typeface="Arial"/>
              </a:rPr>
              <a:t>k</a:t>
            </a:r>
            <a:r>
              <a:rPr dirty="0" smtClean="0" sz="1650" spc="0">
                <a:latin typeface="Arial"/>
                <a:cs typeface="Arial"/>
              </a:rPr>
              <a:t>o</a:t>
            </a:r>
            <a:r>
              <a:rPr dirty="0" smtClean="0" sz="1650" spc="4">
                <a:latin typeface="Arial"/>
                <a:cs typeface="Arial"/>
              </a:rPr>
              <a:t>m</a:t>
            </a:r>
            <a:r>
              <a:rPr dirty="0" smtClean="0" sz="1650" spc="0">
                <a:latin typeface="Arial"/>
                <a:cs typeface="Arial"/>
              </a:rPr>
              <a:t>u</a:t>
            </a:r>
            <a:r>
              <a:rPr dirty="0" smtClean="0" sz="1650" spc="-29">
                <a:latin typeface="Arial"/>
                <a:cs typeface="Arial"/>
              </a:rPr>
              <a:t>n</a:t>
            </a:r>
            <a:r>
              <a:rPr dirty="0" smtClean="0" sz="1650" spc="4">
                <a:latin typeface="Arial"/>
                <a:cs typeface="Arial"/>
              </a:rPr>
              <a:t>i</a:t>
            </a:r>
            <a:r>
              <a:rPr dirty="0" smtClean="0" sz="1650" spc="-4">
                <a:latin typeface="Arial"/>
                <a:cs typeface="Arial"/>
              </a:rPr>
              <a:t>k</a:t>
            </a:r>
            <a:r>
              <a:rPr dirty="0" smtClean="0" sz="1650" spc="0">
                <a:latin typeface="Arial"/>
                <a:cs typeface="Arial"/>
              </a:rPr>
              <a:t>a</a:t>
            </a:r>
            <a:r>
              <a:rPr dirty="0" smtClean="0" sz="1650" spc="-9">
                <a:latin typeface="Arial"/>
                <a:cs typeface="Arial"/>
              </a:rPr>
              <a:t>s</a:t>
            </a:r>
            <a:r>
              <a:rPr dirty="0" smtClean="0" sz="1650" spc="0">
                <a:latin typeface="Arial"/>
                <a:cs typeface="Arial"/>
              </a:rPr>
              <a:t>i</a:t>
            </a:r>
            <a:r>
              <a:rPr dirty="0" smtClean="0" sz="1650" spc="0">
                <a:latin typeface="Arial"/>
                <a:cs typeface="Arial"/>
              </a:rPr>
              <a:t>  </a:t>
            </a:r>
            <a:r>
              <a:rPr dirty="0" smtClean="0" sz="1650" spc="127">
                <a:latin typeface="Arial"/>
                <a:cs typeface="Arial"/>
              </a:rPr>
              <a:t> </a:t>
            </a:r>
            <a:r>
              <a:rPr dirty="0" smtClean="0" sz="1650" spc="8">
                <a:latin typeface="Arial"/>
                <a:cs typeface="Arial"/>
              </a:rPr>
              <a:t>d</a:t>
            </a:r>
            <a:r>
              <a:rPr dirty="0" smtClean="0" sz="1650" spc="4">
                <a:latin typeface="Arial"/>
                <a:cs typeface="Arial"/>
              </a:rPr>
              <a:t>a</a:t>
            </a:r>
            <a:r>
              <a:rPr dirty="0" smtClean="0" sz="1650" spc="-4">
                <a:latin typeface="Arial"/>
                <a:cs typeface="Arial"/>
              </a:rPr>
              <a:t>r</a:t>
            </a:r>
            <a:r>
              <a:rPr dirty="0" smtClean="0" sz="1650" spc="2">
                <a:latin typeface="Arial"/>
                <a:cs typeface="Arial"/>
              </a:rPr>
              <a:t>i</a:t>
            </a:r>
            <a:endParaRPr sz="1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899" y="1547605"/>
            <a:ext cx="1110986" cy="476123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3">
                <a:latin typeface="Arial"/>
                <a:cs typeface="Arial"/>
              </a:rPr>
              <a:t>k</a:t>
            </a: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m</a:t>
            </a:r>
            <a:r>
              <a:rPr dirty="0" smtClean="0" sz="1650" spc="3">
                <a:latin typeface="Arial"/>
                <a:cs typeface="Arial"/>
              </a:rPr>
              <a:t>u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i</a:t>
            </a:r>
            <a:r>
              <a:rPr dirty="0" smtClean="0" sz="1650" spc="3">
                <a:latin typeface="Arial"/>
                <a:cs typeface="Arial"/>
              </a:rPr>
              <a:t>k</a:t>
            </a:r>
            <a:r>
              <a:rPr dirty="0" smtClean="0" sz="1650" spc="3">
                <a:latin typeface="Arial"/>
                <a:cs typeface="Arial"/>
              </a:rPr>
              <a:t>a</a:t>
            </a:r>
            <a:r>
              <a:rPr dirty="0" smtClean="0" sz="1650" spc="3">
                <a:latin typeface="Arial"/>
                <a:cs typeface="Arial"/>
              </a:rPr>
              <a:t>s</a:t>
            </a:r>
            <a:r>
              <a:rPr dirty="0" smtClean="0" sz="1650" spc="3">
                <a:latin typeface="Arial"/>
                <a:cs typeface="Arial"/>
              </a:rPr>
              <a:t>i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ts val="1889"/>
              </a:lnSpc>
              <a:spcBef>
                <a:spcPts val="4"/>
              </a:spcBef>
            </a:pPr>
            <a:r>
              <a:rPr dirty="0" smtClean="0" sz="1650" spc="3">
                <a:latin typeface="Arial"/>
                <a:cs typeface="Arial"/>
              </a:rPr>
              <a:t>k</a:t>
            </a: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m</a:t>
            </a:r>
            <a:r>
              <a:rPr dirty="0" smtClean="0" sz="1650" spc="3">
                <a:latin typeface="Arial"/>
                <a:cs typeface="Arial"/>
              </a:rPr>
              <a:t>u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i</a:t>
            </a:r>
            <a:r>
              <a:rPr dirty="0" smtClean="0" sz="1650" spc="3">
                <a:latin typeface="Arial"/>
                <a:cs typeface="Arial"/>
              </a:rPr>
              <a:t>k</a:t>
            </a:r>
            <a:r>
              <a:rPr dirty="0" smtClean="0" sz="1650" spc="3">
                <a:latin typeface="Arial"/>
                <a:cs typeface="Arial"/>
              </a:rPr>
              <a:t>a</a:t>
            </a:r>
            <a:r>
              <a:rPr dirty="0" smtClean="0" sz="1650" spc="3">
                <a:latin typeface="Arial"/>
                <a:cs typeface="Arial"/>
              </a:rPr>
              <a:t>s</a:t>
            </a:r>
            <a:r>
              <a:rPr dirty="0" smtClean="0" sz="1650" spc="3">
                <a:latin typeface="Arial"/>
                <a:cs typeface="Arial"/>
              </a:rPr>
              <a:t>i</a:t>
            </a:r>
            <a:endParaRPr sz="1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5235" y="1547606"/>
            <a:ext cx="583663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3">
                <a:latin typeface="Arial"/>
                <a:cs typeface="Arial"/>
              </a:rPr>
              <a:t>s</a:t>
            </a:r>
            <a:r>
              <a:rPr dirty="0" smtClean="0" sz="1650" spc="3">
                <a:latin typeface="Arial"/>
                <a:cs typeface="Arial"/>
              </a:rPr>
              <a:t>u</a:t>
            </a:r>
            <a:r>
              <a:rPr dirty="0" smtClean="0" sz="1650" spc="3">
                <a:latin typeface="Arial"/>
                <a:cs typeface="Arial"/>
              </a:rPr>
              <a:t>a</a:t>
            </a:r>
            <a:r>
              <a:rPr dirty="0" smtClean="0" sz="1650" spc="3">
                <a:latin typeface="Arial"/>
                <a:cs typeface="Arial"/>
              </a:rPr>
              <a:t>r</a:t>
            </a:r>
            <a:r>
              <a:rPr dirty="0" smtClean="0" sz="1650" spc="3">
                <a:latin typeface="Arial"/>
                <a:cs typeface="Arial"/>
              </a:rPr>
              <a:t>a</a:t>
            </a:r>
            <a:endParaRPr sz="1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44768" y="1547606"/>
            <a:ext cx="279976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5">
                <a:latin typeface="Arial"/>
                <a:cs typeface="Arial"/>
              </a:rPr>
              <a:t>k</a:t>
            </a:r>
            <a:r>
              <a:rPr dirty="0" smtClean="0" sz="1650" spc="5">
                <a:latin typeface="Arial"/>
                <a:cs typeface="Arial"/>
              </a:rPr>
              <a:t>e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0714" y="1547606"/>
            <a:ext cx="478834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4">
                <a:latin typeface="Arial"/>
                <a:cs typeface="Arial"/>
              </a:rPr>
              <a:t>a</a:t>
            </a:r>
            <a:r>
              <a:rPr dirty="0" smtClean="0" sz="1650" spc="4">
                <a:latin typeface="Arial"/>
                <a:cs typeface="Arial"/>
              </a:rPr>
              <a:t>r</a:t>
            </a:r>
            <a:r>
              <a:rPr dirty="0" smtClean="0" sz="1650" spc="4">
                <a:latin typeface="Arial"/>
                <a:cs typeface="Arial"/>
              </a:rPr>
              <a:t>ah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19909" y="1787824"/>
            <a:ext cx="466762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3">
                <a:latin typeface="Arial"/>
                <a:cs typeface="Arial"/>
              </a:rPr>
              <a:t>d</a:t>
            </a:r>
            <a:r>
              <a:rPr dirty="0" smtClean="0" sz="1650" spc="3">
                <a:latin typeface="Arial"/>
                <a:cs typeface="Arial"/>
              </a:rPr>
              <a:t>a</a:t>
            </a:r>
            <a:r>
              <a:rPr dirty="0" smtClean="0" sz="1650" spc="3">
                <a:latin typeface="Arial"/>
                <a:cs typeface="Arial"/>
              </a:rPr>
              <a:t>t</a:t>
            </a:r>
            <a:r>
              <a:rPr dirty="0" smtClean="0" sz="1650" spc="3">
                <a:latin typeface="Arial"/>
                <a:cs typeface="Arial"/>
              </a:rPr>
              <a:t>a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8812" y="1787824"/>
            <a:ext cx="115849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3">
                <a:latin typeface="Arial"/>
                <a:cs typeface="Arial"/>
              </a:rPr>
              <a:t>,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65743" y="1787824"/>
            <a:ext cx="127497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4">
                <a:latin typeface="Arial"/>
                <a:cs typeface="Arial"/>
              </a:rPr>
              <a:t>(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9023" y="1787824"/>
            <a:ext cx="959989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4">
                <a:latin typeface="Arial"/>
                <a:cs typeface="Arial"/>
              </a:rPr>
              <a:t>c</a:t>
            </a:r>
            <a:r>
              <a:rPr dirty="0" smtClean="0" sz="1650" spc="4">
                <a:latin typeface="Arial"/>
                <a:cs typeface="Arial"/>
              </a:rPr>
              <a:t>o</a:t>
            </a:r>
            <a:r>
              <a:rPr dirty="0" smtClean="0" sz="1650" spc="4">
                <a:latin typeface="Arial"/>
                <a:cs typeface="Arial"/>
              </a:rPr>
              <a:t>n</a:t>
            </a:r>
            <a:r>
              <a:rPr dirty="0" smtClean="0" sz="1650" spc="4">
                <a:latin typeface="Arial"/>
                <a:cs typeface="Arial"/>
              </a:rPr>
              <a:t>e</a:t>
            </a:r>
            <a:r>
              <a:rPr dirty="0" smtClean="0" sz="1650" spc="4">
                <a:latin typeface="Arial"/>
                <a:cs typeface="Arial"/>
              </a:rPr>
              <a:t>c</a:t>
            </a:r>
            <a:r>
              <a:rPr dirty="0" smtClean="0" sz="1650" spc="4">
                <a:latin typeface="Arial"/>
                <a:cs typeface="Arial"/>
              </a:rPr>
              <a:t>t</a:t>
            </a:r>
            <a:r>
              <a:rPr dirty="0" smtClean="0" sz="1650" spc="4">
                <a:latin typeface="Arial"/>
                <a:cs typeface="Arial"/>
              </a:rPr>
              <a:t>i</a:t>
            </a:r>
            <a:r>
              <a:rPr dirty="0" smtClean="0" sz="1650" spc="4">
                <a:latin typeface="Arial"/>
                <a:cs typeface="Arial"/>
              </a:rPr>
              <a:t>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7920" y="2031307"/>
            <a:ext cx="2949444" cy="476108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283679">
              <a:lnSpc>
                <a:spcPts val="1795"/>
              </a:lnSpc>
            </a:pP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r</a:t>
            </a:r>
            <a:r>
              <a:rPr dirty="0" smtClean="0" sz="1650" spc="3">
                <a:latin typeface="Arial"/>
                <a:cs typeface="Arial"/>
              </a:rPr>
              <a:t>i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t</a:t>
            </a:r>
            <a:r>
              <a:rPr dirty="0" smtClean="0" sz="1650" spc="3">
                <a:latin typeface="Arial"/>
                <a:cs typeface="Arial"/>
              </a:rPr>
              <a:t>ed</a:t>
            </a:r>
            <a:r>
              <a:rPr dirty="0" smtClean="0" sz="1650" spc="3">
                <a:latin typeface="Arial"/>
                <a:cs typeface="Arial"/>
              </a:rPr>
              <a:t> </a:t>
            </a:r>
            <a:r>
              <a:rPr dirty="0" smtClean="0" sz="1650" spc="3">
                <a:latin typeface="Arial"/>
                <a:cs typeface="Arial"/>
              </a:rPr>
              <a:t>k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 </a:t>
            </a:r>
            <a:r>
              <a:rPr dirty="0" smtClean="0" sz="1650" spc="3">
                <a:latin typeface="Arial"/>
                <a:cs typeface="Arial"/>
              </a:rPr>
              <a:t>c</a:t>
            </a: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c</a:t>
            </a:r>
            <a:r>
              <a:rPr dirty="0" smtClean="0" sz="1650" spc="3">
                <a:latin typeface="Arial"/>
                <a:cs typeface="Arial"/>
              </a:rPr>
              <a:t>t</a:t>
            </a:r>
            <a:r>
              <a:rPr dirty="0" smtClean="0" sz="1650" spc="3">
                <a:latin typeface="Arial"/>
                <a:cs typeface="Arial"/>
              </a:rPr>
              <a:t>i</a:t>
            </a: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l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s</a:t>
            </a:r>
            <a:r>
              <a:rPr dirty="0" smtClean="0" sz="1650" spc="3">
                <a:latin typeface="Arial"/>
                <a:cs typeface="Arial"/>
              </a:rPr>
              <a:t>s</a:t>
            </a:r>
            <a:r>
              <a:rPr dirty="0" smtClean="0" sz="1650" spc="3">
                <a:latin typeface="Arial"/>
                <a:cs typeface="Arial"/>
              </a:rPr>
              <a:t> </a:t>
            </a:r>
            <a:r>
              <a:rPr dirty="0" smtClean="0" sz="1650" spc="3">
                <a:latin typeface="Arial"/>
                <a:cs typeface="Arial"/>
              </a:rPr>
              <a:t>)</a:t>
            </a:r>
            <a:endParaRPr sz="1650">
              <a:latin typeface="Arial"/>
              <a:cs typeface="Arial"/>
            </a:endParaRPr>
          </a:p>
          <a:p>
            <a:pPr marL="12700" marR="31575">
              <a:lnSpc>
                <a:spcPts val="1889"/>
              </a:lnSpc>
              <a:spcBef>
                <a:spcPts val="4"/>
              </a:spcBef>
            </a:pPr>
            <a:r>
              <a:rPr dirty="0" smtClean="0" sz="950" spc="0">
                <a:latin typeface="Wingdings"/>
                <a:cs typeface="Wingdings"/>
              </a:rPr>
              <a:t></a:t>
            </a:r>
            <a:r>
              <a:rPr dirty="0" smtClean="0" sz="950" spc="0">
                <a:latin typeface="Times New Roman"/>
                <a:cs typeface="Times New Roman"/>
              </a:rPr>
              <a:t>   </a:t>
            </a:r>
            <a:r>
              <a:rPr dirty="0" smtClean="0" sz="950" spc="25">
                <a:latin typeface="Times New Roman"/>
                <a:cs typeface="Times New Roman"/>
              </a:rPr>
              <a:t> </a:t>
            </a:r>
            <a:r>
              <a:rPr dirty="0" smtClean="0" sz="1650" spc="0">
                <a:latin typeface="Arial"/>
                <a:cs typeface="Arial"/>
              </a:rPr>
              <a:t>Kual</a:t>
            </a:r>
            <a:r>
              <a:rPr dirty="0" smtClean="0" sz="1650" spc="9">
                <a:latin typeface="Arial"/>
                <a:cs typeface="Arial"/>
              </a:rPr>
              <a:t>i</a:t>
            </a:r>
            <a:r>
              <a:rPr dirty="0" smtClean="0" sz="1650" spc="-9">
                <a:latin typeface="Arial"/>
                <a:cs typeface="Arial"/>
              </a:rPr>
              <a:t>t</a:t>
            </a:r>
            <a:r>
              <a:rPr dirty="0" smtClean="0" sz="1650" spc="0">
                <a:latin typeface="Arial"/>
                <a:cs typeface="Arial"/>
              </a:rPr>
              <a:t>as</a:t>
            </a:r>
            <a:r>
              <a:rPr dirty="0" smtClean="0" sz="1650" spc="43">
                <a:latin typeface="Arial"/>
                <a:cs typeface="Arial"/>
              </a:rPr>
              <a:t> </a:t>
            </a:r>
            <a:r>
              <a:rPr dirty="0" smtClean="0" sz="1650" spc="-50">
                <a:latin typeface="Arial"/>
                <a:cs typeface="Arial"/>
              </a:rPr>
              <a:t>y</a:t>
            </a:r>
            <a:r>
              <a:rPr dirty="0" smtClean="0" sz="1650" spc="0">
                <a:latin typeface="Arial"/>
                <a:cs typeface="Arial"/>
              </a:rPr>
              <a:t>a</a:t>
            </a:r>
            <a:r>
              <a:rPr dirty="0" smtClean="0" sz="1650" spc="-4">
                <a:latin typeface="Arial"/>
                <a:cs typeface="Arial"/>
              </a:rPr>
              <a:t>n</a:t>
            </a:r>
            <a:r>
              <a:rPr dirty="0" smtClean="0" sz="1650" spc="0">
                <a:latin typeface="Arial"/>
                <a:cs typeface="Arial"/>
              </a:rPr>
              <a:t>g</a:t>
            </a:r>
            <a:r>
              <a:rPr dirty="0" smtClean="0" sz="1650" spc="50">
                <a:latin typeface="Arial"/>
                <a:cs typeface="Arial"/>
              </a:rPr>
              <a:t> </a:t>
            </a:r>
            <a:r>
              <a:rPr dirty="0" smtClean="0" sz="1650" spc="-4">
                <a:latin typeface="Arial"/>
                <a:cs typeface="Arial"/>
              </a:rPr>
              <a:t>s</a:t>
            </a:r>
            <a:r>
              <a:rPr dirty="0" smtClean="0" sz="1650" spc="0">
                <a:latin typeface="Arial"/>
                <a:cs typeface="Arial"/>
              </a:rPr>
              <a:t>e</a:t>
            </a:r>
            <a:r>
              <a:rPr dirty="0" smtClean="0" sz="1650" spc="4">
                <a:latin typeface="Arial"/>
                <a:cs typeface="Arial"/>
              </a:rPr>
              <a:t>m</a:t>
            </a:r>
            <a:r>
              <a:rPr dirty="0" smtClean="0" sz="1650" spc="0">
                <a:latin typeface="Arial"/>
                <a:cs typeface="Arial"/>
              </a:rPr>
              <a:t>a</a:t>
            </a:r>
            <a:r>
              <a:rPr dirty="0" smtClean="0" sz="1650" spc="-9">
                <a:latin typeface="Arial"/>
                <a:cs typeface="Arial"/>
              </a:rPr>
              <a:t>k</a:t>
            </a:r>
            <a:r>
              <a:rPr dirty="0" smtClean="0" sz="1650" spc="4">
                <a:latin typeface="Arial"/>
                <a:cs typeface="Arial"/>
              </a:rPr>
              <a:t>i</a:t>
            </a:r>
            <a:r>
              <a:rPr dirty="0" smtClean="0" sz="1650" spc="0">
                <a:latin typeface="Arial"/>
                <a:cs typeface="Arial"/>
              </a:rPr>
              <a:t>n</a:t>
            </a:r>
            <a:r>
              <a:rPr dirty="0" smtClean="0" sz="1650" spc="61">
                <a:latin typeface="Arial"/>
                <a:cs typeface="Arial"/>
              </a:rPr>
              <a:t> </a:t>
            </a:r>
            <a:r>
              <a:rPr dirty="0" smtClean="0" sz="1650" spc="8">
                <a:latin typeface="Arial"/>
                <a:cs typeface="Arial"/>
              </a:rPr>
              <a:t>b</a:t>
            </a:r>
            <a:r>
              <a:rPr dirty="0" smtClean="0" sz="1650" spc="4">
                <a:latin typeface="Arial"/>
                <a:cs typeface="Arial"/>
              </a:rPr>
              <a:t>a</a:t>
            </a:r>
            <a:r>
              <a:rPr dirty="0" smtClean="0" sz="1650" spc="7">
                <a:latin typeface="Arial"/>
                <a:cs typeface="Arial"/>
              </a:rPr>
              <a:t>i</a:t>
            </a:r>
            <a:r>
              <a:rPr dirty="0" smtClean="0" sz="1650" spc="7">
                <a:latin typeface="Arial"/>
                <a:cs typeface="Arial"/>
              </a:rPr>
              <a:t>k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920" y="2514635"/>
            <a:ext cx="1990309" cy="476108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 marR="31575">
              <a:lnSpc>
                <a:spcPts val="1795"/>
              </a:lnSpc>
            </a:pPr>
            <a:r>
              <a:rPr dirty="0" smtClean="0" sz="950" spc="0">
                <a:latin typeface="Wingdings"/>
                <a:cs typeface="Wingdings"/>
              </a:rPr>
              <a:t></a:t>
            </a:r>
            <a:r>
              <a:rPr dirty="0" smtClean="0" sz="950" spc="0">
                <a:latin typeface="Times New Roman"/>
                <a:cs typeface="Times New Roman"/>
              </a:rPr>
              <a:t>   </a:t>
            </a:r>
            <a:r>
              <a:rPr dirty="0" smtClean="0" sz="950" spc="25">
                <a:latin typeface="Times New Roman"/>
                <a:cs typeface="Times New Roman"/>
              </a:rPr>
              <a:t> </a:t>
            </a:r>
            <a:r>
              <a:rPr dirty="0" smtClean="0" sz="1650" spc="-9">
                <a:latin typeface="Arial"/>
                <a:cs typeface="Arial"/>
              </a:rPr>
              <a:t>I</a:t>
            </a:r>
            <a:r>
              <a:rPr dirty="0" smtClean="0" sz="1650" spc="0">
                <a:latin typeface="Arial"/>
                <a:cs typeface="Arial"/>
              </a:rPr>
              <a:t>n</a:t>
            </a:r>
            <a:r>
              <a:rPr dirty="0" smtClean="0" sz="1650" spc="-14">
                <a:latin typeface="Arial"/>
                <a:cs typeface="Arial"/>
              </a:rPr>
              <a:t>t</a:t>
            </a:r>
            <a:r>
              <a:rPr dirty="0" smtClean="0" sz="1650" spc="0">
                <a:latin typeface="Arial"/>
                <a:cs typeface="Arial"/>
              </a:rPr>
              <a:t>e</a:t>
            </a:r>
            <a:r>
              <a:rPr dirty="0" smtClean="0" sz="1650" spc="-14">
                <a:latin typeface="Arial"/>
                <a:cs typeface="Arial"/>
              </a:rPr>
              <a:t>r</a:t>
            </a:r>
            <a:r>
              <a:rPr dirty="0" smtClean="0" sz="1650" spc="0">
                <a:latin typeface="Arial"/>
                <a:cs typeface="Arial"/>
              </a:rPr>
              <a:t>n</a:t>
            </a:r>
            <a:r>
              <a:rPr dirty="0" smtClean="0" sz="1650" spc="-4">
                <a:latin typeface="Arial"/>
                <a:cs typeface="Arial"/>
              </a:rPr>
              <a:t>e</a:t>
            </a:r>
            <a:r>
              <a:rPr dirty="0" smtClean="0" sz="1650" spc="0">
                <a:latin typeface="Arial"/>
                <a:cs typeface="Arial"/>
              </a:rPr>
              <a:t>t</a:t>
            </a:r>
            <a:r>
              <a:rPr dirty="0" smtClean="0" sz="1650" spc="0">
                <a:latin typeface="Arial"/>
                <a:cs typeface="Arial"/>
              </a:rPr>
              <a:t>  </a:t>
            </a:r>
            <a:r>
              <a:rPr dirty="0" smtClean="0" sz="1650" spc="20">
                <a:latin typeface="Arial"/>
                <a:cs typeface="Arial"/>
              </a:rPr>
              <a:t> </a:t>
            </a:r>
            <a:r>
              <a:rPr dirty="0" smtClean="0" sz="1650" spc="8">
                <a:latin typeface="Arial"/>
                <a:cs typeface="Arial"/>
              </a:rPr>
              <a:t>a</a:t>
            </a:r>
            <a:r>
              <a:rPr dirty="0" smtClean="0" sz="1650" spc="4">
                <a:latin typeface="Arial"/>
                <a:cs typeface="Arial"/>
              </a:rPr>
              <a:t>d</a:t>
            </a:r>
            <a:r>
              <a:rPr dirty="0" smtClean="0" sz="1650" spc="8">
                <a:latin typeface="Arial"/>
                <a:cs typeface="Arial"/>
              </a:rPr>
              <a:t>a</a:t>
            </a:r>
            <a:r>
              <a:rPr dirty="0" smtClean="0" sz="1650" spc="7">
                <a:latin typeface="Arial"/>
                <a:cs typeface="Arial"/>
              </a:rPr>
              <a:t>l</a:t>
            </a:r>
            <a:r>
              <a:rPr dirty="0" smtClean="0" sz="1650" spc="8">
                <a:latin typeface="Arial"/>
                <a:cs typeface="Arial"/>
              </a:rPr>
              <a:t>ah</a:t>
            </a:r>
            <a:endParaRPr sz="1650">
              <a:latin typeface="Arial"/>
              <a:cs typeface="Arial"/>
            </a:endParaRPr>
          </a:p>
          <a:p>
            <a:pPr marL="283679">
              <a:lnSpc>
                <a:spcPts val="1889"/>
              </a:lnSpc>
              <a:spcBef>
                <a:spcPts val="4"/>
              </a:spcBef>
            </a:pPr>
            <a:r>
              <a:rPr dirty="0" smtClean="0" sz="1650" spc="3">
                <a:latin typeface="Arial"/>
                <a:cs typeface="Arial"/>
              </a:rPr>
              <a:t>p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t</a:t>
            </a:r>
            <a:r>
              <a:rPr dirty="0" smtClean="0" sz="1650" spc="3">
                <a:latin typeface="Arial"/>
                <a:cs typeface="Arial"/>
              </a:rPr>
              <a:t>u</a:t>
            </a:r>
            <a:r>
              <a:rPr dirty="0" smtClean="0" sz="1650" spc="3">
                <a:latin typeface="Arial"/>
                <a:cs typeface="Arial"/>
              </a:rPr>
              <a:t> </a:t>
            </a:r>
            <a:r>
              <a:rPr dirty="0" smtClean="0" sz="1650" spc="3">
                <a:latin typeface="Arial"/>
                <a:cs typeface="Arial"/>
              </a:rPr>
              <a:t>t</a:t>
            </a:r>
            <a:r>
              <a:rPr dirty="0" smtClean="0" sz="1650" spc="3">
                <a:latin typeface="Arial"/>
                <a:cs typeface="Arial"/>
              </a:rPr>
              <a:t>e</a:t>
            </a:r>
            <a:r>
              <a:rPr dirty="0" smtClean="0" sz="1650" spc="3">
                <a:latin typeface="Arial"/>
                <a:cs typeface="Arial"/>
              </a:rPr>
              <a:t>k</a:t>
            </a:r>
            <a:r>
              <a:rPr dirty="0" smtClean="0" sz="1650" spc="3">
                <a:latin typeface="Arial"/>
                <a:cs typeface="Arial"/>
              </a:rPr>
              <a:t>n</a:t>
            </a: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l</a:t>
            </a:r>
            <a:r>
              <a:rPr dirty="0" smtClean="0" sz="1650" spc="3">
                <a:latin typeface="Arial"/>
                <a:cs typeface="Arial"/>
              </a:rPr>
              <a:t>o</a:t>
            </a:r>
            <a:r>
              <a:rPr dirty="0" smtClean="0" sz="1650" spc="3">
                <a:latin typeface="Arial"/>
                <a:cs typeface="Arial"/>
              </a:rPr>
              <a:t>g</a:t>
            </a:r>
            <a:r>
              <a:rPr dirty="0" smtClean="0" sz="1650" spc="3">
                <a:latin typeface="Arial"/>
                <a:cs typeface="Arial"/>
              </a:rPr>
              <a:t>i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7278" y="2514635"/>
            <a:ext cx="924199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4">
                <a:latin typeface="Arial"/>
                <a:cs typeface="Arial"/>
              </a:rPr>
              <a:t>t</a:t>
            </a:r>
            <a:r>
              <a:rPr dirty="0" smtClean="0" sz="1650" spc="4">
                <a:latin typeface="Arial"/>
                <a:cs typeface="Arial"/>
              </a:rPr>
              <a:t>e</a:t>
            </a:r>
            <a:r>
              <a:rPr dirty="0" smtClean="0" sz="1650" spc="4">
                <a:latin typeface="Arial"/>
                <a:cs typeface="Arial"/>
              </a:rPr>
              <a:t>r</a:t>
            </a:r>
            <a:r>
              <a:rPr dirty="0" smtClean="0" sz="1650" spc="4">
                <a:latin typeface="Arial"/>
                <a:cs typeface="Arial"/>
              </a:rPr>
              <a:t>m</a:t>
            </a:r>
            <a:r>
              <a:rPr dirty="0" smtClean="0" sz="1650" spc="4">
                <a:latin typeface="Arial"/>
                <a:cs typeface="Arial"/>
              </a:rPr>
              <a:t>a</a:t>
            </a:r>
            <a:r>
              <a:rPr dirty="0" smtClean="0" sz="1650" spc="4">
                <a:latin typeface="Arial"/>
                <a:cs typeface="Arial"/>
              </a:rPr>
              <a:t>s</a:t>
            </a:r>
            <a:r>
              <a:rPr dirty="0" smtClean="0" sz="1650" spc="4">
                <a:latin typeface="Arial"/>
                <a:cs typeface="Arial"/>
              </a:rPr>
              <a:t>uk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5171" y="2514635"/>
            <a:ext cx="585145" cy="235904"/>
          </a:xfrm>
          <a:prstGeom prst="rect">
            <a:avLst/>
          </a:prstGeom>
        </p:spPr>
        <p:txBody>
          <a:bodyPr wrap="square" lIns="0" tIns="11398" rIns="0" bIns="0" rtlCol="0">
            <a:noAutofit/>
          </a:bodyPr>
          <a:lstStyle/>
          <a:p>
            <a:pPr marL="12700">
              <a:lnSpc>
                <a:spcPts val="1795"/>
              </a:lnSpc>
            </a:pPr>
            <a:r>
              <a:rPr dirty="0" smtClean="0" sz="1650" spc="4">
                <a:latin typeface="Arial"/>
                <a:cs typeface="Arial"/>
              </a:rPr>
              <a:t>f</a:t>
            </a:r>
            <a:r>
              <a:rPr dirty="0" smtClean="0" sz="1650" spc="4">
                <a:latin typeface="Arial"/>
                <a:cs typeface="Arial"/>
              </a:rPr>
              <a:t>a</a:t>
            </a:r>
            <a:r>
              <a:rPr dirty="0" smtClean="0" sz="1650" spc="4">
                <a:latin typeface="Arial"/>
                <a:cs typeface="Arial"/>
              </a:rPr>
              <a:t>k</a:t>
            </a:r>
            <a:r>
              <a:rPr dirty="0" smtClean="0" sz="1650" spc="4">
                <a:latin typeface="Arial"/>
                <a:cs typeface="Arial"/>
              </a:rPr>
              <a:t>t</a:t>
            </a:r>
            <a:r>
              <a:rPr dirty="0" smtClean="0" sz="1650" spc="4">
                <a:latin typeface="Arial"/>
                <a:cs typeface="Arial"/>
              </a:rPr>
              <a:t>or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40" y="6472848"/>
            <a:ext cx="4918053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0" b="1">
                <a:latin typeface="Georgia"/>
                <a:cs typeface="Georgia"/>
              </a:rPr>
              <a:t>Intro</a:t>
            </a:r>
            <a:r>
              <a:rPr dirty="0" smtClean="0" sz="1800" spc="0" b="1">
                <a:latin typeface="Georgia"/>
                <a:cs typeface="Georgia"/>
              </a:rPr>
              <a:t>d</a:t>
            </a:r>
            <a:r>
              <a:rPr dirty="0" smtClean="0" sz="1800" spc="0" b="1">
                <a:latin typeface="Georgia"/>
                <a:cs typeface="Georgia"/>
              </a:rPr>
              <a:t>u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to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Wir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l</a:t>
            </a:r>
            <a:r>
              <a:rPr dirty="0" smtClean="0" sz="1800" spc="0" b="1">
                <a:latin typeface="Georgia"/>
                <a:cs typeface="Georgia"/>
              </a:rPr>
              <a:t>e</a:t>
            </a:r>
            <a:r>
              <a:rPr dirty="0" smtClean="0" sz="1800" spc="0" b="1">
                <a:latin typeface="Georgia"/>
                <a:cs typeface="Georgia"/>
              </a:rPr>
              <a:t>ss</a:t>
            </a:r>
            <a:r>
              <a:rPr dirty="0" smtClean="0" sz="1800" spc="0" b="1">
                <a:latin typeface="Georgia"/>
                <a:cs typeface="Georgia"/>
              </a:rPr>
              <a:t> 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o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m</a:t>
            </a:r>
            <a:r>
              <a:rPr dirty="0" smtClean="0" sz="1800" spc="0" b="1">
                <a:latin typeface="Georgia"/>
                <a:cs typeface="Georgia"/>
              </a:rPr>
              <a:t>uni</a:t>
            </a:r>
            <a:r>
              <a:rPr dirty="0" smtClean="0" sz="1800" spc="0" b="1">
                <a:latin typeface="Georgia"/>
                <a:cs typeface="Georgia"/>
              </a:rPr>
              <a:t>c</a:t>
            </a:r>
            <a:r>
              <a:rPr dirty="0" smtClean="0" sz="1800" spc="0" b="1">
                <a:latin typeface="Georgia"/>
                <a:cs typeface="Georgia"/>
              </a:rPr>
              <a:t>a</a:t>
            </a:r>
            <a:r>
              <a:rPr dirty="0" smtClean="0" sz="1800" spc="0" b="1">
                <a:latin typeface="Georgia"/>
                <a:cs typeface="Georgia"/>
              </a:rPr>
              <a:t>t</a:t>
            </a:r>
            <a:r>
              <a:rPr dirty="0" smtClean="0" sz="1800" spc="0" b="1">
                <a:latin typeface="Georgia"/>
                <a:cs typeface="Georgia"/>
              </a:rPr>
              <a:t>i</a:t>
            </a:r>
            <a:r>
              <a:rPr dirty="0" smtClean="0" sz="1800" spc="0" b="1">
                <a:latin typeface="Georgia"/>
                <a:cs typeface="Georgia"/>
              </a:rPr>
              <a:t>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43720" y="6472848"/>
            <a:ext cx="348826" cy="254000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dirty="0" smtClean="0" sz="1800" spc="-9" b="1">
                <a:latin typeface="Georgia"/>
                <a:cs typeface="Georgia"/>
              </a:rPr>
              <a:t>43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5947" y="1611275"/>
            <a:ext cx="5349286" cy="242181"/>
          </a:xfrm>
          <a:prstGeom prst="rect">
            <a:avLst/>
          </a:prstGeom>
        </p:spPr>
        <p:txBody>
          <a:bodyPr wrap="square" lIns="0" tIns="10795" rIns="0" bIns="0" rtlCol="0">
            <a:noAutofit/>
          </a:bodyPr>
          <a:lstStyle/>
          <a:p>
            <a:pPr marL="2320759">
              <a:lnSpc>
                <a:spcPct val="95825"/>
              </a:lnSpc>
            </a:pPr>
            <a:r>
              <a:rPr dirty="0" smtClean="0" sz="1550" spc="-229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mtClean="0" sz="1550" spc="-160" b="1">
                <a:solidFill>
                  <a:srgbClr val="FFFFFF"/>
                </a:solidFill>
                <a:latin typeface="Arial"/>
                <a:cs typeface="Arial"/>
              </a:rPr>
              <a:t>ene</a:t>
            </a:r>
            <a:r>
              <a:rPr dirty="0" smtClean="0" sz="1550" spc="-117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mtClean="0" sz="1550" spc="-129" b="1">
                <a:solidFill>
                  <a:srgbClr val="FFFFFF"/>
                </a:solidFill>
                <a:latin typeface="Arial"/>
                <a:cs typeface="Arial"/>
              </a:rPr>
              <a:t>asi</a:t>
            </a:r>
            <a:r>
              <a:rPr dirty="0" smtClean="0" sz="1550" spc="259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mtClean="0" sz="1550" spc="-15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mtClean="0" sz="1550" spc="-77" b="1">
                <a:solidFill>
                  <a:srgbClr val="FFFFFF"/>
                </a:solidFill>
                <a:latin typeface="Arial"/>
                <a:cs typeface="Arial"/>
              </a:rPr>
              <a:t>                     </a:t>
            </a:r>
            <a:r>
              <a:rPr dirty="0" smtClean="0" sz="1550" spc="189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mtClean="0" sz="1550" spc="-229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mtClean="0" sz="1550" spc="-160" b="1">
                <a:solidFill>
                  <a:srgbClr val="FFFFFF"/>
                </a:solidFill>
                <a:latin typeface="Arial"/>
                <a:cs typeface="Arial"/>
              </a:rPr>
              <a:t>ene</a:t>
            </a:r>
            <a:r>
              <a:rPr dirty="0" smtClean="0" sz="1550" spc="-117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mtClean="0" sz="1550" spc="-129" b="1">
                <a:solidFill>
                  <a:srgbClr val="FFFFFF"/>
                </a:solidFill>
                <a:latin typeface="Arial"/>
                <a:cs typeface="Arial"/>
              </a:rPr>
              <a:t>asi</a:t>
            </a:r>
            <a:r>
              <a:rPr dirty="0" smtClean="0" sz="15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mtClean="0" sz="1550" spc="-15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55234" y="1611275"/>
            <a:ext cx="62548" cy="2421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4405947" y="1853456"/>
            <a:ext cx="1675193" cy="690526"/>
          </a:xfrm>
          <a:prstGeom prst="rect">
            <a:avLst/>
          </a:prstGeom>
        </p:spPr>
        <p:txBody>
          <a:bodyPr wrap="square" lIns="0" tIns="6350" rIns="0" bIns="0" rtlCol="0">
            <a:noAutofit/>
          </a:bodyPr>
          <a:lstStyle/>
          <a:p>
            <a:pPr marL="481295" marR="480990" algn="ctr">
              <a:lnSpc>
                <a:spcPct val="95825"/>
              </a:lnSpc>
            </a:pPr>
            <a:r>
              <a:rPr dirty="0" smtClean="0" sz="1550" spc="-164" b="1">
                <a:latin typeface="Arial"/>
                <a:cs typeface="Arial"/>
              </a:rPr>
              <a:t>La</a:t>
            </a:r>
            <a:r>
              <a:rPr dirty="0" smtClean="0" sz="1550" spc="-164" b="1">
                <a:latin typeface="Arial"/>
                <a:cs typeface="Arial"/>
              </a:rPr>
              <a:t>y</a:t>
            </a:r>
            <a:r>
              <a:rPr dirty="0" smtClean="0" sz="1550" spc="-164" b="1">
                <a:latin typeface="Arial"/>
                <a:cs typeface="Arial"/>
              </a:rPr>
              <a:t>anan</a:t>
            </a:r>
            <a:endParaRPr sz="1550">
              <a:latin typeface="Arial"/>
              <a:cs typeface="Arial"/>
            </a:endParaRPr>
          </a:p>
          <a:p>
            <a:pPr marL="46294" marR="45060" algn="ctr">
              <a:lnSpc>
                <a:spcPct val="95825"/>
              </a:lnSpc>
              <a:spcBef>
                <a:spcPts val="1782"/>
              </a:spcBef>
            </a:pPr>
            <a:r>
              <a:rPr dirty="0" smtClean="0" sz="1550" spc="-142" b="1">
                <a:latin typeface="Arial"/>
                <a:cs typeface="Arial"/>
              </a:rPr>
              <a:t>K</a:t>
            </a:r>
            <a:r>
              <a:rPr dirty="0" smtClean="0" sz="1550" spc="-142" b="1">
                <a:latin typeface="Arial"/>
                <a:cs typeface="Arial"/>
              </a:rPr>
              <a:t>apas</a:t>
            </a:r>
            <a:r>
              <a:rPr dirty="0" smtClean="0" sz="1550" spc="-142" b="1">
                <a:latin typeface="Arial"/>
                <a:cs typeface="Arial"/>
              </a:rPr>
              <a:t>i</a:t>
            </a:r>
            <a:r>
              <a:rPr dirty="0" smtClean="0" sz="1550" spc="-142" b="1">
                <a:latin typeface="Arial"/>
                <a:cs typeface="Arial"/>
              </a:rPr>
              <a:t>t</a:t>
            </a:r>
            <a:r>
              <a:rPr dirty="0" smtClean="0" sz="1550" spc="-142" b="1">
                <a:latin typeface="Arial"/>
                <a:cs typeface="Arial"/>
              </a:rPr>
              <a:t>as</a:t>
            </a:r>
            <a:r>
              <a:rPr dirty="0" smtClean="0" sz="1550" spc="-142" b="1">
                <a:latin typeface="Arial"/>
                <a:cs typeface="Arial"/>
              </a:rPr>
              <a:t> </a:t>
            </a:r>
            <a:r>
              <a:rPr dirty="0" smtClean="0" sz="1550" spc="-142" b="1">
                <a:latin typeface="Arial"/>
                <a:cs typeface="Arial"/>
              </a:rPr>
              <a:t>t</a:t>
            </a:r>
            <a:r>
              <a:rPr dirty="0" smtClean="0" sz="1550" spc="-142" b="1">
                <a:latin typeface="Arial"/>
                <a:cs typeface="Arial"/>
              </a:rPr>
              <a:t>r</a:t>
            </a:r>
            <a:r>
              <a:rPr dirty="0" smtClean="0" sz="1550" spc="-142" b="1">
                <a:latin typeface="Arial"/>
                <a:cs typeface="Arial"/>
              </a:rPr>
              <a:t>ans</a:t>
            </a:r>
            <a:r>
              <a:rPr dirty="0" smtClean="0" sz="1550" spc="-142" b="1">
                <a:latin typeface="Arial"/>
                <a:cs typeface="Arial"/>
              </a:rPr>
              <a:t>m</a:t>
            </a:r>
            <a:r>
              <a:rPr dirty="0" smtClean="0" sz="1550" spc="-142" b="1">
                <a:latin typeface="Arial"/>
                <a:cs typeface="Arial"/>
              </a:rPr>
              <a:t>i</a:t>
            </a:r>
            <a:r>
              <a:rPr dirty="0" smtClean="0" sz="1550" spc="-142" b="1">
                <a:latin typeface="Arial"/>
                <a:cs typeface="Arial"/>
              </a:rPr>
              <a:t>si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81140" y="1853456"/>
            <a:ext cx="2179482" cy="1154504"/>
          </a:xfrm>
          <a:prstGeom prst="rect">
            <a:avLst/>
          </a:prstGeom>
        </p:spPr>
        <p:txBody>
          <a:bodyPr wrap="square" lIns="0" tIns="6350" rIns="0" bIns="0" rtlCol="0">
            <a:noAutofit/>
          </a:bodyPr>
          <a:lstStyle/>
          <a:p>
            <a:pPr marL="188788" marR="207879" indent="0" algn="ctr">
              <a:lnSpc>
                <a:spcPct val="95825"/>
              </a:lnSpc>
            </a:pPr>
            <a:r>
              <a:rPr dirty="0" smtClean="0" sz="1550" spc="-175">
                <a:latin typeface="Arial"/>
                <a:cs typeface="Arial"/>
              </a:rPr>
              <a:t>Sua</a:t>
            </a:r>
            <a:r>
              <a:rPr dirty="0" smtClean="0" sz="1550" spc="-106">
                <a:latin typeface="Arial"/>
                <a:cs typeface="Arial"/>
              </a:rPr>
              <a:t>r</a:t>
            </a:r>
            <a:r>
              <a:rPr dirty="0" smtClean="0" sz="1550" spc="-163">
                <a:latin typeface="Arial"/>
                <a:cs typeface="Arial"/>
              </a:rPr>
              <a:t>a</a:t>
            </a:r>
            <a:r>
              <a:rPr dirty="0" smtClean="0" sz="1550" spc="-45">
                <a:latin typeface="Arial"/>
                <a:cs typeface="Arial"/>
              </a:rPr>
              <a:t> </a:t>
            </a:r>
            <a:r>
              <a:rPr dirty="0" smtClean="0" sz="1550" spc="-171">
                <a:latin typeface="Arial"/>
                <a:cs typeface="Arial"/>
              </a:rPr>
              <a:t>+</a:t>
            </a:r>
            <a:r>
              <a:rPr dirty="0" smtClean="0" sz="1550" spc="-76">
                <a:latin typeface="Arial"/>
                <a:cs typeface="Arial"/>
              </a:rPr>
              <a:t> </a:t>
            </a:r>
            <a:r>
              <a:rPr dirty="0" smtClean="0" sz="1550" spc="-208">
                <a:latin typeface="Arial"/>
                <a:cs typeface="Arial"/>
              </a:rPr>
              <a:t>D</a:t>
            </a:r>
            <a:r>
              <a:rPr dirty="0" smtClean="0" sz="1550" spc="-163">
                <a:latin typeface="Arial"/>
                <a:cs typeface="Arial"/>
              </a:rPr>
              <a:t>a</a:t>
            </a:r>
            <a:r>
              <a:rPr dirty="0" smtClean="0" sz="1550" spc="-93">
                <a:latin typeface="Arial"/>
                <a:cs typeface="Arial"/>
              </a:rPr>
              <a:t>t</a:t>
            </a:r>
            <a:r>
              <a:rPr dirty="0" smtClean="0" sz="1550" spc="-163">
                <a:latin typeface="Arial"/>
                <a:cs typeface="Arial"/>
              </a:rPr>
              <a:t>a</a:t>
            </a:r>
            <a:r>
              <a:rPr dirty="0" smtClean="0" sz="1550" spc="-54">
                <a:latin typeface="Arial"/>
                <a:cs typeface="Arial"/>
              </a:rPr>
              <a:t> </a:t>
            </a:r>
            <a:r>
              <a:rPr dirty="0" smtClean="0" sz="1550" spc="-139">
                <a:latin typeface="Arial"/>
                <a:cs typeface="Arial"/>
              </a:rPr>
              <a:t>k</a:t>
            </a:r>
            <a:r>
              <a:rPr dirty="0" smtClean="0" sz="1550" spc="-160">
                <a:latin typeface="Arial"/>
                <a:cs typeface="Arial"/>
              </a:rPr>
              <a:t>e</a:t>
            </a:r>
            <a:r>
              <a:rPr dirty="0" smtClean="0" sz="1550" spc="-139">
                <a:latin typeface="Arial"/>
                <a:cs typeface="Arial"/>
              </a:rPr>
              <a:t>c</a:t>
            </a:r>
            <a:r>
              <a:rPr dirty="0" smtClean="0" sz="1550" spc="-160">
                <a:latin typeface="Arial"/>
                <a:cs typeface="Arial"/>
              </a:rPr>
              <a:t>e</a:t>
            </a:r>
            <a:r>
              <a:rPr dirty="0" smtClean="0" sz="1550" spc="-155">
                <a:latin typeface="Arial"/>
                <a:cs typeface="Arial"/>
              </a:rPr>
              <a:t>pa</a:t>
            </a:r>
            <a:r>
              <a:rPr dirty="0" smtClean="0" sz="1550" spc="-92">
                <a:latin typeface="Arial"/>
                <a:cs typeface="Arial"/>
              </a:rPr>
              <a:t>t</a:t>
            </a:r>
            <a:r>
              <a:rPr dirty="0" smtClean="0" sz="1550" spc="-155">
                <a:latin typeface="Arial"/>
                <a:cs typeface="Arial"/>
              </a:rPr>
              <a:t>an</a:t>
            </a:r>
            <a:r>
              <a:rPr dirty="0" smtClean="0" sz="1550" spc="-77">
                <a:latin typeface="Arial"/>
                <a:cs typeface="Arial"/>
              </a:rPr>
              <a:t> </a:t>
            </a:r>
            <a:r>
              <a:rPr dirty="0" smtClean="0" sz="1550" spc="-102">
                <a:latin typeface="Arial"/>
                <a:cs typeface="Arial"/>
              </a:rPr>
              <a:t>r</a:t>
            </a:r>
            <a:r>
              <a:rPr dirty="0" smtClean="0" sz="1550" spc="-155">
                <a:latin typeface="Arial"/>
                <a:cs typeface="Arial"/>
              </a:rPr>
              <a:t>en</a:t>
            </a:r>
            <a:r>
              <a:rPr dirty="0" smtClean="0" sz="1550" spc="-160">
                <a:latin typeface="Arial"/>
                <a:cs typeface="Arial"/>
              </a:rPr>
              <a:t>d</a:t>
            </a:r>
            <a:r>
              <a:rPr dirty="0" smtClean="0" sz="1550" spc="-155">
                <a:latin typeface="Arial"/>
                <a:cs typeface="Arial"/>
              </a:rPr>
              <a:t>ah</a:t>
            </a:r>
            <a:endParaRPr sz="1550">
              <a:latin typeface="Arial"/>
              <a:cs typeface="Arial"/>
            </a:endParaRPr>
          </a:p>
          <a:p>
            <a:pPr marL="701403" marR="717195" algn="ctr">
              <a:lnSpc>
                <a:spcPct val="95825"/>
              </a:lnSpc>
            </a:pPr>
            <a:r>
              <a:rPr dirty="0" smtClean="0" sz="1550" spc="-137">
                <a:latin typeface="Arial"/>
                <a:cs typeface="Arial"/>
              </a:rPr>
              <a:t>22</a:t>
            </a:r>
            <a:r>
              <a:rPr dirty="0" smtClean="0" sz="1550" spc="-137">
                <a:latin typeface="Arial"/>
                <a:cs typeface="Arial"/>
              </a:rPr>
              <a:t>,</a:t>
            </a:r>
            <a:r>
              <a:rPr dirty="0" smtClean="0" sz="1550" spc="-137">
                <a:latin typeface="Arial"/>
                <a:cs typeface="Arial"/>
              </a:rPr>
              <a:t>8</a:t>
            </a:r>
            <a:r>
              <a:rPr dirty="0" smtClean="0" sz="1550" spc="-137">
                <a:latin typeface="Arial"/>
                <a:cs typeface="Arial"/>
              </a:rPr>
              <a:t> </a:t>
            </a:r>
            <a:r>
              <a:rPr dirty="0" smtClean="0" sz="1550" spc="-137">
                <a:latin typeface="Arial"/>
                <a:cs typeface="Arial"/>
              </a:rPr>
              <a:t>k</a:t>
            </a:r>
            <a:r>
              <a:rPr dirty="0" smtClean="0" sz="1550" spc="-137">
                <a:latin typeface="Arial"/>
                <a:cs typeface="Arial"/>
              </a:rPr>
              <a:t>b</a:t>
            </a:r>
            <a:r>
              <a:rPr dirty="0" smtClean="0" sz="1550" spc="-137">
                <a:latin typeface="Arial"/>
                <a:cs typeface="Arial"/>
              </a:rPr>
              <a:t>ps</a:t>
            </a:r>
            <a:endParaRPr sz="1550">
              <a:latin typeface="Arial"/>
              <a:cs typeface="Arial"/>
            </a:endParaRPr>
          </a:p>
          <a:p>
            <a:pPr marL="823754" marR="839235" algn="ctr">
              <a:lnSpc>
                <a:spcPct val="95825"/>
              </a:lnSpc>
              <a:spcBef>
                <a:spcPts val="20"/>
              </a:spcBef>
            </a:pPr>
            <a:r>
              <a:rPr dirty="0" smtClean="0" sz="1550" spc="-113">
                <a:latin typeface="Arial"/>
                <a:cs typeface="Arial"/>
              </a:rPr>
              <a:t>C</a:t>
            </a:r>
            <a:r>
              <a:rPr dirty="0" smtClean="0" sz="1550" spc="-113">
                <a:latin typeface="Arial"/>
                <a:cs typeface="Arial"/>
              </a:rPr>
              <a:t>i</a:t>
            </a:r>
            <a:r>
              <a:rPr dirty="0" smtClean="0" sz="1550" spc="-113">
                <a:latin typeface="Arial"/>
                <a:cs typeface="Arial"/>
              </a:rPr>
              <a:t>r</a:t>
            </a:r>
            <a:r>
              <a:rPr dirty="0" smtClean="0" sz="1550" spc="-113">
                <a:latin typeface="Arial"/>
                <a:cs typeface="Arial"/>
              </a:rPr>
              <a:t>c</a:t>
            </a:r>
            <a:r>
              <a:rPr dirty="0" smtClean="0" sz="1550" spc="-113">
                <a:latin typeface="Arial"/>
                <a:cs typeface="Arial"/>
              </a:rPr>
              <a:t>u</a:t>
            </a:r>
            <a:r>
              <a:rPr dirty="0" smtClean="0" sz="1550" spc="-113">
                <a:latin typeface="Arial"/>
                <a:cs typeface="Arial"/>
              </a:rPr>
              <a:t>i</a:t>
            </a:r>
            <a:r>
              <a:rPr dirty="0" smtClean="0" sz="1550" spc="-113">
                <a:latin typeface="Arial"/>
                <a:cs typeface="Arial"/>
              </a:rPr>
              <a:t>t</a:t>
            </a:r>
            <a:endParaRPr sz="1550">
              <a:latin typeface="Arial"/>
              <a:cs typeface="Arial"/>
            </a:endParaRPr>
          </a:p>
          <a:p>
            <a:pPr marL="134336" marR="150819" algn="ctr">
              <a:lnSpc>
                <a:spcPct val="95825"/>
              </a:lnSpc>
            </a:pPr>
            <a:r>
              <a:rPr dirty="0" smtClean="0" sz="1550" spc="-139">
                <a:latin typeface="Arial"/>
                <a:cs typeface="Arial"/>
              </a:rPr>
              <a:t>T</a:t>
            </a:r>
            <a:r>
              <a:rPr dirty="0" smtClean="0" sz="1550" spc="-139">
                <a:latin typeface="Arial"/>
                <a:cs typeface="Arial"/>
              </a:rPr>
              <a:t>i</a:t>
            </a:r>
            <a:r>
              <a:rPr dirty="0" smtClean="0" sz="1550" spc="-139">
                <a:latin typeface="Arial"/>
                <a:cs typeface="Arial"/>
              </a:rPr>
              <a:t>m</a:t>
            </a:r>
            <a:r>
              <a:rPr dirty="0" smtClean="0" sz="1550" spc="-139">
                <a:latin typeface="Arial"/>
                <a:cs typeface="Arial"/>
              </a:rPr>
              <a:t>e</a:t>
            </a:r>
            <a:r>
              <a:rPr dirty="0" smtClean="0" sz="1550" spc="-139">
                <a:latin typeface="Arial"/>
                <a:cs typeface="Arial"/>
              </a:rPr>
              <a:t> </a:t>
            </a:r>
            <a:r>
              <a:rPr dirty="0" smtClean="0" sz="1550" spc="-139">
                <a:latin typeface="Arial"/>
                <a:cs typeface="Arial"/>
              </a:rPr>
              <a:t>and</a:t>
            </a:r>
            <a:r>
              <a:rPr dirty="0" smtClean="0" sz="1550" spc="-139">
                <a:latin typeface="Arial"/>
                <a:cs typeface="Arial"/>
              </a:rPr>
              <a:t> </a:t>
            </a:r>
            <a:r>
              <a:rPr dirty="0" smtClean="0" sz="1550" spc="-139">
                <a:latin typeface="Arial"/>
                <a:cs typeface="Arial"/>
              </a:rPr>
              <a:t>Lo</a:t>
            </a:r>
            <a:r>
              <a:rPr dirty="0" smtClean="0" sz="1550" spc="-139">
                <a:latin typeface="Arial"/>
                <a:cs typeface="Arial"/>
              </a:rPr>
              <a:t>c</a:t>
            </a:r>
            <a:r>
              <a:rPr dirty="0" smtClean="0" sz="1550" spc="-139">
                <a:latin typeface="Arial"/>
                <a:cs typeface="Arial"/>
              </a:rPr>
              <a:t>a</a:t>
            </a:r>
            <a:r>
              <a:rPr dirty="0" smtClean="0" sz="1550" spc="-139">
                <a:latin typeface="Arial"/>
                <a:cs typeface="Arial"/>
              </a:rPr>
              <a:t>t</a:t>
            </a:r>
            <a:r>
              <a:rPr dirty="0" smtClean="0" sz="1550" spc="-139">
                <a:latin typeface="Arial"/>
                <a:cs typeface="Arial"/>
              </a:rPr>
              <a:t>i</a:t>
            </a:r>
            <a:r>
              <a:rPr dirty="0" smtClean="0" sz="1550" spc="-139">
                <a:latin typeface="Arial"/>
                <a:cs typeface="Arial"/>
              </a:rPr>
              <a:t>on</a:t>
            </a:r>
            <a:r>
              <a:rPr dirty="0" smtClean="0" sz="1550" spc="-139">
                <a:latin typeface="Arial"/>
                <a:cs typeface="Arial"/>
              </a:rPr>
              <a:t> </a:t>
            </a:r>
            <a:r>
              <a:rPr dirty="0" smtClean="0" sz="1550" spc="-139">
                <a:latin typeface="Arial"/>
                <a:cs typeface="Arial"/>
              </a:rPr>
              <a:t>Bas</a:t>
            </a:r>
            <a:r>
              <a:rPr dirty="0" smtClean="0" sz="1550" spc="-139">
                <a:latin typeface="Arial"/>
                <a:cs typeface="Arial"/>
              </a:rPr>
              <a:t>e</a:t>
            </a:r>
            <a:r>
              <a:rPr dirty="0" smtClean="0" sz="1550" spc="-139"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622" y="1853456"/>
            <a:ext cx="1584735" cy="1144674"/>
          </a:xfrm>
          <a:prstGeom prst="rect">
            <a:avLst/>
          </a:prstGeom>
        </p:spPr>
        <p:txBody>
          <a:bodyPr wrap="square" lIns="0" tIns="6350" rIns="0" bIns="0" rtlCol="0">
            <a:noAutofit/>
          </a:bodyPr>
          <a:lstStyle/>
          <a:p>
            <a:pPr marL="48845" marR="93302" algn="ctr">
              <a:lnSpc>
                <a:spcPct val="95825"/>
              </a:lnSpc>
            </a:pPr>
            <a:r>
              <a:rPr dirty="0" smtClean="0" sz="1550" spc="-128">
                <a:latin typeface="Arial"/>
                <a:cs typeface="Arial"/>
              </a:rPr>
              <a:t>Ap</a:t>
            </a:r>
            <a:r>
              <a:rPr dirty="0" smtClean="0" sz="1550" spc="-128">
                <a:latin typeface="Arial"/>
                <a:cs typeface="Arial"/>
              </a:rPr>
              <a:t>l</a:t>
            </a:r>
            <a:r>
              <a:rPr dirty="0" smtClean="0" sz="1550" spc="-128">
                <a:latin typeface="Arial"/>
                <a:cs typeface="Arial"/>
              </a:rPr>
              <a:t>i</a:t>
            </a:r>
            <a:r>
              <a:rPr dirty="0" smtClean="0" sz="1550" spc="-128">
                <a:latin typeface="Arial"/>
                <a:cs typeface="Arial"/>
              </a:rPr>
              <a:t>k</a:t>
            </a:r>
            <a:r>
              <a:rPr dirty="0" smtClean="0" sz="1550" spc="-128">
                <a:latin typeface="Arial"/>
                <a:cs typeface="Arial"/>
              </a:rPr>
              <a:t>a</a:t>
            </a:r>
            <a:r>
              <a:rPr dirty="0" smtClean="0" sz="1550" spc="-128">
                <a:latin typeface="Arial"/>
                <a:cs typeface="Arial"/>
              </a:rPr>
              <a:t>s</a:t>
            </a:r>
            <a:r>
              <a:rPr dirty="0" smtClean="0" sz="1550" spc="-128">
                <a:latin typeface="Arial"/>
                <a:cs typeface="Arial"/>
              </a:rPr>
              <a:t>i</a:t>
            </a:r>
            <a:r>
              <a:rPr dirty="0" smtClean="0" sz="1550" spc="-128">
                <a:latin typeface="Arial"/>
                <a:cs typeface="Arial"/>
              </a:rPr>
              <a:t> </a:t>
            </a:r>
            <a:r>
              <a:rPr dirty="0" smtClean="0" sz="1550" spc="-128">
                <a:latin typeface="Arial"/>
                <a:cs typeface="Arial"/>
              </a:rPr>
              <a:t>m</a:t>
            </a:r>
            <a:r>
              <a:rPr dirty="0" smtClean="0" sz="1550" spc="-128">
                <a:latin typeface="Arial"/>
                <a:cs typeface="Arial"/>
              </a:rPr>
              <a:t>u</a:t>
            </a:r>
            <a:r>
              <a:rPr dirty="0" smtClean="0" sz="1550" spc="-128">
                <a:latin typeface="Arial"/>
                <a:cs typeface="Arial"/>
              </a:rPr>
              <a:t>l</a:t>
            </a:r>
            <a:r>
              <a:rPr dirty="0" smtClean="0" sz="1550" spc="-128">
                <a:latin typeface="Arial"/>
                <a:cs typeface="Arial"/>
              </a:rPr>
              <a:t>t</a:t>
            </a:r>
            <a:r>
              <a:rPr dirty="0" smtClean="0" sz="1550" spc="-128">
                <a:latin typeface="Arial"/>
                <a:cs typeface="Arial"/>
              </a:rPr>
              <a:t>i</a:t>
            </a:r>
            <a:r>
              <a:rPr dirty="0" smtClean="0" sz="1550" spc="-128">
                <a:latin typeface="Arial"/>
                <a:cs typeface="Arial"/>
              </a:rPr>
              <a:t>m</a:t>
            </a:r>
            <a:r>
              <a:rPr dirty="0" smtClean="0" sz="1550" spc="-128">
                <a:latin typeface="Arial"/>
                <a:cs typeface="Arial"/>
              </a:rPr>
              <a:t>e</a:t>
            </a:r>
            <a:r>
              <a:rPr dirty="0" smtClean="0" sz="1550" spc="-128">
                <a:latin typeface="Arial"/>
                <a:cs typeface="Arial"/>
              </a:rPr>
              <a:t>d</a:t>
            </a:r>
            <a:r>
              <a:rPr dirty="0" smtClean="0" sz="1550" spc="-128">
                <a:latin typeface="Arial"/>
                <a:cs typeface="Arial"/>
              </a:rPr>
              <a:t>i</a:t>
            </a:r>
            <a:r>
              <a:rPr dirty="0" smtClean="0" sz="1550" spc="-128"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  <a:p>
            <a:pPr marL="465311" marR="511344" algn="ctr">
              <a:lnSpc>
                <a:spcPct val="95825"/>
              </a:lnSpc>
              <a:spcBef>
                <a:spcPts val="1782"/>
              </a:spcBef>
            </a:pPr>
            <a:r>
              <a:rPr dirty="0" smtClean="0" sz="1550" spc="-161">
                <a:latin typeface="Arial"/>
                <a:cs typeface="Arial"/>
              </a:rPr>
              <a:t>2</a:t>
            </a:r>
            <a:r>
              <a:rPr dirty="0" smtClean="0" sz="1550" spc="-161">
                <a:latin typeface="Arial"/>
                <a:cs typeface="Arial"/>
              </a:rPr>
              <a:t> </a:t>
            </a:r>
            <a:r>
              <a:rPr dirty="0" smtClean="0" sz="1550" spc="-161">
                <a:latin typeface="Arial"/>
                <a:cs typeface="Arial"/>
              </a:rPr>
              <a:t>M</a:t>
            </a:r>
            <a:r>
              <a:rPr dirty="0" smtClean="0" sz="1550" spc="-161">
                <a:latin typeface="Arial"/>
                <a:cs typeface="Arial"/>
              </a:rPr>
              <a:t>Bps</a:t>
            </a:r>
            <a:endParaRPr sz="1550">
              <a:latin typeface="Arial"/>
              <a:cs typeface="Arial"/>
            </a:endParaRPr>
          </a:p>
          <a:p>
            <a:pPr marL="495455" marR="537638" algn="ctr">
              <a:lnSpc>
                <a:spcPct val="95825"/>
              </a:lnSpc>
              <a:spcBef>
                <a:spcPts val="20"/>
              </a:spcBef>
            </a:pPr>
            <a:r>
              <a:rPr dirty="0" smtClean="0" sz="1550" spc="-144">
                <a:latin typeface="Arial"/>
                <a:cs typeface="Arial"/>
              </a:rPr>
              <a:t>Pac</a:t>
            </a:r>
            <a:r>
              <a:rPr dirty="0" smtClean="0" sz="1550" spc="-144">
                <a:latin typeface="Arial"/>
                <a:cs typeface="Arial"/>
              </a:rPr>
              <a:t>k</a:t>
            </a:r>
            <a:r>
              <a:rPr dirty="0" smtClean="0" sz="1550" spc="-144">
                <a:latin typeface="Arial"/>
                <a:cs typeface="Arial"/>
              </a:rPr>
              <a:t>et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mtClean="0" sz="1550" spc="-146" u="heavy">
                <a:latin typeface="Arial"/>
                <a:cs typeface="Arial"/>
              </a:rPr>
              <a:t> </a:t>
            </a:r>
            <a:r>
              <a:rPr dirty="0" smtClean="0" sz="1550" spc="-146" u="heavy">
                <a:latin typeface="Arial"/>
                <a:cs typeface="Arial"/>
              </a:rPr>
              <a:t>D</a:t>
            </a:r>
            <a:r>
              <a:rPr dirty="0" smtClean="0" sz="1550" spc="-146" u="heavy">
                <a:latin typeface="Arial"/>
                <a:cs typeface="Arial"/>
              </a:rPr>
              <a:t>a</a:t>
            </a:r>
            <a:r>
              <a:rPr dirty="0" smtClean="0" sz="1550" spc="-146" u="heavy">
                <a:latin typeface="Arial"/>
                <a:cs typeface="Arial"/>
              </a:rPr>
              <a:t>t</a:t>
            </a:r>
            <a:r>
              <a:rPr dirty="0" smtClean="0" sz="1550" spc="-146" u="heavy">
                <a:latin typeface="Arial"/>
                <a:cs typeface="Arial"/>
              </a:rPr>
              <a:t>a</a:t>
            </a:r>
            <a:r>
              <a:rPr dirty="0" smtClean="0" sz="1550" spc="-146" u="heavy">
                <a:latin typeface="Arial"/>
                <a:cs typeface="Arial"/>
              </a:rPr>
              <a:t> </a:t>
            </a:r>
            <a:r>
              <a:rPr dirty="0" smtClean="0" sz="1550" spc="-146" u="heavy">
                <a:latin typeface="Arial"/>
                <a:cs typeface="Arial"/>
              </a:rPr>
              <a:t>Vo</a:t>
            </a:r>
            <a:r>
              <a:rPr dirty="0" smtClean="0" sz="1550" spc="-146" u="heavy">
                <a:latin typeface="Arial"/>
                <a:cs typeface="Arial"/>
              </a:rPr>
              <a:t>l</a:t>
            </a:r>
            <a:r>
              <a:rPr dirty="0" smtClean="0" sz="1550" spc="-146" u="heavy">
                <a:latin typeface="Arial"/>
                <a:cs typeface="Arial"/>
              </a:rPr>
              <a:t>u</a:t>
            </a:r>
            <a:r>
              <a:rPr dirty="0" smtClean="0" sz="1550" spc="-146" u="heavy">
                <a:latin typeface="Arial"/>
                <a:cs typeface="Arial"/>
              </a:rPr>
              <a:t>m</a:t>
            </a:r>
            <a:r>
              <a:rPr dirty="0" smtClean="0" sz="1550" spc="-146" u="heavy">
                <a:latin typeface="Arial"/>
                <a:cs typeface="Arial"/>
              </a:rPr>
              <a:t>e</a:t>
            </a:r>
            <a:r>
              <a:rPr dirty="0" smtClean="0" sz="1550" spc="-146" u="heavy">
                <a:latin typeface="Arial"/>
                <a:cs typeface="Arial"/>
              </a:rPr>
              <a:t> </a:t>
            </a:r>
            <a:r>
              <a:rPr dirty="0" smtClean="0" sz="1550" spc="-146" u="heavy">
                <a:latin typeface="Arial"/>
                <a:cs typeface="Arial"/>
              </a:rPr>
              <a:t>Bas</a:t>
            </a:r>
            <a:r>
              <a:rPr dirty="0" smtClean="0" sz="1550" spc="-146" u="heavy">
                <a:latin typeface="Arial"/>
                <a:cs typeface="Arial"/>
              </a:rPr>
              <a:t>e</a:t>
            </a:r>
            <a:r>
              <a:rPr dirty="0" smtClean="0" sz="1550" spc="-146" u="heavy">
                <a:latin typeface="Arial"/>
                <a:cs typeface="Arial"/>
              </a:rPr>
              <a:t>d</a:t>
            </a:r>
            <a:r>
              <a:rPr dirty="0" smtClean="0" sz="1550" spc="-146" u="heavy">
                <a:latin typeface="Arial"/>
                <a:cs typeface="Arial"/>
              </a:rPr>
              <a:t> </a:t>
            </a:r>
            <a:r>
              <a:rPr dirty="0" smtClean="0" sz="1550" spc="-146" u="heavy">
                <a:latin typeface="Arial"/>
                <a:cs typeface="Arial"/>
              </a:rPr>
              <a:t> 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5947" y="2543983"/>
            <a:ext cx="1675193" cy="463978"/>
          </a:xfrm>
          <a:prstGeom prst="rect">
            <a:avLst/>
          </a:prstGeom>
        </p:spPr>
        <p:txBody>
          <a:bodyPr wrap="square" lIns="0" tIns="11207" rIns="0" bIns="0" rtlCol="0">
            <a:noAutofit/>
          </a:bodyPr>
          <a:lstStyle/>
          <a:p>
            <a:pPr marL="453397">
              <a:lnSpc>
                <a:spcPts val="1764"/>
              </a:lnSpc>
            </a:pPr>
            <a:r>
              <a:rPr dirty="0" smtClean="0" sz="1550" spc="-149" b="1">
                <a:latin typeface="Arial"/>
                <a:cs typeface="Arial"/>
              </a:rPr>
              <a:t>S</a:t>
            </a:r>
            <a:r>
              <a:rPr dirty="0" smtClean="0" sz="1550" spc="-149" b="1">
                <a:latin typeface="Arial"/>
                <a:cs typeface="Arial"/>
              </a:rPr>
              <a:t>w</a:t>
            </a:r>
            <a:r>
              <a:rPr dirty="0" smtClean="0" sz="1550" spc="-149" b="1">
                <a:latin typeface="Arial"/>
                <a:cs typeface="Arial"/>
              </a:rPr>
              <a:t>i</a:t>
            </a:r>
            <a:r>
              <a:rPr dirty="0" smtClean="0" sz="1550" spc="-149" b="1">
                <a:latin typeface="Arial"/>
                <a:cs typeface="Arial"/>
              </a:rPr>
              <a:t>t</a:t>
            </a:r>
            <a:r>
              <a:rPr dirty="0" smtClean="0" sz="1550" spc="-149" b="1">
                <a:latin typeface="Arial"/>
                <a:cs typeface="Arial"/>
              </a:rPr>
              <a:t>ch</a:t>
            </a:r>
            <a:r>
              <a:rPr dirty="0" smtClean="0" sz="1550" spc="-149" b="1">
                <a:latin typeface="Arial"/>
                <a:cs typeface="Arial"/>
              </a:rPr>
              <a:t>i</a:t>
            </a:r>
            <a:r>
              <a:rPr dirty="0" smtClean="0" sz="1550" spc="-149" b="1">
                <a:latin typeface="Arial"/>
                <a:cs typeface="Arial"/>
              </a:rPr>
              <a:t>ng</a:t>
            </a:r>
            <a:endParaRPr sz="1550">
              <a:latin typeface="Arial"/>
              <a:cs typeface="Arial"/>
            </a:endParaRPr>
          </a:p>
          <a:p>
            <a:pPr marL="481128">
              <a:lnSpc>
                <a:spcPct val="95825"/>
              </a:lnSpc>
            </a:pPr>
            <a:r>
              <a:rPr dirty="0" smtClean="0" sz="1550" spc="-154" b="1">
                <a:latin typeface="Arial"/>
                <a:cs typeface="Arial"/>
              </a:rPr>
              <a:t>C</a:t>
            </a:r>
            <a:r>
              <a:rPr dirty="0" smtClean="0" sz="1550" spc="-154" b="1">
                <a:latin typeface="Arial"/>
                <a:cs typeface="Arial"/>
              </a:rPr>
              <a:t>ha</a:t>
            </a:r>
            <a:r>
              <a:rPr dirty="0" smtClean="0" sz="1550" spc="-154" b="1">
                <a:latin typeface="Arial"/>
                <a:cs typeface="Arial"/>
              </a:rPr>
              <a:t>r</a:t>
            </a:r>
            <a:r>
              <a:rPr dirty="0" smtClean="0" sz="1550" spc="-154" b="1">
                <a:latin typeface="Arial"/>
                <a:cs typeface="Arial"/>
              </a:rPr>
              <a:t>g</a:t>
            </a:r>
            <a:r>
              <a:rPr dirty="0" smtClean="0" sz="1550" spc="-154" b="1">
                <a:latin typeface="Arial"/>
                <a:cs typeface="Arial"/>
              </a:rPr>
              <a:t>i</a:t>
            </a:r>
            <a:r>
              <a:rPr dirty="0" smtClean="0" sz="1550" spc="-154" b="1">
                <a:latin typeface="Arial"/>
                <a:cs typeface="Arial"/>
              </a:rPr>
              <a:t>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752437" y="2812955"/>
            <a:ext cx="653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